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8" r:id="rId2"/>
    <p:sldId id="269" r:id="rId3"/>
    <p:sldId id="260" r:id="rId4"/>
    <p:sldId id="264" r:id="rId5"/>
    <p:sldId id="263" r:id="rId6"/>
    <p:sldId id="278" r:id="rId7"/>
    <p:sldId id="270" r:id="rId8"/>
    <p:sldId id="271" r:id="rId9"/>
    <p:sldId id="272" r:id="rId10"/>
    <p:sldId id="276" r:id="rId11"/>
    <p:sldId id="277" r:id="rId12"/>
    <p:sldId id="273" r:id="rId13"/>
    <p:sldId id="274" r:id="rId14"/>
    <p:sldId id="280" r:id="rId15"/>
    <p:sldId id="279" r:id="rId16"/>
    <p:sldId id="281" r:id="rId17"/>
    <p:sldId id="282" r:id="rId18"/>
    <p:sldId id="283" r:id="rId19"/>
    <p:sldId id="28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C15289-7702-FA81-A0D6-1901CF12C04F}" v="45" dt="2024-05-19T05:48:02.485"/>
    <p1510:client id="{1582D49E-2E58-19EA-80CB-E733A8E28934}" v="521" dt="2024-05-19T17:11:15.540"/>
    <p1510:client id="{A83912A7-661E-AFF7-55BD-A6FBCFAEFE84}" v="55" dt="2024-05-19T05:16:35.968"/>
    <p1510:client id="{C0AB55E0-57B3-692E-B1CC-16210768F58F}" v="552" dt="2024-05-19T05:25:01.1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2.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sv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diagrams/_rels/data3.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4.png"/><Relationship Id="rId7" Type="http://schemas.openxmlformats.org/officeDocument/2006/relationships/image" Target="../media/image4.png"/><Relationship Id="rId12" Type="http://schemas.openxmlformats.org/officeDocument/2006/relationships/image" Target="../media/image42.sv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11" Type="http://schemas.openxmlformats.org/officeDocument/2006/relationships/image" Target="../media/image41.png"/><Relationship Id="rId5" Type="http://schemas.openxmlformats.org/officeDocument/2006/relationships/image" Target="../media/image36.png"/><Relationship Id="rId10" Type="http://schemas.openxmlformats.org/officeDocument/2006/relationships/image" Target="../media/image40.svg"/><Relationship Id="rId4" Type="http://schemas.openxmlformats.org/officeDocument/2006/relationships/image" Target="../media/image35.svg"/><Relationship Id="rId9" Type="http://schemas.openxmlformats.org/officeDocument/2006/relationships/image" Target="../media/image39.pn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sv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diagrams/_rels/drawing3.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4.png"/><Relationship Id="rId7" Type="http://schemas.openxmlformats.org/officeDocument/2006/relationships/image" Target="../media/image4.png"/><Relationship Id="rId12" Type="http://schemas.openxmlformats.org/officeDocument/2006/relationships/image" Target="../media/image42.sv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11" Type="http://schemas.openxmlformats.org/officeDocument/2006/relationships/image" Target="../media/image41.png"/><Relationship Id="rId5" Type="http://schemas.openxmlformats.org/officeDocument/2006/relationships/image" Target="../media/image36.png"/><Relationship Id="rId10" Type="http://schemas.openxmlformats.org/officeDocument/2006/relationships/image" Target="../media/image40.svg"/><Relationship Id="rId4" Type="http://schemas.openxmlformats.org/officeDocument/2006/relationships/image" Target="../media/image35.svg"/><Relationship Id="rId9" Type="http://schemas.openxmlformats.org/officeDocument/2006/relationships/image" Target="../media/image39.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coloredtext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bg1"/>
    </dgm:fillClrLst>
    <dgm:linClrLst meth="repeat">
      <a:schemeClr val="lt2">
        <a:alpha val="0"/>
      </a:schemeClr>
    </dgm:linClrLst>
    <dgm:effectClrLst/>
    <dgm:txLinClrLst/>
    <dgm:txFillClrLst meth="repeat">
      <a:schemeClr val="dk1"/>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dgm:fillClrLst>
    <dgm:linClrLst meth="repeat">
      <a:schemeClr val="lt2">
        <a:alpha val="0"/>
      </a:schemeClr>
    </dgm:linClrLst>
    <dgm:effectClrLst/>
    <dgm:txLinClrLst/>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dk2">
        <a:alpha val="0"/>
      </a:schemeClr>
    </dgm:fillClrLst>
    <dgm:linClrLst meth="repeat">
      <a:schemeClr val="dk2">
        <a:alpha val="0"/>
      </a:schemeClr>
    </dgm:linClrLst>
    <dgm:effectClrLst/>
    <dgm:txLinClrLst/>
    <dgm:txFillClrLst meth="repeat">
      <a:schemeClr val="dk2"/>
    </dgm:txFillClrLst>
    <dgm:txEffectClrLst/>
  </dgm:styleLbl>
</dgm:colorsDef>
</file>

<file path=ppt/diagrams/data1.xml><?xml version="1.0" encoding="utf-8"?>
<dgm:dataModel xmlns:dgm="http://schemas.openxmlformats.org/drawingml/2006/diagram" xmlns:a="http://schemas.openxmlformats.org/drawingml/2006/main">
  <dgm:ptLst>
    <dgm:pt modelId="{59913B2B-A58D-4419-BADD-178263C9E35A}"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35328683-F4BA-4FE4-8ADF-7DC91CF6D3EE}">
      <dgm:prSet/>
      <dgm:spPr/>
      <dgm:t>
        <a:bodyPr/>
        <a:lstStyle/>
        <a:p>
          <a:r>
            <a:rPr lang="en-US" b="1">
              <a:latin typeface="Times New Roman"/>
              <a:cs typeface="Times New Roman"/>
            </a:rPr>
            <a:t>Improve healthcare accessibility: </a:t>
          </a:r>
          <a:r>
            <a:rPr lang="en-US">
              <a:latin typeface="Times New Roman"/>
              <a:cs typeface="Times New Roman"/>
            </a:rPr>
            <a:t>Provide a system that enables patients to consult with doctors remotely and receive an initial diagnosis. Reduce the number of in-person appointments, particularly for patients who live far away or have limited transportation.</a:t>
          </a:r>
        </a:p>
      </dgm:t>
    </dgm:pt>
    <dgm:pt modelId="{CD897AB3-C413-4A83-A4DE-187357321547}" type="parTrans" cxnId="{B379F78B-7CEC-4408-AECC-FB45B6FA78BD}">
      <dgm:prSet/>
      <dgm:spPr/>
      <dgm:t>
        <a:bodyPr/>
        <a:lstStyle/>
        <a:p>
          <a:endParaRPr lang="en-US"/>
        </a:p>
      </dgm:t>
    </dgm:pt>
    <dgm:pt modelId="{A4E91BA2-2D20-466A-B259-F4A55C9C5BF2}" type="sibTrans" cxnId="{B379F78B-7CEC-4408-AECC-FB45B6FA78BD}">
      <dgm:prSet/>
      <dgm:spPr/>
      <dgm:t>
        <a:bodyPr/>
        <a:lstStyle/>
        <a:p>
          <a:endParaRPr lang="en-US"/>
        </a:p>
      </dgm:t>
    </dgm:pt>
    <dgm:pt modelId="{76AC95E6-C6AF-4DCE-80E1-1D75139F1E96}">
      <dgm:prSet/>
      <dgm:spPr/>
      <dgm:t>
        <a:bodyPr/>
        <a:lstStyle/>
        <a:p>
          <a:r>
            <a:rPr lang="en-US" b="1">
              <a:latin typeface="Times New Roman"/>
              <a:cs typeface="Times New Roman"/>
            </a:rPr>
            <a:t>Early detection and intervention: </a:t>
          </a:r>
          <a:r>
            <a:rPr lang="en-US">
              <a:latin typeface="Times New Roman"/>
              <a:cs typeface="Times New Roman"/>
            </a:rPr>
            <a:t>Provide the early identification of illnesses based on symptoms, which will allow for quick treatment and better patient outcomes. Give patients the chance to seek out medical guidance and care as soon as possible.</a:t>
          </a:r>
        </a:p>
      </dgm:t>
    </dgm:pt>
    <dgm:pt modelId="{4987BEDC-8884-47E4-94F9-9EB7BE90FE44}" type="parTrans" cxnId="{26C542A3-CECB-42D4-AD43-78BFADC52AA3}">
      <dgm:prSet/>
      <dgm:spPr/>
      <dgm:t>
        <a:bodyPr/>
        <a:lstStyle/>
        <a:p>
          <a:endParaRPr lang="en-US"/>
        </a:p>
      </dgm:t>
    </dgm:pt>
    <dgm:pt modelId="{7722A5D3-3EEE-49CF-842F-1FD50391E409}" type="sibTrans" cxnId="{26C542A3-CECB-42D4-AD43-78BFADC52AA3}">
      <dgm:prSet/>
      <dgm:spPr/>
      <dgm:t>
        <a:bodyPr/>
        <a:lstStyle/>
        <a:p>
          <a:endParaRPr lang="en-US"/>
        </a:p>
      </dgm:t>
    </dgm:pt>
    <dgm:pt modelId="{A8AEC722-C1E4-4B08-9544-AA58CF444704}">
      <dgm:prSet/>
      <dgm:spPr/>
      <dgm:t>
        <a:bodyPr/>
        <a:lstStyle/>
        <a:p>
          <a:r>
            <a:rPr lang="en-US" b="1">
              <a:latin typeface="Times New Roman"/>
              <a:cs typeface="Times New Roman"/>
            </a:rPr>
            <a:t>Personalized healthcare: </a:t>
          </a:r>
          <a:r>
            <a:rPr lang="en-US">
              <a:latin typeface="Times New Roman"/>
              <a:cs typeface="Times New Roman"/>
            </a:rPr>
            <a:t>Make individualized disease predictions by analyzing patient symptoms using machine learning algorithms. Improve the precision of treatment recommendations and diagnosis based on unique patient characteristics.</a:t>
          </a:r>
        </a:p>
      </dgm:t>
    </dgm:pt>
    <dgm:pt modelId="{C3A98D76-2C02-4286-97BA-769217816442}" type="parTrans" cxnId="{B91DC5F5-DBAF-4146-84B0-BAD49F74B544}">
      <dgm:prSet/>
      <dgm:spPr/>
      <dgm:t>
        <a:bodyPr/>
        <a:lstStyle/>
        <a:p>
          <a:endParaRPr lang="en-US"/>
        </a:p>
      </dgm:t>
    </dgm:pt>
    <dgm:pt modelId="{BD27AF10-FBEA-4ED9-853D-AF63C9E1B0A7}" type="sibTrans" cxnId="{B91DC5F5-DBAF-4146-84B0-BAD49F74B544}">
      <dgm:prSet/>
      <dgm:spPr/>
      <dgm:t>
        <a:bodyPr/>
        <a:lstStyle/>
        <a:p>
          <a:endParaRPr lang="en-US"/>
        </a:p>
      </dgm:t>
    </dgm:pt>
    <dgm:pt modelId="{90803582-C643-4DCB-9B5E-D2C62DC61530}" type="pres">
      <dgm:prSet presAssocID="{59913B2B-A58D-4419-BADD-178263C9E35A}" presName="root" presStyleCnt="0">
        <dgm:presLayoutVars>
          <dgm:dir/>
          <dgm:resizeHandles val="exact"/>
        </dgm:presLayoutVars>
      </dgm:prSet>
      <dgm:spPr/>
    </dgm:pt>
    <dgm:pt modelId="{4B5476DE-2247-4614-ACBB-CC3041A2E3A0}" type="pres">
      <dgm:prSet presAssocID="{35328683-F4BA-4FE4-8ADF-7DC91CF6D3EE}" presName="compNode" presStyleCnt="0"/>
      <dgm:spPr/>
    </dgm:pt>
    <dgm:pt modelId="{A7B49965-86AA-4B92-8F29-41DF03020EA1}" type="pres">
      <dgm:prSet presAssocID="{35328683-F4BA-4FE4-8ADF-7DC91CF6D3EE}" presName="bgRect" presStyleLbl="bgShp" presStyleIdx="0" presStyleCnt="3"/>
      <dgm:spPr/>
    </dgm:pt>
    <dgm:pt modelId="{89106D8E-EB40-47A4-9D6F-C3321BCFF2E0}" type="pres">
      <dgm:prSet presAssocID="{35328683-F4BA-4FE4-8ADF-7DC91CF6D3E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ethoscope"/>
        </a:ext>
      </dgm:extLst>
    </dgm:pt>
    <dgm:pt modelId="{65B21799-4CC9-4843-A8CA-C89918EE9C44}" type="pres">
      <dgm:prSet presAssocID="{35328683-F4BA-4FE4-8ADF-7DC91CF6D3EE}" presName="spaceRect" presStyleCnt="0"/>
      <dgm:spPr/>
    </dgm:pt>
    <dgm:pt modelId="{C6F4FC6E-BF6B-4A27-A88E-2EA26A84401F}" type="pres">
      <dgm:prSet presAssocID="{35328683-F4BA-4FE4-8ADF-7DC91CF6D3EE}" presName="parTx" presStyleLbl="revTx" presStyleIdx="0" presStyleCnt="3">
        <dgm:presLayoutVars>
          <dgm:chMax val="0"/>
          <dgm:chPref val="0"/>
        </dgm:presLayoutVars>
      </dgm:prSet>
      <dgm:spPr/>
    </dgm:pt>
    <dgm:pt modelId="{B7E0FC36-A58B-478A-83B3-5A99D0B1437A}" type="pres">
      <dgm:prSet presAssocID="{A4E91BA2-2D20-466A-B259-F4A55C9C5BF2}" presName="sibTrans" presStyleCnt="0"/>
      <dgm:spPr/>
    </dgm:pt>
    <dgm:pt modelId="{C5A7BEA6-1155-4A7A-B114-6D6AE1AD554C}" type="pres">
      <dgm:prSet presAssocID="{76AC95E6-C6AF-4DCE-80E1-1D75139F1E96}" presName="compNode" presStyleCnt="0"/>
      <dgm:spPr/>
    </dgm:pt>
    <dgm:pt modelId="{91281E50-FA9B-4FE3-9377-EE6E70EA6F09}" type="pres">
      <dgm:prSet presAssocID="{76AC95E6-C6AF-4DCE-80E1-1D75139F1E96}" presName="bgRect" presStyleLbl="bgShp" presStyleIdx="1" presStyleCnt="3"/>
      <dgm:spPr/>
    </dgm:pt>
    <dgm:pt modelId="{E0700D01-C1C3-4FE5-9925-050982AD4CA3}" type="pres">
      <dgm:prSet presAssocID="{76AC95E6-C6AF-4DCE-80E1-1D75139F1E9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ospital"/>
        </a:ext>
      </dgm:extLst>
    </dgm:pt>
    <dgm:pt modelId="{ABE15CCE-4585-40E9-B69F-1E204C3C0DEC}" type="pres">
      <dgm:prSet presAssocID="{76AC95E6-C6AF-4DCE-80E1-1D75139F1E96}" presName="spaceRect" presStyleCnt="0"/>
      <dgm:spPr/>
    </dgm:pt>
    <dgm:pt modelId="{CEFC1B5E-D01D-43EF-88B1-D608DBDCD2C8}" type="pres">
      <dgm:prSet presAssocID="{76AC95E6-C6AF-4DCE-80E1-1D75139F1E96}" presName="parTx" presStyleLbl="revTx" presStyleIdx="1" presStyleCnt="3">
        <dgm:presLayoutVars>
          <dgm:chMax val="0"/>
          <dgm:chPref val="0"/>
        </dgm:presLayoutVars>
      </dgm:prSet>
      <dgm:spPr/>
    </dgm:pt>
    <dgm:pt modelId="{27CA6C6C-BC9C-4D30-B431-E2B0A5D5D0C0}" type="pres">
      <dgm:prSet presAssocID="{7722A5D3-3EEE-49CF-842F-1FD50391E409}" presName="sibTrans" presStyleCnt="0"/>
      <dgm:spPr/>
    </dgm:pt>
    <dgm:pt modelId="{04C69278-E1BC-4295-AD89-5C1E1E982151}" type="pres">
      <dgm:prSet presAssocID="{A8AEC722-C1E4-4B08-9544-AA58CF444704}" presName="compNode" presStyleCnt="0"/>
      <dgm:spPr/>
    </dgm:pt>
    <dgm:pt modelId="{78E1E249-D7DB-44E9-B15C-0CFB796496D7}" type="pres">
      <dgm:prSet presAssocID="{A8AEC722-C1E4-4B08-9544-AA58CF444704}" presName="bgRect" presStyleLbl="bgShp" presStyleIdx="2" presStyleCnt="3"/>
      <dgm:spPr/>
    </dgm:pt>
    <dgm:pt modelId="{E9BE0CD3-50E2-4E50-B3AF-436473AD4F27}" type="pres">
      <dgm:prSet presAssocID="{A8AEC722-C1E4-4B08-9544-AA58CF44470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tor"/>
        </a:ext>
      </dgm:extLst>
    </dgm:pt>
    <dgm:pt modelId="{82CAEF91-4869-4A85-A0D1-A04183F25456}" type="pres">
      <dgm:prSet presAssocID="{A8AEC722-C1E4-4B08-9544-AA58CF444704}" presName="spaceRect" presStyleCnt="0"/>
      <dgm:spPr/>
    </dgm:pt>
    <dgm:pt modelId="{8B4A451A-BF11-4918-8398-1E7499250D77}" type="pres">
      <dgm:prSet presAssocID="{A8AEC722-C1E4-4B08-9544-AA58CF444704}" presName="parTx" presStyleLbl="revTx" presStyleIdx="2" presStyleCnt="3">
        <dgm:presLayoutVars>
          <dgm:chMax val="0"/>
          <dgm:chPref val="0"/>
        </dgm:presLayoutVars>
      </dgm:prSet>
      <dgm:spPr/>
    </dgm:pt>
  </dgm:ptLst>
  <dgm:cxnLst>
    <dgm:cxn modelId="{B265154B-F2A5-4380-BBE1-AF556DE238E9}" type="presOf" srcId="{35328683-F4BA-4FE4-8ADF-7DC91CF6D3EE}" destId="{C6F4FC6E-BF6B-4A27-A88E-2EA26A84401F}" srcOrd="0" destOrd="0" presId="urn:microsoft.com/office/officeart/2018/2/layout/IconVerticalSolidList"/>
    <dgm:cxn modelId="{B379F78B-7CEC-4408-AECC-FB45B6FA78BD}" srcId="{59913B2B-A58D-4419-BADD-178263C9E35A}" destId="{35328683-F4BA-4FE4-8ADF-7DC91CF6D3EE}" srcOrd="0" destOrd="0" parTransId="{CD897AB3-C413-4A83-A4DE-187357321547}" sibTransId="{A4E91BA2-2D20-466A-B259-F4A55C9C5BF2}"/>
    <dgm:cxn modelId="{4C330DA2-176F-47E7-A80A-8AF1C85F73CE}" type="presOf" srcId="{76AC95E6-C6AF-4DCE-80E1-1D75139F1E96}" destId="{CEFC1B5E-D01D-43EF-88B1-D608DBDCD2C8}" srcOrd="0" destOrd="0" presId="urn:microsoft.com/office/officeart/2018/2/layout/IconVerticalSolidList"/>
    <dgm:cxn modelId="{26C542A3-CECB-42D4-AD43-78BFADC52AA3}" srcId="{59913B2B-A58D-4419-BADD-178263C9E35A}" destId="{76AC95E6-C6AF-4DCE-80E1-1D75139F1E96}" srcOrd="1" destOrd="0" parTransId="{4987BEDC-8884-47E4-94F9-9EB7BE90FE44}" sibTransId="{7722A5D3-3EEE-49CF-842F-1FD50391E409}"/>
    <dgm:cxn modelId="{AB4FF3A3-E443-4146-A016-CC69F189F44B}" type="presOf" srcId="{A8AEC722-C1E4-4B08-9544-AA58CF444704}" destId="{8B4A451A-BF11-4918-8398-1E7499250D77}" srcOrd="0" destOrd="0" presId="urn:microsoft.com/office/officeart/2018/2/layout/IconVerticalSolidList"/>
    <dgm:cxn modelId="{8F62BEAD-9E37-4D62-9378-D73AB6137470}" type="presOf" srcId="{59913B2B-A58D-4419-BADD-178263C9E35A}" destId="{90803582-C643-4DCB-9B5E-D2C62DC61530}" srcOrd="0" destOrd="0" presId="urn:microsoft.com/office/officeart/2018/2/layout/IconVerticalSolidList"/>
    <dgm:cxn modelId="{B91DC5F5-DBAF-4146-84B0-BAD49F74B544}" srcId="{59913B2B-A58D-4419-BADD-178263C9E35A}" destId="{A8AEC722-C1E4-4B08-9544-AA58CF444704}" srcOrd="2" destOrd="0" parTransId="{C3A98D76-2C02-4286-97BA-769217816442}" sibTransId="{BD27AF10-FBEA-4ED9-853D-AF63C9E1B0A7}"/>
    <dgm:cxn modelId="{A5AE93C6-C5AF-4364-9B88-37CA2DE32DD0}" type="presParOf" srcId="{90803582-C643-4DCB-9B5E-D2C62DC61530}" destId="{4B5476DE-2247-4614-ACBB-CC3041A2E3A0}" srcOrd="0" destOrd="0" presId="urn:microsoft.com/office/officeart/2018/2/layout/IconVerticalSolidList"/>
    <dgm:cxn modelId="{665804AD-1ED4-42F9-A2AE-EDA5CEA653D6}" type="presParOf" srcId="{4B5476DE-2247-4614-ACBB-CC3041A2E3A0}" destId="{A7B49965-86AA-4B92-8F29-41DF03020EA1}" srcOrd="0" destOrd="0" presId="urn:microsoft.com/office/officeart/2018/2/layout/IconVerticalSolidList"/>
    <dgm:cxn modelId="{3B7E177D-6EE4-440D-BCA1-22775E207E3B}" type="presParOf" srcId="{4B5476DE-2247-4614-ACBB-CC3041A2E3A0}" destId="{89106D8E-EB40-47A4-9D6F-C3321BCFF2E0}" srcOrd="1" destOrd="0" presId="urn:microsoft.com/office/officeart/2018/2/layout/IconVerticalSolidList"/>
    <dgm:cxn modelId="{379A7738-AD61-4623-A387-D7D7DD15FF9E}" type="presParOf" srcId="{4B5476DE-2247-4614-ACBB-CC3041A2E3A0}" destId="{65B21799-4CC9-4843-A8CA-C89918EE9C44}" srcOrd="2" destOrd="0" presId="urn:microsoft.com/office/officeart/2018/2/layout/IconVerticalSolidList"/>
    <dgm:cxn modelId="{9D5EFE32-4D7A-4887-8157-D6CDC9781995}" type="presParOf" srcId="{4B5476DE-2247-4614-ACBB-CC3041A2E3A0}" destId="{C6F4FC6E-BF6B-4A27-A88E-2EA26A84401F}" srcOrd="3" destOrd="0" presId="urn:microsoft.com/office/officeart/2018/2/layout/IconVerticalSolidList"/>
    <dgm:cxn modelId="{1ED19FCD-3C02-4D0A-8712-9CB63524EF2C}" type="presParOf" srcId="{90803582-C643-4DCB-9B5E-D2C62DC61530}" destId="{B7E0FC36-A58B-478A-83B3-5A99D0B1437A}" srcOrd="1" destOrd="0" presId="urn:microsoft.com/office/officeart/2018/2/layout/IconVerticalSolidList"/>
    <dgm:cxn modelId="{FE0BD8E9-8CCE-49FB-B5F9-DBC4790D57BC}" type="presParOf" srcId="{90803582-C643-4DCB-9B5E-D2C62DC61530}" destId="{C5A7BEA6-1155-4A7A-B114-6D6AE1AD554C}" srcOrd="2" destOrd="0" presId="urn:microsoft.com/office/officeart/2018/2/layout/IconVerticalSolidList"/>
    <dgm:cxn modelId="{53933EC9-923E-4E62-B23C-015855BF76CD}" type="presParOf" srcId="{C5A7BEA6-1155-4A7A-B114-6D6AE1AD554C}" destId="{91281E50-FA9B-4FE3-9377-EE6E70EA6F09}" srcOrd="0" destOrd="0" presId="urn:microsoft.com/office/officeart/2018/2/layout/IconVerticalSolidList"/>
    <dgm:cxn modelId="{EB9DC097-C2BA-4C1A-BC23-B0F49E75758A}" type="presParOf" srcId="{C5A7BEA6-1155-4A7A-B114-6D6AE1AD554C}" destId="{E0700D01-C1C3-4FE5-9925-050982AD4CA3}" srcOrd="1" destOrd="0" presId="urn:microsoft.com/office/officeart/2018/2/layout/IconVerticalSolidList"/>
    <dgm:cxn modelId="{38CE3AD9-E607-425F-B96F-DB0FD2EDC8A1}" type="presParOf" srcId="{C5A7BEA6-1155-4A7A-B114-6D6AE1AD554C}" destId="{ABE15CCE-4585-40E9-B69F-1E204C3C0DEC}" srcOrd="2" destOrd="0" presId="urn:microsoft.com/office/officeart/2018/2/layout/IconVerticalSolidList"/>
    <dgm:cxn modelId="{6D5281DE-5D1B-4E94-BDFA-CDF129CCF7EB}" type="presParOf" srcId="{C5A7BEA6-1155-4A7A-B114-6D6AE1AD554C}" destId="{CEFC1B5E-D01D-43EF-88B1-D608DBDCD2C8}" srcOrd="3" destOrd="0" presId="urn:microsoft.com/office/officeart/2018/2/layout/IconVerticalSolidList"/>
    <dgm:cxn modelId="{001E7328-B9E0-464D-886B-843D0706234D}" type="presParOf" srcId="{90803582-C643-4DCB-9B5E-D2C62DC61530}" destId="{27CA6C6C-BC9C-4D30-B431-E2B0A5D5D0C0}" srcOrd="3" destOrd="0" presId="urn:microsoft.com/office/officeart/2018/2/layout/IconVerticalSolidList"/>
    <dgm:cxn modelId="{FCDAB2F5-142A-4408-8E95-F1602E5B0777}" type="presParOf" srcId="{90803582-C643-4DCB-9B5E-D2C62DC61530}" destId="{04C69278-E1BC-4295-AD89-5C1E1E982151}" srcOrd="4" destOrd="0" presId="urn:microsoft.com/office/officeart/2018/2/layout/IconVerticalSolidList"/>
    <dgm:cxn modelId="{8B246AAB-EDE6-479E-BCFD-9B290D800635}" type="presParOf" srcId="{04C69278-E1BC-4295-AD89-5C1E1E982151}" destId="{78E1E249-D7DB-44E9-B15C-0CFB796496D7}" srcOrd="0" destOrd="0" presId="urn:microsoft.com/office/officeart/2018/2/layout/IconVerticalSolidList"/>
    <dgm:cxn modelId="{39D4C0AF-D8B0-4A3C-A9D0-5688AC04D04E}" type="presParOf" srcId="{04C69278-E1BC-4295-AD89-5C1E1E982151}" destId="{E9BE0CD3-50E2-4E50-B3AF-436473AD4F27}" srcOrd="1" destOrd="0" presId="urn:microsoft.com/office/officeart/2018/2/layout/IconVerticalSolidList"/>
    <dgm:cxn modelId="{47CC9FE0-ABB4-4E9F-B0DF-555FC3CBEAC6}" type="presParOf" srcId="{04C69278-E1BC-4295-AD89-5C1E1E982151}" destId="{82CAEF91-4869-4A85-A0D1-A04183F25456}" srcOrd="2" destOrd="0" presId="urn:microsoft.com/office/officeart/2018/2/layout/IconVerticalSolidList"/>
    <dgm:cxn modelId="{D152C030-BDFD-4E1D-ACF2-8813DD2AFB1E}" type="presParOf" srcId="{04C69278-E1BC-4295-AD89-5C1E1E982151}" destId="{8B4A451A-BF11-4918-8398-1E7499250D7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802153F-C787-4563-AA77-B68017EC8B52}"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2442DECE-806E-4D6E-AC8F-F20D679521E7}">
      <dgm:prSet/>
      <dgm:spPr/>
      <dgm:t>
        <a:bodyPr/>
        <a:lstStyle/>
        <a:p>
          <a:pPr>
            <a:lnSpc>
              <a:spcPct val="100000"/>
            </a:lnSpc>
          </a:pPr>
          <a:r>
            <a:rPr lang="en-US">
              <a:latin typeface="Times New Roman"/>
              <a:cs typeface="Times New Roman"/>
            </a:rPr>
            <a:t>The Sequential Model with SoftMax activation function performed best compared to other machine learning algorithms in symptom-based disease prediction.</a:t>
          </a:r>
        </a:p>
      </dgm:t>
    </dgm:pt>
    <dgm:pt modelId="{F41B0688-1987-429D-BB0E-0A0CB59285A8}" type="parTrans" cxnId="{CA510176-E1C0-4B1A-945F-8AFD4130E401}">
      <dgm:prSet/>
      <dgm:spPr/>
      <dgm:t>
        <a:bodyPr/>
        <a:lstStyle/>
        <a:p>
          <a:endParaRPr lang="en-US"/>
        </a:p>
      </dgm:t>
    </dgm:pt>
    <dgm:pt modelId="{970370A0-5E48-44A6-8E3C-89C6DC8762CD}" type="sibTrans" cxnId="{CA510176-E1C0-4B1A-945F-8AFD4130E401}">
      <dgm:prSet/>
      <dgm:spPr/>
      <dgm:t>
        <a:bodyPr/>
        <a:lstStyle/>
        <a:p>
          <a:endParaRPr lang="en-US"/>
        </a:p>
      </dgm:t>
    </dgm:pt>
    <dgm:pt modelId="{1B86F039-C588-42DD-BC1E-7B1BB649806C}">
      <dgm:prSet/>
      <dgm:spPr/>
      <dgm:t>
        <a:bodyPr/>
        <a:lstStyle/>
        <a:p>
          <a:pPr>
            <a:lnSpc>
              <a:spcPct val="100000"/>
            </a:lnSpc>
          </a:pPr>
          <a:r>
            <a:rPr lang="en-US">
              <a:latin typeface="Times New Roman"/>
              <a:cs typeface="Times New Roman"/>
            </a:rPr>
            <a:t>SVM, Gradient Boosting, Random Forest, and Decision Trees are difficult to understand, sensitive to parameters, prone to overfitting.</a:t>
          </a:r>
        </a:p>
      </dgm:t>
    </dgm:pt>
    <dgm:pt modelId="{4327F781-0943-4D48-8408-2452125714C1}" type="parTrans" cxnId="{01A3995B-DE97-4EA1-9101-50690EFCDD85}">
      <dgm:prSet/>
      <dgm:spPr/>
      <dgm:t>
        <a:bodyPr/>
        <a:lstStyle/>
        <a:p>
          <a:endParaRPr lang="en-US"/>
        </a:p>
      </dgm:t>
    </dgm:pt>
    <dgm:pt modelId="{F783CA63-866C-45E1-8DB3-28FC9DE465CD}" type="sibTrans" cxnId="{01A3995B-DE97-4EA1-9101-50690EFCDD85}">
      <dgm:prSet/>
      <dgm:spPr/>
      <dgm:t>
        <a:bodyPr/>
        <a:lstStyle/>
        <a:p>
          <a:endParaRPr lang="en-US"/>
        </a:p>
      </dgm:t>
    </dgm:pt>
    <dgm:pt modelId="{66CC8060-C3F2-4541-9B1B-624FDBFC96F4}">
      <dgm:prSet/>
      <dgm:spPr/>
      <dgm:t>
        <a:bodyPr/>
        <a:lstStyle/>
        <a:p>
          <a:pPr>
            <a:lnSpc>
              <a:spcPct val="100000"/>
            </a:lnSpc>
          </a:pPr>
          <a:r>
            <a:rPr lang="en-US">
              <a:latin typeface="Times New Roman"/>
              <a:cs typeface="Times New Roman"/>
            </a:rPr>
            <a:t>The Sequential Model with SoftMax activation function uses Convolutional Neural Network (CNN) architecture to capture complex spatial correlations in symptom data.</a:t>
          </a:r>
        </a:p>
      </dgm:t>
    </dgm:pt>
    <dgm:pt modelId="{BB59F6AB-0195-443A-B69F-78EF4A621053}" type="parTrans" cxnId="{F35EDCA3-9B7F-464D-B5F2-308AE9202839}">
      <dgm:prSet/>
      <dgm:spPr/>
      <dgm:t>
        <a:bodyPr/>
        <a:lstStyle/>
        <a:p>
          <a:endParaRPr lang="en-US"/>
        </a:p>
      </dgm:t>
    </dgm:pt>
    <dgm:pt modelId="{C691F548-5B41-49BC-8E07-9DD9060CE2F2}" type="sibTrans" cxnId="{F35EDCA3-9B7F-464D-B5F2-308AE9202839}">
      <dgm:prSet/>
      <dgm:spPr/>
      <dgm:t>
        <a:bodyPr/>
        <a:lstStyle/>
        <a:p>
          <a:endParaRPr lang="en-US"/>
        </a:p>
      </dgm:t>
    </dgm:pt>
    <dgm:pt modelId="{7EE4DC25-FA58-4376-9DB6-269E5868AEB5}">
      <dgm:prSet/>
      <dgm:spPr/>
      <dgm:t>
        <a:bodyPr/>
        <a:lstStyle/>
        <a:p>
          <a:pPr>
            <a:lnSpc>
              <a:spcPct val="100000"/>
            </a:lnSpc>
          </a:pPr>
          <a:r>
            <a:rPr lang="en-US">
              <a:latin typeface="Times New Roman"/>
              <a:cs typeface="Times New Roman"/>
            </a:rPr>
            <a:t>This model demonstrated superior prediction accuracy and generalization ability during both training and validation stages.</a:t>
          </a:r>
        </a:p>
      </dgm:t>
    </dgm:pt>
    <dgm:pt modelId="{D0221DD6-462C-4CFE-81E3-AE52036163D3}" type="parTrans" cxnId="{FB85EBC4-4EBA-4B50-AE69-F381B28CF3C7}">
      <dgm:prSet/>
      <dgm:spPr/>
      <dgm:t>
        <a:bodyPr/>
        <a:lstStyle/>
        <a:p>
          <a:endParaRPr lang="en-US"/>
        </a:p>
      </dgm:t>
    </dgm:pt>
    <dgm:pt modelId="{8B0112DA-3DB0-4363-9F11-0A1770C8DEF6}" type="sibTrans" cxnId="{FB85EBC4-4EBA-4B50-AE69-F381B28CF3C7}">
      <dgm:prSet/>
      <dgm:spPr/>
      <dgm:t>
        <a:bodyPr/>
        <a:lstStyle/>
        <a:p>
          <a:endParaRPr lang="en-US"/>
        </a:p>
      </dgm:t>
    </dgm:pt>
    <dgm:pt modelId="{2EE614F6-9037-4C37-B54D-F520CA4EBD25}">
      <dgm:prSet/>
      <dgm:spPr/>
      <dgm:t>
        <a:bodyPr/>
        <a:lstStyle/>
        <a:p>
          <a:pPr>
            <a:lnSpc>
              <a:spcPct val="100000"/>
            </a:lnSpc>
          </a:pPr>
          <a:r>
            <a:rPr lang="en-US">
              <a:latin typeface="Times New Roman"/>
              <a:cs typeface="Times New Roman"/>
            </a:rPr>
            <a:t>The SoftMax activation function introduced non-linearity, enabling the model to recognize intricate connections and patterns in the data.</a:t>
          </a:r>
        </a:p>
      </dgm:t>
    </dgm:pt>
    <dgm:pt modelId="{6792FFDA-CA47-414C-A58C-DFE007EDEE27}" type="parTrans" cxnId="{C7E5182A-B191-4E6F-B5D7-D92B1B1DA2EE}">
      <dgm:prSet/>
      <dgm:spPr/>
      <dgm:t>
        <a:bodyPr/>
        <a:lstStyle/>
        <a:p>
          <a:endParaRPr lang="en-US"/>
        </a:p>
      </dgm:t>
    </dgm:pt>
    <dgm:pt modelId="{E56B38ED-B64F-4107-BA97-E690BC68D443}" type="sibTrans" cxnId="{C7E5182A-B191-4E6F-B5D7-D92B1B1DA2EE}">
      <dgm:prSet/>
      <dgm:spPr/>
      <dgm:t>
        <a:bodyPr/>
        <a:lstStyle/>
        <a:p>
          <a:endParaRPr lang="en-US"/>
        </a:p>
      </dgm:t>
    </dgm:pt>
    <dgm:pt modelId="{F94D327F-FF05-4B1C-822A-0EB1F06BA3BE}">
      <dgm:prSet/>
      <dgm:spPr/>
      <dgm:t>
        <a:bodyPr/>
        <a:lstStyle/>
        <a:p>
          <a:pPr>
            <a:lnSpc>
              <a:spcPct val="100000"/>
            </a:lnSpc>
          </a:pPr>
          <a:r>
            <a:rPr lang="en-US">
              <a:latin typeface="Times New Roman"/>
              <a:cs typeface="Times New Roman"/>
            </a:rPr>
            <a:t>Combining CNN with SoftMax improved interpretability and ensured consistent and reliable predictions across various clinical scenarios.</a:t>
          </a:r>
        </a:p>
      </dgm:t>
    </dgm:pt>
    <dgm:pt modelId="{E7A396FE-026A-46D2-AD88-4B98077E3432}" type="parTrans" cxnId="{E10F9114-9BD7-41C0-A193-28D03D74E337}">
      <dgm:prSet/>
      <dgm:spPr/>
      <dgm:t>
        <a:bodyPr/>
        <a:lstStyle/>
        <a:p>
          <a:endParaRPr lang="en-US"/>
        </a:p>
      </dgm:t>
    </dgm:pt>
    <dgm:pt modelId="{06C70474-EAEB-4D03-883B-FBDAA2D2977B}" type="sibTrans" cxnId="{E10F9114-9BD7-41C0-A193-28D03D74E337}">
      <dgm:prSet/>
      <dgm:spPr/>
      <dgm:t>
        <a:bodyPr/>
        <a:lstStyle/>
        <a:p>
          <a:endParaRPr lang="en-US"/>
        </a:p>
      </dgm:t>
    </dgm:pt>
    <dgm:pt modelId="{BB89FD44-6A92-449F-8D0C-AB12B98B29BA}" type="pres">
      <dgm:prSet presAssocID="{E802153F-C787-4563-AA77-B68017EC8B52}" presName="root" presStyleCnt="0">
        <dgm:presLayoutVars>
          <dgm:dir/>
          <dgm:resizeHandles val="exact"/>
        </dgm:presLayoutVars>
      </dgm:prSet>
      <dgm:spPr/>
    </dgm:pt>
    <dgm:pt modelId="{0D931F5F-0CC6-4BC0-923A-C06B9DBB0939}" type="pres">
      <dgm:prSet presAssocID="{2442DECE-806E-4D6E-AC8F-F20D679521E7}" presName="compNode" presStyleCnt="0"/>
      <dgm:spPr/>
    </dgm:pt>
    <dgm:pt modelId="{6B463775-42F3-47A1-B198-2CE2638DF63D}" type="pres">
      <dgm:prSet presAssocID="{2442DECE-806E-4D6E-AC8F-F20D679521E7}" presName="bgRect" presStyleLbl="bgShp" presStyleIdx="0" presStyleCnt="6"/>
      <dgm:spPr/>
    </dgm:pt>
    <dgm:pt modelId="{39B6FFA5-EF92-4626-A758-40A09BC8BEF2}" type="pres">
      <dgm:prSet presAssocID="{2442DECE-806E-4D6E-AC8F-F20D679521E7}"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rrow Circle"/>
        </a:ext>
      </dgm:extLst>
    </dgm:pt>
    <dgm:pt modelId="{77AB3E67-FEA5-4EA5-843C-919D8279895F}" type="pres">
      <dgm:prSet presAssocID="{2442DECE-806E-4D6E-AC8F-F20D679521E7}" presName="spaceRect" presStyleCnt="0"/>
      <dgm:spPr/>
    </dgm:pt>
    <dgm:pt modelId="{70FE2EE7-2AC7-4E44-8491-8D4563459EF7}" type="pres">
      <dgm:prSet presAssocID="{2442DECE-806E-4D6E-AC8F-F20D679521E7}" presName="parTx" presStyleLbl="revTx" presStyleIdx="0" presStyleCnt="6">
        <dgm:presLayoutVars>
          <dgm:chMax val="0"/>
          <dgm:chPref val="0"/>
        </dgm:presLayoutVars>
      </dgm:prSet>
      <dgm:spPr/>
    </dgm:pt>
    <dgm:pt modelId="{6CE70513-3E58-4253-8E0D-C28E0854AA49}" type="pres">
      <dgm:prSet presAssocID="{970370A0-5E48-44A6-8E3C-89C6DC8762CD}" presName="sibTrans" presStyleCnt="0"/>
      <dgm:spPr/>
    </dgm:pt>
    <dgm:pt modelId="{67B21B99-A20B-404D-9D20-B269BBD3078C}" type="pres">
      <dgm:prSet presAssocID="{1B86F039-C588-42DD-BC1E-7B1BB649806C}" presName="compNode" presStyleCnt="0"/>
      <dgm:spPr/>
    </dgm:pt>
    <dgm:pt modelId="{257A4BCB-9675-42D0-9669-BC788040D261}" type="pres">
      <dgm:prSet presAssocID="{1B86F039-C588-42DD-BC1E-7B1BB649806C}" presName="bgRect" presStyleLbl="bgShp" presStyleIdx="1" presStyleCnt="6"/>
      <dgm:spPr/>
    </dgm:pt>
    <dgm:pt modelId="{C8EA0A68-FC50-441C-BA5E-1B854DDE5044}" type="pres">
      <dgm:prSet presAssocID="{1B86F039-C588-42DD-BC1E-7B1BB649806C}"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eciduous tree"/>
        </a:ext>
      </dgm:extLst>
    </dgm:pt>
    <dgm:pt modelId="{686E4540-2478-4B9C-8618-D393FBB22FB1}" type="pres">
      <dgm:prSet presAssocID="{1B86F039-C588-42DD-BC1E-7B1BB649806C}" presName="spaceRect" presStyleCnt="0"/>
      <dgm:spPr/>
    </dgm:pt>
    <dgm:pt modelId="{CC1A2D7E-9AEF-425E-A7D8-002AADFE2E98}" type="pres">
      <dgm:prSet presAssocID="{1B86F039-C588-42DD-BC1E-7B1BB649806C}" presName="parTx" presStyleLbl="revTx" presStyleIdx="1" presStyleCnt="6">
        <dgm:presLayoutVars>
          <dgm:chMax val="0"/>
          <dgm:chPref val="0"/>
        </dgm:presLayoutVars>
      </dgm:prSet>
      <dgm:spPr/>
    </dgm:pt>
    <dgm:pt modelId="{2AA1D035-E356-4ED9-8297-20E9C6F976F5}" type="pres">
      <dgm:prSet presAssocID="{F783CA63-866C-45E1-8DB3-28FC9DE465CD}" presName="sibTrans" presStyleCnt="0"/>
      <dgm:spPr/>
    </dgm:pt>
    <dgm:pt modelId="{776949B7-67DC-49CF-87F3-80CC3615831D}" type="pres">
      <dgm:prSet presAssocID="{66CC8060-C3F2-4541-9B1B-624FDBFC96F4}" presName="compNode" presStyleCnt="0"/>
      <dgm:spPr/>
    </dgm:pt>
    <dgm:pt modelId="{1C783DB2-D347-4D26-B00A-05B9A06A9718}" type="pres">
      <dgm:prSet presAssocID="{66CC8060-C3F2-4541-9B1B-624FDBFC96F4}" presName="bgRect" presStyleLbl="bgShp" presStyleIdx="2" presStyleCnt="6"/>
      <dgm:spPr/>
    </dgm:pt>
    <dgm:pt modelId="{01C388F7-2DB0-4FC5-B0CC-A7E470ACC74E}" type="pres">
      <dgm:prSet presAssocID="{66CC8060-C3F2-4541-9B1B-624FDBFC96F4}"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4CD719EF-8065-4543-BE94-0635999D0EAC}" type="pres">
      <dgm:prSet presAssocID="{66CC8060-C3F2-4541-9B1B-624FDBFC96F4}" presName="spaceRect" presStyleCnt="0"/>
      <dgm:spPr/>
    </dgm:pt>
    <dgm:pt modelId="{585590E7-F8AC-4E09-9B77-17F4F4DE9A16}" type="pres">
      <dgm:prSet presAssocID="{66CC8060-C3F2-4541-9B1B-624FDBFC96F4}" presName="parTx" presStyleLbl="revTx" presStyleIdx="2" presStyleCnt="6">
        <dgm:presLayoutVars>
          <dgm:chMax val="0"/>
          <dgm:chPref val="0"/>
        </dgm:presLayoutVars>
      </dgm:prSet>
      <dgm:spPr/>
    </dgm:pt>
    <dgm:pt modelId="{17FDD6F7-9931-471A-860B-DB4841D16332}" type="pres">
      <dgm:prSet presAssocID="{C691F548-5B41-49BC-8E07-9DD9060CE2F2}" presName="sibTrans" presStyleCnt="0"/>
      <dgm:spPr/>
    </dgm:pt>
    <dgm:pt modelId="{D3C4EBB3-77A0-42E5-8624-8A565D7114D7}" type="pres">
      <dgm:prSet presAssocID="{7EE4DC25-FA58-4376-9DB6-269E5868AEB5}" presName="compNode" presStyleCnt="0"/>
      <dgm:spPr/>
    </dgm:pt>
    <dgm:pt modelId="{93432D12-4BDE-477B-B7BB-6F433B3E3A2C}" type="pres">
      <dgm:prSet presAssocID="{7EE4DC25-FA58-4376-9DB6-269E5868AEB5}" presName="bgRect" presStyleLbl="bgShp" presStyleIdx="3" presStyleCnt="6"/>
      <dgm:spPr/>
    </dgm:pt>
    <dgm:pt modelId="{1F80BDA2-5D87-40ED-90E4-C2B0914219B8}" type="pres">
      <dgm:prSet presAssocID="{7EE4DC25-FA58-4376-9DB6-269E5868AEB5}"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FB879E43-10D7-4126-A30B-1A0B175B267C}" type="pres">
      <dgm:prSet presAssocID="{7EE4DC25-FA58-4376-9DB6-269E5868AEB5}" presName="spaceRect" presStyleCnt="0"/>
      <dgm:spPr/>
    </dgm:pt>
    <dgm:pt modelId="{D8082936-8A7F-4CCE-B17A-273E604CA5B1}" type="pres">
      <dgm:prSet presAssocID="{7EE4DC25-FA58-4376-9DB6-269E5868AEB5}" presName="parTx" presStyleLbl="revTx" presStyleIdx="3" presStyleCnt="6">
        <dgm:presLayoutVars>
          <dgm:chMax val="0"/>
          <dgm:chPref val="0"/>
        </dgm:presLayoutVars>
      </dgm:prSet>
      <dgm:spPr/>
    </dgm:pt>
    <dgm:pt modelId="{9B8B4BA5-498C-4DAA-9DD5-DE9EC5337B9C}" type="pres">
      <dgm:prSet presAssocID="{8B0112DA-3DB0-4363-9F11-0A1770C8DEF6}" presName="sibTrans" presStyleCnt="0"/>
      <dgm:spPr/>
    </dgm:pt>
    <dgm:pt modelId="{E66E9F19-66E9-4392-AFA2-225D659E800B}" type="pres">
      <dgm:prSet presAssocID="{2EE614F6-9037-4C37-B54D-F520CA4EBD25}" presName="compNode" presStyleCnt="0"/>
      <dgm:spPr/>
    </dgm:pt>
    <dgm:pt modelId="{AC3E6E99-9B2A-4CE3-ADA8-0CB1A66C8F1A}" type="pres">
      <dgm:prSet presAssocID="{2EE614F6-9037-4C37-B54D-F520CA4EBD25}" presName="bgRect" presStyleLbl="bgShp" presStyleIdx="4" presStyleCnt="6"/>
      <dgm:spPr/>
    </dgm:pt>
    <dgm:pt modelId="{209F9AFA-8314-477E-B445-94926803707D}" type="pres">
      <dgm:prSet presAssocID="{2EE614F6-9037-4C37-B54D-F520CA4EBD25}"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Network Diagram"/>
        </a:ext>
      </dgm:extLst>
    </dgm:pt>
    <dgm:pt modelId="{18E45420-256B-4806-9C55-C55246BCEABC}" type="pres">
      <dgm:prSet presAssocID="{2EE614F6-9037-4C37-B54D-F520CA4EBD25}" presName="spaceRect" presStyleCnt="0"/>
      <dgm:spPr/>
    </dgm:pt>
    <dgm:pt modelId="{8FCB54B9-19A8-478F-8AF8-C6FE19DCCBB6}" type="pres">
      <dgm:prSet presAssocID="{2EE614F6-9037-4C37-B54D-F520CA4EBD25}" presName="parTx" presStyleLbl="revTx" presStyleIdx="4" presStyleCnt="6">
        <dgm:presLayoutVars>
          <dgm:chMax val="0"/>
          <dgm:chPref val="0"/>
        </dgm:presLayoutVars>
      </dgm:prSet>
      <dgm:spPr/>
    </dgm:pt>
    <dgm:pt modelId="{2258A669-D45C-4A51-AB08-4C55DBC5B2E3}" type="pres">
      <dgm:prSet presAssocID="{E56B38ED-B64F-4107-BA97-E690BC68D443}" presName="sibTrans" presStyleCnt="0"/>
      <dgm:spPr/>
    </dgm:pt>
    <dgm:pt modelId="{9344CE9D-66B2-4936-9939-EC593928718E}" type="pres">
      <dgm:prSet presAssocID="{F94D327F-FF05-4B1C-822A-0EB1F06BA3BE}" presName="compNode" presStyleCnt="0"/>
      <dgm:spPr/>
    </dgm:pt>
    <dgm:pt modelId="{22C6B201-B6BC-4C65-819D-FD92F0320FAE}" type="pres">
      <dgm:prSet presAssocID="{F94D327F-FF05-4B1C-822A-0EB1F06BA3BE}" presName="bgRect" presStyleLbl="bgShp" presStyleIdx="5" presStyleCnt="6"/>
      <dgm:spPr/>
    </dgm:pt>
    <dgm:pt modelId="{D3F07546-4F36-442C-A806-A90E35ADDD32}" type="pres">
      <dgm:prSet presAssocID="{F94D327F-FF05-4B1C-822A-0EB1F06BA3BE}"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Stethoscope"/>
        </a:ext>
      </dgm:extLst>
    </dgm:pt>
    <dgm:pt modelId="{633B5B5D-999B-4FFB-8FAE-317DFE492196}" type="pres">
      <dgm:prSet presAssocID="{F94D327F-FF05-4B1C-822A-0EB1F06BA3BE}" presName="spaceRect" presStyleCnt="0"/>
      <dgm:spPr/>
    </dgm:pt>
    <dgm:pt modelId="{0198DBE8-6CFA-4652-A848-6D5842650FE4}" type="pres">
      <dgm:prSet presAssocID="{F94D327F-FF05-4B1C-822A-0EB1F06BA3BE}" presName="parTx" presStyleLbl="revTx" presStyleIdx="5" presStyleCnt="6">
        <dgm:presLayoutVars>
          <dgm:chMax val="0"/>
          <dgm:chPref val="0"/>
        </dgm:presLayoutVars>
      </dgm:prSet>
      <dgm:spPr/>
    </dgm:pt>
  </dgm:ptLst>
  <dgm:cxnLst>
    <dgm:cxn modelId="{E10F9114-9BD7-41C0-A193-28D03D74E337}" srcId="{E802153F-C787-4563-AA77-B68017EC8B52}" destId="{F94D327F-FF05-4B1C-822A-0EB1F06BA3BE}" srcOrd="5" destOrd="0" parTransId="{E7A396FE-026A-46D2-AD88-4B98077E3432}" sibTransId="{06C70474-EAEB-4D03-883B-FBDAA2D2977B}"/>
    <dgm:cxn modelId="{C7E5182A-B191-4E6F-B5D7-D92B1B1DA2EE}" srcId="{E802153F-C787-4563-AA77-B68017EC8B52}" destId="{2EE614F6-9037-4C37-B54D-F520CA4EBD25}" srcOrd="4" destOrd="0" parTransId="{6792FFDA-CA47-414C-A58C-DFE007EDEE27}" sibTransId="{E56B38ED-B64F-4107-BA97-E690BC68D443}"/>
    <dgm:cxn modelId="{01A3995B-DE97-4EA1-9101-50690EFCDD85}" srcId="{E802153F-C787-4563-AA77-B68017EC8B52}" destId="{1B86F039-C588-42DD-BC1E-7B1BB649806C}" srcOrd="1" destOrd="0" parTransId="{4327F781-0943-4D48-8408-2452125714C1}" sibTransId="{F783CA63-866C-45E1-8DB3-28FC9DE465CD}"/>
    <dgm:cxn modelId="{96CD0845-3C68-4EB4-A492-B35C6EFB99FA}" type="presOf" srcId="{1B86F039-C588-42DD-BC1E-7B1BB649806C}" destId="{CC1A2D7E-9AEF-425E-A7D8-002AADFE2E98}" srcOrd="0" destOrd="0" presId="urn:microsoft.com/office/officeart/2018/2/layout/IconVerticalSolidList"/>
    <dgm:cxn modelId="{CA510176-E1C0-4B1A-945F-8AFD4130E401}" srcId="{E802153F-C787-4563-AA77-B68017EC8B52}" destId="{2442DECE-806E-4D6E-AC8F-F20D679521E7}" srcOrd="0" destOrd="0" parTransId="{F41B0688-1987-429D-BB0E-0A0CB59285A8}" sibTransId="{970370A0-5E48-44A6-8E3C-89C6DC8762CD}"/>
    <dgm:cxn modelId="{0897E279-D445-4F64-9CD7-00E27D0A4587}" type="presOf" srcId="{66CC8060-C3F2-4541-9B1B-624FDBFC96F4}" destId="{585590E7-F8AC-4E09-9B77-17F4F4DE9A16}" srcOrd="0" destOrd="0" presId="urn:microsoft.com/office/officeart/2018/2/layout/IconVerticalSolidList"/>
    <dgm:cxn modelId="{F35EDCA3-9B7F-464D-B5F2-308AE9202839}" srcId="{E802153F-C787-4563-AA77-B68017EC8B52}" destId="{66CC8060-C3F2-4541-9B1B-624FDBFC96F4}" srcOrd="2" destOrd="0" parTransId="{BB59F6AB-0195-443A-B69F-78EF4A621053}" sibTransId="{C691F548-5B41-49BC-8E07-9DD9060CE2F2}"/>
    <dgm:cxn modelId="{4A50DEA9-56D4-45D6-9B6D-666F0495805F}" type="presOf" srcId="{E802153F-C787-4563-AA77-B68017EC8B52}" destId="{BB89FD44-6A92-449F-8D0C-AB12B98B29BA}" srcOrd="0" destOrd="0" presId="urn:microsoft.com/office/officeart/2018/2/layout/IconVerticalSolidList"/>
    <dgm:cxn modelId="{8DC025C1-1E58-4326-9D06-A3D93D241DA5}" type="presOf" srcId="{2EE614F6-9037-4C37-B54D-F520CA4EBD25}" destId="{8FCB54B9-19A8-478F-8AF8-C6FE19DCCBB6}" srcOrd="0" destOrd="0" presId="urn:microsoft.com/office/officeart/2018/2/layout/IconVerticalSolidList"/>
    <dgm:cxn modelId="{FB85EBC4-4EBA-4B50-AE69-F381B28CF3C7}" srcId="{E802153F-C787-4563-AA77-B68017EC8B52}" destId="{7EE4DC25-FA58-4376-9DB6-269E5868AEB5}" srcOrd="3" destOrd="0" parTransId="{D0221DD6-462C-4CFE-81E3-AE52036163D3}" sibTransId="{8B0112DA-3DB0-4363-9F11-0A1770C8DEF6}"/>
    <dgm:cxn modelId="{101D36D1-C9FA-48E3-9150-D65E89ACC415}" type="presOf" srcId="{F94D327F-FF05-4B1C-822A-0EB1F06BA3BE}" destId="{0198DBE8-6CFA-4652-A848-6D5842650FE4}" srcOrd="0" destOrd="0" presId="urn:microsoft.com/office/officeart/2018/2/layout/IconVerticalSolidList"/>
    <dgm:cxn modelId="{DF00D4D3-6C3C-4774-B872-33E605A08795}" type="presOf" srcId="{7EE4DC25-FA58-4376-9DB6-269E5868AEB5}" destId="{D8082936-8A7F-4CCE-B17A-273E604CA5B1}" srcOrd="0" destOrd="0" presId="urn:microsoft.com/office/officeart/2018/2/layout/IconVerticalSolidList"/>
    <dgm:cxn modelId="{29A39AED-367B-44C0-92BD-DBA8AE78FD7E}" type="presOf" srcId="{2442DECE-806E-4D6E-AC8F-F20D679521E7}" destId="{70FE2EE7-2AC7-4E44-8491-8D4563459EF7}" srcOrd="0" destOrd="0" presId="urn:microsoft.com/office/officeart/2018/2/layout/IconVerticalSolidList"/>
    <dgm:cxn modelId="{03C69F40-3F41-41FA-A64E-5681BB4D5417}" type="presParOf" srcId="{BB89FD44-6A92-449F-8D0C-AB12B98B29BA}" destId="{0D931F5F-0CC6-4BC0-923A-C06B9DBB0939}" srcOrd="0" destOrd="0" presId="urn:microsoft.com/office/officeart/2018/2/layout/IconVerticalSolidList"/>
    <dgm:cxn modelId="{6972E17B-9FC1-40D7-980F-BD4CF2F7A54A}" type="presParOf" srcId="{0D931F5F-0CC6-4BC0-923A-C06B9DBB0939}" destId="{6B463775-42F3-47A1-B198-2CE2638DF63D}" srcOrd="0" destOrd="0" presId="urn:microsoft.com/office/officeart/2018/2/layout/IconVerticalSolidList"/>
    <dgm:cxn modelId="{032818F9-E8F1-41E9-983B-65A5478D0DB2}" type="presParOf" srcId="{0D931F5F-0CC6-4BC0-923A-C06B9DBB0939}" destId="{39B6FFA5-EF92-4626-A758-40A09BC8BEF2}" srcOrd="1" destOrd="0" presId="urn:microsoft.com/office/officeart/2018/2/layout/IconVerticalSolidList"/>
    <dgm:cxn modelId="{768EFC8A-E34A-4C12-9A90-862C0A93A280}" type="presParOf" srcId="{0D931F5F-0CC6-4BC0-923A-C06B9DBB0939}" destId="{77AB3E67-FEA5-4EA5-843C-919D8279895F}" srcOrd="2" destOrd="0" presId="urn:microsoft.com/office/officeart/2018/2/layout/IconVerticalSolidList"/>
    <dgm:cxn modelId="{56D8B38A-6149-47E9-8FB0-3027273A9866}" type="presParOf" srcId="{0D931F5F-0CC6-4BC0-923A-C06B9DBB0939}" destId="{70FE2EE7-2AC7-4E44-8491-8D4563459EF7}" srcOrd="3" destOrd="0" presId="urn:microsoft.com/office/officeart/2018/2/layout/IconVerticalSolidList"/>
    <dgm:cxn modelId="{2AA09D19-5987-43C2-B09F-CA74FFCA4DAC}" type="presParOf" srcId="{BB89FD44-6A92-449F-8D0C-AB12B98B29BA}" destId="{6CE70513-3E58-4253-8E0D-C28E0854AA49}" srcOrd="1" destOrd="0" presId="urn:microsoft.com/office/officeart/2018/2/layout/IconVerticalSolidList"/>
    <dgm:cxn modelId="{388CF3A7-3A2E-4AFC-8A5D-8C32CE2A7DA5}" type="presParOf" srcId="{BB89FD44-6A92-449F-8D0C-AB12B98B29BA}" destId="{67B21B99-A20B-404D-9D20-B269BBD3078C}" srcOrd="2" destOrd="0" presId="urn:microsoft.com/office/officeart/2018/2/layout/IconVerticalSolidList"/>
    <dgm:cxn modelId="{0D8BBD59-FE96-4C30-97B9-DBE6298453E5}" type="presParOf" srcId="{67B21B99-A20B-404D-9D20-B269BBD3078C}" destId="{257A4BCB-9675-42D0-9669-BC788040D261}" srcOrd="0" destOrd="0" presId="urn:microsoft.com/office/officeart/2018/2/layout/IconVerticalSolidList"/>
    <dgm:cxn modelId="{2D14A917-92B9-4912-97F1-4AF408A16286}" type="presParOf" srcId="{67B21B99-A20B-404D-9D20-B269BBD3078C}" destId="{C8EA0A68-FC50-441C-BA5E-1B854DDE5044}" srcOrd="1" destOrd="0" presId="urn:microsoft.com/office/officeart/2018/2/layout/IconVerticalSolidList"/>
    <dgm:cxn modelId="{21685770-CE49-440F-9755-F19CE0177C56}" type="presParOf" srcId="{67B21B99-A20B-404D-9D20-B269BBD3078C}" destId="{686E4540-2478-4B9C-8618-D393FBB22FB1}" srcOrd="2" destOrd="0" presId="urn:microsoft.com/office/officeart/2018/2/layout/IconVerticalSolidList"/>
    <dgm:cxn modelId="{7CEEA5ED-B20C-4C69-B139-63FF5CC79098}" type="presParOf" srcId="{67B21B99-A20B-404D-9D20-B269BBD3078C}" destId="{CC1A2D7E-9AEF-425E-A7D8-002AADFE2E98}" srcOrd="3" destOrd="0" presId="urn:microsoft.com/office/officeart/2018/2/layout/IconVerticalSolidList"/>
    <dgm:cxn modelId="{3DFD7923-9377-42C0-B69A-7A7A0FC3CBAC}" type="presParOf" srcId="{BB89FD44-6A92-449F-8D0C-AB12B98B29BA}" destId="{2AA1D035-E356-4ED9-8297-20E9C6F976F5}" srcOrd="3" destOrd="0" presId="urn:microsoft.com/office/officeart/2018/2/layout/IconVerticalSolidList"/>
    <dgm:cxn modelId="{D5BB5722-DA1A-46E6-AE03-A29809184264}" type="presParOf" srcId="{BB89FD44-6A92-449F-8D0C-AB12B98B29BA}" destId="{776949B7-67DC-49CF-87F3-80CC3615831D}" srcOrd="4" destOrd="0" presId="urn:microsoft.com/office/officeart/2018/2/layout/IconVerticalSolidList"/>
    <dgm:cxn modelId="{C888FA9A-A035-48A8-B265-B19727DB90A1}" type="presParOf" srcId="{776949B7-67DC-49CF-87F3-80CC3615831D}" destId="{1C783DB2-D347-4D26-B00A-05B9A06A9718}" srcOrd="0" destOrd="0" presId="urn:microsoft.com/office/officeart/2018/2/layout/IconVerticalSolidList"/>
    <dgm:cxn modelId="{B86C56F6-3BDB-4952-B885-478DB44CFCC0}" type="presParOf" srcId="{776949B7-67DC-49CF-87F3-80CC3615831D}" destId="{01C388F7-2DB0-4FC5-B0CC-A7E470ACC74E}" srcOrd="1" destOrd="0" presId="urn:microsoft.com/office/officeart/2018/2/layout/IconVerticalSolidList"/>
    <dgm:cxn modelId="{4F94D797-8937-4D11-8352-1CCFBFEAF87F}" type="presParOf" srcId="{776949B7-67DC-49CF-87F3-80CC3615831D}" destId="{4CD719EF-8065-4543-BE94-0635999D0EAC}" srcOrd="2" destOrd="0" presId="urn:microsoft.com/office/officeart/2018/2/layout/IconVerticalSolidList"/>
    <dgm:cxn modelId="{B7750E6B-0D94-4CAA-A0D9-07182F2E1B75}" type="presParOf" srcId="{776949B7-67DC-49CF-87F3-80CC3615831D}" destId="{585590E7-F8AC-4E09-9B77-17F4F4DE9A16}" srcOrd="3" destOrd="0" presId="urn:microsoft.com/office/officeart/2018/2/layout/IconVerticalSolidList"/>
    <dgm:cxn modelId="{D70C165D-6AF5-45DE-8125-555ACB0C85EC}" type="presParOf" srcId="{BB89FD44-6A92-449F-8D0C-AB12B98B29BA}" destId="{17FDD6F7-9931-471A-860B-DB4841D16332}" srcOrd="5" destOrd="0" presId="urn:microsoft.com/office/officeart/2018/2/layout/IconVerticalSolidList"/>
    <dgm:cxn modelId="{E7413BEC-FE23-43A9-82E4-778EDA663F4E}" type="presParOf" srcId="{BB89FD44-6A92-449F-8D0C-AB12B98B29BA}" destId="{D3C4EBB3-77A0-42E5-8624-8A565D7114D7}" srcOrd="6" destOrd="0" presId="urn:microsoft.com/office/officeart/2018/2/layout/IconVerticalSolidList"/>
    <dgm:cxn modelId="{C994698B-25B9-4E3C-BFCA-98C228EA6EFA}" type="presParOf" srcId="{D3C4EBB3-77A0-42E5-8624-8A565D7114D7}" destId="{93432D12-4BDE-477B-B7BB-6F433B3E3A2C}" srcOrd="0" destOrd="0" presId="urn:microsoft.com/office/officeart/2018/2/layout/IconVerticalSolidList"/>
    <dgm:cxn modelId="{A7A53461-0D57-4F41-B7BA-8DABBFB4EAEF}" type="presParOf" srcId="{D3C4EBB3-77A0-42E5-8624-8A565D7114D7}" destId="{1F80BDA2-5D87-40ED-90E4-C2B0914219B8}" srcOrd="1" destOrd="0" presId="urn:microsoft.com/office/officeart/2018/2/layout/IconVerticalSolidList"/>
    <dgm:cxn modelId="{F29B8F7D-14F2-413F-A346-F73A492B93E2}" type="presParOf" srcId="{D3C4EBB3-77A0-42E5-8624-8A565D7114D7}" destId="{FB879E43-10D7-4126-A30B-1A0B175B267C}" srcOrd="2" destOrd="0" presId="urn:microsoft.com/office/officeart/2018/2/layout/IconVerticalSolidList"/>
    <dgm:cxn modelId="{AC402807-977B-449E-A9ED-F386D6E04C17}" type="presParOf" srcId="{D3C4EBB3-77A0-42E5-8624-8A565D7114D7}" destId="{D8082936-8A7F-4CCE-B17A-273E604CA5B1}" srcOrd="3" destOrd="0" presId="urn:microsoft.com/office/officeart/2018/2/layout/IconVerticalSolidList"/>
    <dgm:cxn modelId="{6C305F71-C43A-452E-9607-FC0C98A338E0}" type="presParOf" srcId="{BB89FD44-6A92-449F-8D0C-AB12B98B29BA}" destId="{9B8B4BA5-498C-4DAA-9DD5-DE9EC5337B9C}" srcOrd="7" destOrd="0" presId="urn:microsoft.com/office/officeart/2018/2/layout/IconVerticalSolidList"/>
    <dgm:cxn modelId="{956A7F4A-2491-4E02-B5A9-8022824E896B}" type="presParOf" srcId="{BB89FD44-6A92-449F-8D0C-AB12B98B29BA}" destId="{E66E9F19-66E9-4392-AFA2-225D659E800B}" srcOrd="8" destOrd="0" presId="urn:microsoft.com/office/officeart/2018/2/layout/IconVerticalSolidList"/>
    <dgm:cxn modelId="{B31849B9-1014-4BDB-8ECE-11E85E3999AF}" type="presParOf" srcId="{E66E9F19-66E9-4392-AFA2-225D659E800B}" destId="{AC3E6E99-9B2A-4CE3-ADA8-0CB1A66C8F1A}" srcOrd="0" destOrd="0" presId="urn:microsoft.com/office/officeart/2018/2/layout/IconVerticalSolidList"/>
    <dgm:cxn modelId="{37A29F4E-9CFC-4766-A02E-F96E7537B24C}" type="presParOf" srcId="{E66E9F19-66E9-4392-AFA2-225D659E800B}" destId="{209F9AFA-8314-477E-B445-94926803707D}" srcOrd="1" destOrd="0" presId="urn:microsoft.com/office/officeart/2018/2/layout/IconVerticalSolidList"/>
    <dgm:cxn modelId="{3D21E455-3A24-4FE0-8E3D-DC5204D41D1C}" type="presParOf" srcId="{E66E9F19-66E9-4392-AFA2-225D659E800B}" destId="{18E45420-256B-4806-9C55-C55246BCEABC}" srcOrd="2" destOrd="0" presId="urn:microsoft.com/office/officeart/2018/2/layout/IconVerticalSolidList"/>
    <dgm:cxn modelId="{BBA4930B-63D2-43FF-A875-98BDA5170291}" type="presParOf" srcId="{E66E9F19-66E9-4392-AFA2-225D659E800B}" destId="{8FCB54B9-19A8-478F-8AF8-C6FE19DCCBB6}" srcOrd="3" destOrd="0" presId="urn:microsoft.com/office/officeart/2018/2/layout/IconVerticalSolidList"/>
    <dgm:cxn modelId="{014B421B-7B42-490E-80F4-717747A8177C}" type="presParOf" srcId="{BB89FD44-6A92-449F-8D0C-AB12B98B29BA}" destId="{2258A669-D45C-4A51-AB08-4C55DBC5B2E3}" srcOrd="9" destOrd="0" presId="urn:microsoft.com/office/officeart/2018/2/layout/IconVerticalSolidList"/>
    <dgm:cxn modelId="{DDA5D59F-C822-4EB9-99DF-41B6AA22EC95}" type="presParOf" srcId="{BB89FD44-6A92-449F-8D0C-AB12B98B29BA}" destId="{9344CE9D-66B2-4936-9939-EC593928718E}" srcOrd="10" destOrd="0" presId="urn:microsoft.com/office/officeart/2018/2/layout/IconVerticalSolidList"/>
    <dgm:cxn modelId="{3418C5E9-5644-4E35-871F-5A737DFAA891}" type="presParOf" srcId="{9344CE9D-66B2-4936-9939-EC593928718E}" destId="{22C6B201-B6BC-4C65-819D-FD92F0320FAE}" srcOrd="0" destOrd="0" presId="urn:microsoft.com/office/officeart/2018/2/layout/IconVerticalSolidList"/>
    <dgm:cxn modelId="{DF8C3025-5425-45F1-9CE2-84BC4857DBBB}" type="presParOf" srcId="{9344CE9D-66B2-4936-9939-EC593928718E}" destId="{D3F07546-4F36-442C-A806-A90E35ADDD32}" srcOrd="1" destOrd="0" presId="urn:microsoft.com/office/officeart/2018/2/layout/IconVerticalSolidList"/>
    <dgm:cxn modelId="{81052288-E636-4DC5-85BA-8E8F2CEBB3AF}" type="presParOf" srcId="{9344CE9D-66B2-4936-9939-EC593928718E}" destId="{633B5B5D-999B-4FFB-8FAE-317DFE492196}" srcOrd="2" destOrd="0" presId="urn:microsoft.com/office/officeart/2018/2/layout/IconVerticalSolidList"/>
    <dgm:cxn modelId="{4722E90B-27D3-48B0-8B2E-0A72B9AC6215}" type="presParOf" srcId="{9344CE9D-66B2-4936-9939-EC593928718E}" destId="{0198DBE8-6CFA-4652-A848-6D5842650FE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A63B527-319A-482A-81A3-189944FA70F6}" type="doc">
      <dgm:prSet loTypeId="urn:microsoft.com/office/officeart/2018/5/layout/IconLeafLabelList" loCatId="icon" qsTypeId="urn:microsoft.com/office/officeart/2005/8/quickstyle/simple1" qsCatId="simple" csTypeId="urn:microsoft.com/office/officeart/2018/5/colors/Iconchunking_coloredtext_accent0_3" csCatId="mainScheme" phldr="1"/>
      <dgm:spPr/>
      <dgm:t>
        <a:bodyPr/>
        <a:lstStyle/>
        <a:p>
          <a:endParaRPr lang="en-US"/>
        </a:p>
      </dgm:t>
    </dgm:pt>
    <dgm:pt modelId="{2C6BB42C-B9F8-4E82-9374-0610D84F35BE}">
      <dgm:prSet phldr="0"/>
      <dgm:spPr/>
      <dgm:t>
        <a:bodyPr/>
        <a:lstStyle/>
        <a:p>
          <a:pPr>
            <a:lnSpc>
              <a:spcPct val="100000"/>
            </a:lnSpc>
            <a:defRPr cap="all"/>
          </a:pPr>
          <a:r>
            <a:rPr lang="en-US" b="1">
              <a:latin typeface="Times New Roman"/>
              <a:cs typeface="Times New Roman"/>
            </a:rPr>
            <a:t>Data Collection and Feedback Mechanisms </a:t>
          </a:r>
          <a:endParaRPr lang="en-US">
            <a:latin typeface="Times New Roman"/>
            <a:cs typeface="Times New Roman"/>
          </a:endParaRPr>
        </a:p>
      </dgm:t>
    </dgm:pt>
    <dgm:pt modelId="{0BA8DD97-54E2-4ECB-8B75-5CD2A7F4F1BE}" type="parTrans" cxnId="{39DDB171-B3C4-48B5-950B-165137E06A17}">
      <dgm:prSet/>
      <dgm:spPr/>
      <dgm:t>
        <a:bodyPr/>
        <a:lstStyle/>
        <a:p>
          <a:endParaRPr lang="en-US"/>
        </a:p>
      </dgm:t>
    </dgm:pt>
    <dgm:pt modelId="{B8C8B49C-3317-44CA-976B-145B9CE2C141}" type="sibTrans" cxnId="{39DDB171-B3C4-48B5-950B-165137E06A17}">
      <dgm:prSet/>
      <dgm:spPr/>
      <dgm:t>
        <a:bodyPr/>
        <a:lstStyle/>
        <a:p>
          <a:pPr>
            <a:lnSpc>
              <a:spcPct val="100000"/>
            </a:lnSpc>
          </a:pPr>
          <a:endParaRPr lang="en-US"/>
        </a:p>
      </dgm:t>
    </dgm:pt>
    <dgm:pt modelId="{D6DD438F-69B2-4375-8D13-1F528A8151F8}">
      <dgm:prSet phldr="0"/>
      <dgm:spPr/>
      <dgm:t>
        <a:bodyPr/>
        <a:lstStyle/>
        <a:p>
          <a:pPr rtl="0">
            <a:lnSpc>
              <a:spcPct val="100000"/>
            </a:lnSpc>
            <a:defRPr cap="all"/>
          </a:pPr>
          <a:r>
            <a:rPr lang="en-US" b="1">
              <a:latin typeface="Times New Roman"/>
              <a:cs typeface="Times New Roman"/>
            </a:rPr>
            <a:t>Model Adaptation and Continuous Learning </a:t>
          </a:r>
        </a:p>
      </dgm:t>
    </dgm:pt>
    <dgm:pt modelId="{86745372-8E33-4065-BC76-F737C935BCAD}" type="parTrans" cxnId="{FDC6AFA5-1987-43C4-8C6A-EFB9733BEAF4}">
      <dgm:prSet/>
      <dgm:spPr/>
    </dgm:pt>
    <dgm:pt modelId="{9B990AEC-85BB-4A4F-894F-2468DE6DAA80}" type="sibTrans" cxnId="{FDC6AFA5-1987-43C4-8C6A-EFB9733BEAF4}">
      <dgm:prSet/>
      <dgm:spPr/>
      <dgm:t>
        <a:bodyPr/>
        <a:lstStyle/>
        <a:p>
          <a:pPr>
            <a:lnSpc>
              <a:spcPct val="100000"/>
            </a:lnSpc>
          </a:pPr>
          <a:endParaRPr lang="en-US"/>
        </a:p>
      </dgm:t>
    </dgm:pt>
    <dgm:pt modelId="{D0924DC6-55E6-4B8D-9677-DC18BA38C136}">
      <dgm:prSet phldr="0"/>
      <dgm:spPr/>
      <dgm:t>
        <a:bodyPr/>
        <a:lstStyle/>
        <a:p>
          <a:pPr rtl="0">
            <a:lnSpc>
              <a:spcPct val="100000"/>
            </a:lnSpc>
            <a:defRPr cap="all"/>
          </a:pPr>
          <a:r>
            <a:rPr lang="en-US" b="1">
              <a:latin typeface="Times New Roman"/>
              <a:cs typeface="Times New Roman"/>
            </a:rPr>
            <a:t>User-Centric Design and Transparency </a:t>
          </a:r>
        </a:p>
      </dgm:t>
    </dgm:pt>
    <dgm:pt modelId="{13B6B5F4-77B7-453B-93D0-6A9FD8019799}" type="parTrans" cxnId="{5BB8837F-348C-43DA-A8FD-41CFD1AB0096}">
      <dgm:prSet/>
      <dgm:spPr/>
    </dgm:pt>
    <dgm:pt modelId="{4EBE00D4-C371-4F9F-8002-965C18F2A224}" type="sibTrans" cxnId="{5BB8837F-348C-43DA-A8FD-41CFD1AB0096}">
      <dgm:prSet/>
      <dgm:spPr/>
      <dgm:t>
        <a:bodyPr/>
        <a:lstStyle/>
        <a:p>
          <a:pPr>
            <a:lnSpc>
              <a:spcPct val="100000"/>
            </a:lnSpc>
          </a:pPr>
          <a:endParaRPr lang="en-US"/>
        </a:p>
      </dgm:t>
    </dgm:pt>
    <dgm:pt modelId="{7B4CD6BB-56E4-428D-A187-B673B69D68F5}">
      <dgm:prSet phldr="0"/>
      <dgm:spPr/>
      <dgm:t>
        <a:bodyPr/>
        <a:lstStyle/>
        <a:p>
          <a:pPr rtl="0">
            <a:lnSpc>
              <a:spcPct val="100000"/>
            </a:lnSpc>
            <a:defRPr cap="all"/>
          </a:pPr>
          <a:r>
            <a:rPr lang="en-US" b="1">
              <a:latin typeface="Times New Roman"/>
              <a:cs typeface="Times New Roman"/>
            </a:rPr>
            <a:t>Enhanced Healthcare Decision-Making </a:t>
          </a:r>
        </a:p>
      </dgm:t>
    </dgm:pt>
    <dgm:pt modelId="{345ABAE3-B824-4FAC-BA2E-DA962BA60750}" type="parTrans" cxnId="{2475CAC4-FFE4-42A0-80FA-E3B80E691102}">
      <dgm:prSet/>
      <dgm:spPr/>
    </dgm:pt>
    <dgm:pt modelId="{EE9BD58A-074D-44CA-A13E-7442234E218D}" type="sibTrans" cxnId="{2475CAC4-FFE4-42A0-80FA-E3B80E691102}">
      <dgm:prSet/>
      <dgm:spPr/>
      <dgm:t>
        <a:bodyPr/>
        <a:lstStyle/>
        <a:p>
          <a:pPr>
            <a:lnSpc>
              <a:spcPct val="100000"/>
            </a:lnSpc>
          </a:pPr>
          <a:endParaRPr lang="en-US"/>
        </a:p>
      </dgm:t>
    </dgm:pt>
    <dgm:pt modelId="{69B2083D-6ED2-46E2-BBB4-FC091D12D7DA}">
      <dgm:prSet phldr="0"/>
      <dgm:spPr/>
      <dgm:t>
        <a:bodyPr/>
        <a:lstStyle/>
        <a:p>
          <a:pPr rtl="0">
            <a:lnSpc>
              <a:spcPct val="100000"/>
            </a:lnSpc>
            <a:defRPr cap="all"/>
          </a:pPr>
          <a:r>
            <a:rPr lang="en-US" b="1">
              <a:latin typeface="Times New Roman"/>
              <a:cs typeface="Times New Roman"/>
            </a:rPr>
            <a:t>Scalability and Performance Optimization </a:t>
          </a:r>
        </a:p>
      </dgm:t>
    </dgm:pt>
    <dgm:pt modelId="{0DB5C6AB-D9CA-45B8-A434-B9812188E5E7}" type="parTrans" cxnId="{BBEBB286-9123-4324-804F-C717730BE0F3}">
      <dgm:prSet/>
      <dgm:spPr/>
    </dgm:pt>
    <dgm:pt modelId="{D8BB7215-4967-48FC-98E5-811A147E9884}" type="sibTrans" cxnId="{BBEBB286-9123-4324-804F-C717730BE0F3}">
      <dgm:prSet/>
      <dgm:spPr/>
      <dgm:t>
        <a:bodyPr/>
        <a:lstStyle/>
        <a:p>
          <a:pPr>
            <a:lnSpc>
              <a:spcPct val="100000"/>
            </a:lnSpc>
          </a:pPr>
          <a:endParaRPr lang="en-US"/>
        </a:p>
      </dgm:t>
    </dgm:pt>
    <dgm:pt modelId="{1EB004CA-489F-4390-ADDA-D00D83910835}">
      <dgm:prSet phldr="0"/>
      <dgm:spPr/>
      <dgm:t>
        <a:bodyPr/>
        <a:lstStyle/>
        <a:p>
          <a:pPr rtl="0">
            <a:lnSpc>
              <a:spcPct val="100000"/>
            </a:lnSpc>
            <a:defRPr cap="all"/>
          </a:pPr>
          <a:r>
            <a:rPr lang="en-US" b="1">
              <a:latin typeface="Times New Roman"/>
              <a:cs typeface="Times New Roman"/>
            </a:rPr>
            <a:t>Ethical and Regulatory Considerations </a:t>
          </a:r>
        </a:p>
      </dgm:t>
    </dgm:pt>
    <dgm:pt modelId="{1E96C766-4FD4-4256-B3EC-6D2EACE74EB0}" type="parTrans" cxnId="{0D6D5363-D0E0-4FA3-BA20-7030AA053339}">
      <dgm:prSet/>
      <dgm:spPr/>
    </dgm:pt>
    <dgm:pt modelId="{19D00F1B-40EB-4DED-ADD4-E882F49397F3}" type="sibTrans" cxnId="{0D6D5363-D0E0-4FA3-BA20-7030AA053339}">
      <dgm:prSet/>
      <dgm:spPr/>
    </dgm:pt>
    <dgm:pt modelId="{82474075-3DF2-4351-B9A5-91839C20ED63}" type="pres">
      <dgm:prSet presAssocID="{7A63B527-319A-482A-81A3-189944FA70F6}" presName="root" presStyleCnt="0">
        <dgm:presLayoutVars>
          <dgm:dir/>
          <dgm:resizeHandles val="exact"/>
        </dgm:presLayoutVars>
      </dgm:prSet>
      <dgm:spPr/>
    </dgm:pt>
    <dgm:pt modelId="{2B9B4F6A-A4E4-4489-B89A-6EA17B482925}" type="pres">
      <dgm:prSet presAssocID="{2C6BB42C-B9F8-4E82-9374-0610D84F35BE}" presName="compNode" presStyleCnt="0"/>
      <dgm:spPr/>
    </dgm:pt>
    <dgm:pt modelId="{AE6E5A18-3C3B-4CEB-82FE-1B12A99DEF8D}" type="pres">
      <dgm:prSet presAssocID="{2C6BB42C-B9F8-4E82-9374-0610D84F35BE}" presName="iconBgRect" presStyleLbl="bgShp" presStyleIdx="0" presStyleCnt="6"/>
      <dgm:spPr>
        <a:prstGeom prst="round2DiagRect">
          <a:avLst>
            <a:gd name="adj1" fmla="val 29727"/>
            <a:gd name="adj2" fmla="val 0"/>
          </a:avLst>
        </a:prstGeom>
      </dgm:spPr>
    </dgm:pt>
    <dgm:pt modelId="{7B19E6C8-7A0C-4893-98F1-53306F13AFBD}" type="pres">
      <dgm:prSet presAssocID="{2C6BB42C-B9F8-4E82-9374-0610D84F35BE}"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at"/>
        </a:ext>
      </dgm:extLst>
    </dgm:pt>
    <dgm:pt modelId="{F8BE10A6-A52F-4D21-B2F4-02712059928F}" type="pres">
      <dgm:prSet presAssocID="{2C6BB42C-B9F8-4E82-9374-0610D84F35BE}" presName="spaceRect" presStyleCnt="0"/>
      <dgm:spPr/>
    </dgm:pt>
    <dgm:pt modelId="{210A8ED8-EB0B-4327-A6BE-5511DEA9BD73}" type="pres">
      <dgm:prSet presAssocID="{2C6BB42C-B9F8-4E82-9374-0610D84F35BE}" presName="textRect" presStyleLbl="revTx" presStyleIdx="0" presStyleCnt="6">
        <dgm:presLayoutVars>
          <dgm:chMax val="1"/>
          <dgm:chPref val="1"/>
        </dgm:presLayoutVars>
      </dgm:prSet>
      <dgm:spPr/>
    </dgm:pt>
    <dgm:pt modelId="{636BBFF8-9295-46FB-A6F4-E208B7D36143}" type="pres">
      <dgm:prSet presAssocID="{B8C8B49C-3317-44CA-976B-145B9CE2C141}" presName="sibTrans" presStyleCnt="0"/>
      <dgm:spPr/>
    </dgm:pt>
    <dgm:pt modelId="{BA5E70B3-DC80-4DBB-88B1-22AFA8890F53}" type="pres">
      <dgm:prSet presAssocID="{D6DD438F-69B2-4375-8D13-1F528A8151F8}" presName="compNode" presStyleCnt="0"/>
      <dgm:spPr/>
    </dgm:pt>
    <dgm:pt modelId="{AD4C644E-B19F-44BE-81D4-898978A17BFF}" type="pres">
      <dgm:prSet presAssocID="{D6DD438F-69B2-4375-8D13-1F528A8151F8}" presName="iconBgRect" presStyleLbl="bgShp" presStyleIdx="1" presStyleCnt="6"/>
      <dgm:spPr>
        <a:prstGeom prst="round2DiagRect">
          <a:avLst>
            <a:gd name="adj1" fmla="val 29727"/>
            <a:gd name="adj2" fmla="val 0"/>
          </a:avLst>
        </a:prstGeom>
      </dgm:spPr>
    </dgm:pt>
    <dgm:pt modelId="{C5F07F8A-62A4-4E6C-91B0-0A4B6A79CCA6}" type="pres">
      <dgm:prSet presAssocID="{D6DD438F-69B2-4375-8D13-1F528A8151F8}"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0068D4B7-47C8-441D-A3BE-505E80D61ABA}" type="pres">
      <dgm:prSet presAssocID="{D6DD438F-69B2-4375-8D13-1F528A8151F8}" presName="spaceRect" presStyleCnt="0"/>
      <dgm:spPr/>
    </dgm:pt>
    <dgm:pt modelId="{7AB8FF3B-D94B-4536-A884-B758D951B82B}" type="pres">
      <dgm:prSet presAssocID="{D6DD438F-69B2-4375-8D13-1F528A8151F8}" presName="textRect" presStyleLbl="revTx" presStyleIdx="1" presStyleCnt="6">
        <dgm:presLayoutVars>
          <dgm:chMax val="1"/>
          <dgm:chPref val="1"/>
        </dgm:presLayoutVars>
      </dgm:prSet>
      <dgm:spPr/>
    </dgm:pt>
    <dgm:pt modelId="{3E7EA668-C9FC-45F1-B862-6298B7875EED}" type="pres">
      <dgm:prSet presAssocID="{9B990AEC-85BB-4A4F-894F-2468DE6DAA80}" presName="sibTrans" presStyleCnt="0"/>
      <dgm:spPr/>
    </dgm:pt>
    <dgm:pt modelId="{B9B0D5A6-40B8-4BDD-A304-29E32B6BFFAD}" type="pres">
      <dgm:prSet presAssocID="{D0924DC6-55E6-4B8D-9677-DC18BA38C136}" presName="compNode" presStyleCnt="0"/>
      <dgm:spPr/>
    </dgm:pt>
    <dgm:pt modelId="{A1705557-3524-4355-8457-817DD833A4DB}" type="pres">
      <dgm:prSet presAssocID="{D0924DC6-55E6-4B8D-9677-DC18BA38C136}" presName="iconBgRect" presStyleLbl="bgShp" presStyleIdx="2" presStyleCnt="6"/>
      <dgm:spPr>
        <a:prstGeom prst="round2DiagRect">
          <a:avLst>
            <a:gd name="adj1" fmla="val 29727"/>
            <a:gd name="adj2" fmla="val 0"/>
          </a:avLst>
        </a:prstGeom>
      </dgm:spPr>
    </dgm:pt>
    <dgm:pt modelId="{4363DE0B-D462-4561-AE80-6204305B0416}" type="pres">
      <dgm:prSet presAssocID="{D0924DC6-55E6-4B8D-9677-DC18BA38C136}"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s"/>
        </a:ext>
      </dgm:extLst>
    </dgm:pt>
    <dgm:pt modelId="{59F6AA39-44CE-43B4-82E9-C1EE86F26220}" type="pres">
      <dgm:prSet presAssocID="{D0924DC6-55E6-4B8D-9677-DC18BA38C136}" presName="spaceRect" presStyleCnt="0"/>
      <dgm:spPr/>
    </dgm:pt>
    <dgm:pt modelId="{16CC8E37-2E4C-4ABE-AC2D-B52099D94137}" type="pres">
      <dgm:prSet presAssocID="{D0924DC6-55E6-4B8D-9677-DC18BA38C136}" presName="textRect" presStyleLbl="revTx" presStyleIdx="2" presStyleCnt="6">
        <dgm:presLayoutVars>
          <dgm:chMax val="1"/>
          <dgm:chPref val="1"/>
        </dgm:presLayoutVars>
      </dgm:prSet>
      <dgm:spPr/>
    </dgm:pt>
    <dgm:pt modelId="{8072B66D-46F1-4A60-B782-FE546BAB1789}" type="pres">
      <dgm:prSet presAssocID="{4EBE00D4-C371-4F9F-8002-965C18F2A224}" presName="sibTrans" presStyleCnt="0"/>
      <dgm:spPr/>
    </dgm:pt>
    <dgm:pt modelId="{F0B10EEC-4D47-4AA6-AB1F-8C2887FE5836}" type="pres">
      <dgm:prSet presAssocID="{7B4CD6BB-56E4-428D-A187-B673B69D68F5}" presName="compNode" presStyleCnt="0"/>
      <dgm:spPr/>
    </dgm:pt>
    <dgm:pt modelId="{130B5045-7636-4287-8F8E-46B246590B45}" type="pres">
      <dgm:prSet presAssocID="{7B4CD6BB-56E4-428D-A187-B673B69D68F5}" presName="iconBgRect" presStyleLbl="bgShp" presStyleIdx="3" presStyleCnt="6"/>
      <dgm:spPr>
        <a:prstGeom prst="round2DiagRect">
          <a:avLst>
            <a:gd name="adj1" fmla="val 29727"/>
            <a:gd name="adj2" fmla="val 0"/>
          </a:avLst>
        </a:prstGeom>
      </dgm:spPr>
    </dgm:pt>
    <dgm:pt modelId="{FFD17E46-22B0-46CB-9C60-2E0514566709}" type="pres">
      <dgm:prSet presAssocID="{7B4CD6BB-56E4-428D-A187-B673B69D68F5}"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tethoscope"/>
        </a:ext>
      </dgm:extLst>
    </dgm:pt>
    <dgm:pt modelId="{0E8DD7C1-C011-416F-BBB3-8E22183C0761}" type="pres">
      <dgm:prSet presAssocID="{7B4CD6BB-56E4-428D-A187-B673B69D68F5}" presName="spaceRect" presStyleCnt="0"/>
      <dgm:spPr/>
    </dgm:pt>
    <dgm:pt modelId="{B7A79FF9-F7F6-493E-A0BB-5BE6D1A63D86}" type="pres">
      <dgm:prSet presAssocID="{7B4CD6BB-56E4-428D-A187-B673B69D68F5}" presName="textRect" presStyleLbl="revTx" presStyleIdx="3" presStyleCnt="6">
        <dgm:presLayoutVars>
          <dgm:chMax val="1"/>
          <dgm:chPref val="1"/>
        </dgm:presLayoutVars>
      </dgm:prSet>
      <dgm:spPr/>
    </dgm:pt>
    <dgm:pt modelId="{C57656C5-EF63-4DAD-90D4-18B837F4B455}" type="pres">
      <dgm:prSet presAssocID="{EE9BD58A-074D-44CA-A13E-7442234E218D}" presName="sibTrans" presStyleCnt="0"/>
      <dgm:spPr/>
    </dgm:pt>
    <dgm:pt modelId="{1B3E3933-0752-4651-9719-FFAB0E2EACBA}" type="pres">
      <dgm:prSet presAssocID="{69B2083D-6ED2-46E2-BBB4-FC091D12D7DA}" presName="compNode" presStyleCnt="0"/>
      <dgm:spPr/>
    </dgm:pt>
    <dgm:pt modelId="{955BA9FE-DF07-4E31-9A16-F131FB672469}" type="pres">
      <dgm:prSet presAssocID="{69B2083D-6ED2-46E2-BBB4-FC091D12D7DA}" presName="iconBgRect" presStyleLbl="bgShp" presStyleIdx="4" presStyleCnt="6"/>
      <dgm:spPr>
        <a:prstGeom prst="round2DiagRect">
          <a:avLst>
            <a:gd name="adj1" fmla="val 29727"/>
            <a:gd name="adj2" fmla="val 0"/>
          </a:avLst>
        </a:prstGeom>
      </dgm:spPr>
    </dgm:pt>
    <dgm:pt modelId="{1AE61AFA-B2F5-491E-A408-DF3E6D968F4C}" type="pres">
      <dgm:prSet presAssocID="{69B2083D-6ED2-46E2-BBB4-FC091D12D7DA}"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Gauge"/>
        </a:ext>
      </dgm:extLst>
    </dgm:pt>
    <dgm:pt modelId="{4B600801-9EB8-4E48-B5B0-112EE20C66C6}" type="pres">
      <dgm:prSet presAssocID="{69B2083D-6ED2-46E2-BBB4-FC091D12D7DA}" presName="spaceRect" presStyleCnt="0"/>
      <dgm:spPr/>
    </dgm:pt>
    <dgm:pt modelId="{2A238FFE-616F-4FC5-9DBA-E2E96216F49C}" type="pres">
      <dgm:prSet presAssocID="{69B2083D-6ED2-46E2-BBB4-FC091D12D7DA}" presName="textRect" presStyleLbl="revTx" presStyleIdx="4" presStyleCnt="6">
        <dgm:presLayoutVars>
          <dgm:chMax val="1"/>
          <dgm:chPref val="1"/>
        </dgm:presLayoutVars>
      </dgm:prSet>
      <dgm:spPr/>
    </dgm:pt>
    <dgm:pt modelId="{9D3B0D03-3802-439C-B835-AC417C7D350C}" type="pres">
      <dgm:prSet presAssocID="{D8BB7215-4967-48FC-98E5-811A147E9884}" presName="sibTrans" presStyleCnt="0"/>
      <dgm:spPr/>
    </dgm:pt>
    <dgm:pt modelId="{4836F371-99AF-4623-A305-87304D526DBC}" type="pres">
      <dgm:prSet presAssocID="{1EB004CA-489F-4390-ADDA-D00D83910835}" presName="compNode" presStyleCnt="0"/>
      <dgm:spPr/>
    </dgm:pt>
    <dgm:pt modelId="{7E4BF7A0-9E43-450E-A2E1-1CD8C93301C6}" type="pres">
      <dgm:prSet presAssocID="{1EB004CA-489F-4390-ADDA-D00D83910835}" presName="iconBgRect" presStyleLbl="bgShp" presStyleIdx="5" presStyleCnt="6"/>
      <dgm:spPr>
        <a:prstGeom prst="round2DiagRect">
          <a:avLst>
            <a:gd name="adj1" fmla="val 29727"/>
            <a:gd name="adj2" fmla="val 0"/>
          </a:avLst>
        </a:prstGeom>
      </dgm:spPr>
    </dgm:pt>
    <dgm:pt modelId="{AABA8261-D5B5-4482-A71B-424132CEDE11}" type="pres">
      <dgm:prSet presAssocID="{1EB004CA-489F-4390-ADDA-D00D83910835}"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Scales of Justice"/>
        </a:ext>
      </dgm:extLst>
    </dgm:pt>
    <dgm:pt modelId="{3EAF5029-B3FC-41C8-8713-8475B4363AAF}" type="pres">
      <dgm:prSet presAssocID="{1EB004CA-489F-4390-ADDA-D00D83910835}" presName="spaceRect" presStyleCnt="0"/>
      <dgm:spPr/>
    </dgm:pt>
    <dgm:pt modelId="{93B85874-A10E-48E9-B845-888ED65F5FB0}" type="pres">
      <dgm:prSet presAssocID="{1EB004CA-489F-4390-ADDA-D00D83910835}" presName="textRect" presStyleLbl="revTx" presStyleIdx="5" presStyleCnt="6">
        <dgm:presLayoutVars>
          <dgm:chMax val="1"/>
          <dgm:chPref val="1"/>
        </dgm:presLayoutVars>
      </dgm:prSet>
      <dgm:spPr/>
    </dgm:pt>
  </dgm:ptLst>
  <dgm:cxnLst>
    <dgm:cxn modelId="{3FBB6D13-EBB2-4214-B3A4-EB3906266DA6}" type="presOf" srcId="{1EB004CA-489F-4390-ADDA-D00D83910835}" destId="{93B85874-A10E-48E9-B845-888ED65F5FB0}" srcOrd="0" destOrd="0" presId="urn:microsoft.com/office/officeart/2018/5/layout/IconLeafLabelList"/>
    <dgm:cxn modelId="{443C3862-E6B8-4205-B0CA-C7B5968530E6}" type="presOf" srcId="{7B4CD6BB-56E4-428D-A187-B673B69D68F5}" destId="{B7A79FF9-F7F6-493E-A0BB-5BE6D1A63D86}" srcOrd="0" destOrd="0" presId="urn:microsoft.com/office/officeart/2018/5/layout/IconLeafLabelList"/>
    <dgm:cxn modelId="{0D6D5363-D0E0-4FA3-BA20-7030AA053339}" srcId="{7A63B527-319A-482A-81A3-189944FA70F6}" destId="{1EB004CA-489F-4390-ADDA-D00D83910835}" srcOrd="5" destOrd="0" parTransId="{1E96C766-4FD4-4256-B3EC-6D2EACE74EB0}" sibTransId="{19D00F1B-40EB-4DED-ADD4-E882F49397F3}"/>
    <dgm:cxn modelId="{C00CF248-D386-48F3-A9E6-8C8EA42E4B36}" type="presOf" srcId="{2C6BB42C-B9F8-4E82-9374-0610D84F35BE}" destId="{210A8ED8-EB0B-4327-A6BE-5511DEA9BD73}" srcOrd="0" destOrd="0" presId="urn:microsoft.com/office/officeart/2018/5/layout/IconLeafLabelList"/>
    <dgm:cxn modelId="{39DDB171-B3C4-48B5-950B-165137E06A17}" srcId="{7A63B527-319A-482A-81A3-189944FA70F6}" destId="{2C6BB42C-B9F8-4E82-9374-0610D84F35BE}" srcOrd="0" destOrd="0" parTransId="{0BA8DD97-54E2-4ECB-8B75-5CD2A7F4F1BE}" sibTransId="{B8C8B49C-3317-44CA-976B-145B9CE2C141}"/>
    <dgm:cxn modelId="{5BB8837F-348C-43DA-A8FD-41CFD1AB0096}" srcId="{7A63B527-319A-482A-81A3-189944FA70F6}" destId="{D0924DC6-55E6-4B8D-9677-DC18BA38C136}" srcOrd="2" destOrd="0" parTransId="{13B6B5F4-77B7-453B-93D0-6A9FD8019799}" sibTransId="{4EBE00D4-C371-4F9F-8002-965C18F2A224}"/>
    <dgm:cxn modelId="{BBEBB286-9123-4324-804F-C717730BE0F3}" srcId="{7A63B527-319A-482A-81A3-189944FA70F6}" destId="{69B2083D-6ED2-46E2-BBB4-FC091D12D7DA}" srcOrd="4" destOrd="0" parTransId="{0DB5C6AB-D9CA-45B8-A434-B9812188E5E7}" sibTransId="{D8BB7215-4967-48FC-98E5-811A147E9884}"/>
    <dgm:cxn modelId="{FE6EA296-0097-4509-8577-B6ABE79A505A}" type="presOf" srcId="{7A63B527-319A-482A-81A3-189944FA70F6}" destId="{82474075-3DF2-4351-B9A5-91839C20ED63}" srcOrd="0" destOrd="0" presId="urn:microsoft.com/office/officeart/2018/5/layout/IconLeafLabelList"/>
    <dgm:cxn modelId="{84330C9C-E93E-49AF-8481-C910AC20D5B2}" type="presOf" srcId="{D6DD438F-69B2-4375-8D13-1F528A8151F8}" destId="{7AB8FF3B-D94B-4536-A884-B758D951B82B}" srcOrd="0" destOrd="0" presId="urn:microsoft.com/office/officeart/2018/5/layout/IconLeafLabelList"/>
    <dgm:cxn modelId="{FDC6AFA5-1987-43C4-8C6A-EFB9733BEAF4}" srcId="{7A63B527-319A-482A-81A3-189944FA70F6}" destId="{D6DD438F-69B2-4375-8D13-1F528A8151F8}" srcOrd="1" destOrd="0" parTransId="{86745372-8E33-4065-BC76-F737C935BCAD}" sibTransId="{9B990AEC-85BB-4A4F-894F-2468DE6DAA80}"/>
    <dgm:cxn modelId="{7515D6B5-57F1-4FAC-9E3C-85D4155E97D0}" type="presOf" srcId="{69B2083D-6ED2-46E2-BBB4-FC091D12D7DA}" destId="{2A238FFE-616F-4FC5-9DBA-E2E96216F49C}" srcOrd="0" destOrd="0" presId="urn:microsoft.com/office/officeart/2018/5/layout/IconLeafLabelList"/>
    <dgm:cxn modelId="{2475CAC4-FFE4-42A0-80FA-E3B80E691102}" srcId="{7A63B527-319A-482A-81A3-189944FA70F6}" destId="{7B4CD6BB-56E4-428D-A187-B673B69D68F5}" srcOrd="3" destOrd="0" parTransId="{345ABAE3-B824-4FAC-BA2E-DA962BA60750}" sibTransId="{EE9BD58A-074D-44CA-A13E-7442234E218D}"/>
    <dgm:cxn modelId="{0E045CC8-D0B3-4ECE-BA55-2FC4C4D93978}" type="presOf" srcId="{D0924DC6-55E6-4B8D-9677-DC18BA38C136}" destId="{16CC8E37-2E4C-4ABE-AC2D-B52099D94137}" srcOrd="0" destOrd="0" presId="urn:microsoft.com/office/officeart/2018/5/layout/IconLeafLabelList"/>
    <dgm:cxn modelId="{A88CF6BC-3A04-401F-A908-327F44786EFA}" type="presParOf" srcId="{82474075-3DF2-4351-B9A5-91839C20ED63}" destId="{2B9B4F6A-A4E4-4489-B89A-6EA17B482925}" srcOrd="0" destOrd="0" presId="urn:microsoft.com/office/officeart/2018/5/layout/IconLeafLabelList"/>
    <dgm:cxn modelId="{E961A7A7-41CA-41E2-8FAE-C927AA29F3BE}" type="presParOf" srcId="{2B9B4F6A-A4E4-4489-B89A-6EA17B482925}" destId="{AE6E5A18-3C3B-4CEB-82FE-1B12A99DEF8D}" srcOrd="0" destOrd="0" presId="urn:microsoft.com/office/officeart/2018/5/layout/IconLeafLabelList"/>
    <dgm:cxn modelId="{4855DFFF-0B38-4EF6-BD16-C273CEE04DB1}" type="presParOf" srcId="{2B9B4F6A-A4E4-4489-B89A-6EA17B482925}" destId="{7B19E6C8-7A0C-4893-98F1-53306F13AFBD}" srcOrd="1" destOrd="0" presId="urn:microsoft.com/office/officeart/2018/5/layout/IconLeafLabelList"/>
    <dgm:cxn modelId="{FA6D1C34-EC37-4D70-BC7F-68C8D7B4E84E}" type="presParOf" srcId="{2B9B4F6A-A4E4-4489-B89A-6EA17B482925}" destId="{F8BE10A6-A52F-4D21-B2F4-02712059928F}" srcOrd="2" destOrd="0" presId="urn:microsoft.com/office/officeart/2018/5/layout/IconLeafLabelList"/>
    <dgm:cxn modelId="{C36D6A7E-D548-4411-A970-78FDDAFBBC37}" type="presParOf" srcId="{2B9B4F6A-A4E4-4489-B89A-6EA17B482925}" destId="{210A8ED8-EB0B-4327-A6BE-5511DEA9BD73}" srcOrd="3" destOrd="0" presId="urn:microsoft.com/office/officeart/2018/5/layout/IconLeafLabelList"/>
    <dgm:cxn modelId="{FD46C108-63AE-45BE-824E-22D96758829D}" type="presParOf" srcId="{82474075-3DF2-4351-B9A5-91839C20ED63}" destId="{636BBFF8-9295-46FB-A6F4-E208B7D36143}" srcOrd="1" destOrd="0" presId="urn:microsoft.com/office/officeart/2018/5/layout/IconLeafLabelList"/>
    <dgm:cxn modelId="{4F0211F7-F570-47C5-A47E-0D45812D561E}" type="presParOf" srcId="{82474075-3DF2-4351-B9A5-91839C20ED63}" destId="{BA5E70B3-DC80-4DBB-88B1-22AFA8890F53}" srcOrd="2" destOrd="0" presId="urn:microsoft.com/office/officeart/2018/5/layout/IconLeafLabelList"/>
    <dgm:cxn modelId="{87A99667-4822-4F63-8971-BC3633045C1F}" type="presParOf" srcId="{BA5E70B3-DC80-4DBB-88B1-22AFA8890F53}" destId="{AD4C644E-B19F-44BE-81D4-898978A17BFF}" srcOrd="0" destOrd="0" presId="urn:microsoft.com/office/officeart/2018/5/layout/IconLeafLabelList"/>
    <dgm:cxn modelId="{E9EF0C34-B5DF-4F37-98E3-33F036129BA9}" type="presParOf" srcId="{BA5E70B3-DC80-4DBB-88B1-22AFA8890F53}" destId="{C5F07F8A-62A4-4E6C-91B0-0A4B6A79CCA6}" srcOrd="1" destOrd="0" presId="urn:microsoft.com/office/officeart/2018/5/layout/IconLeafLabelList"/>
    <dgm:cxn modelId="{BE3389EE-C316-4681-AEDC-A947C59C6AAD}" type="presParOf" srcId="{BA5E70B3-DC80-4DBB-88B1-22AFA8890F53}" destId="{0068D4B7-47C8-441D-A3BE-505E80D61ABA}" srcOrd="2" destOrd="0" presId="urn:microsoft.com/office/officeart/2018/5/layout/IconLeafLabelList"/>
    <dgm:cxn modelId="{F60C64D9-768F-440D-80BB-FCD11D40DD89}" type="presParOf" srcId="{BA5E70B3-DC80-4DBB-88B1-22AFA8890F53}" destId="{7AB8FF3B-D94B-4536-A884-B758D951B82B}" srcOrd="3" destOrd="0" presId="urn:microsoft.com/office/officeart/2018/5/layout/IconLeafLabelList"/>
    <dgm:cxn modelId="{E3B1CC34-A79E-4F9F-83B1-1968E1EC9366}" type="presParOf" srcId="{82474075-3DF2-4351-B9A5-91839C20ED63}" destId="{3E7EA668-C9FC-45F1-B862-6298B7875EED}" srcOrd="3" destOrd="0" presId="urn:microsoft.com/office/officeart/2018/5/layout/IconLeafLabelList"/>
    <dgm:cxn modelId="{EDD56A19-B323-4603-9E39-83BE249BCF7F}" type="presParOf" srcId="{82474075-3DF2-4351-B9A5-91839C20ED63}" destId="{B9B0D5A6-40B8-4BDD-A304-29E32B6BFFAD}" srcOrd="4" destOrd="0" presId="urn:microsoft.com/office/officeart/2018/5/layout/IconLeafLabelList"/>
    <dgm:cxn modelId="{EE6EBA84-FEA0-4E6A-B664-6C02A01F7D48}" type="presParOf" srcId="{B9B0D5A6-40B8-4BDD-A304-29E32B6BFFAD}" destId="{A1705557-3524-4355-8457-817DD833A4DB}" srcOrd="0" destOrd="0" presId="urn:microsoft.com/office/officeart/2018/5/layout/IconLeafLabelList"/>
    <dgm:cxn modelId="{D0CE53C4-3249-4A19-B415-53DA1E5606FE}" type="presParOf" srcId="{B9B0D5A6-40B8-4BDD-A304-29E32B6BFFAD}" destId="{4363DE0B-D462-4561-AE80-6204305B0416}" srcOrd="1" destOrd="0" presId="urn:microsoft.com/office/officeart/2018/5/layout/IconLeafLabelList"/>
    <dgm:cxn modelId="{3DB8D4D9-9495-41FD-9D17-EB263A2CCA1A}" type="presParOf" srcId="{B9B0D5A6-40B8-4BDD-A304-29E32B6BFFAD}" destId="{59F6AA39-44CE-43B4-82E9-C1EE86F26220}" srcOrd="2" destOrd="0" presId="urn:microsoft.com/office/officeart/2018/5/layout/IconLeafLabelList"/>
    <dgm:cxn modelId="{7508637A-24AA-48FB-BE6A-2BD1885EEFA4}" type="presParOf" srcId="{B9B0D5A6-40B8-4BDD-A304-29E32B6BFFAD}" destId="{16CC8E37-2E4C-4ABE-AC2D-B52099D94137}" srcOrd="3" destOrd="0" presId="urn:microsoft.com/office/officeart/2018/5/layout/IconLeafLabelList"/>
    <dgm:cxn modelId="{55BE108D-87B3-4B60-9EF0-E18F9D0267F1}" type="presParOf" srcId="{82474075-3DF2-4351-B9A5-91839C20ED63}" destId="{8072B66D-46F1-4A60-B782-FE546BAB1789}" srcOrd="5" destOrd="0" presId="urn:microsoft.com/office/officeart/2018/5/layout/IconLeafLabelList"/>
    <dgm:cxn modelId="{9C8F87D0-0166-4754-AEA7-28C205BBF92C}" type="presParOf" srcId="{82474075-3DF2-4351-B9A5-91839C20ED63}" destId="{F0B10EEC-4D47-4AA6-AB1F-8C2887FE5836}" srcOrd="6" destOrd="0" presId="urn:microsoft.com/office/officeart/2018/5/layout/IconLeafLabelList"/>
    <dgm:cxn modelId="{CAA5151A-4D1B-4A95-A4F8-29B6B3BEB2AC}" type="presParOf" srcId="{F0B10EEC-4D47-4AA6-AB1F-8C2887FE5836}" destId="{130B5045-7636-4287-8F8E-46B246590B45}" srcOrd="0" destOrd="0" presId="urn:microsoft.com/office/officeart/2018/5/layout/IconLeafLabelList"/>
    <dgm:cxn modelId="{95CB1698-2BEE-40CD-AA1E-DAE84CF510A4}" type="presParOf" srcId="{F0B10EEC-4D47-4AA6-AB1F-8C2887FE5836}" destId="{FFD17E46-22B0-46CB-9C60-2E0514566709}" srcOrd="1" destOrd="0" presId="urn:microsoft.com/office/officeart/2018/5/layout/IconLeafLabelList"/>
    <dgm:cxn modelId="{ADD49D5F-39F4-477C-BE29-66757DD6F783}" type="presParOf" srcId="{F0B10EEC-4D47-4AA6-AB1F-8C2887FE5836}" destId="{0E8DD7C1-C011-416F-BBB3-8E22183C0761}" srcOrd="2" destOrd="0" presId="urn:microsoft.com/office/officeart/2018/5/layout/IconLeafLabelList"/>
    <dgm:cxn modelId="{8745E13B-1060-41F4-B854-DA25D7E8FC3B}" type="presParOf" srcId="{F0B10EEC-4D47-4AA6-AB1F-8C2887FE5836}" destId="{B7A79FF9-F7F6-493E-A0BB-5BE6D1A63D86}" srcOrd="3" destOrd="0" presId="urn:microsoft.com/office/officeart/2018/5/layout/IconLeafLabelList"/>
    <dgm:cxn modelId="{9665369B-0D1E-498C-B518-E6F3D4AD04A4}" type="presParOf" srcId="{82474075-3DF2-4351-B9A5-91839C20ED63}" destId="{C57656C5-EF63-4DAD-90D4-18B837F4B455}" srcOrd="7" destOrd="0" presId="urn:microsoft.com/office/officeart/2018/5/layout/IconLeafLabelList"/>
    <dgm:cxn modelId="{83F3345B-6913-41DA-8C83-4CD6575BB557}" type="presParOf" srcId="{82474075-3DF2-4351-B9A5-91839C20ED63}" destId="{1B3E3933-0752-4651-9719-FFAB0E2EACBA}" srcOrd="8" destOrd="0" presId="urn:microsoft.com/office/officeart/2018/5/layout/IconLeafLabelList"/>
    <dgm:cxn modelId="{E0ED5BCE-A9C9-465D-9F29-22D56685649D}" type="presParOf" srcId="{1B3E3933-0752-4651-9719-FFAB0E2EACBA}" destId="{955BA9FE-DF07-4E31-9A16-F131FB672469}" srcOrd="0" destOrd="0" presId="urn:microsoft.com/office/officeart/2018/5/layout/IconLeafLabelList"/>
    <dgm:cxn modelId="{0B75EC48-D110-477A-9641-573698C18C7C}" type="presParOf" srcId="{1B3E3933-0752-4651-9719-FFAB0E2EACBA}" destId="{1AE61AFA-B2F5-491E-A408-DF3E6D968F4C}" srcOrd="1" destOrd="0" presId="urn:microsoft.com/office/officeart/2018/5/layout/IconLeafLabelList"/>
    <dgm:cxn modelId="{8493AD3F-D0DF-4D7A-8149-38F73C6197E3}" type="presParOf" srcId="{1B3E3933-0752-4651-9719-FFAB0E2EACBA}" destId="{4B600801-9EB8-4E48-B5B0-112EE20C66C6}" srcOrd="2" destOrd="0" presId="urn:microsoft.com/office/officeart/2018/5/layout/IconLeafLabelList"/>
    <dgm:cxn modelId="{124FA59D-D517-49B3-9645-C15E84E33039}" type="presParOf" srcId="{1B3E3933-0752-4651-9719-FFAB0E2EACBA}" destId="{2A238FFE-616F-4FC5-9DBA-E2E96216F49C}" srcOrd="3" destOrd="0" presId="urn:microsoft.com/office/officeart/2018/5/layout/IconLeafLabelList"/>
    <dgm:cxn modelId="{95199CA1-A5B4-4658-9D5D-4F36599420F0}" type="presParOf" srcId="{82474075-3DF2-4351-B9A5-91839C20ED63}" destId="{9D3B0D03-3802-439C-B835-AC417C7D350C}" srcOrd="9" destOrd="0" presId="urn:microsoft.com/office/officeart/2018/5/layout/IconLeafLabelList"/>
    <dgm:cxn modelId="{BF24B4FA-5371-4338-9B8A-7E35919E7E65}" type="presParOf" srcId="{82474075-3DF2-4351-B9A5-91839C20ED63}" destId="{4836F371-99AF-4623-A305-87304D526DBC}" srcOrd="10" destOrd="0" presId="urn:microsoft.com/office/officeart/2018/5/layout/IconLeafLabelList"/>
    <dgm:cxn modelId="{800F6138-2693-4539-B618-4BAABC1CBC02}" type="presParOf" srcId="{4836F371-99AF-4623-A305-87304D526DBC}" destId="{7E4BF7A0-9E43-450E-A2E1-1CD8C93301C6}" srcOrd="0" destOrd="0" presId="urn:microsoft.com/office/officeart/2018/5/layout/IconLeafLabelList"/>
    <dgm:cxn modelId="{258CA4DE-517C-4F05-9933-639B8426099E}" type="presParOf" srcId="{4836F371-99AF-4623-A305-87304D526DBC}" destId="{AABA8261-D5B5-4482-A71B-424132CEDE11}" srcOrd="1" destOrd="0" presId="urn:microsoft.com/office/officeart/2018/5/layout/IconLeafLabelList"/>
    <dgm:cxn modelId="{D19A5CD9-3CA6-4396-83C0-AB76C1AD3E56}" type="presParOf" srcId="{4836F371-99AF-4623-A305-87304D526DBC}" destId="{3EAF5029-B3FC-41C8-8713-8475B4363AAF}" srcOrd="2" destOrd="0" presId="urn:microsoft.com/office/officeart/2018/5/layout/IconLeafLabelList"/>
    <dgm:cxn modelId="{DF4ECCF2-B6E2-43E5-B7C2-489E68194F8D}" type="presParOf" srcId="{4836F371-99AF-4623-A305-87304D526DBC}" destId="{93B85874-A10E-48E9-B845-888ED65F5FB0}"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B49965-86AA-4B92-8F29-41DF03020EA1}">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106D8E-EB40-47A4-9D6F-C3321BCFF2E0}">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F4FC6E-BF6B-4A27-A88E-2EA26A84401F}">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844550">
            <a:lnSpc>
              <a:spcPct val="90000"/>
            </a:lnSpc>
            <a:spcBef>
              <a:spcPct val="0"/>
            </a:spcBef>
            <a:spcAft>
              <a:spcPct val="35000"/>
            </a:spcAft>
            <a:buNone/>
          </a:pPr>
          <a:r>
            <a:rPr lang="en-US" sz="1900" b="1" kern="1200">
              <a:latin typeface="Times New Roman"/>
              <a:cs typeface="Times New Roman"/>
            </a:rPr>
            <a:t>Improve healthcare accessibility: </a:t>
          </a:r>
          <a:r>
            <a:rPr lang="en-US" sz="1900" kern="1200">
              <a:latin typeface="Times New Roman"/>
              <a:cs typeface="Times New Roman"/>
            </a:rPr>
            <a:t>Provide a system that enables patients to consult with doctors remotely and receive an initial diagnosis. Reduce the number of in-person appointments, particularly for patients who live far away or have limited transportation.</a:t>
          </a:r>
        </a:p>
      </dsp:txBody>
      <dsp:txXfrm>
        <a:off x="1437631" y="531"/>
        <a:ext cx="9077968" cy="1244702"/>
      </dsp:txXfrm>
    </dsp:sp>
    <dsp:sp modelId="{91281E50-FA9B-4FE3-9377-EE6E70EA6F09}">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700D01-C1C3-4FE5-9925-050982AD4CA3}">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EFC1B5E-D01D-43EF-88B1-D608DBDCD2C8}">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844550">
            <a:lnSpc>
              <a:spcPct val="90000"/>
            </a:lnSpc>
            <a:spcBef>
              <a:spcPct val="0"/>
            </a:spcBef>
            <a:spcAft>
              <a:spcPct val="35000"/>
            </a:spcAft>
            <a:buNone/>
          </a:pPr>
          <a:r>
            <a:rPr lang="en-US" sz="1900" b="1" kern="1200">
              <a:latin typeface="Times New Roman"/>
              <a:cs typeface="Times New Roman"/>
            </a:rPr>
            <a:t>Early detection and intervention: </a:t>
          </a:r>
          <a:r>
            <a:rPr lang="en-US" sz="1900" kern="1200">
              <a:latin typeface="Times New Roman"/>
              <a:cs typeface="Times New Roman"/>
            </a:rPr>
            <a:t>Provide the early identification of illnesses based on symptoms, which will allow for quick treatment and better patient outcomes. Give patients the chance to seek out medical guidance and care as soon as possible.</a:t>
          </a:r>
        </a:p>
      </dsp:txBody>
      <dsp:txXfrm>
        <a:off x="1437631" y="1556410"/>
        <a:ext cx="9077968" cy="1244702"/>
      </dsp:txXfrm>
    </dsp:sp>
    <dsp:sp modelId="{78E1E249-D7DB-44E9-B15C-0CFB796496D7}">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BE0CD3-50E2-4E50-B3AF-436473AD4F27}">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4A451A-BF11-4918-8398-1E7499250D77}">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844550">
            <a:lnSpc>
              <a:spcPct val="90000"/>
            </a:lnSpc>
            <a:spcBef>
              <a:spcPct val="0"/>
            </a:spcBef>
            <a:spcAft>
              <a:spcPct val="35000"/>
            </a:spcAft>
            <a:buNone/>
          </a:pPr>
          <a:r>
            <a:rPr lang="en-US" sz="1900" b="1" kern="1200">
              <a:latin typeface="Times New Roman"/>
              <a:cs typeface="Times New Roman"/>
            </a:rPr>
            <a:t>Personalized healthcare: </a:t>
          </a:r>
          <a:r>
            <a:rPr lang="en-US" sz="1900" kern="1200">
              <a:latin typeface="Times New Roman"/>
              <a:cs typeface="Times New Roman"/>
            </a:rPr>
            <a:t>Make individualized disease predictions by analyzing patient symptoms using machine learning algorithms. Improve the precision of treatment recommendations and diagnosis based on unique patient characteristics.</a:t>
          </a:r>
        </a:p>
      </dsp:txBody>
      <dsp:txXfrm>
        <a:off x="1437631" y="3112289"/>
        <a:ext cx="9077968" cy="12447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463775-42F3-47A1-B198-2CE2638DF63D}">
      <dsp:nvSpPr>
        <dsp:cNvPr id="0" name=""/>
        <dsp:cNvSpPr/>
      </dsp:nvSpPr>
      <dsp:spPr>
        <a:xfrm>
          <a:off x="0" y="1741"/>
          <a:ext cx="11658599" cy="7419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B6FFA5-EF92-4626-A758-40A09BC8BEF2}">
      <dsp:nvSpPr>
        <dsp:cNvPr id="0" name=""/>
        <dsp:cNvSpPr/>
      </dsp:nvSpPr>
      <dsp:spPr>
        <a:xfrm>
          <a:off x="224425" y="168669"/>
          <a:ext cx="408046" cy="40804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FE2EE7-2AC7-4E44-8491-8D4563459EF7}">
      <dsp:nvSpPr>
        <dsp:cNvPr id="0" name=""/>
        <dsp:cNvSpPr/>
      </dsp:nvSpPr>
      <dsp:spPr>
        <a:xfrm>
          <a:off x="856897" y="1741"/>
          <a:ext cx="10801701" cy="7419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518" tIns="78518" rIns="78518" bIns="78518" numCol="1" spcCol="1270" anchor="ctr" anchorCtr="0">
          <a:noAutofit/>
        </a:bodyPr>
        <a:lstStyle/>
        <a:p>
          <a:pPr marL="0" lvl="0" indent="0" algn="l" defTabSz="844550">
            <a:lnSpc>
              <a:spcPct val="100000"/>
            </a:lnSpc>
            <a:spcBef>
              <a:spcPct val="0"/>
            </a:spcBef>
            <a:spcAft>
              <a:spcPct val="35000"/>
            </a:spcAft>
            <a:buNone/>
          </a:pPr>
          <a:r>
            <a:rPr lang="en-US" sz="1900" kern="1200">
              <a:latin typeface="Times New Roman"/>
              <a:cs typeface="Times New Roman"/>
            </a:rPr>
            <a:t>The Sequential Model with SoftMax activation function performed best compared to other machine learning algorithms in symptom-based disease prediction.</a:t>
          </a:r>
        </a:p>
      </dsp:txBody>
      <dsp:txXfrm>
        <a:off x="856897" y="1741"/>
        <a:ext cx="10801701" cy="741902"/>
      </dsp:txXfrm>
    </dsp:sp>
    <dsp:sp modelId="{257A4BCB-9675-42D0-9669-BC788040D261}">
      <dsp:nvSpPr>
        <dsp:cNvPr id="0" name=""/>
        <dsp:cNvSpPr/>
      </dsp:nvSpPr>
      <dsp:spPr>
        <a:xfrm>
          <a:off x="0" y="929119"/>
          <a:ext cx="11658599" cy="7419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EA0A68-FC50-441C-BA5E-1B854DDE5044}">
      <dsp:nvSpPr>
        <dsp:cNvPr id="0" name=""/>
        <dsp:cNvSpPr/>
      </dsp:nvSpPr>
      <dsp:spPr>
        <a:xfrm>
          <a:off x="224425" y="1096047"/>
          <a:ext cx="408046" cy="40804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C1A2D7E-9AEF-425E-A7D8-002AADFE2E98}">
      <dsp:nvSpPr>
        <dsp:cNvPr id="0" name=""/>
        <dsp:cNvSpPr/>
      </dsp:nvSpPr>
      <dsp:spPr>
        <a:xfrm>
          <a:off x="856897" y="929119"/>
          <a:ext cx="10801701" cy="7419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518" tIns="78518" rIns="78518" bIns="78518" numCol="1" spcCol="1270" anchor="ctr" anchorCtr="0">
          <a:noAutofit/>
        </a:bodyPr>
        <a:lstStyle/>
        <a:p>
          <a:pPr marL="0" lvl="0" indent="0" algn="l" defTabSz="844550">
            <a:lnSpc>
              <a:spcPct val="100000"/>
            </a:lnSpc>
            <a:spcBef>
              <a:spcPct val="0"/>
            </a:spcBef>
            <a:spcAft>
              <a:spcPct val="35000"/>
            </a:spcAft>
            <a:buNone/>
          </a:pPr>
          <a:r>
            <a:rPr lang="en-US" sz="1900" kern="1200">
              <a:latin typeface="Times New Roman"/>
              <a:cs typeface="Times New Roman"/>
            </a:rPr>
            <a:t>SVM, Gradient Boosting, Random Forest, and Decision Trees are difficult to understand, sensitive to parameters, prone to overfitting.</a:t>
          </a:r>
        </a:p>
      </dsp:txBody>
      <dsp:txXfrm>
        <a:off x="856897" y="929119"/>
        <a:ext cx="10801701" cy="741902"/>
      </dsp:txXfrm>
    </dsp:sp>
    <dsp:sp modelId="{1C783DB2-D347-4D26-B00A-05B9A06A9718}">
      <dsp:nvSpPr>
        <dsp:cNvPr id="0" name=""/>
        <dsp:cNvSpPr/>
      </dsp:nvSpPr>
      <dsp:spPr>
        <a:xfrm>
          <a:off x="0" y="1856498"/>
          <a:ext cx="11658599" cy="7419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C388F7-2DB0-4FC5-B0CC-A7E470ACC74E}">
      <dsp:nvSpPr>
        <dsp:cNvPr id="0" name=""/>
        <dsp:cNvSpPr/>
      </dsp:nvSpPr>
      <dsp:spPr>
        <a:xfrm>
          <a:off x="224425" y="2023426"/>
          <a:ext cx="408046" cy="40804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85590E7-F8AC-4E09-9B77-17F4F4DE9A16}">
      <dsp:nvSpPr>
        <dsp:cNvPr id="0" name=""/>
        <dsp:cNvSpPr/>
      </dsp:nvSpPr>
      <dsp:spPr>
        <a:xfrm>
          <a:off x="856897" y="1856498"/>
          <a:ext cx="10801701" cy="7419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518" tIns="78518" rIns="78518" bIns="78518" numCol="1" spcCol="1270" anchor="ctr" anchorCtr="0">
          <a:noAutofit/>
        </a:bodyPr>
        <a:lstStyle/>
        <a:p>
          <a:pPr marL="0" lvl="0" indent="0" algn="l" defTabSz="844550">
            <a:lnSpc>
              <a:spcPct val="100000"/>
            </a:lnSpc>
            <a:spcBef>
              <a:spcPct val="0"/>
            </a:spcBef>
            <a:spcAft>
              <a:spcPct val="35000"/>
            </a:spcAft>
            <a:buNone/>
          </a:pPr>
          <a:r>
            <a:rPr lang="en-US" sz="1900" kern="1200">
              <a:latin typeface="Times New Roman"/>
              <a:cs typeface="Times New Roman"/>
            </a:rPr>
            <a:t>The Sequential Model with SoftMax activation function uses Convolutional Neural Network (CNN) architecture to capture complex spatial correlations in symptom data.</a:t>
          </a:r>
        </a:p>
      </dsp:txBody>
      <dsp:txXfrm>
        <a:off x="856897" y="1856498"/>
        <a:ext cx="10801701" cy="741902"/>
      </dsp:txXfrm>
    </dsp:sp>
    <dsp:sp modelId="{93432D12-4BDE-477B-B7BB-6F433B3E3A2C}">
      <dsp:nvSpPr>
        <dsp:cNvPr id="0" name=""/>
        <dsp:cNvSpPr/>
      </dsp:nvSpPr>
      <dsp:spPr>
        <a:xfrm>
          <a:off x="0" y="2783876"/>
          <a:ext cx="11658599" cy="7419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80BDA2-5D87-40ED-90E4-C2B0914219B8}">
      <dsp:nvSpPr>
        <dsp:cNvPr id="0" name=""/>
        <dsp:cNvSpPr/>
      </dsp:nvSpPr>
      <dsp:spPr>
        <a:xfrm>
          <a:off x="224425" y="2950805"/>
          <a:ext cx="408046" cy="40804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082936-8A7F-4CCE-B17A-273E604CA5B1}">
      <dsp:nvSpPr>
        <dsp:cNvPr id="0" name=""/>
        <dsp:cNvSpPr/>
      </dsp:nvSpPr>
      <dsp:spPr>
        <a:xfrm>
          <a:off x="856897" y="2783876"/>
          <a:ext cx="10801701" cy="7419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518" tIns="78518" rIns="78518" bIns="78518" numCol="1" spcCol="1270" anchor="ctr" anchorCtr="0">
          <a:noAutofit/>
        </a:bodyPr>
        <a:lstStyle/>
        <a:p>
          <a:pPr marL="0" lvl="0" indent="0" algn="l" defTabSz="844550">
            <a:lnSpc>
              <a:spcPct val="100000"/>
            </a:lnSpc>
            <a:spcBef>
              <a:spcPct val="0"/>
            </a:spcBef>
            <a:spcAft>
              <a:spcPct val="35000"/>
            </a:spcAft>
            <a:buNone/>
          </a:pPr>
          <a:r>
            <a:rPr lang="en-US" sz="1900" kern="1200">
              <a:latin typeface="Times New Roman"/>
              <a:cs typeface="Times New Roman"/>
            </a:rPr>
            <a:t>This model demonstrated superior prediction accuracy and generalization ability during both training and validation stages.</a:t>
          </a:r>
        </a:p>
      </dsp:txBody>
      <dsp:txXfrm>
        <a:off x="856897" y="2783876"/>
        <a:ext cx="10801701" cy="741902"/>
      </dsp:txXfrm>
    </dsp:sp>
    <dsp:sp modelId="{AC3E6E99-9B2A-4CE3-ADA8-0CB1A66C8F1A}">
      <dsp:nvSpPr>
        <dsp:cNvPr id="0" name=""/>
        <dsp:cNvSpPr/>
      </dsp:nvSpPr>
      <dsp:spPr>
        <a:xfrm>
          <a:off x="0" y="3711255"/>
          <a:ext cx="11658599" cy="7419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9F9AFA-8314-477E-B445-94926803707D}">
      <dsp:nvSpPr>
        <dsp:cNvPr id="0" name=""/>
        <dsp:cNvSpPr/>
      </dsp:nvSpPr>
      <dsp:spPr>
        <a:xfrm>
          <a:off x="224425" y="3878183"/>
          <a:ext cx="408046" cy="40804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FCB54B9-19A8-478F-8AF8-C6FE19DCCBB6}">
      <dsp:nvSpPr>
        <dsp:cNvPr id="0" name=""/>
        <dsp:cNvSpPr/>
      </dsp:nvSpPr>
      <dsp:spPr>
        <a:xfrm>
          <a:off x="856897" y="3711255"/>
          <a:ext cx="10801701" cy="7419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518" tIns="78518" rIns="78518" bIns="78518" numCol="1" spcCol="1270" anchor="ctr" anchorCtr="0">
          <a:noAutofit/>
        </a:bodyPr>
        <a:lstStyle/>
        <a:p>
          <a:pPr marL="0" lvl="0" indent="0" algn="l" defTabSz="844550">
            <a:lnSpc>
              <a:spcPct val="100000"/>
            </a:lnSpc>
            <a:spcBef>
              <a:spcPct val="0"/>
            </a:spcBef>
            <a:spcAft>
              <a:spcPct val="35000"/>
            </a:spcAft>
            <a:buNone/>
          </a:pPr>
          <a:r>
            <a:rPr lang="en-US" sz="1900" kern="1200">
              <a:latin typeface="Times New Roman"/>
              <a:cs typeface="Times New Roman"/>
            </a:rPr>
            <a:t>The SoftMax activation function introduced non-linearity, enabling the model to recognize intricate connections and patterns in the data.</a:t>
          </a:r>
        </a:p>
      </dsp:txBody>
      <dsp:txXfrm>
        <a:off x="856897" y="3711255"/>
        <a:ext cx="10801701" cy="741902"/>
      </dsp:txXfrm>
    </dsp:sp>
    <dsp:sp modelId="{22C6B201-B6BC-4C65-819D-FD92F0320FAE}">
      <dsp:nvSpPr>
        <dsp:cNvPr id="0" name=""/>
        <dsp:cNvSpPr/>
      </dsp:nvSpPr>
      <dsp:spPr>
        <a:xfrm>
          <a:off x="0" y="4638634"/>
          <a:ext cx="11658599" cy="7419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F07546-4F36-442C-A806-A90E35ADDD32}">
      <dsp:nvSpPr>
        <dsp:cNvPr id="0" name=""/>
        <dsp:cNvSpPr/>
      </dsp:nvSpPr>
      <dsp:spPr>
        <a:xfrm>
          <a:off x="224425" y="4805562"/>
          <a:ext cx="408046" cy="408046"/>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98DBE8-6CFA-4652-A848-6D5842650FE4}">
      <dsp:nvSpPr>
        <dsp:cNvPr id="0" name=""/>
        <dsp:cNvSpPr/>
      </dsp:nvSpPr>
      <dsp:spPr>
        <a:xfrm>
          <a:off x="856897" y="4638634"/>
          <a:ext cx="10801701" cy="7419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518" tIns="78518" rIns="78518" bIns="78518" numCol="1" spcCol="1270" anchor="ctr" anchorCtr="0">
          <a:noAutofit/>
        </a:bodyPr>
        <a:lstStyle/>
        <a:p>
          <a:pPr marL="0" lvl="0" indent="0" algn="l" defTabSz="844550">
            <a:lnSpc>
              <a:spcPct val="100000"/>
            </a:lnSpc>
            <a:spcBef>
              <a:spcPct val="0"/>
            </a:spcBef>
            <a:spcAft>
              <a:spcPct val="35000"/>
            </a:spcAft>
            <a:buNone/>
          </a:pPr>
          <a:r>
            <a:rPr lang="en-US" sz="1900" kern="1200">
              <a:latin typeface="Times New Roman"/>
              <a:cs typeface="Times New Roman"/>
            </a:rPr>
            <a:t>Combining CNN with SoftMax improved interpretability and ensured consistent and reliable predictions across various clinical scenarios.</a:t>
          </a:r>
        </a:p>
      </dsp:txBody>
      <dsp:txXfrm>
        <a:off x="856897" y="4638634"/>
        <a:ext cx="10801701" cy="7419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6E5A18-3C3B-4CEB-82FE-1B12A99DEF8D}">
      <dsp:nvSpPr>
        <dsp:cNvPr id="0" name=""/>
        <dsp:cNvSpPr/>
      </dsp:nvSpPr>
      <dsp:spPr>
        <a:xfrm>
          <a:off x="1268814" y="199682"/>
          <a:ext cx="1098000" cy="1098000"/>
        </a:xfrm>
        <a:prstGeom prst="round2DiagRect">
          <a:avLst>
            <a:gd name="adj1" fmla="val 29727"/>
            <a:gd name="adj2" fmla="val 0"/>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19E6C8-7A0C-4893-98F1-53306F13AFBD}">
      <dsp:nvSpPr>
        <dsp:cNvPr id="0" name=""/>
        <dsp:cNvSpPr/>
      </dsp:nvSpPr>
      <dsp:spPr>
        <a:xfrm>
          <a:off x="1502814" y="433682"/>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0A8ED8-EB0B-4327-A6BE-5511DEA9BD73}">
      <dsp:nvSpPr>
        <dsp:cNvPr id="0" name=""/>
        <dsp:cNvSpPr/>
      </dsp:nvSpPr>
      <dsp:spPr>
        <a:xfrm>
          <a:off x="917814" y="163968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defRPr cap="all"/>
          </a:pPr>
          <a:r>
            <a:rPr lang="en-US" sz="1300" b="1" kern="1200">
              <a:latin typeface="Times New Roman"/>
              <a:cs typeface="Times New Roman"/>
            </a:rPr>
            <a:t>Data Collection and Feedback Mechanisms </a:t>
          </a:r>
          <a:endParaRPr lang="en-US" sz="1300" kern="1200">
            <a:latin typeface="Times New Roman"/>
            <a:cs typeface="Times New Roman"/>
          </a:endParaRPr>
        </a:p>
      </dsp:txBody>
      <dsp:txXfrm>
        <a:off x="917814" y="1639682"/>
        <a:ext cx="1800000" cy="720000"/>
      </dsp:txXfrm>
    </dsp:sp>
    <dsp:sp modelId="{AD4C644E-B19F-44BE-81D4-898978A17BFF}">
      <dsp:nvSpPr>
        <dsp:cNvPr id="0" name=""/>
        <dsp:cNvSpPr/>
      </dsp:nvSpPr>
      <dsp:spPr>
        <a:xfrm>
          <a:off x="3383814" y="199682"/>
          <a:ext cx="1098000" cy="1098000"/>
        </a:xfrm>
        <a:prstGeom prst="round2DiagRect">
          <a:avLst>
            <a:gd name="adj1" fmla="val 29727"/>
            <a:gd name="adj2" fmla="val 0"/>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F07F8A-62A4-4E6C-91B0-0A4B6A79CCA6}">
      <dsp:nvSpPr>
        <dsp:cNvPr id="0" name=""/>
        <dsp:cNvSpPr/>
      </dsp:nvSpPr>
      <dsp:spPr>
        <a:xfrm>
          <a:off x="3617814" y="433682"/>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B8FF3B-D94B-4536-A884-B758D951B82B}">
      <dsp:nvSpPr>
        <dsp:cNvPr id="0" name=""/>
        <dsp:cNvSpPr/>
      </dsp:nvSpPr>
      <dsp:spPr>
        <a:xfrm>
          <a:off x="3032814" y="163968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rtl="0">
            <a:lnSpc>
              <a:spcPct val="100000"/>
            </a:lnSpc>
            <a:spcBef>
              <a:spcPct val="0"/>
            </a:spcBef>
            <a:spcAft>
              <a:spcPct val="35000"/>
            </a:spcAft>
            <a:buNone/>
            <a:defRPr cap="all"/>
          </a:pPr>
          <a:r>
            <a:rPr lang="en-US" sz="1300" b="1" kern="1200">
              <a:latin typeface="Times New Roman"/>
              <a:cs typeface="Times New Roman"/>
            </a:rPr>
            <a:t>Model Adaptation and Continuous Learning </a:t>
          </a:r>
        </a:p>
      </dsp:txBody>
      <dsp:txXfrm>
        <a:off x="3032814" y="1639682"/>
        <a:ext cx="1800000" cy="720000"/>
      </dsp:txXfrm>
    </dsp:sp>
    <dsp:sp modelId="{A1705557-3524-4355-8457-817DD833A4DB}">
      <dsp:nvSpPr>
        <dsp:cNvPr id="0" name=""/>
        <dsp:cNvSpPr/>
      </dsp:nvSpPr>
      <dsp:spPr>
        <a:xfrm>
          <a:off x="5498814" y="199682"/>
          <a:ext cx="1098000" cy="1098000"/>
        </a:xfrm>
        <a:prstGeom prst="round2DiagRect">
          <a:avLst>
            <a:gd name="adj1" fmla="val 29727"/>
            <a:gd name="adj2" fmla="val 0"/>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63DE0B-D462-4561-AE80-6204305B0416}">
      <dsp:nvSpPr>
        <dsp:cNvPr id="0" name=""/>
        <dsp:cNvSpPr/>
      </dsp:nvSpPr>
      <dsp:spPr>
        <a:xfrm>
          <a:off x="5732814" y="433682"/>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6CC8E37-2E4C-4ABE-AC2D-B52099D94137}">
      <dsp:nvSpPr>
        <dsp:cNvPr id="0" name=""/>
        <dsp:cNvSpPr/>
      </dsp:nvSpPr>
      <dsp:spPr>
        <a:xfrm>
          <a:off x="5147814" y="163968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rtl="0">
            <a:lnSpc>
              <a:spcPct val="100000"/>
            </a:lnSpc>
            <a:spcBef>
              <a:spcPct val="0"/>
            </a:spcBef>
            <a:spcAft>
              <a:spcPct val="35000"/>
            </a:spcAft>
            <a:buNone/>
            <a:defRPr cap="all"/>
          </a:pPr>
          <a:r>
            <a:rPr lang="en-US" sz="1300" b="1" kern="1200">
              <a:latin typeface="Times New Roman"/>
              <a:cs typeface="Times New Roman"/>
            </a:rPr>
            <a:t>User-Centric Design and Transparency </a:t>
          </a:r>
        </a:p>
      </dsp:txBody>
      <dsp:txXfrm>
        <a:off x="5147814" y="1639682"/>
        <a:ext cx="1800000" cy="720000"/>
      </dsp:txXfrm>
    </dsp:sp>
    <dsp:sp modelId="{130B5045-7636-4287-8F8E-46B246590B45}">
      <dsp:nvSpPr>
        <dsp:cNvPr id="0" name=""/>
        <dsp:cNvSpPr/>
      </dsp:nvSpPr>
      <dsp:spPr>
        <a:xfrm>
          <a:off x="7613814" y="199682"/>
          <a:ext cx="1098000" cy="1098000"/>
        </a:xfrm>
        <a:prstGeom prst="round2DiagRect">
          <a:avLst>
            <a:gd name="adj1" fmla="val 29727"/>
            <a:gd name="adj2" fmla="val 0"/>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D17E46-22B0-46CB-9C60-2E0514566709}">
      <dsp:nvSpPr>
        <dsp:cNvPr id="0" name=""/>
        <dsp:cNvSpPr/>
      </dsp:nvSpPr>
      <dsp:spPr>
        <a:xfrm>
          <a:off x="7847814" y="433682"/>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7A79FF9-F7F6-493E-A0BB-5BE6D1A63D86}">
      <dsp:nvSpPr>
        <dsp:cNvPr id="0" name=""/>
        <dsp:cNvSpPr/>
      </dsp:nvSpPr>
      <dsp:spPr>
        <a:xfrm>
          <a:off x="7262814" y="163968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rtl="0">
            <a:lnSpc>
              <a:spcPct val="100000"/>
            </a:lnSpc>
            <a:spcBef>
              <a:spcPct val="0"/>
            </a:spcBef>
            <a:spcAft>
              <a:spcPct val="35000"/>
            </a:spcAft>
            <a:buNone/>
            <a:defRPr cap="all"/>
          </a:pPr>
          <a:r>
            <a:rPr lang="en-US" sz="1300" b="1" kern="1200">
              <a:latin typeface="Times New Roman"/>
              <a:cs typeface="Times New Roman"/>
            </a:rPr>
            <a:t>Enhanced Healthcare Decision-Making </a:t>
          </a:r>
        </a:p>
      </dsp:txBody>
      <dsp:txXfrm>
        <a:off x="7262814" y="1639682"/>
        <a:ext cx="1800000" cy="720000"/>
      </dsp:txXfrm>
    </dsp:sp>
    <dsp:sp modelId="{955BA9FE-DF07-4E31-9A16-F131FB672469}">
      <dsp:nvSpPr>
        <dsp:cNvPr id="0" name=""/>
        <dsp:cNvSpPr/>
      </dsp:nvSpPr>
      <dsp:spPr>
        <a:xfrm>
          <a:off x="9728813" y="199682"/>
          <a:ext cx="1098000" cy="1098000"/>
        </a:xfrm>
        <a:prstGeom prst="round2DiagRect">
          <a:avLst>
            <a:gd name="adj1" fmla="val 29727"/>
            <a:gd name="adj2" fmla="val 0"/>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E61AFA-B2F5-491E-A408-DF3E6D968F4C}">
      <dsp:nvSpPr>
        <dsp:cNvPr id="0" name=""/>
        <dsp:cNvSpPr/>
      </dsp:nvSpPr>
      <dsp:spPr>
        <a:xfrm>
          <a:off x="9962813" y="433682"/>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A238FFE-616F-4FC5-9DBA-E2E96216F49C}">
      <dsp:nvSpPr>
        <dsp:cNvPr id="0" name=""/>
        <dsp:cNvSpPr/>
      </dsp:nvSpPr>
      <dsp:spPr>
        <a:xfrm>
          <a:off x="9377813" y="163968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rtl="0">
            <a:lnSpc>
              <a:spcPct val="100000"/>
            </a:lnSpc>
            <a:spcBef>
              <a:spcPct val="0"/>
            </a:spcBef>
            <a:spcAft>
              <a:spcPct val="35000"/>
            </a:spcAft>
            <a:buNone/>
            <a:defRPr cap="all"/>
          </a:pPr>
          <a:r>
            <a:rPr lang="en-US" sz="1300" b="1" kern="1200">
              <a:latin typeface="Times New Roman"/>
              <a:cs typeface="Times New Roman"/>
            </a:rPr>
            <a:t>Scalability and Performance Optimization </a:t>
          </a:r>
        </a:p>
      </dsp:txBody>
      <dsp:txXfrm>
        <a:off x="9377813" y="1639682"/>
        <a:ext cx="1800000" cy="720000"/>
      </dsp:txXfrm>
    </dsp:sp>
    <dsp:sp modelId="{7E4BF7A0-9E43-450E-A2E1-1CD8C93301C6}">
      <dsp:nvSpPr>
        <dsp:cNvPr id="0" name=""/>
        <dsp:cNvSpPr/>
      </dsp:nvSpPr>
      <dsp:spPr>
        <a:xfrm>
          <a:off x="5498814" y="2809682"/>
          <a:ext cx="1098000" cy="1098000"/>
        </a:xfrm>
        <a:prstGeom prst="round2DiagRect">
          <a:avLst>
            <a:gd name="adj1" fmla="val 29727"/>
            <a:gd name="adj2" fmla="val 0"/>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BA8261-D5B5-4482-A71B-424132CEDE11}">
      <dsp:nvSpPr>
        <dsp:cNvPr id="0" name=""/>
        <dsp:cNvSpPr/>
      </dsp:nvSpPr>
      <dsp:spPr>
        <a:xfrm>
          <a:off x="5732814" y="3043682"/>
          <a:ext cx="630000" cy="63000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3B85874-A10E-48E9-B845-888ED65F5FB0}">
      <dsp:nvSpPr>
        <dsp:cNvPr id="0" name=""/>
        <dsp:cNvSpPr/>
      </dsp:nvSpPr>
      <dsp:spPr>
        <a:xfrm>
          <a:off x="5147814" y="424968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rtl="0">
            <a:lnSpc>
              <a:spcPct val="100000"/>
            </a:lnSpc>
            <a:spcBef>
              <a:spcPct val="0"/>
            </a:spcBef>
            <a:spcAft>
              <a:spcPct val="35000"/>
            </a:spcAft>
            <a:buNone/>
            <a:defRPr cap="all"/>
          </a:pPr>
          <a:r>
            <a:rPr lang="en-US" sz="1300" b="1" kern="1200">
              <a:latin typeface="Times New Roman"/>
              <a:cs typeface="Times New Roman"/>
            </a:rPr>
            <a:t>Ethical and Regulatory Considerations </a:t>
          </a:r>
        </a:p>
      </dsp:txBody>
      <dsp:txXfrm>
        <a:off x="5147814" y="4249682"/>
        <a:ext cx="18000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7/30/2024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7/30/2024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7/30/2024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7/30/2024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7/30/2024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7/30/2024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7/30/2024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sparkstoideas.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1.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949C8-2725-6C9F-66D9-A91B320286F9}"/>
              </a:ext>
            </a:extLst>
          </p:cNvPr>
          <p:cNvSpPr>
            <a:spLocks noGrp="1"/>
          </p:cNvSpPr>
          <p:nvPr>
            <p:ph type="title"/>
          </p:nvPr>
        </p:nvSpPr>
        <p:spPr>
          <a:xfrm>
            <a:off x="640080" y="329184"/>
            <a:ext cx="6894576" cy="1783080"/>
          </a:xfrm>
        </p:spPr>
        <p:txBody>
          <a:bodyPr vert="horz" lIns="91440" tIns="45720" rIns="91440" bIns="45720" rtlCol="0" anchor="b">
            <a:normAutofit/>
          </a:bodyPr>
          <a:lstStyle/>
          <a:p>
            <a:r>
              <a:rPr lang="en-US" sz="5400" b="1">
                <a:latin typeface="Times New Roman"/>
                <a:cs typeface="Times New Roman"/>
              </a:rPr>
              <a:t>Symptom-based Disease Prediction</a:t>
            </a:r>
          </a:p>
        </p:txBody>
      </p:sp>
      <p:sp>
        <p:nvSpPr>
          <p:cNvPr id="9" name="Content Placeholder 8">
            <a:extLst>
              <a:ext uri="{FF2B5EF4-FFF2-40B4-BE49-F238E27FC236}">
                <a16:creationId xmlns:a16="http://schemas.microsoft.com/office/drawing/2014/main" id="{12E9F340-296A-85D4-1A21-476E467AE92E}"/>
              </a:ext>
            </a:extLst>
          </p:cNvPr>
          <p:cNvSpPr>
            <a:spLocks/>
          </p:cNvSpPr>
          <p:nvPr/>
        </p:nvSpPr>
        <p:spPr>
          <a:xfrm>
            <a:off x="640080" y="2706624"/>
            <a:ext cx="6894576" cy="3483864"/>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200" b="1">
                <a:latin typeface="Times New Roman"/>
                <a:cs typeface="Times New Roman"/>
              </a:rPr>
              <a:t>Presented By:-</a:t>
            </a:r>
          </a:p>
          <a:p>
            <a:pPr lvl="1" indent="-228600">
              <a:lnSpc>
                <a:spcPct val="90000"/>
              </a:lnSpc>
              <a:spcAft>
                <a:spcPts val="600"/>
              </a:spcAft>
              <a:buFont typeface="Courier New" panose="020B0604020202020204" pitchFamily="34" charset="0"/>
              <a:buChar char="o"/>
            </a:pPr>
            <a:r>
              <a:rPr lang="en-US" sz="2200">
                <a:latin typeface="Times New Roman"/>
                <a:cs typeface="Times New Roman"/>
              </a:rPr>
              <a:t>Vanshita Patel(20BIT157D)</a:t>
            </a:r>
            <a:endParaRPr lang="en-US" sz="2200">
              <a:latin typeface="Times New Roman"/>
              <a:ea typeface="Calibri"/>
              <a:cs typeface="Times New Roman"/>
            </a:endParaRPr>
          </a:p>
          <a:p>
            <a:pPr lvl="1" indent="-228600">
              <a:lnSpc>
                <a:spcPct val="90000"/>
              </a:lnSpc>
              <a:spcAft>
                <a:spcPts val="600"/>
              </a:spcAft>
              <a:buFont typeface="Courier New" panose="020B0604020202020204" pitchFamily="34" charset="0"/>
              <a:buChar char="o"/>
            </a:pPr>
            <a:r>
              <a:rPr lang="en-US" sz="2200">
                <a:latin typeface="Times New Roman"/>
                <a:cs typeface="Times New Roman"/>
              </a:rPr>
              <a:t>Manan Gandhi(20BIT165D)</a:t>
            </a:r>
            <a:endParaRPr lang="en-US" sz="2200">
              <a:latin typeface="Times New Roman"/>
              <a:ea typeface="Calibri"/>
              <a:cs typeface="Times New Roman"/>
            </a:endParaRPr>
          </a:p>
          <a:p>
            <a:pPr indent="-228600">
              <a:lnSpc>
                <a:spcPct val="90000"/>
              </a:lnSpc>
              <a:spcAft>
                <a:spcPts val="600"/>
              </a:spcAft>
              <a:buFont typeface="Arial" panose="020B0604020202020204" pitchFamily="34" charset="0"/>
              <a:buChar char="•"/>
            </a:pPr>
            <a:endParaRPr lang="en-US" sz="2200">
              <a:latin typeface="Times New Roman"/>
              <a:cs typeface="Times New Roman"/>
            </a:endParaRPr>
          </a:p>
          <a:p>
            <a:pPr indent="-228600">
              <a:lnSpc>
                <a:spcPct val="90000"/>
              </a:lnSpc>
              <a:spcBef>
                <a:spcPts val="500"/>
              </a:spcBef>
              <a:buFont typeface="Arial" panose="020B0604020202020204" pitchFamily="34" charset="0"/>
              <a:buChar char="•"/>
            </a:pPr>
            <a:r>
              <a:rPr lang="en-US" sz="2200" b="1">
                <a:latin typeface="Times New Roman"/>
                <a:cs typeface="Times New Roman"/>
              </a:rPr>
              <a:t>University Supervisor :-</a:t>
            </a:r>
            <a:endParaRPr lang="en-US" sz="2200">
              <a:latin typeface="Times New Roman"/>
              <a:cs typeface="Times New Roman"/>
            </a:endParaRPr>
          </a:p>
          <a:p>
            <a:pPr lvl="1" indent="-228600">
              <a:lnSpc>
                <a:spcPct val="90000"/>
              </a:lnSpc>
              <a:spcBef>
                <a:spcPts val="500"/>
              </a:spcBef>
              <a:buFont typeface="Courier New" panose="020B0604020202020204" pitchFamily="34" charset="0"/>
              <a:buChar char="o"/>
            </a:pPr>
            <a:r>
              <a:rPr lang="en-US" sz="2200">
                <a:latin typeface="Times New Roman"/>
                <a:cs typeface="Times New Roman"/>
              </a:rPr>
              <a:t>Dr. Soumyashree Panda</a:t>
            </a:r>
            <a:endParaRPr lang="en-US" sz="2200">
              <a:latin typeface="Times New Roman"/>
              <a:ea typeface="Calibri"/>
              <a:cs typeface="Times New Roman"/>
            </a:endParaRPr>
          </a:p>
          <a:p>
            <a:pPr indent="-228600">
              <a:lnSpc>
                <a:spcPct val="90000"/>
              </a:lnSpc>
              <a:spcBef>
                <a:spcPts val="500"/>
              </a:spcBef>
              <a:buFont typeface="Arial" panose="020B0604020202020204" pitchFamily="34" charset="0"/>
              <a:buChar char="•"/>
            </a:pPr>
            <a:endParaRPr lang="en-US" sz="2200">
              <a:latin typeface="Times New Roman"/>
              <a:cs typeface="Times New Roman"/>
            </a:endParaRPr>
          </a:p>
          <a:p>
            <a:pPr indent="-228600">
              <a:lnSpc>
                <a:spcPct val="90000"/>
              </a:lnSpc>
              <a:spcBef>
                <a:spcPts val="500"/>
              </a:spcBef>
              <a:buFont typeface="Arial" panose="020B0604020202020204" pitchFamily="34" charset="0"/>
              <a:buChar char="•"/>
            </a:pPr>
            <a:r>
              <a:rPr lang="en-US" sz="2200" b="1">
                <a:latin typeface="Times New Roman"/>
                <a:cs typeface="Times New Roman"/>
              </a:rPr>
              <a:t>Industry Supervisor :-</a:t>
            </a:r>
            <a:endParaRPr lang="en-US" sz="2200" b="1">
              <a:latin typeface="Times New Roman"/>
              <a:ea typeface="Calibri"/>
              <a:cs typeface="Times New Roman"/>
            </a:endParaRPr>
          </a:p>
          <a:p>
            <a:pPr lvl="1" indent="-228600">
              <a:lnSpc>
                <a:spcPct val="90000"/>
              </a:lnSpc>
              <a:spcBef>
                <a:spcPts val="500"/>
              </a:spcBef>
              <a:buFont typeface="Courier New" panose="020B0604020202020204" pitchFamily="34" charset="0"/>
              <a:buChar char="o"/>
            </a:pPr>
            <a:r>
              <a:rPr lang="en-US" sz="2200">
                <a:latin typeface="Times New Roman"/>
                <a:cs typeface="Times New Roman"/>
              </a:rPr>
              <a:t>Dipali Patel</a:t>
            </a:r>
            <a:endParaRPr lang="en-US" sz="2200">
              <a:latin typeface="Times New Roman"/>
              <a:ea typeface="Calibri"/>
              <a:cs typeface="Times New Roman"/>
            </a:endParaRPr>
          </a:p>
          <a:p>
            <a:pPr indent="-228600">
              <a:lnSpc>
                <a:spcPct val="90000"/>
              </a:lnSpc>
              <a:spcAft>
                <a:spcPts val="600"/>
              </a:spcAft>
              <a:buFont typeface="Arial" panose="020B0604020202020204" pitchFamily="34" charset="0"/>
              <a:buChar char="•"/>
            </a:pPr>
            <a:endParaRPr lang="en-US" sz="2200"/>
          </a:p>
          <a:p>
            <a:pPr indent="-228600">
              <a:lnSpc>
                <a:spcPct val="90000"/>
              </a:lnSpc>
              <a:buFont typeface="Arial" panose="020B0604020202020204" pitchFamily="34" charset="0"/>
              <a:buChar char="•"/>
            </a:pPr>
            <a:endParaRPr lang="en-US" sz="2200"/>
          </a:p>
        </p:txBody>
      </p:sp>
      <p:pic>
        <p:nvPicPr>
          <p:cNvPr id="3" name="Picture 2" descr="A logo of a university&#10;&#10;Description automatically generated">
            <a:extLst>
              <a:ext uri="{FF2B5EF4-FFF2-40B4-BE49-F238E27FC236}">
                <a16:creationId xmlns:a16="http://schemas.microsoft.com/office/drawing/2014/main" id="{60A91F64-3200-3815-3A80-91031DC5E056}"/>
              </a:ext>
            </a:extLst>
          </p:cNvPr>
          <p:cNvPicPr>
            <a:picLocks noChangeAspect="1"/>
          </p:cNvPicPr>
          <p:nvPr/>
        </p:nvPicPr>
        <p:blipFill>
          <a:blip r:embed="rId2"/>
          <a:stretch>
            <a:fillRect/>
          </a:stretch>
        </p:blipFill>
        <p:spPr>
          <a:xfrm>
            <a:off x="9559671" y="156991"/>
            <a:ext cx="2228626" cy="2378196"/>
          </a:xfrm>
          <a:prstGeom prst="rect">
            <a:avLst/>
          </a:prstGeom>
        </p:spPr>
      </p:pic>
      <p:pic>
        <p:nvPicPr>
          <p:cNvPr id="8" name="Picture 7" descr="A computer with a monitor and keyboard&#10;&#10;Description automatically generated">
            <a:extLst>
              <a:ext uri="{FF2B5EF4-FFF2-40B4-BE49-F238E27FC236}">
                <a16:creationId xmlns:a16="http://schemas.microsoft.com/office/drawing/2014/main" id="{A932C155-D1F3-D7BA-B6EA-38B6A19A9278}"/>
              </a:ext>
            </a:extLst>
          </p:cNvPr>
          <p:cNvPicPr>
            <a:picLocks noChangeAspect="1"/>
          </p:cNvPicPr>
          <p:nvPr/>
        </p:nvPicPr>
        <p:blipFill rotWithShape="1">
          <a:blip r:embed="rId3"/>
          <a:srcRect t="7305" b="21772"/>
          <a:stretch/>
        </p:blipFill>
        <p:spPr>
          <a:xfrm>
            <a:off x="6159610" y="2705447"/>
            <a:ext cx="5633541" cy="3990046"/>
          </a:xfrm>
          <a:prstGeom prst="rect">
            <a:avLst/>
          </a:prstGeom>
        </p:spPr>
      </p:pic>
    </p:spTree>
    <p:extLst>
      <p:ext uri="{BB962C8B-B14F-4D97-AF65-F5344CB8AC3E}">
        <p14:creationId xmlns:p14="http://schemas.microsoft.com/office/powerpoint/2010/main" val="3417882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F2B31B-96BA-C28B-8329-7E8E3176383D}"/>
              </a:ext>
            </a:extLst>
          </p:cNvPr>
          <p:cNvSpPr>
            <a:spLocks noGrp="1"/>
          </p:cNvSpPr>
          <p:nvPr>
            <p:ph type="title"/>
          </p:nvPr>
        </p:nvSpPr>
        <p:spPr>
          <a:xfrm>
            <a:off x="255585" y="265072"/>
            <a:ext cx="5842093" cy="1454051"/>
          </a:xfrm>
        </p:spPr>
        <p:txBody>
          <a:bodyPr>
            <a:normAutofit/>
          </a:bodyPr>
          <a:lstStyle/>
          <a:p>
            <a:pPr algn="ctr"/>
            <a:r>
              <a:rPr lang="en-US" sz="3300" b="1">
                <a:solidFill>
                  <a:schemeClr val="tx2"/>
                </a:solidFill>
                <a:latin typeface="Times New Roman"/>
                <a:cs typeface="Calibri Light"/>
              </a:rPr>
              <a:t>Introduction To Company (Sparks To Ideas)</a:t>
            </a:r>
            <a:endParaRPr lang="en-US">
              <a:solidFill>
                <a:schemeClr val="tx2"/>
              </a:solidFill>
              <a:latin typeface="Times New Roman"/>
              <a:cs typeface="Times New Roman"/>
            </a:endParaRPr>
          </a:p>
        </p:txBody>
      </p:sp>
      <p:sp>
        <p:nvSpPr>
          <p:cNvPr id="3" name="Content Placeholder 2">
            <a:extLst>
              <a:ext uri="{FF2B5EF4-FFF2-40B4-BE49-F238E27FC236}">
                <a16:creationId xmlns:a16="http://schemas.microsoft.com/office/drawing/2014/main" id="{4E968A0B-D16D-1B1B-02E6-C2C8EC78A993}"/>
              </a:ext>
            </a:extLst>
          </p:cNvPr>
          <p:cNvSpPr>
            <a:spLocks noGrp="1"/>
          </p:cNvSpPr>
          <p:nvPr>
            <p:ph idx="1"/>
          </p:nvPr>
        </p:nvSpPr>
        <p:spPr>
          <a:xfrm>
            <a:off x="255584" y="1850184"/>
            <a:ext cx="5561566" cy="5000738"/>
          </a:xfrm>
        </p:spPr>
        <p:txBody>
          <a:bodyPr vert="horz" lIns="91440" tIns="45720" rIns="91440" bIns="45720" rtlCol="0" anchor="t">
            <a:noAutofit/>
          </a:bodyPr>
          <a:lstStyle/>
          <a:p>
            <a:r>
              <a:rPr lang="en-US" sz="1900">
                <a:solidFill>
                  <a:schemeClr val="tx2"/>
                </a:solidFill>
                <a:latin typeface="Times New Roman"/>
                <a:cs typeface="Calibri"/>
              </a:rPr>
              <a:t>Introduction :- Complete software solution company partner in India and USA provides software as per client requirements and helps to grow business with new technologies. (We Design, We Develop, We Promote)</a:t>
            </a:r>
          </a:p>
          <a:p>
            <a:r>
              <a:rPr lang="en-US" sz="1900">
                <a:solidFill>
                  <a:schemeClr val="tx2"/>
                </a:solidFill>
                <a:latin typeface="Times New Roman"/>
                <a:cs typeface="Calibri"/>
              </a:rPr>
              <a:t>Services :- Web Development, Mobile App Development, UI-UX Design, SEO, QA &amp; Testing, E-Commerce Development, CMS, API Integration</a:t>
            </a:r>
          </a:p>
          <a:p>
            <a:r>
              <a:rPr lang="en-US" sz="1900">
                <a:solidFill>
                  <a:schemeClr val="tx2"/>
                </a:solidFill>
                <a:latin typeface="Times New Roman"/>
                <a:cs typeface="Calibri"/>
              </a:rPr>
              <a:t>Company founded in :- 2015</a:t>
            </a:r>
          </a:p>
          <a:p>
            <a:r>
              <a:rPr lang="en-US" sz="1900">
                <a:solidFill>
                  <a:schemeClr val="tx2"/>
                </a:solidFill>
                <a:latin typeface="Times New Roman"/>
                <a:cs typeface="Calibri"/>
              </a:rPr>
              <a:t>Company's website:-</a:t>
            </a:r>
            <a:r>
              <a:rPr lang="en-US" sz="1900">
                <a:solidFill>
                  <a:schemeClr val="tx2"/>
                </a:solidFill>
                <a:latin typeface="Times New Roman"/>
                <a:cs typeface="Calibri"/>
                <a:hlinkClick r:id="rId2">
                  <a:extLst>
                    <a:ext uri="{A12FA001-AC4F-418D-AE19-62706E023703}">
                      <ahyp:hlinkClr xmlns:ahyp="http://schemas.microsoft.com/office/drawing/2018/hyperlinkcolor" val="tx"/>
                    </a:ext>
                  </a:extLst>
                </a:hlinkClick>
              </a:rPr>
              <a:t>https://www.sparkstoideas.com/</a:t>
            </a:r>
            <a:endParaRPr lang="en-US" sz="1900">
              <a:solidFill>
                <a:schemeClr val="tx2"/>
              </a:solidFill>
              <a:latin typeface="Times New Roman"/>
              <a:cs typeface="Calibri"/>
            </a:endParaRPr>
          </a:p>
          <a:p>
            <a:r>
              <a:rPr lang="en-US" sz="1900">
                <a:solidFill>
                  <a:schemeClr val="tx2"/>
                </a:solidFill>
                <a:latin typeface="Times New Roman"/>
                <a:cs typeface="Calibri"/>
              </a:rPr>
              <a:t>Industry :- IT Services &amp; IT Consulting</a:t>
            </a:r>
          </a:p>
          <a:p>
            <a:r>
              <a:rPr lang="en-US" sz="1900">
                <a:solidFill>
                  <a:schemeClr val="tx2"/>
                </a:solidFill>
                <a:latin typeface="Times New Roman"/>
                <a:cs typeface="Calibri"/>
              </a:rPr>
              <a:t>Company Size :- 11-50 employees (74 associated members)</a:t>
            </a:r>
          </a:p>
          <a:p>
            <a:r>
              <a:rPr lang="en-US" sz="1900">
                <a:solidFill>
                  <a:schemeClr val="tx2"/>
                </a:solidFill>
                <a:latin typeface="Times New Roman"/>
                <a:cs typeface="Calibri"/>
              </a:rPr>
              <a:t>Headquarters :- Ahmedabad, Gujarat</a:t>
            </a:r>
          </a:p>
          <a:p>
            <a:endParaRPr lang="en-US" sz="1900">
              <a:solidFill>
                <a:schemeClr val="tx2"/>
              </a:solidFill>
              <a:latin typeface="Times New Roman"/>
              <a:cs typeface="Calibri"/>
            </a:endParaRPr>
          </a:p>
        </p:txBody>
      </p:sp>
      <p:grpSp>
        <p:nvGrpSpPr>
          <p:cNvPr id="14" name="Group 13">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5" name="Freeform: Shape 14">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descr="A blue and black text&#10;&#10;Description automatically generated">
            <a:extLst>
              <a:ext uri="{FF2B5EF4-FFF2-40B4-BE49-F238E27FC236}">
                <a16:creationId xmlns:a16="http://schemas.microsoft.com/office/drawing/2014/main" id="{2D0D63CF-2A72-2B98-E886-8798AA59F902}"/>
              </a:ext>
            </a:extLst>
          </p:cNvPr>
          <p:cNvPicPr>
            <a:picLocks noChangeAspect="1"/>
          </p:cNvPicPr>
          <p:nvPr/>
        </p:nvPicPr>
        <p:blipFill>
          <a:blip r:embed="rId3"/>
          <a:stretch>
            <a:fillRect/>
          </a:stretch>
        </p:blipFill>
        <p:spPr>
          <a:xfrm>
            <a:off x="7125686" y="2317408"/>
            <a:ext cx="4769761" cy="2227845"/>
          </a:xfrm>
          <a:prstGeom prst="rect">
            <a:avLst/>
          </a:prstGeom>
        </p:spPr>
      </p:pic>
    </p:spTree>
    <p:extLst>
      <p:ext uri="{BB962C8B-B14F-4D97-AF65-F5344CB8AC3E}">
        <p14:creationId xmlns:p14="http://schemas.microsoft.com/office/powerpoint/2010/main" val="40330503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17A85CE8-0ED7-3914-7771-ECB97F611310}"/>
              </a:ext>
            </a:extLst>
          </p:cNvPr>
          <p:cNvSpPr>
            <a:spLocks noGrp="1"/>
          </p:cNvSpPr>
          <p:nvPr>
            <p:ph type="title"/>
          </p:nvPr>
        </p:nvSpPr>
        <p:spPr>
          <a:xfrm>
            <a:off x="838200" y="713312"/>
            <a:ext cx="4038600" cy="5431376"/>
          </a:xfrm>
        </p:spPr>
        <p:txBody>
          <a:bodyPr>
            <a:normAutofit/>
          </a:bodyPr>
          <a:lstStyle/>
          <a:p>
            <a:r>
              <a:rPr lang="en-US" b="1">
                <a:latin typeface="Times New Roman"/>
                <a:cs typeface="Calibri Light"/>
              </a:rPr>
              <a:t>Introduction</a:t>
            </a:r>
            <a:endParaRPr lang="en-US" b="1">
              <a:latin typeface="Times New Roman"/>
              <a:cs typeface="Times New Roman"/>
            </a:endParaRPr>
          </a:p>
        </p:txBody>
      </p:sp>
      <p:sp>
        <p:nvSpPr>
          <p:cNvPr id="3" name="Content Placeholder 2">
            <a:extLst>
              <a:ext uri="{FF2B5EF4-FFF2-40B4-BE49-F238E27FC236}">
                <a16:creationId xmlns:a16="http://schemas.microsoft.com/office/drawing/2014/main" id="{A446F30D-CCB0-B7D2-0BD3-A21FEBF2B86E}"/>
              </a:ext>
            </a:extLst>
          </p:cNvPr>
          <p:cNvSpPr>
            <a:spLocks noGrp="1"/>
          </p:cNvSpPr>
          <p:nvPr>
            <p:ph idx="1"/>
          </p:nvPr>
        </p:nvSpPr>
        <p:spPr>
          <a:xfrm>
            <a:off x="6095999" y="713313"/>
            <a:ext cx="5257801" cy="5431376"/>
          </a:xfrm>
        </p:spPr>
        <p:txBody>
          <a:bodyPr vert="horz" lIns="91440" tIns="45720" rIns="91440" bIns="45720" rtlCol="0" anchor="ctr">
            <a:normAutofit/>
          </a:bodyPr>
          <a:lstStyle/>
          <a:p>
            <a:r>
              <a:rPr lang="en-US" sz="2200" dirty="0">
                <a:latin typeface="Times New Roman"/>
                <a:cs typeface="Calibri"/>
              </a:rPr>
              <a:t>Analyzing</a:t>
            </a:r>
            <a:r>
              <a:rPr lang="en-US" sz="2200" dirty="0">
                <a:latin typeface="Times New Roman"/>
                <a:ea typeface="+mn-lt"/>
                <a:cs typeface="+mn-lt"/>
              </a:rPr>
              <a:t> historical medical data, patient symptoms, and relevant health indicators to generate predictions.</a:t>
            </a:r>
            <a:endParaRPr lang="en-US" sz="2200" dirty="0">
              <a:latin typeface="Times New Roman"/>
              <a:cs typeface="Times New Roman"/>
            </a:endParaRPr>
          </a:p>
          <a:p>
            <a:r>
              <a:rPr lang="en-US" sz="2200" dirty="0">
                <a:latin typeface="Times New Roman"/>
                <a:ea typeface="+mn-lt"/>
                <a:cs typeface="+mn-lt"/>
              </a:rPr>
              <a:t>Django, a high-level Python web framework, used for building the web application interface and managing data. </a:t>
            </a:r>
          </a:p>
          <a:p>
            <a:r>
              <a:rPr lang="en-US" sz="2200" dirty="0">
                <a:latin typeface="Times New Roman"/>
                <a:ea typeface="+mn-lt"/>
                <a:cs typeface="+mn-lt"/>
              </a:rPr>
              <a:t>Machine learning algorithms are employed to process the data and generate predictions about potential diseases based on observed symptoms. </a:t>
            </a:r>
          </a:p>
          <a:p>
            <a:r>
              <a:rPr lang="en-US" sz="2200" dirty="0">
                <a:latin typeface="Times New Roman"/>
                <a:ea typeface="+mn-lt"/>
                <a:cs typeface="+mn-lt"/>
              </a:rPr>
              <a:t>This platform gives customers the ability to get medical advice and assistance from the comfort of their homes, intending to improve healthcare accessibility and efficiency.</a:t>
            </a:r>
            <a:endParaRPr lang="en-US" sz="2200" dirty="0">
              <a:latin typeface="Times New Roman"/>
              <a:cs typeface="Calibri"/>
            </a:endParaRPr>
          </a:p>
        </p:txBody>
      </p:sp>
    </p:spTree>
    <p:extLst>
      <p:ext uri="{BB962C8B-B14F-4D97-AF65-F5344CB8AC3E}">
        <p14:creationId xmlns:p14="http://schemas.microsoft.com/office/powerpoint/2010/main" val="2960506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E89BC9A1-2A4A-7183-0EE3-39574CA3C1C4}"/>
              </a:ext>
            </a:extLst>
          </p:cNvPr>
          <p:cNvSpPr>
            <a:spLocks noGrp="1"/>
          </p:cNvSpPr>
          <p:nvPr>
            <p:ph type="title"/>
          </p:nvPr>
        </p:nvSpPr>
        <p:spPr>
          <a:xfrm>
            <a:off x="838200" y="713312"/>
            <a:ext cx="4038600" cy="5431376"/>
          </a:xfrm>
        </p:spPr>
        <p:txBody>
          <a:bodyPr>
            <a:normAutofit/>
          </a:bodyPr>
          <a:lstStyle/>
          <a:p>
            <a:r>
              <a:rPr lang="en-US" b="1">
                <a:latin typeface="Times New Roman"/>
                <a:cs typeface="Calibri Light"/>
              </a:rPr>
              <a:t>Problem Statement</a:t>
            </a:r>
            <a:endParaRPr lang="en-US" b="1">
              <a:latin typeface="Times New Roman"/>
              <a:cs typeface="Times New Roman"/>
            </a:endParaRPr>
          </a:p>
        </p:txBody>
      </p:sp>
      <p:sp>
        <p:nvSpPr>
          <p:cNvPr id="3" name="Content Placeholder 2">
            <a:extLst>
              <a:ext uri="{FF2B5EF4-FFF2-40B4-BE49-F238E27FC236}">
                <a16:creationId xmlns:a16="http://schemas.microsoft.com/office/drawing/2014/main" id="{9E69B36F-AE77-4F1E-64D6-2C15D8D1740F}"/>
              </a:ext>
            </a:extLst>
          </p:cNvPr>
          <p:cNvSpPr>
            <a:spLocks noGrp="1"/>
          </p:cNvSpPr>
          <p:nvPr>
            <p:ph idx="1"/>
          </p:nvPr>
        </p:nvSpPr>
        <p:spPr>
          <a:xfrm>
            <a:off x="6095999" y="903113"/>
            <a:ext cx="5257801" cy="5610670"/>
          </a:xfrm>
        </p:spPr>
        <p:txBody>
          <a:bodyPr vert="horz" lIns="91440" tIns="45720" rIns="91440" bIns="45720" rtlCol="0" anchor="ctr">
            <a:noAutofit/>
          </a:bodyPr>
          <a:lstStyle/>
          <a:p>
            <a:pPr marL="0" indent="0">
              <a:buNone/>
            </a:pPr>
            <a:r>
              <a:rPr lang="en-US" sz="2200" dirty="0">
                <a:latin typeface="Times New Roman"/>
                <a:ea typeface="+mn-lt"/>
                <a:cs typeface="+mn-lt"/>
              </a:rPr>
              <a:t>Develop a symptom-based disease prediction system that makes use of machine learning techniques to determine diseases based on symptoms reported by users.</a:t>
            </a:r>
            <a:endParaRPr lang="en-US" sz="2200">
              <a:latin typeface="Times New Roman"/>
              <a:cs typeface="Calibri" panose="020F0502020204030204"/>
            </a:endParaRPr>
          </a:p>
          <a:p>
            <a:pPr marL="0" indent="0">
              <a:buNone/>
            </a:pPr>
            <a:r>
              <a:rPr lang="en-US" sz="2200" b="1" dirty="0">
                <a:latin typeface="Times New Roman"/>
                <a:ea typeface="+mn-lt"/>
                <a:cs typeface="+mn-lt"/>
              </a:rPr>
              <a:t>Objectives:</a:t>
            </a:r>
          </a:p>
          <a:p>
            <a:pPr lvl="1">
              <a:buFont typeface="Courier New" panose="020B0604020202020204" pitchFamily="34" charset="0"/>
              <a:buChar char="o"/>
            </a:pPr>
            <a:r>
              <a:rPr lang="en-US" sz="2200" dirty="0">
                <a:latin typeface="Times New Roman"/>
                <a:ea typeface="+mn-lt"/>
                <a:cs typeface="+mn-lt"/>
              </a:rPr>
              <a:t>Provide a simple interface that enables users to enter their symptoms and obtain specific predictions for their diseases.</a:t>
            </a:r>
            <a:endParaRPr lang="en-US" sz="2200">
              <a:latin typeface="Times New Roman"/>
              <a:cs typeface="Calibri" panose="020F0502020204030204"/>
            </a:endParaRPr>
          </a:p>
          <a:p>
            <a:pPr lvl="1">
              <a:buFont typeface="Courier New" panose="020B0604020202020204" pitchFamily="34" charset="0"/>
              <a:buChar char="o"/>
            </a:pPr>
            <a:r>
              <a:rPr lang="en-US" sz="2200">
                <a:latin typeface="Times New Roman"/>
                <a:ea typeface="+mn-lt"/>
                <a:cs typeface="+mn-lt"/>
              </a:rPr>
              <a:t>Allow users to quickly consult doctors and get the right medical advice by integrating the system with Django.</a:t>
            </a:r>
            <a:endParaRPr lang="en-US" sz="2200" dirty="0">
              <a:latin typeface="Times New Roman"/>
              <a:cs typeface="Calibri"/>
            </a:endParaRPr>
          </a:p>
          <a:p>
            <a:pPr lvl="1">
              <a:buFont typeface="Courier New" panose="020B0604020202020204" pitchFamily="34" charset="0"/>
              <a:buChar char="o"/>
            </a:pPr>
            <a:r>
              <a:rPr lang="en-US" sz="2200">
                <a:latin typeface="Times New Roman"/>
                <a:ea typeface="+mn-lt"/>
                <a:cs typeface="+mn-lt"/>
              </a:rPr>
              <a:t>By regularly adding new data to the system and improving the machine learning models, you can raise the accuracy of disease predictions.</a:t>
            </a:r>
            <a:endParaRPr lang="en-US" sz="2200" dirty="0">
              <a:latin typeface="Times New Roman"/>
              <a:cs typeface="Calibri"/>
            </a:endParaRPr>
          </a:p>
          <a:p>
            <a:endParaRPr lang="en-US" sz="2200" dirty="0">
              <a:latin typeface="Times New Roman"/>
              <a:cs typeface="Calibri"/>
            </a:endParaRPr>
          </a:p>
          <a:p>
            <a:endParaRPr lang="en-US" sz="2200" dirty="0">
              <a:latin typeface="Times New Roman"/>
              <a:cs typeface="Calibri"/>
            </a:endParaRPr>
          </a:p>
        </p:txBody>
      </p:sp>
    </p:spTree>
    <p:extLst>
      <p:ext uri="{BB962C8B-B14F-4D97-AF65-F5344CB8AC3E}">
        <p14:creationId xmlns:p14="http://schemas.microsoft.com/office/powerpoint/2010/main" val="2074355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5F54C-8000-394D-65BF-61EEBF48CBFE}"/>
              </a:ext>
            </a:extLst>
          </p:cNvPr>
          <p:cNvSpPr>
            <a:spLocks noGrp="1"/>
          </p:cNvSpPr>
          <p:nvPr>
            <p:ph type="title"/>
          </p:nvPr>
        </p:nvSpPr>
        <p:spPr>
          <a:xfrm>
            <a:off x="841248" y="256032"/>
            <a:ext cx="10506456" cy="1014984"/>
          </a:xfrm>
        </p:spPr>
        <p:txBody>
          <a:bodyPr anchor="b">
            <a:normAutofit/>
          </a:bodyPr>
          <a:lstStyle/>
          <a:p>
            <a:r>
              <a:rPr lang="en-US" b="1">
                <a:latin typeface="Times New Roman"/>
                <a:cs typeface="Calibri Light"/>
              </a:rPr>
              <a:t>Motivation</a:t>
            </a:r>
          </a:p>
        </p:txBody>
      </p:sp>
      <p:graphicFrame>
        <p:nvGraphicFramePr>
          <p:cNvPr id="24" name="Content Placeholder 2">
            <a:extLst>
              <a:ext uri="{FF2B5EF4-FFF2-40B4-BE49-F238E27FC236}">
                <a16:creationId xmlns:a16="http://schemas.microsoft.com/office/drawing/2014/main" id="{D7D09055-290D-B977-9FCC-0A0F5DBC7C2A}"/>
              </a:ext>
            </a:extLst>
          </p:cNvPr>
          <p:cNvGraphicFramePr>
            <a:graphicFrameLocks noGrp="1"/>
          </p:cNvGraphicFramePr>
          <p:nvPr>
            <p:ph idx="1"/>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72475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A5CF486-D9E5-4A66-898A-F3D62B81B1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 y="-5"/>
            <a:ext cx="12193149" cy="2200064"/>
          </a:xfrm>
          <a:custGeom>
            <a:avLst/>
            <a:gdLst>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50277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522499 w 12192001"/>
              <a:gd name="connsiteY26" fmla="*/ 1207528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37318 w 12192001"/>
              <a:gd name="connsiteY70" fmla="*/ 1920435 h 2344739"/>
              <a:gd name="connsiteX71" fmla="*/ 9113812 w 12192001"/>
              <a:gd name="connsiteY71" fmla="*/ 1919069 h 2344739"/>
              <a:gd name="connsiteX72" fmla="*/ 9053453 w 12192001"/>
              <a:gd name="connsiteY72" fmla="*/ 1910755 h 2344739"/>
              <a:gd name="connsiteX73" fmla="*/ 9005486 w 12192001"/>
              <a:gd name="connsiteY73" fmla="*/ 1914040 h 2344739"/>
              <a:gd name="connsiteX74" fmla="*/ 9005201 w 12192001"/>
              <a:gd name="connsiteY74" fmla="*/ 1913800 h 2344739"/>
              <a:gd name="connsiteX75" fmla="*/ 8996232 w 12192001"/>
              <a:gd name="connsiteY75" fmla="*/ 1915011 h 2344739"/>
              <a:gd name="connsiteX76" fmla="*/ 8990394 w 12192001"/>
              <a:gd name="connsiteY76" fmla="*/ 1917072 h 2344739"/>
              <a:gd name="connsiteX77" fmla="*/ 8974337 w 12192001"/>
              <a:gd name="connsiteY77" fmla="*/ 1920298 h 2344739"/>
              <a:gd name="connsiteX78" fmla="*/ 8968011 w 12192001"/>
              <a:gd name="connsiteY78" fmla="*/ 1919598 h 2344739"/>
              <a:gd name="connsiteX79" fmla="*/ 8963048 w 12192001"/>
              <a:gd name="connsiteY79" fmla="*/ 1917373 h 2344739"/>
              <a:gd name="connsiteX80" fmla="*/ 8928988 w 12192001"/>
              <a:gd name="connsiteY80" fmla="*/ 1914185 h 2344739"/>
              <a:gd name="connsiteX81" fmla="*/ 8752444 w 12192001"/>
              <a:gd name="connsiteY81" fmla="*/ 1933417 h 2344739"/>
              <a:gd name="connsiteX82" fmla="*/ 8707847 w 12192001"/>
              <a:gd name="connsiteY82" fmla="*/ 1935518 h 2344739"/>
              <a:gd name="connsiteX83" fmla="*/ 8596071 w 12192001"/>
              <a:gd name="connsiteY83" fmla="*/ 1944090 h 2344739"/>
              <a:gd name="connsiteX84" fmla="*/ 8525230 w 12192001"/>
              <a:gd name="connsiteY84" fmla="*/ 1929248 h 2344739"/>
              <a:gd name="connsiteX85" fmla="*/ 8510983 w 12192001"/>
              <a:gd name="connsiteY85" fmla="*/ 1935163 h 2344739"/>
              <a:gd name="connsiteX86" fmla="*/ 8506167 w 12192001"/>
              <a:gd name="connsiteY86" fmla="*/ 1938164 h 2344739"/>
              <a:gd name="connsiteX87" fmla="*/ 8497968 w 12192001"/>
              <a:gd name="connsiteY87" fmla="*/ 1940902 h 2344739"/>
              <a:gd name="connsiteX88" fmla="*/ 8497594 w 12192001"/>
              <a:gd name="connsiteY88" fmla="*/ 1940723 h 2344739"/>
              <a:gd name="connsiteX89" fmla="*/ 8490249 w 12192001"/>
              <a:gd name="connsiteY89" fmla="*/ 1943773 h 2344739"/>
              <a:gd name="connsiteX90" fmla="*/ 8367182 w 12192001"/>
              <a:gd name="connsiteY90" fmla="*/ 1957815 h 2344739"/>
              <a:gd name="connsiteX91" fmla="*/ 8353799 w 12192001"/>
              <a:gd name="connsiteY91" fmla="*/ 1958009 h 2344739"/>
              <a:gd name="connsiteX92" fmla="*/ 8352373 w 12192001"/>
              <a:gd name="connsiteY92" fmla="*/ 1957169 h 2344739"/>
              <a:gd name="connsiteX93" fmla="*/ 8320104 w 12192001"/>
              <a:gd name="connsiteY93" fmla="*/ 1974587 h 2344739"/>
              <a:gd name="connsiteX94" fmla="*/ 8314433 w 12192001"/>
              <a:gd name="connsiteY94" fmla="*/ 1974913 h 2344739"/>
              <a:gd name="connsiteX95" fmla="*/ 8295174 w 12192001"/>
              <a:gd name="connsiteY95" fmla="*/ 1988808 h 2344739"/>
              <a:gd name="connsiteX96" fmla="*/ 8284276 w 12192001"/>
              <a:gd name="connsiteY96" fmla="*/ 1994631 h 2344739"/>
              <a:gd name="connsiteX97" fmla="*/ 8283150 w 12192001"/>
              <a:gd name="connsiteY97" fmla="*/ 1999074 h 2344739"/>
              <a:gd name="connsiteX98" fmla="*/ 8266076 w 12192001"/>
              <a:gd name="connsiteY98" fmla="*/ 2006249 h 2344739"/>
              <a:gd name="connsiteX99" fmla="*/ 8263377 w 12192001"/>
              <a:gd name="connsiteY99" fmla="*/ 2006019 h 2344739"/>
              <a:gd name="connsiteX100" fmla="*/ 8252033 w 12192001"/>
              <a:gd name="connsiteY100" fmla="*/ 2015862 h 2344739"/>
              <a:gd name="connsiteX101" fmla="*/ 8245834 w 12192001"/>
              <a:gd name="connsiteY101" fmla="*/ 2028854 h 2344739"/>
              <a:gd name="connsiteX102" fmla="*/ 8090272 w 12192001"/>
              <a:gd name="connsiteY102" fmla="*/ 2075015 h 2344739"/>
              <a:gd name="connsiteX103" fmla="*/ 7905407 w 12192001"/>
              <a:gd name="connsiteY103" fmla="*/ 2116988 h 2344739"/>
              <a:gd name="connsiteX104" fmla="*/ 7718745 w 12192001"/>
              <a:gd name="connsiteY104" fmla="*/ 2142703 h 2344739"/>
              <a:gd name="connsiteX105" fmla="*/ 7614347 w 12192001"/>
              <a:gd name="connsiteY105" fmla="*/ 2139232 h 2344739"/>
              <a:gd name="connsiteX106" fmla="*/ 7527543 w 12192001"/>
              <a:gd name="connsiteY106" fmla="*/ 2145060 h 2344739"/>
              <a:gd name="connsiteX107" fmla="*/ 7519571 w 12192001"/>
              <a:gd name="connsiteY107" fmla="*/ 2147613 h 2344739"/>
              <a:gd name="connsiteX108" fmla="*/ 7507411 w 12192001"/>
              <a:gd name="connsiteY108" fmla="*/ 2148948 h 2344739"/>
              <a:gd name="connsiteX109" fmla="*/ 7507040 w 12192001"/>
              <a:gd name="connsiteY109" fmla="*/ 2148621 h 2344739"/>
              <a:gd name="connsiteX110" fmla="*/ 7495795 w 12192001"/>
              <a:gd name="connsiteY110" fmla="*/ 2150573 h 2344739"/>
              <a:gd name="connsiteX111" fmla="*/ 7405391 w 12192001"/>
              <a:gd name="connsiteY111" fmla="*/ 2142468 h 2344739"/>
              <a:gd name="connsiteX112" fmla="*/ 7312180 w 12192001"/>
              <a:gd name="connsiteY112" fmla="*/ 2132873 h 2344739"/>
              <a:gd name="connsiteX113" fmla="*/ 7310853 w 12192001"/>
              <a:gd name="connsiteY113" fmla="*/ 2131431 h 2344739"/>
              <a:gd name="connsiteX114" fmla="*/ 7218559 w 12192001"/>
              <a:gd name="connsiteY114" fmla="*/ 2156680 h 2344739"/>
              <a:gd name="connsiteX115" fmla="*/ 7201101 w 12192001"/>
              <a:gd name="connsiteY115" fmla="*/ 2161230 h 2344739"/>
              <a:gd name="connsiteX116" fmla="*/ 7197004 w 12192001"/>
              <a:gd name="connsiteY116" fmla="*/ 2166588 h 2344739"/>
              <a:gd name="connsiteX117" fmla="*/ 7170808 w 12192001"/>
              <a:gd name="connsiteY117" fmla="*/ 2171236 h 2344739"/>
              <a:gd name="connsiteX118" fmla="*/ 7096988 w 12192001"/>
              <a:gd name="connsiteY118" fmla="*/ 2183464 h 2344739"/>
              <a:gd name="connsiteX119" fmla="*/ 7018496 w 12192001"/>
              <a:gd name="connsiteY119" fmla="*/ 2183090 h 2344739"/>
              <a:gd name="connsiteX120" fmla="*/ 6904146 w 12192001"/>
              <a:gd name="connsiteY120" fmla="*/ 2212596 h 2344739"/>
              <a:gd name="connsiteX121" fmla="*/ 6708222 w 12192001"/>
              <a:gd name="connsiteY121" fmla="*/ 2240551 h 2344739"/>
              <a:gd name="connsiteX122" fmla="*/ 6549454 w 12192001"/>
              <a:gd name="connsiteY122" fmla="*/ 2269327 h 2344739"/>
              <a:gd name="connsiteX123" fmla="*/ 6317560 w 12192001"/>
              <a:gd name="connsiteY123" fmla="*/ 2316127 h 2344739"/>
              <a:gd name="connsiteX124" fmla="*/ 6168674 w 12192001"/>
              <a:gd name="connsiteY124" fmla="*/ 2318214 h 2344739"/>
              <a:gd name="connsiteX125" fmla="*/ 6073848 w 12192001"/>
              <a:gd name="connsiteY125" fmla="*/ 2338676 h 2344739"/>
              <a:gd name="connsiteX126" fmla="*/ 6068529 w 12192001"/>
              <a:gd name="connsiteY126" fmla="*/ 2337139 h 2344739"/>
              <a:gd name="connsiteX127" fmla="*/ 6048638 w 12192001"/>
              <a:gd name="connsiteY127" fmla="*/ 2337822 h 2344739"/>
              <a:gd name="connsiteX128" fmla="*/ 6041285 w 12192001"/>
              <a:gd name="connsiteY128" fmla="*/ 2329473 h 2344739"/>
              <a:gd name="connsiteX129" fmla="*/ 6010090 w 12192001"/>
              <a:gd name="connsiteY129" fmla="*/ 2324380 h 2344739"/>
              <a:gd name="connsiteX130" fmla="*/ 5957375 w 12192001"/>
              <a:gd name="connsiteY130" fmla="*/ 2328024 h 2344739"/>
              <a:gd name="connsiteX131" fmla="*/ 5758919 w 12192001"/>
              <a:gd name="connsiteY131" fmla="*/ 2343716 h 2344739"/>
              <a:gd name="connsiteX132" fmla="*/ 5626960 w 12192001"/>
              <a:gd name="connsiteY132" fmla="*/ 2344739 h 2344739"/>
              <a:gd name="connsiteX133" fmla="*/ 5470906 w 12192001"/>
              <a:gd name="connsiteY133" fmla="*/ 2330719 h 2344739"/>
              <a:gd name="connsiteX134" fmla="*/ 5432761 w 12192001"/>
              <a:gd name="connsiteY134" fmla="*/ 2319466 h 2344739"/>
              <a:gd name="connsiteX135" fmla="*/ 5381669 w 12192001"/>
              <a:gd name="connsiteY135" fmla="*/ 2301764 h 2344739"/>
              <a:gd name="connsiteX136" fmla="*/ 5261764 w 12192001"/>
              <a:gd name="connsiteY136" fmla="*/ 2281347 h 2344739"/>
              <a:gd name="connsiteX137" fmla="*/ 5222961 w 12192001"/>
              <a:gd name="connsiteY137" fmla="*/ 2270223 h 2344739"/>
              <a:gd name="connsiteX138" fmla="*/ 5174660 w 12192001"/>
              <a:gd name="connsiteY138" fmla="*/ 2267233 h 2344739"/>
              <a:gd name="connsiteX139" fmla="*/ 5156554 w 12192001"/>
              <a:gd name="connsiteY139" fmla="*/ 2260010 h 2344739"/>
              <a:gd name="connsiteX140" fmla="*/ 5142599 w 12192001"/>
              <a:gd name="connsiteY140" fmla="*/ 2256610 h 2344739"/>
              <a:gd name="connsiteX141" fmla="*/ 5139596 w 12192001"/>
              <a:gd name="connsiteY141" fmla="*/ 2254509 h 2344739"/>
              <a:gd name="connsiteX142" fmla="*/ 5121659 w 12192001"/>
              <a:gd name="connsiteY142" fmla="*/ 2243656 h 2344739"/>
              <a:gd name="connsiteX143" fmla="*/ 5065790 w 12192001"/>
              <a:gd name="connsiteY143" fmla="*/ 2250227 h 2344739"/>
              <a:gd name="connsiteX144" fmla="*/ 5011514 w 12192001"/>
              <a:gd name="connsiteY144" fmla="*/ 2233846 h 2344739"/>
              <a:gd name="connsiteX145" fmla="*/ 4840441 w 12192001"/>
              <a:gd name="connsiteY145" fmla="*/ 2209829 h 2344739"/>
              <a:gd name="connsiteX146" fmla="*/ 4762447 w 12192001"/>
              <a:gd name="connsiteY146" fmla="*/ 2182061 h 2344739"/>
              <a:gd name="connsiteX147" fmla="*/ 4723186 w 12192001"/>
              <a:gd name="connsiteY147" fmla="*/ 2173047 h 2344739"/>
              <a:gd name="connsiteX148" fmla="*/ 4721176 w 12192001"/>
              <a:gd name="connsiteY148" fmla="*/ 2172298 h 2344739"/>
              <a:gd name="connsiteX149" fmla="*/ 4722111 w 12192001"/>
              <a:gd name="connsiteY149" fmla="*/ 2172087 h 2344739"/>
              <a:gd name="connsiteX150" fmla="*/ 4717202 w 12192001"/>
              <a:gd name="connsiteY150" fmla="*/ 2170817 h 2344739"/>
              <a:gd name="connsiteX151" fmla="*/ 4721176 w 12192001"/>
              <a:gd name="connsiteY151" fmla="*/ 2172298 h 2344739"/>
              <a:gd name="connsiteX152" fmla="*/ 4715526 w 12192001"/>
              <a:gd name="connsiteY152" fmla="*/ 2173573 h 2344739"/>
              <a:gd name="connsiteX153" fmla="*/ 4515814 w 12192001"/>
              <a:gd name="connsiteY153" fmla="*/ 2163671 h 2344739"/>
              <a:gd name="connsiteX154" fmla="*/ 4428543 w 12192001"/>
              <a:gd name="connsiteY154" fmla="*/ 2153020 h 2344739"/>
              <a:gd name="connsiteX155" fmla="*/ 4362875 w 12192001"/>
              <a:gd name="connsiteY155" fmla="*/ 2151674 h 2344739"/>
              <a:gd name="connsiteX156" fmla="*/ 4316966 w 12192001"/>
              <a:gd name="connsiteY156" fmla="*/ 2158289 h 2344739"/>
              <a:gd name="connsiteX157" fmla="*/ 4315110 w 12192001"/>
              <a:gd name="connsiteY157" fmla="*/ 2156948 h 2344739"/>
              <a:gd name="connsiteX158" fmla="*/ 4295144 w 12192001"/>
              <a:gd name="connsiteY158" fmla="*/ 2155069 h 2344739"/>
              <a:gd name="connsiteX159" fmla="*/ 4290064 w 12192001"/>
              <a:gd name="connsiteY159" fmla="*/ 2157986 h 2344739"/>
              <a:gd name="connsiteX160" fmla="*/ 4276142 w 12192001"/>
              <a:gd name="connsiteY160" fmla="*/ 2157740 h 2344739"/>
              <a:gd name="connsiteX161" fmla="*/ 4248117 w 12192001"/>
              <a:gd name="connsiteY161" fmla="*/ 2160064 h 2344739"/>
              <a:gd name="connsiteX162" fmla="*/ 4202051 w 12192001"/>
              <a:gd name="connsiteY162" fmla="*/ 2157269 h 2344739"/>
              <a:gd name="connsiteX163" fmla="*/ 4201745 w 12192001"/>
              <a:gd name="connsiteY163" fmla="*/ 2156010 h 2344739"/>
              <a:gd name="connsiteX164" fmla="*/ 4191248 w 12192001"/>
              <a:gd name="connsiteY164" fmla="*/ 2150376 h 2344739"/>
              <a:gd name="connsiteX165" fmla="*/ 4142745 w 12192001"/>
              <a:gd name="connsiteY165" fmla="*/ 2134511 h 2344739"/>
              <a:gd name="connsiteX166" fmla="*/ 4083097 w 12192001"/>
              <a:gd name="connsiteY166" fmla="*/ 2107978 h 2344739"/>
              <a:gd name="connsiteX167" fmla="*/ 4074546 w 12192001"/>
              <a:gd name="connsiteY167" fmla="*/ 2107143 h 2344739"/>
              <a:gd name="connsiteX168" fmla="*/ 4074427 w 12192001"/>
              <a:gd name="connsiteY168" fmla="*/ 2106844 h 2344739"/>
              <a:gd name="connsiteX169" fmla="*/ 4065510 w 12192001"/>
              <a:gd name="connsiteY169" fmla="*/ 2105400 h 2344739"/>
              <a:gd name="connsiteX170" fmla="*/ 4058954 w 12192001"/>
              <a:gd name="connsiteY170" fmla="*/ 2105618 h 2344739"/>
              <a:gd name="connsiteX171" fmla="*/ 4042364 w 12192001"/>
              <a:gd name="connsiteY171" fmla="*/ 2103997 h 2344739"/>
              <a:gd name="connsiteX172" fmla="*/ 4036997 w 12192001"/>
              <a:gd name="connsiteY172" fmla="*/ 2101563 h 2344739"/>
              <a:gd name="connsiteX173" fmla="*/ 4035363 w 12192001"/>
              <a:gd name="connsiteY173" fmla="*/ 2097896 h 2344739"/>
              <a:gd name="connsiteX174" fmla="*/ 4033778 w 12192001"/>
              <a:gd name="connsiteY174" fmla="*/ 2098131 h 2344739"/>
              <a:gd name="connsiteX175" fmla="*/ 4004538 w 12192001"/>
              <a:gd name="connsiteY175" fmla="*/ 2085563 h 2344739"/>
              <a:gd name="connsiteX176" fmla="*/ 3936846 w 12192001"/>
              <a:gd name="connsiteY176" fmla="*/ 2068106 h 2344739"/>
              <a:gd name="connsiteX177" fmla="*/ 3897275 w 12192001"/>
              <a:gd name="connsiteY177" fmla="*/ 2062451 h 2344739"/>
              <a:gd name="connsiteX178" fmla="*/ 3789760 w 12192001"/>
              <a:gd name="connsiteY178" fmla="*/ 2042213 h 2344739"/>
              <a:gd name="connsiteX179" fmla="*/ 3682513 w 12192001"/>
              <a:gd name="connsiteY179" fmla="*/ 2018290 h 2344739"/>
              <a:gd name="connsiteX180" fmla="*/ 3610035 w 12192001"/>
              <a:gd name="connsiteY180" fmla="*/ 1986019 h 2344739"/>
              <a:gd name="connsiteX181" fmla="*/ 3603855 w 12192001"/>
              <a:gd name="connsiteY181" fmla="*/ 1987381 h 2344739"/>
              <a:gd name="connsiteX182" fmla="*/ 3594736 w 12192001"/>
              <a:gd name="connsiteY182" fmla="*/ 1987545 h 2344739"/>
              <a:gd name="connsiteX183" fmla="*/ 3594501 w 12192001"/>
              <a:gd name="connsiteY183" fmla="*/ 1987276 h 2344739"/>
              <a:gd name="connsiteX184" fmla="*/ 3585978 w 12192001"/>
              <a:gd name="connsiteY184" fmla="*/ 1987966 h 2344739"/>
              <a:gd name="connsiteX185" fmla="*/ 3536135 w 12192001"/>
              <a:gd name="connsiteY185" fmla="*/ 1978267 h 2344739"/>
              <a:gd name="connsiteX186" fmla="*/ 3473223 w 12192001"/>
              <a:gd name="connsiteY186" fmla="*/ 1974606 h 2344739"/>
              <a:gd name="connsiteX187" fmla="*/ 3400728 w 12192001"/>
              <a:gd name="connsiteY187" fmla="*/ 1962558 h 2344739"/>
              <a:gd name="connsiteX188" fmla="*/ 3363888 w 12192001"/>
              <a:gd name="connsiteY188" fmla="*/ 1979510 h 2344739"/>
              <a:gd name="connsiteX189" fmla="*/ 3344026 w 12192001"/>
              <a:gd name="connsiteY189" fmla="*/ 1981192 h 2344739"/>
              <a:gd name="connsiteX190" fmla="*/ 3341698 w 12192001"/>
              <a:gd name="connsiteY190" fmla="*/ 1980217 h 2344739"/>
              <a:gd name="connsiteX191" fmla="*/ 3262356 w 12192001"/>
              <a:gd name="connsiteY191" fmla="*/ 1986094 h 2344739"/>
              <a:gd name="connsiteX192" fmla="*/ 3142556 w 12192001"/>
              <a:gd name="connsiteY192" fmla="*/ 1993869 h 2344739"/>
              <a:gd name="connsiteX193" fmla="*/ 3030291 w 12192001"/>
              <a:gd name="connsiteY193" fmla="*/ 1996512 h 2344739"/>
              <a:gd name="connsiteX194" fmla="*/ 2781569 w 12192001"/>
              <a:gd name="connsiteY194" fmla="*/ 2018333 h 2344739"/>
              <a:gd name="connsiteX195" fmla="*/ 2646527 w 12192001"/>
              <a:gd name="connsiteY195" fmla="*/ 2028869 h 2344739"/>
              <a:gd name="connsiteX196" fmla="*/ 2568028 w 12192001"/>
              <a:gd name="connsiteY196" fmla="*/ 2002628 h 2344739"/>
              <a:gd name="connsiteX197" fmla="*/ 2443255 w 12192001"/>
              <a:gd name="connsiteY197" fmla="*/ 2016529 h 2344739"/>
              <a:gd name="connsiteX198" fmla="*/ 2315112 w 12192001"/>
              <a:gd name="connsiteY198" fmla="*/ 2024996 h 2344739"/>
              <a:gd name="connsiteX199" fmla="*/ 2208578 w 12192001"/>
              <a:gd name="connsiteY199" fmla="*/ 2019763 h 2344739"/>
              <a:gd name="connsiteX200" fmla="*/ 2094665 w 12192001"/>
              <a:gd name="connsiteY200" fmla="*/ 2003052 h 2344739"/>
              <a:gd name="connsiteX201" fmla="*/ 1997356 w 12192001"/>
              <a:gd name="connsiteY201" fmla="*/ 1995032 h 2344739"/>
              <a:gd name="connsiteX202" fmla="*/ 1928172 w 12192001"/>
              <a:gd name="connsiteY202" fmla="*/ 2016977 h 2344739"/>
              <a:gd name="connsiteX203" fmla="*/ 1921650 w 12192001"/>
              <a:gd name="connsiteY203" fmla="*/ 2012146 h 2344739"/>
              <a:gd name="connsiteX204" fmla="*/ 1873080 w 12192001"/>
              <a:gd name="connsiteY204" fmla="*/ 2013741 h 2344739"/>
              <a:gd name="connsiteX205" fmla="*/ 1786655 w 12192001"/>
              <a:gd name="connsiteY205" fmla="*/ 2041363 h 2344739"/>
              <a:gd name="connsiteX206" fmla="*/ 1738204 w 12192001"/>
              <a:gd name="connsiteY206" fmla="*/ 2036312 h 2344739"/>
              <a:gd name="connsiteX207" fmla="*/ 1675071 w 12192001"/>
              <a:gd name="connsiteY207" fmla="*/ 2019963 h 2344739"/>
              <a:gd name="connsiteX208" fmla="*/ 1608669 w 12192001"/>
              <a:gd name="connsiteY208" fmla="*/ 2013066 h 2344739"/>
              <a:gd name="connsiteX209" fmla="*/ 1496110 w 12192001"/>
              <a:gd name="connsiteY209" fmla="*/ 1987476 h 2344739"/>
              <a:gd name="connsiteX210" fmla="*/ 1149979 w 12192001"/>
              <a:gd name="connsiteY210" fmla="*/ 1938041 h 2344739"/>
              <a:gd name="connsiteX211" fmla="*/ 858269 w 12192001"/>
              <a:gd name="connsiteY211" fmla="*/ 1928608 h 2344739"/>
              <a:gd name="connsiteX212" fmla="*/ 837540 w 12192001"/>
              <a:gd name="connsiteY212" fmla="*/ 1929821 h 2344739"/>
              <a:gd name="connsiteX213" fmla="*/ 816809 w 12192001"/>
              <a:gd name="connsiteY213" fmla="*/ 1927857 h 2344739"/>
              <a:gd name="connsiteX214" fmla="*/ 811506 w 12192001"/>
              <a:gd name="connsiteY214" fmla="*/ 1930751 h 2344739"/>
              <a:gd name="connsiteX215" fmla="*/ 797041 w 12192001"/>
              <a:gd name="connsiteY215" fmla="*/ 1930446 h 2344739"/>
              <a:gd name="connsiteX216" fmla="*/ 767901 w 12192001"/>
              <a:gd name="connsiteY216" fmla="*/ 1932653 h 2344739"/>
              <a:gd name="connsiteX217" fmla="*/ 763053 w 12192001"/>
              <a:gd name="connsiteY217" fmla="*/ 1930432 h 2344739"/>
              <a:gd name="connsiteX218" fmla="*/ 720047 w 12192001"/>
              <a:gd name="connsiteY218" fmla="*/ 1929661 h 2344739"/>
              <a:gd name="connsiteX219" fmla="*/ 719742 w 12192001"/>
              <a:gd name="connsiteY219" fmla="*/ 1928399 h 2344739"/>
              <a:gd name="connsiteX220" fmla="*/ 708875 w 12192001"/>
              <a:gd name="connsiteY220" fmla="*/ 1922722 h 2344739"/>
              <a:gd name="connsiteX221" fmla="*/ 596792 w 12192001"/>
              <a:gd name="connsiteY221" fmla="*/ 1879864 h 2344739"/>
              <a:gd name="connsiteX222" fmla="*/ 578535 w 12192001"/>
              <a:gd name="connsiteY222" fmla="*/ 1877212 h 2344739"/>
              <a:gd name="connsiteX223" fmla="*/ 571717 w 12192001"/>
              <a:gd name="connsiteY223" fmla="*/ 1877401 h 2344739"/>
              <a:gd name="connsiteX224" fmla="*/ 445099 w 12192001"/>
              <a:gd name="connsiteY224" fmla="*/ 1839371 h 2344739"/>
              <a:gd name="connsiteX225" fmla="*/ 404015 w 12192001"/>
              <a:gd name="connsiteY225" fmla="*/ 1833548 h 2344739"/>
              <a:gd name="connsiteX226" fmla="*/ 292435 w 12192001"/>
              <a:gd name="connsiteY226" fmla="*/ 1812852 h 2344739"/>
              <a:gd name="connsiteX227" fmla="*/ 118381 w 12192001"/>
              <a:gd name="connsiteY227" fmla="*/ 1761047 h 2344739"/>
              <a:gd name="connsiteX228" fmla="*/ 15526 w 12192001"/>
              <a:gd name="connsiteY228" fmla="*/ 1758191 h 2344739"/>
              <a:gd name="connsiteX229" fmla="*/ 2 w 12192001"/>
              <a:gd name="connsiteY229" fmla="*/ 1752722 h 2344739"/>
              <a:gd name="connsiteX230" fmla="*/ 1 w 12192001"/>
              <a:gd name="connsiteY230" fmla="*/ 762497 h 2344739"/>
              <a:gd name="connsiteX231" fmla="*/ 0 w 12192001"/>
              <a:gd name="connsiteY231" fmla="*/ 762497 h 2344739"/>
              <a:gd name="connsiteX232" fmla="*/ 0 w 12192001"/>
              <a:gd name="connsiteY232" fmla="*/ 222213 h 2344739"/>
              <a:gd name="connsiteX233" fmla="*/ 0 w 12192001"/>
              <a:gd name="connsiteY233"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13812 w 12192001"/>
              <a:gd name="connsiteY70" fmla="*/ 1919069 h 2344739"/>
              <a:gd name="connsiteX71" fmla="*/ 9053453 w 12192001"/>
              <a:gd name="connsiteY71" fmla="*/ 1910755 h 2344739"/>
              <a:gd name="connsiteX72" fmla="*/ 9005486 w 12192001"/>
              <a:gd name="connsiteY72" fmla="*/ 1914040 h 2344739"/>
              <a:gd name="connsiteX73" fmla="*/ 9005201 w 12192001"/>
              <a:gd name="connsiteY73" fmla="*/ 1913800 h 2344739"/>
              <a:gd name="connsiteX74" fmla="*/ 8996232 w 12192001"/>
              <a:gd name="connsiteY74" fmla="*/ 1915011 h 2344739"/>
              <a:gd name="connsiteX75" fmla="*/ 8990394 w 12192001"/>
              <a:gd name="connsiteY75" fmla="*/ 1917072 h 2344739"/>
              <a:gd name="connsiteX76" fmla="*/ 8974337 w 12192001"/>
              <a:gd name="connsiteY76" fmla="*/ 1920298 h 2344739"/>
              <a:gd name="connsiteX77" fmla="*/ 8968011 w 12192001"/>
              <a:gd name="connsiteY77" fmla="*/ 1919598 h 2344739"/>
              <a:gd name="connsiteX78" fmla="*/ 8963048 w 12192001"/>
              <a:gd name="connsiteY78" fmla="*/ 1917373 h 2344739"/>
              <a:gd name="connsiteX79" fmla="*/ 8928988 w 12192001"/>
              <a:gd name="connsiteY79" fmla="*/ 1914185 h 2344739"/>
              <a:gd name="connsiteX80" fmla="*/ 8752444 w 12192001"/>
              <a:gd name="connsiteY80" fmla="*/ 1933417 h 2344739"/>
              <a:gd name="connsiteX81" fmla="*/ 8707847 w 12192001"/>
              <a:gd name="connsiteY81" fmla="*/ 1935518 h 2344739"/>
              <a:gd name="connsiteX82" fmla="*/ 8596071 w 12192001"/>
              <a:gd name="connsiteY82" fmla="*/ 1944090 h 2344739"/>
              <a:gd name="connsiteX83" fmla="*/ 8525230 w 12192001"/>
              <a:gd name="connsiteY83" fmla="*/ 1929248 h 2344739"/>
              <a:gd name="connsiteX84" fmla="*/ 8510983 w 12192001"/>
              <a:gd name="connsiteY84" fmla="*/ 1935163 h 2344739"/>
              <a:gd name="connsiteX85" fmla="*/ 8506167 w 12192001"/>
              <a:gd name="connsiteY85" fmla="*/ 1938164 h 2344739"/>
              <a:gd name="connsiteX86" fmla="*/ 8497968 w 12192001"/>
              <a:gd name="connsiteY86" fmla="*/ 1940902 h 2344739"/>
              <a:gd name="connsiteX87" fmla="*/ 8497594 w 12192001"/>
              <a:gd name="connsiteY87" fmla="*/ 1940723 h 2344739"/>
              <a:gd name="connsiteX88" fmla="*/ 8490249 w 12192001"/>
              <a:gd name="connsiteY88" fmla="*/ 1943773 h 2344739"/>
              <a:gd name="connsiteX89" fmla="*/ 8367182 w 12192001"/>
              <a:gd name="connsiteY89" fmla="*/ 1957815 h 2344739"/>
              <a:gd name="connsiteX90" fmla="*/ 8353799 w 12192001"/>
              <a:gd name="connsiteY90" fmla="*/ 1958009 h 2344739"/>
              <a:gd name="connsiteX91" fmla="*/ 8352373 w 12192001"/>
              <a:gd name="connsiteY91" fmla="*/ 1957169 h 2344739"/>
              <a:gd name="connsiteX92" fmla="*/ 8320104 w 12192001"/>
              <a:gd name="connsiteY92" fmla="*/ 1974587 h 2344739"/>
              <a:gd name="connsiteX93" fmla="*/ 8314433 w 12192001"/>
              <a:gd name="connsiteY93" fmla="*/ 1974913 h 2344739"/>
              <a:gd name="connsiteX94" fmla="*/ 8295174 w 12192001"/>
              <a:gd name="connsiteY94" fmla="*/ 1988808 h 2344739"/>
              <a:gd name="connsiteX95" fmla="*/ 8284276 w 12192001"/>
              <a:gd name="connsiteY95" fmla="*/ 1994631 h 2344739"/>
              <a:gd name="connsiteX96" fmla="*/ 8283150 w 12192001"/>
              <a:gd name="connsiteY96" fmla="*/ 1999074 h 2344739"/>
              <a:gd name="connsiteX97" fmla="*/ 8266076 w 12192001"/>
              <a:gd name="connsiteY97" fmla="*/ 2006249 h 2344739"/>
              <a:gd name="connsiteX98" fmla="*/ 8263377 w 12192001"/>
              <a:gd name="connsiteY98" fmla="*/ 2006019 h 2344739"/>
              <a:gd name="connsiteX99" fmla="*/ 8252033 w 12192001"/>
              <a:gd name="connsiteY99" fmla="*/ 2015862 h 2344739"/>
              <a:gd name="connsiteX100" fmla="*/ 8245834 w 12192001"/>
              <a:gd name="connsiteY100" fmla="*/ 2028854 h 2344739"/>
              <a:gd name="connsiteX101" fmla="*/ 8090272 w 12192001"/>
              <a:gd name="connsiteY101" fmla="*/ 2075015 h 2344739"/>
              <a:gd name="connsiteX102" fmla="*/ 7905407 w 12192001"/>
              <a:gd name="connsiteY102" fmla="*/ 2116988 h 2344739"/>
              <a:gd name="connsiteX103" fmla="*/ 7718745 w 12192001"/>
              <a:gd name="connsiteY103" fmla="*/ 2142703 h 2344739"/>
              <a:gd name="connsiteX104" fmla="*/ 7614347 w 12192001"/>
              <a:gd name="connsiteY104" fmla="*/ 2139232 h 2344739"/>
              <a:gd name="connsiteX105" fmla="*/ 7527543 w 12192001"/>
              <a:gd name="connsiteY105" fmla="*/ 2145060 h 2344739"/>
              <a:gd name="connsiteX106" fmla="*/ 7519571 w 12192001"/>
              <a:gd name="connsiteY106" fmla="*/ 2147613 h 2344739"/>
              <a:gd name="connsiteX107" fmla="*/ 7507411 w 12192001"/>
              <a:gd name="connsiteY107" fmla="*/ 2148948 h 2344739"/>
              <a:gd name="connsiteX108" fmla="*/ 7507040 w 12192001"/>
              <a:gd name="connsiteY108" fmla="*/ 2148621 h 2344739"/>
              <a:gd name="connsiteX109" fmla="*/ 7495795 w 12192001"/>
              <a:gd name="connsiteY109" fmla="*/ 2150573 h 2344739"/>
              <a:gd name="connsiteX110" fmla="*/ 7405391 w 12192001"/>
              <a:gd name="connsiteY110" fmla="*/ 2142468 h 2344739"/>
              <a:gd name="connsiteX111" fmla="*/ 7312180 w 12192001"/>
              <a:gd name="connsiteY111" fmla="*/ 2132873 h 2344739"/>
              <a:gd name="connsiteX112" fmla="*/ 7310853 w 12192001"/>
              <a:gd name="connsiteY112" fmla="*/ 2131431 h 2344739"/>
              <a:gd name="connsiteX113" fmla="*/ 7218559 w 12192001"/>
              <a:gd name="connsiteY113" fmla="*/ 2156680 h 2344739"/>
              <a:gd name="connsiteX114" fmla="*/ 7201101 w 12192001"/>
              <a:gd name="connsiteY114" fmla="*/ 2161230 h 2344739"/>
              <a:gd name="connsiteX115" fmla="*/ 7197004 w 12192001"/>
              <a:gd name="connsiteY115" fmla="*/ 2166588 h 2344739"/>
              <a:gd name="connsiteX116" fmla="*/ 7170808 w 12192001"/>
              <a:gd name="connsiteY116" fmla="*/ 2171236 h 2344739"/>
              <a:gd name="connsiteX117" fmla="*/ 7096988 w 12192001"/>
              <a:gd name="connsiteY117" fmla="*/ 2183464 h 2344739"/>
              <a:gd name="connsiteX118" fmla="*/ 7018496 w 12192001"/>
              <a:gd name="connsiteY118" fmla="*/ 2183090 h 2344739"/>
              <a:gd name="connsiteX119" fmla="*/ 6904146 w 12192001"/>
              <a:gd name="connsiteY119" fmla="*/ 2212596 h 2344739"/>
              <a:gd name="connsiteX120" fmla="*/ 6708222 w 12192001"/>
              <a:gd name="connsiteY120" fmla="*/ 2240551 h 2344739"/>
              <a:gd name="connsiteX121" fmla="*/ 6549454 w 12192001"/>
              <a:gd name="connsiteY121" fmla="*/ 2269327 h 2344739"/>
              <a:gd name="connsiteX122" fmla="*/ 6317560 w 12192001"/>
              <a:gd name="connsiteY122" fmla="*/ 2316127 h 2344739"/>
              <a:gd name="connsiteX123" fmla="*/ 6168674 w 12192001"/>
              <a:gd name="connsiteY123" fmla="*/ 2318214 h 2344739"/>
              <a:gd name="connsiteX124" fmla="*/ 6073848 w 12192001"/>
              <a:gd name="connsiteY124" fmla="*/ 2338676 h 2344739"/>
              <a:gd name="connsiteX125" fmla="*/ 6068529 w 12192001"/>
              <a:gd name="connsiteY125" fmla="*/ 2337139 h 2344739"/>
              <a:gd name="connsiteX126" fmla="*/ 6048638 w 12192001"/>
              <a:gd name="connsiteY126" fmla="*/ 2337822 h 2344739"/>
              <a:gd name="connsiteX127" fmla="*/ 6041285 w 12192001"/>
              <a:gd name="connsiteY127" fmla="*/ 2329473 h 2344739"/>
              <a:gd name="connsiteX128" fmla="*/ 6010090 w 12192001"/>
              <a:gd name="connsiteY128" fmla="*/ 2324380 h 2344739"/>
              <a:gd name="connsiteX129" fmla="*/ 5957375 w 12192001"/>
              <a:gd name="connsiteY129" fmla="*/ 2328024 h 2344739"/>
              <a:gd name="connsiteX130" fmla="*/ 5758919 w 12192001"/>
              <a:gd name="connsiteY130" fmla="*/ 2343716 h 2344739"/>
              <a:gd name="connsiteX131" fmla="*/ 5626960 w 12192001"/>
              <a:gd name="connsiteY131" fmla="*/ 2344739 h 2344739"/>
              <a:gd name="connsiteX132" fmla="*/ 5470906 w 12192001"/>
              <a:gd name="connsiteY132" fmla="*/ 2330719 h 2344739"/>
              <a:gd name="connsiteX133" fmla="*/ 5432761 w 12192001"/>
              <a:gd name="connsiteY133" fmla="*/ 2319466 h 2344739"/>
              <a:gd name="connsiteX134" fmla="*/ 5381669 w 12192001"/>
              <a:gd name="connsiteY134" fmla="*/ 2301764 h 2344739"/>
              <a:gd name="connsiteX135" fmla="*/ 5261764 w 12192001"/>
              <a:gd name="connsiteY135" fmla="*/ 2281347 h 2344739"/>
              <a:gd name="connsiteX136" fmla="*/ 5222961 w 12192001"/>
              <a:gd name="connsiteY136" fmla="*/ 2270223 h 2344739"/>
              <a:gd name="connsiteX137" fmla="*/ 5174660 w 12192001"/>
              <a:gd name="connsiteY137" fmla="*/ 2267233 h 2344739"/>
              <a:gd name="connsiteX138" fmla="*/ 5156554 w 12192001"/>
              <a:gd name="connsiteY138" fmla="*/ 2260010 h 2344739"/>
              <a:gd name="connsiteX139" fmla="*/ 5142599 w 12192001"/>
              <a:gd name="connsiteY139" fmla="*/ 2256610 h 2344739"/>
              <a:gd name="connsiteX140" fmla="*/ 5139596 w 12192001"/>
              <a:gd name="connsiteY140" fmla="*/ 2254509 h 2344739"/>
              <a:gd name="connsiteX141" fmla="*/ 5121659 w 12192001"/>
              <a:gd name="connsiteY141" fmla="*/ 2243656 h 2344739"/>
              <a:gd name="connsiteX142" fmla="*/ 5065790 w 12192001"/>
              <a:gd name="connsiteY142" fmla="*/ 2250227 h 2344739"/>
              <a:gd name="connsiteX143" fmla="*/ 5011514 w 12192001"/>
              <a:gd name="connsiteY143" fmla="*/ 2233846 h 2344739"/>
              <a:gd name="connsiteX144" fmla="*/ 4840441 w 12192001"/>
              <a:gd name="connsiteY144" fmla="*/ 2209829 h 2344739"/>
              <a:gd name="connsiteX145" fmla="*/ 4762447 w 12192001"/>
              <a:gd name="connsiteY145" fmla="*/ 2182061 h 2344739"/>
              <a:gd name="connsiteX146" fmla="*/ 4723186 w 12192001"/>
              <a:gd name="connsiteY146" fmla="*/ 2173047 h 2344739"/>
              <a:gd name="connsiteX147" fmla="*/ 4721176 w 12192001"/>
              <a:gd name="connsiteY147" fmla="*/ 2172298 h 2344739"/>
              <a:gd name="connsiteX148" fmla="*/ 4722111 w 12192001"/>
              <a:gd name="connsiteY148" fmla="*/ 2172087 h 2344739"/>
              <a:gd name="connsiteX149" fmla="*/ 4717202 w 12192001"/>
              <a:gd name="connsiteY149" fmla="*/ 2170817 h 2344739"/>
              <a:gd name="connsiteX150" fmla="*/ 4721176 w 12192001"/>
              <a:gd name="connsiteY150" fmla="*/ 2172298 h 2344739"/>
              <a:gd name="connsiteX151" fmla="*/ 4715526 w 12192001"/>
              <a:gd name="connsiteY151" fmla="*/ 2173573 h 2344739"/>
              <a:gd name="connsiteX152" fmla="*/ 4515814 w 12192001"/>
              <a:gd name="connsiteY152" fmla="*/ 2163671 h 2344739"/>
              <a:gd name="connsiteX153" fmla="*/ 4428543 w 12192001"/>
              <a:gd name="connsiteY153" fmla="*/ 2153020 h 2344739"/>
              <a:gd name="connsiteX154" fmla="*/ 4362875 w 12192001"/>
              <a:gd name="connsiteY154" fmla="*/ 2151674 h 2344739"/>
              <a:gd name="connsiteX155" fmla="*/ 4316966 w 12192001"/>
              <a:gd name="connsiteY155" fmla="*/ 2158289 h 2344739"/>
              <a:gd name="connsiteX156" fmla="*/ 4315110 w 12192001"/>
              <a:gd name="connsiteY156" fmla="*/ 2156948 h 2344739"/>
              <a:gd name="connsiteX157" fmla="*/ 4295144 w 12192001"/>
              <a:gd name="connsiteY157" fmla="*/ 2155069 h 2344739"/>
              <a:gd name="connsiteX158" fmla="*/ 4290064 w 12192001"/>
              <a:gd name="connsiteY158" fmla="*/ 2157986 h 2344739"/>
              <a:gd name="connsiteX159" fmla="*/ 4276142 w 12192001"/>
              <a:gd name="connsiteY159" fmla="*/ 2157740 h 2344739"/>
              <a:gd name="connsiteX160" fmla="*/ 4248117 w 12192001"/>
              <a:gd name="connsiteY160" fmla="*/ 2160064 h 2344739"/>
              <a:gd name="connsiteX161" fmla="*/ 4202051 w 12192001"/>
              <a:gd name="connsiteY161" fmla="*/ 2157269 h 2344739"/>
              <a:gd name="connsiteX162" fmla="*/ 4201745 w 12192001"/>
              <a:gd name="connsiteY162" fmla="*/ 2156010 h 2344739"/>
              <a:gd name="connsiteX163" fmla="*/ 4191248 w 12192001"/>
              <a:gd name="connsiteY163" fmla="*/ 2150376 h 2344739"/>
              <a:gd name="connsiteX164" fmla="*/ 4142745 w 12192001"/>
              <a:gd name="connsiteY164" fmla="*/ 2134511 h 2344739"/>
              <a:gd name="connsiteX165" fmla="*/ 4083097 w 12192001"/>
              <a:gd name="connsiteY165" fmla="*/ 2107978 h 2344739"/>
              <a:gd name="connsiteX166" fmla="*/ 4074546 w 12192001"/>
              <a:gd name="connsiteY166" fmla="*/ 2107143 h 2344739"/>
              <a:gd name="connsiteX167" fmla="*/ 4074427 w 12192001"/>
              <a:gd name="connsiteY167" fmla="*/ 2106844 h 2344739"/>
              <a:gd name="connsiteX168" fmla="*/ 4065510 w 12192001"/>
              <a:gd name="connsiteY168" fmla="*/ 2105400 h 2344739"/>
              <a:gd name="connsiteX169" fmla="*/ 4058954 w 12192001"/>
              <a:gd name="connsiteY169" fmla="*/ 2105618 h 2344739"/>
              <a:gd name="connsiteX170" fmla="*/ 4042364 w 12192001"/>
              <a:gd name="connsiteY170" fmla="*/ 2103997 h 2344739"/>
              <a:gd name="connsiteX171" fmla="*/ 4036997 w 12192001"/>
              <a:gd name="connsiteY171" fmla="*/ 2101563 h 2344739"/>
              <a:gd name="connsiteX172" fmla="*/ 4035363 w 12192001"/>
              <a:gd name="connsiteY172" fmla="*/ 2097896 h 2344739"/>
              <a:gd name="connsiteX173" fmla="*/ 4033778 w 12192001"/>
              <a:gd name="connsiteY173" fmla="*/ 2098131 h 2344739"/>
              <a:gd name="connsiteX174" fmla="*/ 4004538 w 12192001"/>
              <a:gd name="connsiteY174" fmla="*/ 2085563 h 2344739"/>
              <a:gd name="connsiteX175" fmla="*/ 3936846 w 12192001"/>
              <a:gd name="connsiteY175" fmla="*/ 2068106 h 2344739"/>
              <a:gd name="connsiteX176" fmla="*/ 3897275 w 12192001"/>
              <a:gd name="connsiteY176" fmla="*/ 2062451 h 2344739"/>
              <a:gd name="connsiteX177" fmla="*/ 3789760 w 12192001"/>
              <a:gd name="connsiteY177" fmla="*/ 2042213 h 2344739"/>
              <a:gd name="connsiteX178" fmla="*/ 3682513 w 12192001"/>
              <a:gd name="connsiteY178" fmla="*/ 2018290 h 2344739"/>
              <a:gd name="connsiteX179" fmla="*/ 3610035 w 12192001"/>
              <a:gd name="connsiteY179" fmla="*/ 1986019 h 2344739"/>
              <a:gd name="connsiteX180" fmla="*/ 3603855 w 12192001"/>
              <a:gd name="connsiteY180" fmla="*/ 1987381 h 2344739"/>
              <a:gd name="connsiteX181" fmla="*/ 3594736 w 12192001"/>
              <a:gd name="connsiteY181" fmla="*/ 1987545 h 2344739"/>
              <a:gd name="connsiteX182" fmla="*/ 3594501 w 12192001"/>
              <a:gd name="connsiteY182" fmla="*/ 1987276 h 2344739"/>
              <a:gd name="connsiteX183" fmla="*/ 3585978 w 12192001"/>
              <a:gd name="connsiteY183" fmla="*/ 1987966 h 2344739"/>
              <a:gd name="connsiteX184" fmla="*/ 3536135 w 12192001"/>
              <a:gd name="connsiteY184" fmla="*/ 1978267 h 2344739"/>
              <a:gd name="connsiteX185" fmla="*/ 3473223 w 12192001"/>
              <a:gd name="connsiteY185" fmla="*/ 1974606 h 2344739"/>
              <a:gd name="connsiteX186" fmla="*/ 3400728 w 12192001"/>
              <a:gd name="connsiteY186" fmla="*/ 1962558 h 2344739"/>
              <a:gd name="connsiteX187" fmla="*/ 3363888 w 12192001"/>
              <a:gd name="connsiteY187" fmla="*/ 1979510 h 2344739"/>
              <a:gd name="connsiteX188" fmla="*/ 3344026 w 12192001"/>
              <a:gd name="connsiteY188" fmla="*/ 1981192 h 2344739"/>
              <a:gd name="connsiteX189" fmla="*/ 3341698 w 12192001"/>
              <a:gd name="connsiteY189" fmla="*/ 1980217 h 2344739"/>
              <a:gd name="connsiteX190" fmla="*/ 3262356 w 12192001"/>
              <a:gd name="connsiteY190" fmla="*/ 1986094 h 2344739"/>
              <a:gd name="connsiteX191" fmla="*/ 3142556 w 12192001"/>
              <a:gd name="connsiteY191" fmla="*/ 1993869 h 2344739"/>
              <a:gd name="connsiteX192" fmla="*/ 3030291 w 12192001"/>
              <a:gd name="connsiteY192" fmla="*/ 1996512 h 2344739"/>
              <a:gd name="connsiteX193" fmla="*/ 2781569 w 12192001"/>
              <a:gd name="connsiteY193" fmla="*/ 2018333 h 2344739"/>
              <a:gd name="connsiteX194" fmla="*/ 2646527 w 12192001"/>
              <a:gd name="connsiteY194" fmla="*/ 2028869 h 2344739"/>
              <a:gd name="connsiteX195" fmla="*/ 2568028 w 12192001"/>
              <a:gd name="connsiteY195" fmla="*/ 2002628 h 2344739"/>
              <a:gd name="connsiteX196" fmla="*/ 2443255 w 12192001"/>
              <a:gd name="connsiteY196" fmla="*/ 2016529 h 2344739"/>
              <a:gd name="connsiteX197" fmla="*/ 2315112 w 12192001"/>
              <a:gd name="connsiteY197" fmla="*/ 2024996 h 2344739"/>
              <a:gd name="connsiteX198" fmla="*/ 2208578 w 12192001"/>
              <a:gd name="connsiteY198" fmla="*/ 2019763 h 2344739"/>
              <a:gd name="connsiteX199" fmla="*/ 2094665 w 12192001"/>
              <a:gd name="connsiteY199" fmla="*/ 2003052 h 2344739"/>
              <a:gd name="connsiteX200" fmla="*/ 1997356 w 12192001"/>
              <a:gd name="connsiteY200" fmla="*/ 1995032 h 2344739"/>
              <a:gd name="connsiteX201" fmla="*/ 1928172 w 12192001"/>
              <a:gd name="connsiteY201" fmla="*/ 2016977 h 2344739"/>
              <a:gd name="connsiteX202" fmla="*/ 1921650 w 12192001"/>
              <a:gd name="connsiteY202" fmla="*/ 2012146 h 2344739"/>
              <a:gd name="connsiteX203" fmla="*/ 1873080 w 12192001"/>
              <a:gd name="connsiteY203" fmla="*/ 2013741 h 2344739"/>
              <a:gd name="connsiteX204" fmla="*/ 1786655 w 12192001"/>
              <a:gd name="connsiteY204" fmla="*/ 2041363 h 2344739"/>
              <a:gd name="connsiteX205" fmla="*/ 1738204 w 12192001"/>
              <a:gd name="connsiteY205" fmla="*/ 2036312 h 2344739"/>
              <a:gd name="connsiteX206" fmla="*/ 1675071 w 12192001"/>
              <a:gd name="connsiteY206" fmla="*/ 2019963 h 2344739"/>
              <a:gd name="connsiteX207" fmla="*/ 1608669 w 12192001"/>
              <a:gd name="connsiteY207" fmla="*/ 2013066 h 2344739"/>
              <a:gd name="connsiteX208" fmla="*/ 1496110 w 12192001"/>
              <a:gd name="connsiteY208" fmla="*/ 1987476 h 2344739"/>
              <a:gd name="connsiteX209" fmla="*/ 1149979 w 12192001"/>
              <a:gd name="connsiteY209" fmla="*/ 1938041 h 2344739"/>
              <a:gd name="connsiteX210" fmla="*/ 858269 w 12192001"/>
              <a:gd name="connsiteY210" fmla="*/ 1928608 h 2344739"/>
              <a:gd name="connsiteX211" fmla="*/ 837540 w 12192001"/>
              <a:gd name="connsiteY211" fmla="*/ 1929821 h 2344739"/>
              <a:gd name="connsiteX212" fmla="*/ 816809 w 12192001"/>
              <a:gd name="connsiteY212" fmla="*/ 1927857 h 2344739"/>
              <a:gd name="connsiteX213" fmla="*/ 811506 w 12192001"/>
              <a:gd name="connsiteY213" fmla="*/ 1930751 h 2344739"/>
              <a:gd name="connsiteX214" fmla="*/ 797041 w 12192001"/>
              <a:gd name="connsiteY214" fmla="*/ 1930446 h 2344739"/>
              <a:gd name="connsiteX215" fmla="*/ 767901 w 12192001"/>
              <a:gd name="connsiteY215" fmla="*/ 1932653 h 2344739"/>
              <a:gd name="connsiteX216" fmla="*/ 763053 w 12192001"/>
              <a:gd name="connsiteY216" fmla="*/ 1930432 h 2344739"/>
              <a:gd name="connsiteX217" fmla="*/ 720047 w 12192001"/>
              <a:gd name="connsiteY217" fmla="*/ 1929661 h 2344739"/>
              <a:gd name="connsiteX218" fmla="*/ 719742 w 12192001"/>
              <a:gd name="connsiteY218" fmla="*/ 1928399 h 2344739"/>
              <a:gd name="connsiteX219" fmla="*/ 708875 w 12192001"/>
              <a:gd name="connsiteY219" fmla="*/ 1922722 h 2344739"/>
              <a:gd name="connsiteX220" fmla="*/ 596792 w 12192001"/>
              <a:gd name="connsiteY220" fmla="*/ 1879864 h 2344739"/>
              <a:gd name="connsiteX221" fmla="*/ 578535 w 12192001"/>
              <a:gd name="connsiteY221" fmla="*/ 1877212 h 2344739"/>
              <a:gd name="connsiteX222" fmla="*/ 571717 w 12192001"/>
              <a:gd name="connsiteY222" fmla="*/ 1877401 h 2344739"/>
              <a:gd name="connsiteX223" fmla="*/ 445099 w 12192001"/>
              <a:gd name="connsiteY223" fmla="*/ 1839371 h 2344739"/>
              <a:gd name="connsiteX224" fmla="*/ 404015 w 12192001"/>
              <a:gd name="connsiteY224" fmla="*/ 1833548 h 2344739"/>
              <a:gd name="connsiteX225" fmla="*/ 292435 w 12192001"/>
              <a:gd name="connsiteY225" fmla="*/ 1812852 h 2344739"/>
              <a:gd name="connsiteX226" fmla="*/ 118381 w 12192001"/>
              <a:gd name="connsiteY226" fmla="*/ 1761047 h 2344739"/>
              <a:gd name="connsiteX227" fmla="*/ 15526 w 12192001"/>
              <a:gd name="connsiteY227" fmla="*/ 1758191 h 2344739"/>
              <a:gd name="connsiteX228" fmla="*/ 2 w 12192001"/>
              <a:gd name="connsiteY228" fmla="*/ 1752722 h 2344739"/>
              <a:gd name="connsiteX229" fmla="*/ 1 w 12192001"/>
              <a:gd name="connsiteY229" fmla="*/ 762497 h 2344739"/>
              <a:gd name="connsiteX230" fmla="*/ 0 w 12192001"/>
              <a:gd name="connsiteY230" fmla="*/ 762497 h 2344739"/>
              <a:gd name="connsiteX231" fmla="*/ 0 w 12192001"/>
              <a:gd name="connsiteY231" fmla="*/ 222213 h 2344739"/>
              <a:gd name="connsiteX232" fmla="*/ 0 w 12192001"/>
              <a:gd name="connsiteY232"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310853 w 12192001"/>
              <a:gd name="connsiteY111" fmla="*/ 2131431 h 2344739"/>
              <a:gd name="connsiteX112" fmla="*/ 7218559 w 12192001"/>
              <a:gd name="connsiteY112" fmla="*/ 2156680 h 2344739"/>
              <a:gd name="connsiteX113" fmla="*/ 7201101 w 12192001"/>
              <a:gd name="connsiteY113" fmla="*/ 2161230 h 2344739"/>
              <a:gd name="connsiteX114" fmla="*/ 7197004 w 12192001"/>
              <a:gd name="connsiteY114" fmla="*/ 2166588 h 2344739"/>
              <a:gd name="connsiteX115" fmla="*/ 7170808 w 12192001"/>
              <a:gd name="connsiteY115" fmla="*/ 2171236 h 2344739"/>
              <a:gd name="connsiteX116" fmla="*/ 7096988 w 12192001"/>
              <a:gd name="connsiteY116" fmla="*/ 2183464 h 2344739"/>
              <a:gd name="connsiteX117" fmla="*/ 7018496 w 12192001"/>
              <a:gd name="connsiteY117" fmla="*/ 2183090 h 2344739"/>
              <a:gd name="connsiteX118" fmla="*/ 6904146 w 12192001"/>
              <a:gd name="connsiteY118" fmla="*/ 2212596 h 2344739"/>
              <a:gd name="connsiteX119" fmla="*/ 6708222 w 12192001"/>
              <a:gd name="connsiteY119" fmla="*/ 2240551 h 2344739"/>
              <a:gd name="connsiteX120" fmla="*/ 6549454 w 12192001"/>
              <a:gd name="connsiteY120" fmla="*/ 2269327 h 2344739"/>
              <a:gd name="connsiteX121" fmla="*/ 6317560 w 12192001"/>
              <a:gd name="connsiteY121" fmla="*/ 2316127 h 2344739"/>
              <a:gd name="connsiteX122" fmla="*/ 6168674 w 12192001"/>
              <a:gd name="connsiteY122" fmla="*/ 2318214 h 2344739"/>
              <a:gd name="connsiteX123" fmla="*/ 6073848 w 12192001"/>
              <a:gd name="connsiteY123" fmla="*/ 2338676 h 2344739"/>
              <a:gd name="connsiteX124" fmla="*/ 6068529 w 12192001"/>
              <a:gd name="connsiteY124" fmla="*/ 2337139 h 2344739"/>
              <a:gd name="connsiteX125" fmla="*/ 6048638 w 12192001"/>
              <a:gd name="connsiteY125" fmla="*/ 2337822 h 2344739"/>
              <a:gd name="connsiteX126" fmla="*/ 6041285 w 12192001"/>
              <a:gd name="connsiteY126" fmla="*/ 2329473 h 2344739"/>
              <a:gd name="connsiteX127" fmla="*/ 6010090 w 12192001"/>
              <a:gd name="connsiteY127" fmla="*/ 2324380 h 2344739"/>
              <a:gd name="connsiteX128" fmla="*/ 5957375 w 12192001"/>
              <a:gd name="connsiteY128" fmla="*/ 2328024 h 2344739"/>
              <a:gd name="connsiteX129" fmla="*/ 5758919 w 12192001"/>
              <a:gd name="connsiteY129" fmla="*/ 2343716 h 2344739"/>
              <a:gd name="connsiteX130" fmla="*/ 5626960 w 12192001"/>
              <a:gd name="connsiteY130" fmla="*/ 2344739 h 2344739"/>
              <a:gd name="connsiteX131" fmla="*/ 5470906 w 12192001"/>
              <a:gd name="connsiteY131" fmla="*/ 2330719 h 2344739"/>
              <a:gd name="connsiteX132" fmla="*/ 5432761 w 12192001"/>
              <a:gd name="connsiteY132" fmla="*/ 2319466 h 2344739"/>
              <a:gd name="connsiteX133" fmla="*/ 5381669 w 12192001"/>
              <a:gd name="connsiteY133" fmla="*/ 2301764 h 2344739"/>
              <a:gd name="connsiteX134" fmla="*/ 5261764 w 12192001"/>
              <a:gd name="connsiteY134" fmla="*/ 2281347 h 2344739"/>
              <a:gd name="connsiteX135" fmla="*/ 5222961 w 12192001"/>
              <a:gd name="connsiteY135" fmla="*/ 2270223 h 2344739"/>
              <a:gd name="connsiteX136" fmla="*/ 5174660 w 12192001"/>
              <a:gd name="connsiteY136" fmla="*/ 2267233 h 2344739"/>
              <a:gd name="connsiteX137" fmla="*/ 5156554 w 12192001"/>
              <a:gd name="connsiteY137" fmla="*/ 2260010 h 2344739"/>
              <a:gd name="connsiteX138" fmla="*/ 5142599 w 12192001"/>
              <a:gd name="connsiteY138" fmla="*/ 2256610 h 2344739"/>
              <a:gd name="connsiteX139" fmla="*/ 5139596 w 12192001"/>
              <a:gd name="connsiteY139" fmla="*/ 2254509 h 2344739"/>
              <a:gd name="connsiteX140" fmla="*/ 5121659 w 12192001"/>
              <a:gd name="connsiteY140" fmla="*/ 2243656 h 2344739"/>
              <a:gd name="connsiteX141" fmla="*/ 5065790 w 12192001"/>
              <a:gd name="connsiteY141" fmla="*/ 2250227 h 2344739"/>
              <a:gd name="connsiteX142" fmla="*/ 5011514 w 12192001"/>
              <a:gd name="connsiteY142" fmla="*/ 2233846 h 2344739"/>
              <a:gd name="connsiteX143" fmla="*/ 4840441 w 12192001"/>
              <a:gd name="connsiteY143" fmla="*/ 2209829 h 2344739"/>
              <a:gd name="connsiteX144" fmla="*/ 4762447 w 12192001"/>
              <a:gd name="connsiteY144" fmla="*/ 2182061 h 2344739"/>
              <a:gd name="connsiteX145" fmla="*/ 4723186 w 12192001"/>
              <a:gd name="connsiteY145" fmla="*/ 2173047 h 2344739"/>
              <a:gd name="connsiteX146" fmla="*/ 4721176 w 12192001"/>
              <a:gd name="connsiteY146" fmla="*/ 2172298 h 2344739"/>
              <a:gd name="connsiteX147" fmla="*/ 4722111 w 12192001"/>
              <a:gd name="connsiteY147" fmla="*/ 2172087 h 2344739"/>
              <a:gd name="connsiteX148" fmla="*/ 4717202 w 12192001"/>
              <a:gd name="connsiteY148" fmla="*/ 2170817 h 2344739"/>
              <a:gd name="connsiteX149" fmla="*/ 4721176 w 12192001"/>
              <a:gd name="connsiteY149" fmla="*/ 2172298 h 2344739"/>
              <a:gd name="connsiteX150" fmla="*/ 4715526 w 12192001"/>
              <a:gd name="connsiteY150" fmla="*/ 2173573 h 2344739"/>
              <a:gd name="connsiteX151" fmla="*/ 4515814 w 12192001"/>
              <a:gd name="connsiteY151" fmla="*/ 2163671 h 2344739"/>
              <a:gd name="connsiteX152" fmla="*/ 4428543 w 12192001"/>
              <a:gd name="connsiteY152" fmla="*/ 2153020 h 2344739"/>
              <a:gd name="connsiteX153" fmla="*/ 4362875 w 12192001"/>
              <a:gd name="connsiteY153" fmla="*/ 2151674 h 2344739"/>
              <a:gd name="connsiteX154" fmla="*/ 4316966 w 12192001"/>
              <a:gd name="connsiteY154" fmla="*/ 2158289 h 2344739"/>
              <a:gd name="connsiteX155" fmla="*/ 4315110 w 12192001"/>
              <a:gd name="connsiteY155" fmla="*/ 2156948 h 2344739"/>
              <a:gd name="connsiteX156" fmla="*/ 4295144 w 12192001"/>
              <a:gd name="connsiteY156" fmla="*/ 2155069 h 2344739"/>
              <a:gd name="connsiteX157" fmla="*/ 4290064 w 12192001"/>
              <a:gd name="connsiteY157" fmla="*/ 2157986 h 2344739"/>
              <a:gd name="connsiteX158" fmla="*/ 4276142 w 12192001"/>
              <a:gd name="connsiteY158" fmla="*/ 2157740 h 2344739"/>
              <a:gd name="connsiteX159" fmla="*/ 4248117 w 12192001"/>
              <a:gd name="connsiteY159" fmla="*/ 2160064 h 2344739"/>
              <a:gd name="connsiteX160" fmla="*/ 4202051 w 12192001"/>
              <a:gd name="connsiteY160" fmla="*/ 2157269 h 2344739"/>
              <a:gd name="connsiteX161" fmla="*/ 4201745 w 12192001"/>
              <a:gd name="connsiteY161" fmla="*/ 2156010 h 2344739"/>
              <a:gd name="connsiteX162" fmla="*/ 4191248 w 12192001"/>
              <a:gd name="connsiteY162" fmla="*/ 2150376 h 2344739"/>
              <a:gd name="connsiteX163" fmla="*/ 4142745 w 12192001"/>
              <a:gd name="connsiteY163" fmla="*/ 2134511 h 2344739"/>
              <a:gd name="connsiteX164" fmla="*/ 4083097 w 12192001"/>
              <a:gd name="connsiteY164" fmla="*/ 2107978 h 2344739"/>
              <a:gd name="connsiteX165" fmla="*/ 4074546 w 12192001"/>
              <a:gd name="connsiteY165" fmla="*/ 2107143 h 2344739"/>
              <a:gd name="connsiteX166" fmla="*/ 4074427 w 12192001"/>
              <a:gd name="connsiteY166" fmla="*/ 2106844 h 2344739"/>
              <a:gd name="connsiteX167" fmla="*/ 4065510 w 12192001"/>
              <a:gd name="connsiteY167" fmla="*/ 2105400 h 2344739"/>
              <a:gd name="connsiteX168" fmla="*/ 4058954 w 12192001"/>
              <a:gd name="connsiteY168" fmla="*/ 2105618 h 2344739"/>
              <a:gd name="connsiteX169" fmla="*/ 4042364 w 12192001"/>
              <a:gd name="connsiteY169" fmla="*/ 2103997 h 2344739"/>
              <a:gd name="connsiteX170" fmla="*/ 4036997 w 12192001"/>
              <a:gd name="connsiteY170" fmla="*/ 2101563 h 2344739"/>
              <a:gd name="connsiteX171" fmla="*/ 4035363 w 12192001"/>
              <a:gd name="connsiteY171" fmla="*/ 2097896 h 2344739"/>
              <a:gd name="connsiteX172" fmla="*/ 4033778 w 12192001"/>
              <a:gd name="connsiteY172" fmla="*/ 2098131 h 2344739"/>
              <a:gd name="connsiteX173" fmla="*/ 4004538 w 12192001"/>
              <a:gd name="connsiteY173" fmla="*/ 2085563 h 2344739"/>
              <a:gd name="connsiteX174" fmla="*/ 3936846 w 12192001"/>
              <a:gd name="connsiteY174" fmla="*/ 2068106 h 2344739"/>
              <a:gd name="connsiteX175" fmla="*/ 3897275 w 12192001"/>
              <a:gd name="connsiteY175" fmla="*/ 2062451 h 2344739"/>
              <a:gd name="connsiteX176" fmla="*/ 3789760 w 12192001"/>
              <a:gd name="connsiteY176" fmla="*/ 2042213 h 2344739"/>
              <a:gd name="connsiteX177" fmla="*/ 3682513 w 12192001"/>
              <a:gd name="connsiteY177" fmla="*/ 2018290 h 2344739"/>
              <a:gd name="connsiteX178" fmla="*/ 3610035 w 12192001"/>
              <a:gd name="connsiteY178" fmla="*/ 1986019 h 2344739"/>
              <a:gd name="connsiteX179" fmla="*/ 3603855 w 12192001"/>
              <a:gd name="connsiteY179" fmla="*/ 1987381 h 2344739"/>
              <a:gd name="connsiteX180" fmla="*/ 3594736 w 12192001"/>
              <a:gd name="connsiteY180" fmla="*/ 1987545 h 2344739"/>
              <a:gd name="connsiteX181" fmla="*/ 3594501 w 12192001"/>
              <a:gd name="connsiteY181" fmla="*/ 1987276 h 2344739"/>
              <a:gd name="connsiteX182" fmla="*/ 3585978 w 12192001"/>
              <a:gd name="connsiteY182" fmla="*/ 1987966 h 2344739"/>
              <a:gd name="connsiteX183" fmla="*/ 3536135 w 12192001"/>
              <a:gd name="connsiteY183" fmla="*/ 1978267 h 2344739"/>
              <a:gd name="connsiteX184" fmla="*/ 3473223 w 12192001"/>
              <a:gd name="connsiteY184" fmla="*/ 1974606 h 2344739"/>
              <a:gd name="connsiteX185" fmla="*/ 3400728 w 12192001"/>
              <a:gd name="connsiteY185" fmla="*/ 1962558 h 2344739"/>
              <a:gd name="connsiteX186" fmla="*/ 3363888 w 12192001"/>
              <a:gd name="connsiteY186" fmla="*/ 1979510 h 2344739"/>
              <a:gd name="connsiteX187" fmla="*/ 3344026 w 12192001"/>
              <a:gd name="connsiteY187" fmla="*/ 1981192 h 2344739"/>
              <a:gd name="connsiteX188" fmla="*/ 3341698 w 12192001"/>
              <a:gd name="connsiteY188" fmla="*/ 1980217 h 2344739"/>
              <a:gd name="connsiteX189" fmla="*/ 3262356 w 12192001"/>
              <a:gd name="connsiteY189" fmla="*/ 1986094 h 2344739"/>
              <a:gd name="connsiteX190" fmla="*/ 3142556 w 12192001"/>
              <a:gd name="connsiteY190" fmla="*/ 1993869 h 2344739"/>
              <a:gd name="connsiteX191" fmla="*/ 3030291 w 12192001"/>
              <a:gd name="connsiteY191" fmla="*/ 1996512 h 2344739"/>
              <a:gd name="connsiteX192" fmla="*/ 2781569 w 12192001"/>
              <a:gd name="connsiteY192" fmla="*/ 2018333 h 2344739"/>
              <a:gd name="connsiteX193" fmla="*/ 2646527 w 12192001"/>
              <a:gd name="connsiteY193" fmla="*/ 2028869 h 2344739"/>
              <a:gd name="connsiteX194" fmla="*/ 2568028 w 12192001"/>
              <a:gd name="connsiteY194" fmla="*/ 2002628 h 2344739"/>
              <a:gd name="connsiteX195" fmla="*/ 2443255 w 12192001"/>
              <a:gd name="connsiteY195" fmla="*/ 2016529 h 2344739"/>
              <a:gd name="connsiteX196" fmla="*/ 2315112 w 12192001"/>
              <a:gd name="connsiteY196" fmla="*/ 2024996 h 2344739"/>
              <a:gd name="connsiteX197" fmla="*/ 2208578 w 12192001"/>
              <a:gd name="connsiteY197" fmla="*/ 2019763 h 2344739"/>
              <a:gd name="connsiteX198" fmla="*/ 2094665 w 12192001"/>
              <a:gd name="connsiteY198" fmla="*/ 2003052 h 2344739"/>
              <a:gd name="connsiteX199" fmla="*/ 1997356 w 12192001"/>
              <a:gd name="connsiteY199" fmla="*/ 1995032 h 2344739"/>
              <a:gd name="connsiteX200" fmla="*/ 1928172 w 12192001"/>
              <a:gd name="connsiteY200" fmla="*/ 2016977 h 2344739"/>
              <a:gd name="connsiteX201" fmla="*/ 1921650 w 12192001"/>
              <a:gd name="connsiteY201" fmla="*/ 2012146 h 2344739"/>
              <a:gd name="connsiteX202" fmla="*/ 1873080 w 12192001"/>
              <a:gd name="connsiteY202" fmla="*/ 2013741 h 2344739"/>
              <a:gd name="connsiteX203" fmla="*/ 1786655 w 12192001"/>
              <a:gd name="connsiteY203" fmla="*/ 2041363 h 2344739"/>
              <a:gd name="connsiteX204" fmla="*/ 1738204 w 12192001"/>
              <a:gd name="connsiteY204" fmla="*/ 2036312 h 2344739"/>
              <a:gd name="connsiteX205" fmla="*/ 1675071 w 12192001"/>
              <a:gd name="connsiteY205" fmla="*/ 2019963 h 2344739"/>
              <a:gd name="connsiteX206" fmla="*/ 1608669 w 12192001"/>
              <a:gd name="connsiteY206" fmla="*/ 2013066 h 2344739"/>
              <a:gd name="connsiteX207" fmla="*/ 1496110 w 12192001"/>
              <a:gd name="connsiteY207" fmla="*/ 1987476 h 2344739"/>
              <a:gd name="connsiteX208" fmla="*/ 1149979 w 12192001"/>
              <a:gd name="connsiteY208" fmla="*/ 1938041 h 2344739"/>
              <a:gd name="connsiteX209" fmla="*/ 858269 w 12192001"/>
              <a:gd name="connsiteY209" fmla="*/ 1928608 h 2344739"/>
              <a:gd name="connsiteX210" fmla="*/ 837540 w 12192001"/>
              <a:gd name="connsiteY210" fmla="*/ 1929821 h 2344739"/>
              <a:gd name="connsiteX211" fmla="*/ 816809 w 12192001"/>
              <a:gd name="connsiteY211" fmla="*/ 1927857 h 2344739"/>
              <a:gd name="connsiteX212" fmla="*/ 811506 w 12192001"/>
              <a:gd name="connsiteY212" fmla="*/ 1930751 h 2344739"/>
              <a:gd name="connsiteX213" fmla="*/ 797041 w 12192001"/>
              <a:gd name="connsiteY213" fmla="*/ 1930446 h 2344739"/>
              <a:gd name="connsiteX214" fmla="*/ 767901 w 12192001"/>
              <a:gd name="connsiteY214" fmla="*/ 1932653 h 2344739"/>
              <a:gd name="connsiteX215" fmla="*/ 763053 w 12192001"/>
              <a:gd name="connsiteY215" fmla="*/ 1930432 h 2344739"/>
              <a:gd name="connsiteX216" fmla="*/ 720047 w 12192001"/>
              <a:gd name="connsiteY216" fmla="*/ 1929661 h 2344739"/>
              <a:gd name="connsiteX217" fmla="*/ 719742 w 12192001"/>
              <a:gd name="connsiteY217" fmla="*/ 1928399 h 2344739"/>
              <a:gd name="connsiteX218" fmla="*/ 708875 w 12192001"/>
              <a:gd name="connsiteY218" fmla="*/ 1922722 h 2344739"/>
              <a:gd name="connsiteX219" fmla="*/ 596792 w 12192001"/>
              <a:gd name="connsiteY219" fmla="*/ 1879864 h 2344739"/>
              <a:gd name="connsiteX220" fmla="*/ 578535 w 12192001"/>
              <a:gd name="connsiteY220" fmla="*/ 1877212 h 2344739"/>
              <a:gd name="connsiteX221" fmla="*/ 571717 w 12192001"/>
              <a:gd name="connsiteY221" fmla="*/ 1877401 h 2344739"/>
              <a:gd name="connsiteX222" fmla="*/ 445099 w 12192001"/>
              <a:gd name="connsiteY222" fmla="*/ 1839371 h 2344739"/>
              <a:gd name="connsiteX223" fmla="*/ 404015 w 12192001"/>
              <a:gd name="connsiteY223" fmla="*/ 1833548 h 2344739"/>
              <a:gd name="connsiteX224" fmla="*/ 292435 w 12192001"/>
              <a:gd name="connsiteY224" fmla="*/ 1812852 h 2344739"/>
              <a:gd name="connsiteX225" fmla="*/ 118381 w 12192001"/>
              <a:gd name="connsiteY225" fmla="*/ 1761047 h 2344739"/>
              <a:gd name="connsiteX226" fmla="*/ 15526 w 12192001"/>
              <a:gd name="connsiteY226" fmla="*/ 1758191 h 2344739"/>
              <a:gd name="connsiteX227" fmla="*/ 2 w 12192001"/>
              <a:gd name="connsiteY227" fmla="*/ 1752722 h 2344739"/>
              <a:gd name="connsiteX228" fmla="*/ 1 w 12192001"/>
              <a:gd name="connsiteY228" fmla="*/ 762497 h 2344739"/>
              <a:gd name="connsiteX229" fmla="*/ 0 w 12192001"/>
              <a:gd name="connsiteY229" fmla="*/ 762497 h 2344739"/>
              <a:gd name="connsiteX230" fmla="*/ 0 w 12192001"/>
              <a:gd name="connsiteY230" fmla="*/ 222213 h 2344739"/>
              <a:gd name="connsiteX231" fmla="*/ 0 w 12192001"/>
              <a:gd name="connsiteY231"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218559 w 12192001"/>
              <a:gd name="connsiteY111" fmla="*/ 2156680 h 2344739"/>
              <a:gd name="connsiteX112" fmla="*/ 7201101 w 12192001"/>
              <a:gd name="connsiteY112" fmla="*/ 2161230 h 2344739"/>
              <a:gd name="connsiteX113" fmla="*/ 7197004 w 12192001"/>
              <a:gd name="connsiteY113" fmla="*/ 2166588 h 2344739"/>
              <a:gd name="connsiteX114" fmla="*/ 7170808 w 12192001"/>
              <a:gd name="connsiteY114" fmla="*/ 2171236 h 2344739"/>
              <a:gd name="connsiteX115" fmla="*/ 7096988 w 12192001"/>
              <a:gd name="connsiteY115" fmla="*/ 2183464 h 2344739"/>
              <a:gd name="connsiteX116" fmla="*/ 7018496 w 12192001"/>
              <a:gd name="connsiteY116" fmla="*/ 2183090 h 2344739"/>
              <a:gd name="connsiteX117" fmla="*/ 6904146 w 12192001"/>
              <a:gd name="connsiteY117" fmla="*/ 2212596 h 2344739"/>
              <a:gd name="connsiteX118" fmla="*/ 6708222 w 12192001"/>
              <a:gd name="connsiteY118" fmla="*/ 2240551 h 2344739"/>
              <a:gd name="connsiteX119" fmla="*/ 6549454 w 12192001"/>
              <a:gd name="connsiteY119" fmla="*/ 2269327 h 2344739"/>
              <a:gd name="connsiteX120" fmla="*/ 6317560 w 12192001"/>
              <a:gd name="connsiteY120" fmla="*/ 2316127 h 2344739"/>
              <a:gd name="connsiteX121" fmla="*/ 6168674 w 12192001"/>
              <a:gd name="connsiteY121" fmla="*/ 2318214 h 2344739"/>
              <a:gd name="connsiteX122" fmla="*/ 6073848 w 12192001"/>
              <a:gd name="connsiteY122" fmla="*/ 2338676 h 2344739"/>
              <a:gd name="connsiteX123" fmla="*/ 6068529 w 12192001"/>
              <a:gd name="connsiteY123" fmla="*/ 2337139 h 2344739"/>
              <a:gd name="connsiteX124" fmla="*/ 6048638 w 12192001"/>
              <a:gd name="connsiteY124" fmla="*/ 2337822 h 2344739"/>
              <a:gd name="connsiteX125" fmla="*/ 6041285 w 12192001"/>
              <a:gd name="connsiteY125" fmla="*/ 2329473 h 2344739"/>
              <a:gd name="connsiteX126" fmla="*/ 6010090 w 12192001"/>
              <a:gd name="connsiteY126" fmla="*/ 2324380 h 2344739"/>
              <a:gd name="connsiteX127" fmla="*/ 5957375 w 12192001"/>
              <a:gd name="connsiteY127" fmla="*/ 2328024 h 2344739"/>
              <a:gd name="connsiteX128" fmla="*/ 5758919 w 12192001"/>
              <a:gd name="connsiteY128" fmla="*/ 2343716 h 2344739"/>
              <a:gd name="connsiteX129" fmla="*/ 5626960 w 12192001"/>
              <a:gd name="connsiteY129" fmla="*/ 2344739 h 2344739"/>
              <a:gd name="connsiteX130" fmla="*/ 5470906 w 12192001"/>
              <a:gd name="connsiteY130" fmla="*/ 2330719 h 2344739"/>
              <a:gd name="connsiteX131" fmla="*/ 5432761 w 12192001"/>
              <a:gd name="connsiteY131" fmla="*/ 2319466 h 2344739"/>
              <a:gd name="connsiteX132" fmla="*/ 5381669 w 12192001"/>
              <a:gd name="connsiteY132" fmla="*/ 2301764 h 2344739"/>
              <a:gd name="connsiteX133" fmla="*/ 5261764 w 12192001"/>
              <a:gd name="connsiteY133" fmla="*/ 2281347 h 2344739"/>
              <a:gd name="connsiteX134" fmla="*/ 5222961 w 12192001"/>
              <a:gd name="connsiteY134" fmla="*/ 2270223 h 2344739"/>
              <a:gd name="connsiteX135" fmla="*/ 5174660 w 12192001"/>
              <a:gd name="connsiteY135" fmla="*/ 2267233 h 2344739"/>
              <a:gd name="connsiteX136" fmla="*/ 5156554 w 12192001"/>
              <a:gd name="connsiteY136" fmla="*/ 2260010 h 2344739"/>
              <a:gd name="connsiteX137" fmla="*/ 5142599 w 12192001"/>
              <a:gd name="connsiteY137" fmla="*/ 2256610 h 2344739"/>
              <a:gd name="connsiteX138" fmla="*/ 5139596 w 12192001"/>
              <a:gd name="connsiteY138" fmla="*/ 2254509 h 2344739"/>
              <a:gd name="connsiteX139" fmla="*/ 5121659 w 12192001"/>
              <a:gd name="connsiteY139" fmla="*/ 2243656 h 2344739"/>
              <a:gd name="connsiteX140" fmla="*/ 5065790 w 12192001"/>
              <a:gd name="connsiteY140" fmla="*/ 2250227 h 2344739"/>
              <a:gd name="connsiteX141" fmla="*/ 5011514 w 12192001"/>
              <a:gd name="connsiteY141" fmla="*/ 2233846 h 2344739"/>
              <a:gd name="connsiteX142" fmla="*/ 4840441 w 12192001"/>
              <a:gd name="connsiteY142" fmla="*/ 2209829 h 2344739"/>
              <a:gd name="connsiteX143" fmla="*/ 4762447 w 12192001"/>
              <a:gd name="connsiteY143" fmla="*/ 2182061 h 2344739"/>
              <a:gd name="connsiteX144" fmla="*/ 4723186 w 12192001"/>
              <a:gd name="connsiteY144" fmla="*/ 2173047 h 2344739"/>
              <a:gd name="connsiteX145" fmla="*/ 4721176 w 12192001"/>
              <a:gd name="connsiteY145" fmla="*/ 2172298 h 2344739"/>
              <a:gd name="connsiteX146" fmla="*/ 4722111 w 12192001"/>
              <a:gd name="connsiteY146" fmla="*/ 2172087 h 2344739"/>
              <a:gd name="connsiteX147" fmla="*/ 4717202 w 12192001"/>
              <a:gd name="connsiteY147" fmla="*/ 2170817 h 2344739"/>
              <a:gd name="connsiteX148" fmla="*/ 4721176 w 12192001"/>
              <a:gd name="connsiteY148" fmla="*/ 2172298 h 2344739"/>
              <a:gd name="connsiteX149" fmla="*/ 4715526 w 12192001"/>
              <a:gd name="connsiteY149" fmla="*/ 2173573 h 2344739"/>
              <a:gd name="connsiteX150" fmla="*/ 4515814 w 12192001"/>
              <a:gd name="connsiteY150" fmla="*/ 2163671 h 2344739"/>
              <a:gd name="connsiteX151" fmla="*/ 4428543 w 12192001"/>
              <a:gd name="connsiteY151" fmla="*/ 2153020 h 2344739"/>
              <a:gd name="connsiteX152" fmla="*/ 4362875 w 12192001"/>
              <a:gd name="connsiteY152" fmla="*/ 2151674 h 2344739"/>
              <a:gd name="connsiteX153" fmla="*/ 4316966 w 12192001"/>
              <a:gd name="connsiteY153" fmla="*/ 2158289 h 2344739"/>
              <a:gd name="connsiteX154" fmla="*/ 4315110 w 12192001"/>
              <a:gd name="connsiteY154" fmla="*/ 2156948 h 2344739"/>
              <a:gd name="connsiteX155" fmla="*/ 4295144 w 12192001"/>
              <a:gd name="connsiteY155" fmla="*/ 2155069 h 2344739"/>
              <a:gd name="connsiteX156" fmla="*/ 4290064 w 12192001"/>
              <a:gd name="connsiteY156" fmla="*/ 2157986 h 2344739"/>
              <a:gd name="connsiteX157" fmla="*/ 4276142 w 12192001"/>
              <a:gd name="connsiteY157" fmla="*/ 2157740 h 2344739"/>
              <a:gd name="connsiteX158" fmla="*/ 4248117 w 12192001"/>
              <a:gd name="connsiteY158" fmla="*/ 2160064 h 2344739"/>
              <a:gd name="connsiteX159" fmla="*/ 4202051 w 12192001"/>
              <a:gd name="connsiteY159" fmla="*/ 2157269 h 2344739"/>
              <a:gd name="connsiteX160" fmla="*/ 4201745 w 12192001"/>
              <a:gd name="connsiteY160" fmla="*/ 2156010 h 2344739"/>
              <a:gd name="connsiteX161" fmla="*/ 4191248 w 12192001"/>
              <a:gd name="connsiteY161" fmla="*/ 2150376 h 2344739"/>
              <a:gd name="connsiteX162" fmla="*/ 4142745 w 12192001"/>
              <a:gd name="connsiteY162" fmla="*/ 2134511 h 2344739"/>
              <a:gd name="connsiteX163" fmla="*/ 4083097 w 12192001"/>
              <a:gd name="connsiteY163" fmla="*/ 2107978 h 2344739"/>
              <a:gd name="connsiteX164" fmla="*/ 4074546 w 12192001"/>
              <a:gd name="connsiteY164" fmla="*/ 2107143 h 2344739"/>
              <a:gd name="connsiteX165" fmla="*/ 4074427 w 12192001"/>
              <a:gd name="connsiteY165" fmla="*/ 2106844 h 2344739"/>
              <a:gd name="connsiteX166" fmla="*/ 4065510 w 12192001"/>
              <a:gd name="connsiteY166" fmla="*/ 2105400 h 2344739"/>
              <a:gd name="connsiteX167" fmla="*/ 4058954 w 12192001"/>
              <a:gd name="connsiteY167" fmla="*/ 2105618 h 2344739"/>
              <a:gd name="connsiteX168" fmla="*/ 4042364 w 12192001"/>
              <a:gd name="connsiteY168" fmla="*/ 2103997 h 2344739"/>
              <a:gd name="connsiteX169" fmla="*/ 4036997 w 12192001"/>
              <a:gd name="connsiteY169" fmla="*/ 2101563 h 2344739"/>
              <a:gd name="connsiteX170" fmla="*/ 4035363 w 12192001"/>
              <a:gd name="connsiteY170" fmla="*/ 2097896 h 2344739"/>
              <a:gd name="connsiteX171" fmla="*/ 4033778 w 12192001"/>
              <a:gd name="connsiteY171" fmla="*/ 2098131 h 2344739"/>
              <a:gd name="connsiteX172" fmla="*/ 4004538 w 12192001"/>
              <a:gd name="connsiteY172" fmla="*/ 2085563 h 2344739"/>
              <a:gd name="connsiteX173" fmla="*/ 3936846 w 12192001"/>
              <a:gd name="connsiteY173" fmla="*/ 2068106 h 2344739"/>
              <a:gd name="connsiteX174" fmla="*/ 3897275 w 12192001"/>
              <a:gd name="connsiteY174" fmla="*/ 2062451 h 2344739"/>
              <a:gd name="connsiteX175" fmla="*/ 3789760 w 12192001"/>
              <a:gd name="connsiteY175" fmla="*/ 2042213 h 2344739"/>
              <a:gd name="connsiteX176" fmla="*/ 3682513 w 12192001"/>
              <a:gd name="connsiteY176" fmla="*/ 2018290 h 2344739"/>
              <a:gd name="connsiteX177" fmla="*/ 3610035 w 12192001"/>
              <a:gd name="connsiteY177" fmla="*/ 1986019 h 2344739"/>
              <a:gd name="connsiteX178" fmla="*/ 3603855 w 12192001"/>
              <a:gd name="connsiteY178" fmla="*/ 1987381 h 2344739"/>
              <a:gd name="connsiteX179" fmla="*/ 3594736 w 12192001"/>
              <a:gd name="connsiteY179" fmla="*/ 1987545 h 2344739"/>
              <a:gd name="connsiteX180" fmla="*/ 3594501 w 12192001"/>
              <a:gd name="connsiteY180" fmla="*/ 1987276 h 2344739"/>
              <a:gd name="connsiteX181" fmla="*/ 3585978 w 12192001"/>
              <a:gd name="connsiteY181" fmla="*/ 1987966 h 2344739"/>
              <a:gd name="connsiteX182" fmla="*/ 3536135 w 12192001"/>
              <a:gd name="connsiteY182" fmla="*/ 1978267 h 2344739"/>
              <a:gd name="connsiteX183" fmla="*/ 3473223 w 12192001"/>
              <a:gd name="connsiteY183" fmla="*/ 1974606 h 2344739"/>
              <a:gd name="connsiteX184" fmla="*/ 3400728 w 12192001"/>
              <a:gd name="connsiteY184" fmla="*/ 1962558 h 2344739"/>
              <a:gd name="connsiteX185" fmla="*/ 3363888 w 12192001"/>
              <a:gd name="connsiteY185" fmla="*/ 1979510 h 2344739"/>
              <a:gd name="connsiteX186" fmla="*/ 3344026 w 12192001"/>
              <a:gd name="connsiteY186" fmla="*/ 1981192 h 2344739"/>
              <a:gd name="connsiteX187" fmla="*/ 3341698 w 12192001"/>
              <a:gd name="connsiteY187" fmla="*/ 1980217 h 2344739"/>
              <a:gd name="connsiteX188" fmla="*/ 3262356 w 12192001"/>
              <a:gd name="connsiteY188" fmla="*/ 1986094 h 2344739"/>
              <a:gd name="connsiteX189" fmla="*/ 3142556 w 12192001"/>
              <a:gd name="connsiteY189" fmla="*/ 1993869 h 2344739"/>
              <a:gd name="connsiteX190" fmla="*/ 3030291 w 12192001"/>
              <a:gd name="connsiteY190" fmla="*/ 1996512 h 2344739"/>
              <a:gd name="connsiteX191" fmla="*/ 2781569 w 12192001"/>
              <a:gd name="connsiteY191" fmla="*/ 2018333 h 2344739"/>
              <a:gd name="connsiteX192" fmla="*/ 2646527 w 12192001"/>
              <a:gd name="connsiteY192" fmla="*/ 2028869 h 2344739"/>
              <a:gd name="connsiteX193" fmla="*/ 2568028 w 12192001"/>
              <a:gd name="connsiteY193" fmla="*/ 2002628 h 2344739"/>
              <a:gd name="connsiteX194" fmla="*/ 2443255 w 12192001"/>
              <a:gd name="connsiteY194" fmla="*/ 2016529 h 2344739"/>
              <a:gd name="connsiteX195" fmla="*/ 2315112 w 12192001"/>
              <a:gd name="connsiteY195" fmla="*/ 2024996 h 2344739"/>
              <a:gd name="connsiteX196" fmla="*/ 2208578 w 12192001"/>
              <a:gd name="connsiteY196" fmla="*/ 2019763 h 2344739"/>
              <a:gd name="connsiteX197" fmla="*/ 2094665 w 12192001"/>
              <a:gd name="connsiteY197" fmla="*/ 2003052 h 2344739"/>
              <a:gd name="connsiteX198" fmla="*/ 1997356 w 12192001"/>
              <a:gd name="connsiteY198" fmla="*/ 1995032 h 2344739"/>
              <a:gd name="connsiteX199" fmla="*/ 1928172 w 12192001"/>
              <a:gd name="connsiteY199" fmla="*/ 2016977 h 2344739"/>
              <a:gd name="connsiteX200" fmla="*/ 1921650 w 12192001"/>
              <a:gd name="connsiteY200" fmla="*/ 2012146 h 2344739"/>
              <a:gd name="connsiteX201" fmla="*/ 1873080 w 12192001"/>
              <a:gd name="connsiteY201" fmla="*/ 2013741 h 2344739"/>
              <a:gd name="connsiteX202" fmla="*/ 1786655 w 12192001"/>
              <a:gd name="connsiteY202" fmla="*/ 2041363 h 2344739"/>
              <a:gd name="connsiteX203" fmla="*/ 1738204 w 12192001"/>
              <a:gd name="connsiteY203" fmla="*/ 2036312 h 2344739"/>
              <a:gd name="connsiteX204" fmla="*/ 1675071 w 12192001"/>
              <a:gd name="connsiteY204" fmla="*/ 2019963 h 2344739"/>
              <a:gd name="connsiteX205" fmla="*/ 1608669 w 12192001"/>
              <a:gd name="connsiteY205" fmla="*/ 2013066 h 2344739"/>
              <a:gd name="connsiteX206" fmla="*/ 1496110 w 12192001"/>
              <a:gd name="connsiteY206" fmla="*/ 1987476 h 2344739"/>
              <a:gd name="connsiteX207" fmla="*/ 1149979 w 12192001"/>
              <a:gd name="connsiteY207" fmla="*/ 1938041 h 2344739"/>
              <a:gd name="connsiteX208" fmla="*/ 858269 w 12192001"/>
              <a:gd name="connsiteY208" fmla="*/ 1928608 h 2344739"/>
              <a:gd name="connsiteX209" fmla="*/ 837540 w 12192001"/>
              <a:gd name="connsiteY209" fmla="*/ 1929821 h 2344739"/>
              <a:gd name="connsiteX210" fmla="*/ 816809 w 12192001"/>
              <a:gd name="connsiteY210" fmla="*/ 1927857 h 2344739"/>
              <a:gd name="connsiteX211" fmla="*/ 811506 w 12192001"/>
              <a:gd name="connsiteY211" fmla="*/ 1930751 h 2344739"/>
              <a:gd name="connsiteX212" fmla="*/ 797041 w 12192001"/>
              <a:gd name="connsiteY212" fmla="*/ 1930446 h 2344739"/>
              <a:gd name="connsiteX213" fmla="*/ 767901 w 12192001"/>
              <a:gd name="connsiteY213" fmla="*/ 1932653 h 2344739"/>
              <a:gd name="connsiteX214" fmla="*/ 763053 w 12192001"/>
              <a:gd name="connsiteY214" fmla="*/ 1930432 h 2344739"/>
              <a:gd name="connsiteX215" fmla="*/ 720047 w 12192001"/>
              <a:gd name="connsiteY215" fmla="*/ 1929661 h 2344739"/>
              <a:gd name="connsiteX216" fmla="*/ 719742 w 12192001"/>
              <a:gd name="connsiteY216" fmla="*/ 1928399 h 2344739"/>
              <a:gd name="connsiteX217" fmla="*/ 708875 w 12192001"/>
              <a:gd name="connsiteY217" fmla="*/ 1922722 h 2344739"/>
              <a:gd name="connsiteX218" fmla="*/ 596792 w 12192001"/>
              <a:gd name="connsiteY218" fmla="*/ 1879864 h 2344739"/>
              <a:gd name="connsiteX219" fmla="*/ 578535 w 12192001"/>
              <a:gd name="connsiteY219" fmla="*/ 1877212 h 2344739"/>
              <a:gd name="connsiteX220" fmla="*/ 571717 w 12192001"/>
              <a:gd name="connsiteY220" fmla="*/ 1877401 h 2344739"/>
              <a:gd name="connsiteX221" fmla="*/ 445099 w 12192001"/>
              <a:gd name="connsiteY221" fmla="*/ 1839371 h 2344739"/>
              <a:gd name="connsiteX222" fmla="*/ 404015 w 12192001"/>
              <a:gd name="connsiteY222" fmla="*/ 1833548 h 2344739"/>
              <a:gd name="connsiteX223" fmla="*/ 292435 w 12192001"/>
              <a:gd name="connsiteY223" fmla="*/ 1812852 h 2344739"/>
              <a:gd name="connsiteX224" fmla="*/ 118381 w 12192001"/>
              <a:gd name="connsiteY224" fmla="*/ 1761047 h 2344739"/>
              <a:gd name="connsiteX225" fmla="*/ 15526 w 12192001"/>
              <a:gd name="connsiteY225" fmla="*/ 1758191 h 2344739"/>
              <a:gd name="connsiteX226" fmla="*/ 2 w 12192001"/>
              <a:gd name="connsiteY226" fmla="*/ 1752722 h 2344739"/>
              <a:gd name="connsiteX227" fmla="*/ 1 w 12192001"/>
              <a:gd name="connsiteY227" fmla="*/ 762497 h 2344739"/>
              <a:gd name="connsiteX228" fmla="*/ 0 w 12192001"/>
              <a:gd name="connsiteY228" fmla="*/ 762497 h 2344739"/>
              <a:gd name="connsiteX229" fmla="*/ 0 w 12192001"/>
              <a:gd name="connsiteY229" fmla="*/ 222213 h 2344739"/>
              <a:gd name="connsiteX230" fmla="*/ 0 w 12192001"/>
              <a:gd name="connsiteY230"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20047 w 12192001"/>
              <a:gd name="connsiteY213" fmla="*/ 1929661 h 2344739"/>
              <a:gd name="connsiteX214" fmla="*/ 719742 w 12192001"/>
              <a:gd name="connsiteY214" fmla="*/ 1928399 h 2344739"/>
              <a:gd name="connsiteX215" fmla="*/ 708875 w 12192001"/>
              <a:gd name="connsiteY215" fmla="*/ 1922722 h 2344739"/>
              <a:gd name="connsiteX216" fmla="*/ 596792 w 12192001"/>
              <a:gd name="connsiteY216" fmla="*/ 1879864 h 2344739"/>
              <a:gd name="connsiteX217" fmla="*/ 578535 w 12192001"/>
              <a:gd name="connsiteY217" fmla="*/ 1877212 h 2344739"/>
              <a:gd name="connsiteX218" fmla="*/ 571717 w 12192001"/>
              <a:gd name="connsiteY218" fmla="*/ 1877401 h 2344739"/>
              <a:gd name="connsiteX219" fmla="*/ 445099 w 12192001"/>
              <a:gd name="connsiteY219" fmla="*/ 1839371 h 2344739"/>
              <a:gd name="connsiteX220" fmla="*/ 404015 w 12192001"/>
              <a:gd name="connsiteY220" fmla="*/ 1833548 h 2344739"/>
              <a:gd name="connsiteX221" fmla="*/ 292435 w 12192001"/>
              <a:gd name="connsiteY221" fmla="*/ 1812852 h 2344739"/>
              <a:gd name="connsiteX222" fmla="*/ 118381 w 12192001"/>
              <a:gd name="connsiteY222" fmla="*/ 1761047 h 2344739"/>
              <a:gd name="connsiteX223" fmla="*/ 15526 w 12192001"/>
              <a:gd name="connsiteY223" fmla="*/ 1758191 h 2344739"/>
              <a:gd name="connsiteX224" fmla="*/ 2 w 12192001"/>
              <a:gd name="connsiteY224" fmla="*/ 1752722 h 2344739"/>
              <a:gd name="connsiteX225" fmla="*/ 1 w 12192001"/>
              <a:gd name="connsiteY225" fmla="*/ 762497 h 2344739"/>
              <a:gd name="connsiteX226" fmla="*/ 0 w 12192001"/>
              <a:gd name="connsiteY226" fmla="*/ 762497 h 2344739"/>
              <a:gd name="connsiteX227" fmla="*/ 0 w 12192001"/>
              <a:gd name="connsiteY227" fmla="*/ 222213 h 2344739"/>
              <a:gd name="connsiteX228" fmla="*/ 0 w 12192001"/>
              <a:gd name="connsiteY228"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67901 w 12192001"/>
              <a:gd name="connsiteY211" fmla="*/ 1932653 h 2344739"/>
              <a:gd name="connsiteX212" fmla="*/ 720047 w 12192001"/>
              <a:gd name="connsiteY212" fmla="*/ 1929661 h 2344739"/>
              <a:gd name="connsiteX213" fmla="*/ 719742 w 12192001"/>
              <a:gd name="connsiteY213" fmla="*/ 1928399 h 2344739"/>
              <a:gd name="connsiteX214" fmla="*/ 708875 w 12192001"/>
              <a:gd name="connsiteY214" fmla="*/ 1922722 h 2344739"/>
              <a:gd name="connsiteX215" fmla="*/ 596792 w 12192001"/>
              <a:gd name="connsiteY215" fmla="*/ 1879864 h 2344739"/>
              <a:gd name="connsiteX216" fmla="*/ 578535 w 12192001"/>
              <a:gd name="connsiteY216" fmla="*/ 1877212 h 2344739"/>
              <a:gd name="connsiteX217" fmla="*/ 571717 w 12192001"/>
              <a:gd name="connsiteY217" fmla="*/ 1877401 h 2344739"/>
              <a:gd name="connsiteX218" fmla="*/ 445099 w 12192001"/>
              <a:gd name="connsiteY218" fmla="*/ 1839371 h 2344739"/>
              <a:gd name="connsiteX219" fmla="*/ 404015 w 12192001"/>
              <a:gd name="connsiteY219" fmla="*/ 1833548 h 2344739"/>
              <a:gd name="connsiteX220" fmla="*/ 292435 w 12192001"/>
              <a:gd name="connsiteY220" fmla="*/ 1812852 h 2344739"/>
              <a:gd name="connsiteX221" fmla="*/ 118381 w 12192001"/>
              <a:gd name="connsiteY221" fmla="*/ 1761047 h 2344739"/>
              <a:gd name="connsiteX222" fmla="*/ 15526 w 12192001"/>
              <a:gd name="connsiteY222" fmla="*/ 1758191 h 2344739"/>
              <a:gd name="connsiteX223" fmla="*/ 2 w 12192001"/>
              <a:gd name="connsiteY223" fmla="*/ 1752722 h 2344739"/>
              <a:gd name="connsiteX224" fmla="*/ 1 w 12192001"/>
              <a:gd name="connsiteY224" fmla="*/ 762497 h 2344739"/>
              <a:gd name="connsiteX225" fmla="*/ 0 w 12192001"/>
              <a:gd name="connsiteY225" fmla="*/ 762497 h 2344739"/>
              <a:gd name="connsiteX226" fmla="*/ 0 w 12192001"/>
              <a:gd name="connsiteY226" fmla="*/ 222213 h 2344739"/>
              <a:gd name="connsiteX227" fmla="*/ 0 w 12192001"/>
              <a:gd name="connsiteY227"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762497 h 2344739"/>
              <a:gd name="connsiteX225" fmla="*/ 0 w 12192001"/>
              <a:gd name="connsiteY225" fmla="*/ 222213 h 2344739"/>
              <a:gd name="connsiteX226" fmla="*/ 0 w 12192001"/>
              <a:gd name="connsiteY22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222213 h 2344739"/>
              <a:gd name="connsiteX225" fmla="*/ 0 w 12192001"/>
              <a:gd name="connsiteY225"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53521 w 12193149"/>
              <a:gd name="connsiteY90" fmla="*/ 1957169 h 2344739"/>
              <a:gd name="connsiteX91" fmla="*/ 8321252 w 12193149"/>
              <a:gd name="connsiteY91" fmla="*/ 1974587 h 2344739"/>
              <a:gd name="connsiteX92" fmla="*/ 8315581 w 12193149"/>
              <a:gd name="connsiteY92" fmla="*/ 1974913 h 2344739"/>
              <a:gd name="connsiteX93" fmla="*/ 8296322 w 12193149"/>
              <a:gd name="connsiteY93" fmla="*/ 1988808 h 2344739"/>
              <a:gd name="connsiteX94" fmla="*/ 8285424 w 12193149"/>
              <a:gd name="connsiteY94" fmla="*/ 1994631 h 2344739"/>
              <a:gd name="connsiteX95" fmla="*/ 8284298 w 12193149"/>
              <a:gd name="connsiteY95" fmla="*/ 1999074 h 2344739"/>
              <a:gd name="connsiteX96" fmla="*/ 8267224 w 12193149"/>
              <a:gd name="connsiteY96" fmla="*/ 2006249 h 2344739"/>
              <a:gd name="connsiteX97" fmla="*/ 8264525 w 12193149"/>
              <a:gd name="connsiteY97" fmla="*/ 2006019 h 2344739"/>
              <a:gd name="connsiteX98" fmla="*/ 8253181 w 12193149"/>
              <a:gd name="connsiteY98" fmla="*/ 2015862 h 2344739"/>
              <a:gd name="connsiteX99" fmla="*/ 8246982 w 12193149"/>
              <a:gd name="connsiteY99" fmla="*/ 2028854 h 2344739"/>
              <a:gd name="connsiteX100" fmla="*/ 8091420 w 12193149"/>
              <a:gd name="connsiteY100" fmla="*/ 2075015 h 2344739"/>
              <a:gd name="connsiteX101" fmla="*/ 7906555 w 12193149"/>
              <a:gd name="connsiteY101" fmla="*/ 2116988 h 2344739"/>
              <a:gd name="connsiteX102" fmla="*/ 7719893 w 12193149"/>
              <a:gd name="connsiteY102" fmla="*/ 2142703 h 2344739"/>
              <a:gd name="connsiteX103" fmla="*/ 7615495 w 12193149"/>
              <a:gd name="connsiteY103" fmla="*/ 2139232 h 2344739"/>
              <a:gd name="connsiteX104" fmla="*/ 7528691 w 12193149"/>
              <a:gd name="connsiteY104" fmla="*/ 2145060 h 2344739"/>
              <a:gd name="connsiteX105" fmla="*/ 7520719 w 12193149"/>
              <a:gd name="connsiteY105" fmla="*/ 2147613 h 2344739"/>
              <a:gd name="connsiteX106" fmla="*/ 7508559 w 12193149"/>
              <a:gd name="connsiteY106" fmla="*/ 2148948 h 2344739"/>
              <a:gd name="connsiteX107" fmla="*/ 7508188 w 12193149"/>
              <a:gd name="connsiteY107" fmla="*/ 2148621 h 2344739"/>
              <a:gd name="connsiteX108" fmla="*/ 7496943 w 12193149"/>
              <a:gd name="connsiteY108" fmla="*/ 2150573 h 2344739"/>
              <a:gd name="connsiteX109" fmla="*/ 7406539 w 12193149"/>
              <a:gd name="connsiteY109" fmla="*/ 2142468 h 2344739"/>
              <a:gd name="connsiteX110" fmla="*/ 7219707 w 12193149"/>
              <a:gd name="connsiteY110" fmla="*/ 2156680 h 2344739"/>
              <a:gd name="connsiteX111" fmla="*/ 7202249 w 12193149"/>
              <a:gd name="connsiteY111" fmla="*/ 2161230 h 2344739"/>
              <a:gd name="connsiteX112" fmla="*/ 7198152 w 12193149"/>
              <a:gd name="connsiteY112" fmla="*/ 2166588 h 2344739"/>
              <a:gd name="connsiteX113" fmla="*/ 7171956 w 12193149"/>
              <a:gd name="connsiteY113" fmla="*/ 2171236 h 2344739"/>
              <a:gd name="connsiteX114" fmla="*/ 7098136 w 12193149"/>
              <a:gd name="connsiteY114" fmla="*/ 2183464 h 2344739"/>
              <a:gd name="connsiteX115" fmla="*/ 7019644 w 12193149"/>
              <a:gd name="connsiteY115" fmla="*/ 2183090 h 2344739"/>
              <a:gd name="connsiteX116" fmla="*/ 6905294 w 12193149"/>
              <a:gd name="connsiteY116" fmla="*/ 2212596 h 2344739"/>
              <a:gd name="connsiteX117" fmla="*/ 6709370 w 12193149"/>
              <a:gd name="connsiteY117" fmla="*/ 2240551 h 2344739"/>
              <a:gd name="connsiteX118" fmla="*/ 6550602 w 12193149"/>
              <a:gd name="connsiteY118" fmla="*/ 2269327 h 2344739"/>
              <a:gd name="connsiteX119" fmla="*/ 6318708 w 12193149"/>
              <a:gd name="connsiteY119" fmla="*/ 2316127 h 2344739"/>
              <a:gd name="connsiteX120" fmla="*/ 6169822 w 12193149"/>
              <a:gd name="connsiteY120" fmla="*/ 2318214 h 2344739"/>
              <a:gd name="connsiteX121" fmla="*/ 6074996 w 12193149"/>
              <a:gd name="connsiteY121" fmla="*/ 2338676 h 2344739"/>
              <a:gd name="connsiteX122" fmla="*/ 6069677 w 12193149"/>
              <a:gd name="connsiteY122" fmla="*/ 2337139 h 2344739"/>
              <a:gd name="connsiteX123" fmla="*/ 6049786 w 12193149"/>
              <a:gd name="connsiteY123" fmla="*/ 2337822 h 2344739"/>
              <a:gd name="connsiteX124" fmla="*/ 6042433 w 12193149"/>
              <a:gd name="connsiteY124" fmla="*/ 2329473 h 2344739"/>
              <a:gd name="connsiteX125" fmla="*/ 6011238 w 12193149"/>
              <a:gd name="connsiteY125" fmla="*/ 2324380 h 2344739"/>
              <a:gd name="connsiteX126" fmla="*/ 5958523 w 12193149"/>
              <a:gd name="connsiteY126" fmla="*/ 2328024 h 2344739"/>
              <a:gd name="connsiteX127" fmla="*/ 5760067 w 12193149"/>
              <a:gd name="connsiteY127" fmla="*/ 2343716 h 2344739"/>
              <a:gd name="connsiteX128" fmla="*/ 5628108 w 12193149"/>
              <a:gd name="connsiteY128" fmla="*/ 2344739 h 2344739"/>
              <a:gd name="connsiteX129" fmla="*/ 5472054 w 12193149"/>
              <a:gd name="connsiteY129" fmla="*/ 2330719 h 2344739"/>
              <a:gd name="connsiteX130" fmla="*/ 5433909 w 12193149"/>
              <a:gd name="connsiteY130" fmla="*/ 2319466 h 2344739"/>
              <a:gd name="connsiteX131" fmla="*/ 5382817 w 12193149"/>
              <a:gd name="connsiteY131" fmla="*/ 2301764 h 2344739"/>
              <a:gd name="connsiteX132" fmla="*/ 5262912 w 12193149"/>
              <a:gd name="connsiteY132" fmla="*/ 2281347 h 2344739"/>
              <a:gd name="connsiteX133" fmla="*/ 5224109 w 12193149"/>
              <a:gd name="connsiteY133" fmla="*/ 2270223 h 2344739"/>
              <a:gd name="connsiteX134" fmla="*/ 5175808 w 12193149"/>
              <a:gd name="connsiteY134" fmla="*/ 2267233 h 2344739"/>
              <a:gd name="connsiteX135" fmla="*/ 5157702 w 12193149"/>
              <a:gd name="connsiteY135" fmla="*/ 2260010 h 2344739"/>
              <a:gd name="connsiteX136" fmla="*/ 5143747 w 12193149"/>
              <a:gd name="connsiteY136" fmla="*/ 2256610 h 2344739"/>
              <a:gd name="connsiteX137" fmla="*/ 5140744 w 12193149"/>
              <a:gd name="connsiteY137" fmla="*/ 2254509 h 2344739"/>
              <a:gd name="connsiteX138" fmla="*/ 5122807 w 12193149"/>
              <a:gd name="connsiteY138" fmla="*/ 2243656 h 2344739"/>
              <a:gd name="connsiteX139" fmla="*/ 5066938 w 12193149"/>
              <a:gd name="connsiteY139" fmla="*/ 2250227 h 2344739"/>
              <a:gd name="connsiteX140" fmla="*/ 5012662 w 12193149"/>
              <a:gd name="connsiteY140" fmla="*/ 2233846 h 2344739"/>
              <a:gd name="connsiteX141" fmla="*/ 4841589 w 12193149"/>
              <a:gd name="connsiteY141" fmla="*/ 2209829 h 2344739"/>
              <a:gd name="connsiteX142" fmla="*/ 4763595 w 12193149"/>
              <a:gd name="connsiteY142" fmla="*/ 2182061 h 2344739"/>
              <a:gd name="connsiteX143" fmla="*/ 4724334 w 12193149"/>
              <a:gd name="connsiteY143" fmla="*/ 2173047 h 2344739"/>
              <a:gd name="connsiteX144" fmla="*/ 4722324 w 12193149"/>
              <a:gd name="connsiteY144" fmla="*/ 2172298 h 2344739"/>
              <a:gd name="connsiteX145" fmla="*/ 4723259 w 12193149"/>
              <a:gd name="connsiteY145" fmla="*/ 2172087 h 2344739"/>
              <a:gd name="connsiteX146" fmla="*/ 4718350 w 12193149"/>
              <a:gd name="connsiteY146" fmla="*/ 2170817 h 2344739"/>
              <a:gd name="connsiteX147" fmla="*/ 4722324 w 12193149"/>
              <a:gd name="connsiteY147" fmla="*/ 2172298 h 2344739"/>
              <a:gd name="connsiteX148" fmla="*/ 4716674 w 12193149"/>
              <a:gd name="connsiteY148" fmla="*/ 2173573 h 2344739"/>
              <a:gd name="connsiteX149" fmla="*/ 4516962 w 12193149"/>
              <a:gd name="connsiteY149" fmla="*/ 2163671 h 2344739"/>
              <a:gd name="connsiteX150" fmla="*/ 4429691 w 12193149"/>
              <a:gd name="connsiteY150" fmla="*/ 2153020 h 2344739"/>
              <a:gd name="connsiteX151" fmla="*/ 4364023 w 12193149"/>
              <a:gd name="connsiteY151" fmla="*/ 2151674 h 2344739"/>
              <a:gd name="connsiteX152" fmla="*/ 4318114 w 12193149"/>
              <a:gd name="connsiteY152" fmla="*/ 2158289 h 2344739"/>
              <a:gd name="connsiteX153" fmla="*/ 4316258 w 12193149"/>
              <a:gd name="connsiteY153" fmla="*/ 2156948 h 2344739"/>
              <a:gd name="connsiteX154" fmla="*/ 4296292 w 12193149"/>
              <a:gd name="connsiteY154" fmla="*/ 2155069 h 2344739"/>
              <a:gd name="connsiteX155" fmla="*/ 4291212 w 12193149"/>
              <a:gd name="connsiteY155" fmla="*/ 2157986 h 2344739"/>
              <a:gd name="connsiteX156" fmla="*/ 4277290 w 12193149"/>
              <a:gd name="connsiteY156" fmla="*/ 2157740 h 2344739"/>
              <a:gd name="connsiteX157" fmla="*/ 4249265 w 12193149"/>
              <a:gd name="connsiteY157" fmla="*/ 2160064 h 2344739"/>
              <a:gd name="connsiteX158" fmla="*/ 4203199 w 12193149"/>
              <a:gd name="connsiteY158" fmla="*/ 2157269 h 2344739"/>
              <a:gd name="connsiteX159" fmla="*/ 4202893 w 12193149"/>
              <a:gd name="connsiteY159" fmla="*/ 2156010 h 2344739"/>
              <a:gd name="connsiteX160" fmla="*/ 4192396 w 12193149"/>
              <a:gd name="connsiteY160" fmla="*/ 2150376 h 2344739"/>
              <a:gd name="connsiteX161" fmla="*/ 4143893 w 12193149"/>
              <a:gd name="connsiteY161" fmla="*/ 2134511 h 2344739"/>
              <a:gd name="connsiteX162" fmla="*/ 4084245 w 12193149"/>
              <a:gd name="connsiteY162" fmla="*/ 2107978 h 2344739"/>
              <a:gd name="connsiteX163" fmla="*/ 4075694 w 12193149"/>
              <a:gd name="connsiteY163" fmla="*/ 2107143 h 2344739"/>
              <a:gd name="connsiteX164" fmla="*/ 4075575 w 12193149"/>
              <a:gd name="connsiteY164" fmla="*/ 2106844 h 2344739"/>
              <a:gd name="connsiteX165" fmla="*/ 4066658 w 12193149"/>
              <a:gd name="connsiteY165" fmla="*/ 2105400 h 2344739"/>
              <a:gd name="connsiteX166" fmla="*/ 4060102 w 12193149"/>
              <a:gd name="connsiteY166" fmla="*/ 2105618 h 2344739"/>
              <a:gd name="connsiteX167" fmla="*/ 4043512 w 12193149"/>
              <a:gd name="connsiteY167" fmla="*/ 2103997 h 2344739"/>
              <a:gd name="connsiteX168" fmla="*/ 4038145 w 12193149"/>
              <a:gd name="connsiteY168" fmla="*/ 2101563 h 2344739"/>
              <a:gd name="connsiteX169" fmla="*/ 4036511 w 12193149"/>
              <a:gd name="connsiteY169" fmla="*/ 2097896 h 2344739"/>
              <a:gd name="connsiteX170" fmla="*/ 4034926 w 12193149"/>
              <a:gd name="connsiteY170" fmla="*/ 2098131 h 2344739"/>
              <a:gd name="connsiteX171" fmla="*/ 4005686 w 12193149"/>
              <a:gd name="connsiteY171" fmla="*/ 2085563 h 2344739"/>
              <a:gd name="connsiteX172" fmla="*/ 3937994 w 12193149"/>
              <a:gd name="connsiteY172" fmla="*/ 2068106 h 2344739"/>
              <a:gd name="connsiteX173" fmla="*/ 3898423 w 12193149"/>
              <a:gd name="connsiteY173" fmla="*/ 2062451 h 2344739"/>
              <a:gd name="connsiteX174" fmla="*/ 3790908 w 12193149"/>
              <a:gd name="connsiteY174" fmla="*/ 2042213 h 2344739"/>
              <a:gd name="connsiteX175" fmla="*/ 3683661 w 12193149"/>
              <a:gd name="connsiteY175" fmla="*/ 2018290 h 2344739"/>
              <a:gd name="connsiteX176" fmla="*/ 3611183 w 12193149"/>
              <a:gd name="connsiteY176" fmla="*/ 1986019 h 2344739"/>
              <a:gd name="connsiteX177" fmla="*/ 3605003 w 12193149"/>
              <a:gd name="connsiteY177" fmla="*/ 1987381 h 2344739"/>
              <a:gd name="connsiteX178" fmla="*/ 3595884 w 12193149"/>
              <a:gd name="connsiteY178" fmla="*/ 1987545 h 2344739"/>
              <a:gd name="connsiteX179" fmla="*/ 3595649 w 12193149"/>
              <a:gd name="connsiteY179" fmla="*/ 1987276 h 2344739"/>
              <a:gd name="connsiteX180" fmla="*/ 3587126 w 12193149"/>
              <a:gd name="connsiteY180" fmla="*/ 1987966 h 2344739"/>
              <a:gd name="connsiteX181" fmla="*/ 3537283 w 12193149"/>
              <a:gd name="connsiteY181" fmla="*/ 1978267 h 2344739"/>
              <a:gd name="connsiteX182" fmla="*/ 3474371 w 12193149"/>
              <a:gd name="connsiteY182" fmla="*/ 1974606 h 2344739"/>
              <a:gd name="connsiteX183" fmla="*/ 3401876 w 12193149"/>
              <a:gd name="connsiteY183" fmla="*/ 1962558 h 2344739"/>
              <a:gd name="connsiteX184" fmla="*/ 3365036 w 12193149"/>
              <a:gd name="connsiteY184" fmla="*/ 1979510 h 2344739"/>
              <a:gd name="connsiteX185" fmla="*/ 3345174 w 12193149"/>
              <a:gd name="connsiteY185" fmla="*/ 1981192 h 2344739"/>
              <a:gd name="connsiteX186" fmla="*/ 3342846 w 12193149"/>
              <a:gd name="connsiteY186" fmla="*/ 1980217 h 2344739"/>
              <a:gd name="connsiteX187" fmla="*/ 3263504 w 12193149"/>
              <a:gd name="connsiteY187" fmla="*/ 1986094 h 2344739"/>
              <a:gd name="connsiteX188" fmla="*/ 3143704 w 12193149"/>
              <a:gd name="connsiteY188" fmla="*/ 1993869 h 2344739"/>
              <a:gd name="connsiteX189" fmla="*/ 3031439 w 12193149"/>
              <a:gd name="connsiteY189" fmla="*/ 1996512 h 2344739"/>
              <a:gd name="connsiteX190" fmla="*/ 2782717 w 12193149"/>
              <a:gd name="connsiteY190" fmla="*/ 2018333 h 2344739"/>
              <a:gd name="connsiteX191" fmla="*/ 2647675 w 12193149"/>
              <a:gd name="connsiteY191" fmla="*/ 2028869 h 2344739"/>
              <a:gd name="connsiteX192" fmla="*/ 2569176 w 12193149"/>
              <a:gd name="connsiteY192" fmla="*/ 2002628 h 2344739"/>
              <a:gd name="connsiteX193" fmla="*/ 2444403 w 12193149"/>
              <a:gd name="connsiteY193" fmla="*/ 2016529 h 2344739"/>
              <a:gd name="connsiteX194" fmla="*/ 2316260 w 12193149"/>
              <a:gd name="connsiteY194" fmla="*/ 2024996 h 2344739"/>
              <a:gd name="connsiteX195" fmla="*/ 2209726 w 12193149"/>
              <a:gd name="connsiteY195" fmla="*/ 2019763 h 2344739"/>
              <a:gd name="connsiteX196" fmla="*/ 2095813 w 12193149"/>
              <a:gd name="connsiteY196" fmla="*/ 2003052 h 2344739"/>
              <a:gd name="connsiteX197" fmla="*/ 1998504 w 12193149"/>
              <a:gd name="connsiteY197" fmla="*/ 1995032 h 2344739"/>
              <a:gd name="connsiteX198" fmla="*/ 1929320 w 12193149"/>
              <a:gd name="connsiteY198" fmla="*/ 2016977 h 2344739"/>
              <a:gd name="connsiteX199" fmla="*/ 1922798 w 12193149"/>
              <a:gd name="connsiteY199" fmla="*/ 2012146 h 2344739"/>
              <a:gd name="connsiteX200" fmla="*/ 1874228 w 12193149"/>
              <a:gd name="connsiteY200" fmla="*/ 2013741 h 2344739"/>
              <a:gd name="connsiteX201" fmla="*/ 1787803 w 12193149"/>
              <a:gd name="connsiteY201" fmla="*/ 2041363 h 2344739"/>
              <a:gd name="connsiteX202" fmla="*/ 1739352 w 12193149"/>
              <a:gd name="connsiteY202" fmla="*/ 2036312 h 2344739"/>
              <a:gd name="connsiteX203" fmla="*/ 1676219 w 12193149"/>
              <a:gd name="connsiteY203" fmla="*/ 2019963 h 2344739"/>
              <a:gd name="connsiteX204" fmla="*/ 1609817 w 12193149"/>
              <a:gd name="connsiteY204" fmla="*/ 2013066 h 2344739"/>
              <a:gd name="connsiteX205" fmla="*/ 1497258 w 12193149"/>
              <a:gd name="connsiteY205" fmla="*/ 1987476 h 2344739"/>
              <a:gd name="connsiteX206" fmla="*/ 1151127 w 12193149"/>
              <a:gd name="connsiteY206" fmla="*/ 1938041 h 2344739"/>
              <a:gd name="connsiteX207" fmla="*/ 859417 w 12193149"/>
              <a:gd name="connsiteY207" fmla="*/ 1928608 h 2344739"/>
              <a:gd name="connsiteX208" fmla="*/ 838688 w 12193149"/>
              <a:gd name="connsiteY208" fmla="*/ 1929821 h 2344739"/>
              <a:gd name="connsiteX209" fmla="*/ 817957 w 12193149"/>
              <a:gd name="connsiteY209" fmla="*/ 1927857 h 2344739"/>
              <a:gd name="connsiteX210" fmla="*/ 812654 w 12193149"/>
              <a:gd name="connsiteY210" fmla="*/ 1930751 h 2344739"/>
              <a:gd name="connsiteX211" fmla="*/ 721195 w 12193149"/>
              <a:gd name="connsiteY211" fmla="*/ 1929661 h 2344739"/>
              <a:gd name="connsiteX212" fmla="*/ 720890 w 12193149"/>
              <a:gd name="connsiteY212" fmla="*/ 1928399 h 2344739"/>
              <a:gd name="connsiteX213" fmla="*/ 710023 w 12193149"/>
              <a:gd name="connsiteY213" fmla="*/ 1922722 h 2344739"/>
              <a:gd name="connsiteX214" fmla="*/ 597940 w 12193149"/>
              <a:gd name="connsiteY214" fmla="*/ 1879864 h 2344739"/>
              <a:gd name="connsiteX215" fmla="*/ 579683 w 12193149"/>
              <a:gd name="connsiteY215" fmla="*/ 1877212 h 2344739"/>
              <a:gd name="connsiteX216" fmla="*/ 572865 w 12193149"/>
              <a:gd name="connsiteY216" fmla="*/ 1877401 h 2344739"/>
              <a:gd name="connsiteX217" fmla="*/ 446247 w 12193149"/>
              <a:gd name="connsiteY217" fmla="*/ 1839371 h 2344739"/>
              <a:gd name="connsiteX218" fmla="*/ 405163 w 12193149"/>
              <a:gd name="connsiteY218" fmla="*/ 1833548 h 2344739"/>
              <a:gd name="connsiteX219" fmla="*/ 293583 w 12193149"/>
              <a:gd name="connsiteY219" fmla="*/ 1812852 h 2344739"/>
              <a:gd name="connsiteX220" fmla="*/ 119529 w 12193149"/>
              <a:gd name="connsiteY220" fmla="*/ 1761047 h 2344739"/>
              <a:gd name="connsiteX221" fmla="*/ 16674 w 12193149"/>
              <a:gd name="connsiteY221" fmla="*/ 1758191 h 2344739"/>
              <a:gd name="connsiteX222" fmla="*/ 1150 w 12193149"/>
              <a:gd name="connsiteY222" fmla="*/ 1752722 h 2344739"/>
              <a:gd name="connsiteX223" fmla="*/ 1148 w 12193149"/>
              <a:gd name="connsiteY223" fmla="*/ 222213 h 2344739"/>
              <a:gd name="connsiteX224" fmla="*/ 1148 w 12193149"/>
              <a:gd name="connsiteY224"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21252 w 12193149"/>
              <a:gd name="connsiteY90" fmla="*/ 1974587 h 2344739"/>
              <a:gd name="connsiteX91" fmla="*/ 8315581 w 12193149"/>
              <a:gd name="connsiteY91" fmla="*/ 1974913 h 2344739"/>
              <a:gd name="connsiteX92" fmla="*/ 8296322 w 12193149"/>
              <a:gd name="connsiteY92" fmla="*/ 1988808 h 2344739"/>
              <a:gd name="connsiteX93" fmla="*/ 8285424 w 12193149"/>
              <a:gd name="connsiteY93" fmla="*/ 1994631 h 2344739"/>
              <a:gd name="connsiteX94" fmla="*/ 8284298 w 12193149"/>
              <a:gd name="connsiteY94" fmla="*/ 1999074 h 2344739"/>
              <a:gd name="connsiteX95" fmla="*/ 8267224 w 12193149"/>
              <a:gd name="connsiteY95" fmla="*/ 2006249 h 2344739"/>
              <a:gd name="connsiteX96" fmla="*/ 8264525 w 12193149"/>
              <a:gd name="connsiteY96" fmla="*/ 2006019 h 2344739"/>
              <a:gd name="connsiteX97" fmla="*/ 8253181 w 12193149"/>
              <a:gd name="connsiteY97" fmla="*/ 2015862 h 2344739"/>
              <a:gd name="connsiteX98" fmla="*/ 8246982 w 12193149"/>
              <a:gd name="connsiteY98" fmla="*/ 2028854 h 2344739"/>
              <a:gd name="connsiteX99" fmla="*/ 8091420 w 12193149"/>
              <a:gd name="connsiteY99" fmla="*/ 2075015 h 2344739"/>
              <a:gd name="connsiteX100" fmla="*/ 7906555 w 12193149"/>
              <a:gd name="connsiteY100" fmla="*/ 2116988 h 2344739"/>
              <a:gd name="connsiteX101" fmla="*/ 7719893 w 12193149"/>
              <a:gd name="connsiteY101" fmla="*/ 2142703 h 2344739"/>
              <a:gd name="connsiteX102" fmla="*/ 7615495 w 12193149"/>
              <a:gd name="connsiteY102" fmla="*/ 2139232 h 2344739"/>
              <a:gd name="connsiteX103" fmla="*/ 7528691 w 12193149"/>
              <a:gd name="connsiteY103" fmla="*/ 2145060 h 2344739"/>
              <a:gd name="connsiteX104" fmla="*/ 7520719 w 12193149"/>
              <a:gd name="connsiteY104" fmla="*/ 2147613 h 2344739"/>
              <a:gd name="connsiteX105" fmla="*/ 7508559 w 12193149"/>
              <a:gd name="connsiteY105" fmla="*/ 2148948 h 2344739"/>
              <a:gd name="connsiteX106" fmla="*/ 7508188 w 12193149"/>
              <a:gd name="connsiteY106" fmla="*/ 2148621 h 2344739"/>
              <a:gd name="connsiteX107" fmla="*/ 7496943 w 12193149"/>
              <a:gd name="connsiteY107" fmla="*/ 2150573 h 2344739"/>
              <a:gd name="connsiteX108" fmla="*/ 7406539 w 12193149"/>
              <a:gd name="connsiteY108" fmla="*/ 2142468 h 2344739"/>
              <a:gd name="connsiteX109" fmla="*/ 7219707 w 12193149"/>
              <a:gd name="connsiteY109" fmla="*/ 2156680 h 2344739"/>
              <a:gd name="connsiteX110" fmla="*/ 7202249 w 12193149"/>
              <a:gd name="connsiteY110" fmla="*/ 2161230 h 2344739"/>
              <a:gd name="connsiteX111" fmla="*/ 7198152 w 12193149"/>
              <a:gd name="connsiteY111" fmla="*/ 2166588 h 2344739"/>
              <a:gd name="connsiteX112" fmla="*/ 7171956 w 12193149"/>
              <a:gd name="connsiteY112" fmla="*/ 2171236 h 2344739"/>
              <a:gd name="connsiteX113" fmla="*/ 7098136 w 12193149"/>
              <a:gd name="connsiteY113" fmla="*/ 2183464 h 2344739"/>
              <a:gd name="connsiteX114" fmla="*/ 7019644 w 12193149"/>
              <a:gd name="connsiteY114" fmla="*/ 2183090 h 2344739"/>
              <a:gd name="connsiteX115" fmla="*/ 6905294 w 12193149"/>
              <a:gd name="connsiteY115" fmla="*/ 2212596 h 2344739"/>
              <a:gd name="connsiteX116" fmla="*/ 6709370 w 12193149"/>
              <a:gd name="connsiteY116" fmla="*/ 2240551 h 2344739"/>
              <a:gd name="connsiteX117" fmla="*/ 6550602 w 12193149"/>
              <a:gd name="connsiteY117" fmla="*/ 2269327 h 2344739"/>
              <a:gd name="connsiteX118" fmla="*/ 6318708 w 12193149"/>
              <a:gd name="connsiteY118" fmla="*/ 2316127 h 2344739"/>
              <a:gd name="connsiteX119" fmla="*/ 6169822 w 12193149"/>
              <a:gd name="connsiteY119" fmla="*/ 2318214 h 2344739"/>
              <a:gd name="connsiteX120" fmla="*/ 6074996 w 12193149"/>
              <a:gd name="connsiteY120" fmla="*/ 2338676 h 2344739"/>
              <a:gd name="connsiteX121" fmla="*/ 6069677 w 12193149"/>
              <a:gd name="connsiteY121" fmla="*/ 2337139 h 2344739"/>
              <a:gd name="connsiteX122" fmla="*/ 6049786 w 12193149"/>
              <a:gd name="connsiteY122" fmla="*/ 2337822 h 2344739"/>
              <a:gd name="connsiteX123" fmla="*/ 6042433 w 12193149"/>
              <a:gd name="connsiteY123" fmla="*/ 2329473 h 2344739"/>
              <a:gd name="connsiteX124" fmla="*/ 6011238 w 12193149"/>
              <a:gd name="connsiteY124" fmla="*/ 2324380 h 2344739"/>
              <a:gd name="connsiteX125" fmla="*/ 5958523 w 12193149"/>
              <a:gd name="connsiteY125" fmla="*/ 2328024 h 2344739"/>
              <a:gd name="connsiteX126" fmla="*/ 5760067 w 12193149"/>
              <a:gd name="connsiteY126" fmla="*/ 2343716 h 2344739"/>
              <a:gd name="connsiteX127" fmla="*/ 5628108 w 12193149"/>
              <a:gd name="connsiteY127" fmla="*/ 2344739 h 2344739"/>
              <a:gd name="connsiteX128" fmla="*/ 5472054 w 12193149"/>
              <a:gd name="connsiteY128" fmla="*/ 2330719 h 2344739"/>
              <a:gd name="connsiteX129" fmla="*/ 5433909 w 12193149"/>
              <a:gd name="connsiteY129" fmla="*/ 2319466 h 2344739"/>
              <a:gd name="connsiteX130" fmla="*/ 5382817 w 12193149"/>
              <a:gd name="connsiteY130" fmla="*/ 2301764 h 2344739"/>
              <a:gd name="connsiteX131" fmla="*/ 5262912 w 12193149"/>
              <a:gd name="connsiteY131" fmla="*/ 2281347 h 2344739"/>
              <a:gd name="connsiteX132" fmla="*/ 5224109 w 12193149"/>
              <a:gd name="connsiteY132" fmla="*/ 2270223 h 2344739"/>
              <a:gd name="connsiteX133" fmla="*/ 5175808 w 12193149"/>
              <a:gd name="connsiteY133" fmla="*/ 2267233 h 2344739"/>
              <a:gd name="connsiteX134" fmla="*/ 5157702 w 12193149"/>
              <a:gd name="connsiteY134" fmla="*/ 2260010 h 2344739"/>
              <a:gd name="connsiteX135" fmla="*/ 5143747 w 12193149"/>
              <a:gd name="connsiteY135" fmla="*/ 2256610 h 2344739"/>
              <a:gd name="connsiteX136" fmla="*/ 5140744 w 12193149"/>
              <a:gd name="connsiteY136" fmla="*/ 2254509 h 2344739"/>
              <a:gd name="connsiteX137" fmla="*/ 5122807 w 12193149"/>
              <a:gd name="connsiteY137" fmla="*/ 2243656 h 2344739"/>
              <a:gd name="connsiteX138" fmla="*/ 5066938 w 12193149"/>
              <a:gd name="connsiteY138" fmla="*/ 2250227 h 2344739"/>
              <a:gd name="connsiteX139" fmla="*/ 5012662 w 12193149"/>
              <a:gd name="connsiteY139" fmla="*/ 2233846 h 2344739"/>
              <a:gd name="connsiteX140" fmla="*/ 4841589 w 12193149"/>
              <a:gd name="connsiteY140" fmla="*/ 2209829 h 2344739"/>
              <a:gd name="connsiteX141" fmla="*/ 4763595 w 12193149"/>
              <a:gd name="connsiteY141" fmla="*/ 2182061 h 2344739"/>
              <a:gd name="connsiteX142" fmla="*/ 4724334 w 12193149"/>
              <a:gd name="connsiteY142" fmla="*/ 2173047 h 2344739"/>
              <a:gd name="connsiteX143" fmla="*/ 4722324 w 12193149"/>
              <a:gd name="connsiteY143" fmla="*/ 2172298 h 2344739"/>
              <a:gd name="connsiteX144" fmla="*/ 4723259 w 12193149"/>
              <a:gd name="connsiteY144" fmla="*/ 2172087 h 2344739"/>
              <a:gd name="connsiteX145" fmla="*/ 4718350 w 12193149"/>
              <a:gd name="connsiteY145" fmla="*/ 2170817 h 2344739"/>
              <a:gd name="connsiteX146" fmla="*/ 4722324 w 12193149"/>
              <a:gd name="connsiteY146" fmla="*/ 2172298 h 2344739"/>
              <a:gd name="connsiteX147" fmla="*/ 4716674 w 12193149"/>
              <a:gd name="connsiteY147" fmla="*/ 2173573 h 2344739"/>
              <a:gd name="connsiteX148" fmla="*/ 4516962 w 12193149"/>
              <a:gd name="connsiteY148" fmla="*/ 2163671 h 2344739"/>
              <a:gd name="connsiteX149" fmla="*/ 4429691 w 12193149"/>
              <a:gd name="connsiteY149" fmla="*/ 2153020 h 2344739"/>
              <a:gd name="connsiteX150" fmla="*/ 4364023 w 12193149"/>
              <a:gd name="connsiteY150" fmla="*/ 2151674 h 2344739"/>
              <a:gd name="connsiteX151" fmla="*/ 4318114 w 12193149"/>
              <a:gd name="connsiteY151" fmla="*/ 2158289 h 2344739"/>
              <a:gd name="connsiteX152" fmla="*/ 4316258 w 12193149"/>
              <a:gd name="connsiteY152" fmla="*/ 2156948 h 2344739"/>
              <a:gd name="connsiteX153" fmla="*/ 4296292 w 12193149"/>
              <a:gd name="connsiteY153" fmla="*/ 2155069 h 2344739"/>
              <a:gd name="connsiteX154" fmla="*/ 4291212 w 12193149"/>
              <a:gd name="connsiteY154" fmla="*/ 2157986 h 2344739"/>
              <a:gd name="connsiteX155" fmla="*/ 4277290 w 12193149"/>
              <a:gd name="connsiteY155" fmla="*/ 2157740 h 2344739"/>
              <a:gd name="connsiteX156" fmla="*/ 4249265 w 12193149"/>
              <a:gd name="connsiteY156" fmla="*/ 2160064 h 2344739"/>
              <a:gd name="connsiteX157" fmla="*/ 4203199 w 12193149"/>
              <a:gd name="connsiteY157" fmla="*/ 2157269 h 2344739"/>
              <a:gd name="connsiteX158" fmla="*/ 4202893 w 12193149"/>
              <a:gd name="connsiteY158" fmla="*/ 2156010 h 2344739"/>
              <a:gd name="connsiteX159" fmla="*/ 4192396 w 12193149"/>
              <a:gd name="connsiteY159" fmla="*/ 2150376 h 2344739"/>
              <a:gd name="connsiteX160" fmla="*/ 4143893 w 12193149"/>
              <a:gd name="connsiteY160" fmla="*/ 2134511 h 2344739"/>
              <a:gd name="connsiteX161" fmla="*/ 4084245 w 12193149"/>
              <a:gd name="connsiteY161" fmla="*/ 2107978 h 2344739"/>
              <a:gd name="connsiteX162" fmla="*/ 4075694 w 12193149"/>
              <a:gd name="connsiteY162" fmla="*/ 2107143 h 2344739"/>
              <a:gd name="connsiteX163" fmla="*/ 4075575 w 12193149"/>
              <a:gd name="connsiteY163" fmla="*/ 2106844 h 2344739"/>
              <a:gd name="connsiteX164" fmla="*/ 4066658 w 12193149"/>
              <a:gd name="connsiteY164" fmla="*/ 2105400 h 2344739"/>
              <a:gd name="connsiteX165" fmla="*/ 4060102 w 12193149"/>
              <a:gd name="connsiteY165" fmla="*/ 2105618 h 2344739"/>
              <a:gd name="connsiteX166" fmla="*/ 4043512 w 12193149"/>
              <a:gd name="connsiteY166" fmla="*/ 2103997 h 2344739"/>
              <a:gd name="connsiteX167" fmla="*/ 4038145 w 12193149"/>
              <a:gd name="connsiteY167" fmla="*/ 2101563 h 2344739"/>
              <a:gd name="connsiteX168" fmla="*/ 4036511 w 12193149"/>
              <a:gd name="connsiteY168" fmla="*/ 2097896 h 2344739"/>
              <a:gd name="connsiteX169" fmla="*/ 4034926 w 12193149"/>
              <a:gd name="connsiteY169" fmla="*/ 2098131 h 2344739"/>
              <a:gd name="connsiteX170" fmla="*/ 4005686 w 12193149"/>
              <a:gd name="connsiteY170" fmla="*/ 2085563 h 2344739"/>
              <a:gd name="connsiteX171" fmla="*/ 3937994 w 12193149"/>
              <a:gd name="connsiteY171" fmla="*/ 2068106 h 2344739"/>
              <a:gd name="connsiteX172" fmla="*/ 3898423 w 12193149"/>
              <a:gd name="connsiteY172" fmla="*/ 2062451 h 2344739"/>
              <a:gd name="connsiteX173" fmla="*/ 3790908 w 12193149"/>
              <a:gd name="connsiteY173" fmla="*/ 2042213 h 2344739"/>
              <a:gd name="connsiteX174" fmla="*/ 3683661 w 12193149"/>
              <a:gd name="connsiteY174" fmla="*/ 2018290 h 2344739"/>
              <a:gd name="connsiteX175" fmla="*/ 3611183 w 12193149"/>
              <a:gd name="connsiteY175" fmla="*/ 1986019 h 2344739"/>
              <a:gd name="connsiteX176" fmla="*/ 3605003 w 12193149"/>
              <a:gd name="connsiteY176" fmla="*/ 1987381 h 2344739"/>
              <a:gd name="connsiteX177" fmla="*/ 3595884 w 12193149"/>
              <a:gd name="connsiteY177" fmla="*/ 1987545 h 2344739"/>
              <a:gd name="connsiteX178" fmla="*/ 3595649 w 12193149"/>
              <a:gd name="connsiteY178" fmla="*/ 1987276 h 2344739"/>
              <a:gd name="connsiteX179" fmla="*/ 3587126 w 12193149"/>
              <a:gd name="connsiteY179" fmla="*/ 1987966 h 2344739"/>
              <a:gd name="connsiteX180" fmla="*/ 3537283 w 12193149"/>
              <a:gd name="connsiteY180" fmla="*/ 1978267 h 2344739"/>
              <a:gd name="connsiteX181" fmla="*/ 3474371 w 12193149"/>
              <a:gd name="connsiteY181" fmla="*/ 1974606 h 2344739"/>
              <a:gd name="connsiteX182" fmla="*/ 3401876 w 12193149"/>
              <a:gd name="connsiteY182" fmla="*/ 1962558 h 2344739"/>
              <a:gd name="connsiteX183" fmla="*/ 3365036 w 12193149"/>
              <a:gd name="connsiteY183" fmla="*/ 1979510 h 2344739"/>
              <a:gd name="connsiteX184" fmla="*/ 3345174 w 12193149"/>
              <a:gd name="connsiteY184" fmla="*/ 1981192 h 2344739"/>
              <a:gd name="connsiteX185" fmla="*/ 3342846 w 12193149"/>
              <a:gd name="connsiteY185" fmla="*/ 1980217 h 2344739"/>
              <a:gd name="connsiteX186" fmla="*/ 3263504 w 12193149"/>
              <a:gd name="connsiteY186" fmla="*/ 1986094 h 2344739"/>
              <a:gd name="connsiteX187" fmla="*/ 3143704 w 12193149"/>
              <a:gd name="connsiteY187" fmla="*/ 1993869 h 2344739"/>
              <a:gd name="connsiteX188" fmla="*/ 3031439 w 12193149"/>
              <a:gd name="connsiteY188" fmla="*/ 1996512 h 2344739"/>
              <a:gd name="connsiteX189" fmla="*/ 2782717 w 12193149"/>
              <a:gd name="connsiteY189" fmla="*/ 2018333 h 2344739"/>
              <a:gd name="connsiteX190" fmla="*/ 2647675 w 12193149"/>
              <a:gd name="connsiteY190" fmla="*/ 2028869 h 2344739"/>
              <a:gd name="connsiteX191" fmla="*/ 2569176 w 12193149"/>
              <a:gd name="connsiteY191" fmla="*/ 2002628 h 2344739"/>
              <a:gd name="connsiteX192" fmla="*/ 2444403 w 12193149"/>
              <a:gd name="connsiteY192" fmla="*/ 2016529 h 2344739"/>
              <a:gd name="connsiteX193" fmla="*/ 2316260 w 12193149"/>
              <a:gd name="connsiteY193" fmla="*/ 2024996 h 2344739"/>
              <a:gd name="connsiteX194" fmla="*/ 2209726 w 12193149"/>
              <a:gd name="connsiteY194" fmla="*/ 2019763 h 2344739"/>
              <a:gd name="connsiteX195" fmla="*/ 2095813 w 12193149"/>
              <a:gd name="connsiteY195" fmla="*/ 2003052 h 2344739"/>
              <a:gd name="connsiteX196" fmla="*/ 1998504 w 12193149"/>
              <a:gd name="connsiteY196" fmla="*/ 1995032 h 2344739"/>
              <a:gd name="connsiteX197" fmla="*/ 1929320 w 12193149"/>
              <a:gd name="connsiteY197" fmla="*/ 2016977 h 2344739"/>
              <a:gd name="connsiteX198" fmla="*/ 1922798 w 12193149"/>
              <a:gd name="connsiteY198" fmla="*/ 2012146 h 2344739"/>
              <a:gd name="connsiteX199" fmla="*/ 1874228 w 12193149"/>
              <a:gd name="connsiteY199" fmla="*/ 2013741 h 2344739"/>
              <a:gd name="connsiteX200" fmla="*/ 1787803 w 12193149"/>
              <a:gd name="connsiteY200" fmla="*/ 2041363 h 2344739"/>
              <a:gd name="connsiteX201" fmla="*/ 1739352 w 12193149"/>
              <a:gd name="connsiteY201" fmla="*/ 2036312 h 2344739"/>
              <a:gd name="connsiteX202" fmla="*/ 1676219 w 12193149"/>
              <a:gd name="connsiteY202" fmla="*/ 2019963 h 2344739"/>
              <a:gd name="connsiteX203" fmla="*/ 1609817 w 12193149"/>
              <a:gd name="connsiteY203" fmla="*/ 2013066 h 2344739"/>
              <a:gd name="connsiteX204" fmla="*/ 1497258 w 12193149"/>
              <a:gd name="connsiteY204" fmla="*/ 1987476 h 2344739"/>
              <a:gd name="connsiteX205" fmla="*/ 1151127 w 12193149"/>
              <a:gd name="connsiteY205" fmla="*/ 1938041 h 2344739"/>
              <a:gd name="connsiteX206" fmla="*/ 859417 w 12193149"/>
              <a:gd name="connsiteY206" fmla="*/ 1928608 h 2344739"/>
              <a:gd name="connsiteX207" fmla="*/ 838688 w 12193149"/>
              <a:gd name="connsiteY207" fmla="*/ 1929821 h 2344739"/>
              <a:gd name="connsiteX208" fmla="*/ 817957 w 12193149"/>
              <a:gd name="connsiteY208" fmla="*/ 1927857 h 2344739"/>
              <a:gd name="connsiteX209" fmla="*/ 812654 w 12193149"/>
              <a:gd name="connsiteY209" fmla="*/ 1930751 h 2344739"/>
              <a:gd name="connsiteX210" fmla="*/ 721195 w 12193149"/>
              <a:gd name="connsiteY210" fmla="*/ 1929661 h 2344739"/>
              <a:gd name="connsiteX211" fmla="*/ 720890 w 12193149"/>
              <a:gd name="connsiteY211" fmla="*/ 1928399 h 2344739"/>
              <a:gd name="connsiteX212" fmla="*/ 710023 w 12193149"/>
              <a:gd name="connsiteY212" fmla="*/ 1922722 h 2344739"/>
              <a:gd name="connsiteX213" fmla="*/ 597940 w 12193149"/>
              <a:gd name="connsiteY213" fmla="*/ 1879864 h 2344739"/>
              <a:gd name="connsiteX214" fmla="*/ 579683 w 12193149"/>
              <a:gd name="connsiteY214" fmla="*/ 1877212 h 2344739"/>
              <a:gd name="connsiteX215" fmla="*/ 572865 w 12193149"/>
              <a:gd name="connsiteY215" fmla="*/ 1877401 h 2344739"/>
              <a:gd name="connsiteX216" fmla="*/ 446247 w 12193149"/>
              <a:gd name="connsiteY216" fmla="*/ 1839371 h 2344739"/>
              <a:gd name="connsiteX217" fmla="*/ 405163 w 12193149"/>
              <a:gd name="connsiteY217" fmla="*/ 1833548 h 2344739"/>
              <a:gd name="connsiteX218" fmla="*/ 293583 w 12193149"/>
              <a:gd name="connsiteY218" fmla="*/ 1812852 h 2344739"/>
              <a:gd name="connsiteX219" fmla="*/ 119529 w 12193149"/>
              <a:gd name="connsiteY219" fmla="*/ 1761047 h 2344739"/>
              <a:gd name="connsiteX220" fmla="*/ 16674 w 12193149"/>
              <a:gd name="connsiteY220" fmla="*/ 1758191 h 2344739"/>
              <a:gd name="connsiteX221" fmla="*/ 1150 w 12193149"/>
              <a:gd name="connsiteY221" fmla="*/ 1752722 h 2344739"/>
              <a:gd name="connsiteX222" fmla="*/ 1148 w 12193149"/>
              <a:gd name="connsiteY222" fmla="*/ 222213 h 2344739"/>
              <a:gd name="connsiteX223" fmla="*/ 1148 w 12193149"/>
              <a:gd name="connsiteY223"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14960 w 12193149"/>
              <a:gd name="connsiteY68" fmla="*/ 1919069 h 2344739"/>
              <a:gd name="connsiteX69" fmla="*/ 9054601 w 12193149"/>
              <a:gd name="connsiteY69" fmla="*/ 1910755 h 2344739"/>
              <a:gd name="connsiteX70" fmla="*/ 9006634 w 12193149"/>
              <a:gd name="connsiteY70" fmla="*/ 1914040 h 2344739"/>
              <a:gd name="connsiteX71" fmla="*/ 9006349 w 12193149"/>
              <a:gd name="connsiteY71" fmla="*/ 1913800 h 2344739"/>
              <a:gd name="connsiteX72" fmla="*/ 8997380 w 12193149"/>
              <a:gd name="connsiteY72" fmla="*/ 1915011 h 2344739"/>
              <a:gd name="connsiteX73" fmla="*/ 8991542 w 12193149"/>
              <a:gd name="connsiteY73" fmla="*/ 1917072 h 2344739"/>
              <a:gd name="connsiteX74" fmla="*/ 8975485 w 12193149"/>
              <a:gd name="connsiteY74" fmla="*/ 1920298 h 2344739"/>
              <a:gd name="connsiteX75" fmla="*/ 8969159 w 12193149"/>
              <a:gd name="connsiteY75" fmla="*/ 1919598 h 2344739"/>
              <a:gd name="connsiteX76" fmla="*/ 8964196 w 12193149"/>
              <a:gd name="connsiteY76" fmla="*/ 1917373 h 2344739"/>
              <a:gd name="connsiteX77" fmla="*/ 8930136 w 12193149"/>
              <a:gd name="connsiteY77" fmla="*/ 1914185 h 2344739"/>
              <a:gd name="connsiteX78" fmla="*/ 8753592 w 12193149"/>
              <a:gd name="connsiteY78" fmla="*/ 1933417 h 2344739"/>
              <a:gd name="connsiteX79" fmla="*/ 8708995 w 12193149"/>
              <a:gd name="connsiteY79" fmla="*/ 1935518 h 2344739"/>
              <a:gd name="connsiteX80" fmla="*/ 8597219 w 12193149"/>
              <a:gd name="connsiteY80" fmla="*/ 1944090 h 2344739"/>
              <a:gd name="connsiteX81" fmla="*/ 8526378 w 12193149"/>
              <a:gd name="connsiteY81" fmla="*/ 1929248 h 2344739"/>
              <a:gd name="connsiteX82" fmla="*/ 8512131 w 12193149"/>
              <a:gd name="connsiteY82" fmla="*/ 1935163 h 2344739"/>
              <a:gd name="connsiteX83" fmla="*/ 8507315 w 12193149"/>
              <a:gd name="connsiteY83" fmla="*/ 1938164 h 2344739"/>
              <a:gd name="connsiteX84" fmla="*/ 8499116 w 12193149"/>
              <a:gd name="connsiteY84" fmla="*/ 1940902 h 2344739"/>
              <a:gd name="connsiteX85" fmla="*/ 8498742 w 12193149"/>
              <a:gd name="connsiteY85" fmla="*/ 1940723 h 2344739"/>
              <a:gd name="connsiteX86" fmla="*/ 8491397 w 12193149"/>
              <a:gd name="connsiteY86" fmla="*/ 1943773 h 2344739"/>
              <a:gd name="connsiteX87" fmla="*/ 8368330 w 12193149"/>
              <a:gd name="connsiteY87" fmla="*/ 1957815 h 2344739"/>
              <a:gd name="connsiteX88" fmla="*/ 8354947 w 12193149"/>
              <a:gd name="connsiteY88" fmla="*/ 1958009 h 2344739"/>
              <a:gd name="connsiteX89" fmla="*/ 8321252 w 12193149"/>
              <a:gd name="connsiteY89" fmla="*/ 1974587 h 2344739"/>
              <a:gd name="connsiteX90" fmla="*/ 8315581 w 12193149"/>
              <a:gd name="connsiteY90" fmla="*/ 1974913 h 2344739"/>
              <a:gd name="connsiteX91" fmla="*/ 8296322 w 12193149"/>
              <a:gd name="connsiteY91" fmla="*/ 1988808 h 2344739"/>
              <a:gd name="connsiteX92" fmla="*/ 8285424 w 12193149"/>
              <a:gd name="connsiteY92" fmla="*/ 1994631 h 2344739"/>
              <a:gd name="connsiteX93" fmla="*/ 8284298 w 12193149"/>
              <a:gd name="connsiteY93" fmla="*/ 1999074 h 2344739"/>
              <a:gd name="connsiteX94" fmla="*/ 8267224 w 12193149"/>
              <a:gd name="connsiteY94" fmla="*/ 2006249 h 2344739"/>
              <a:gd name="connsiteX95" fmla="*/ 8264525 w 12193149"/>
              <a:gd name="connsiteY95" fmla="*/ 2006019 h 2344739"/>
              <a:gd name="connsiteX96" fmla="*/ 8253181 w 12193149"/>
              <a:gd name="connsiteY96" fmla="*/ 2015862 h 2344739"/>
              <a:gd name="connsiteX97" fmla="*/ 8246982 w 12193149"/>
              <a:gd name="connsiteY97" fmla="*/ 2028854 h 2344739"/>
              <a:gd name="connsiteX98" fmla="*/ 8091420 w 12193149"/>
              <a:gd name="connsiteY98" fmla="*/ 2075015 h 2344739"/>
              <a:gd name="connsiteX99" fmla="*/ 7906555 w 12193149"/>
              <a:gd name="connsiteY99" fmla="*/ 2116988 h 2344739"/>
              <a:gd name="connsiteX100" fmla="*/ 7719893 w 12193149"/>
              <a:gd name="connsiteY100" fmla="*/ 2142703 h 2344739"/>
              <a:gd name="connsiteX101" fmla="*/ 7615495 w 12193149"/>
              <a:gd name="connsiteY101" fmla="*/ 2139232 h 2344739"/>
              <a:gd name="connsiteX102" fmla="*/ 7528691 w 12193149"/>
              <a:gd name="connsiteY102" fmla="*/ 2145060 h 2344739"/>
              <a:gd name="connsiteX103" fmla="*/ 7520719 w 12193149"/>
              <a:gd name="connsiteY103" fmla="*/ 2147613 h 2344739"/>
              <a:gd name="connsiteX104" fmla="*/ 7508559 w 12193149"/>
              <a:gd name="connsiteY104" fmla="*/ 2148948 h 2344739"/>
              <a:gd name="connsiteX105" fmla="*/ 7508188 w 12193149"/>
              <a:gd name="connsiteY105" fmla="*/ 2148621 h 2344739"/>
              <a:gd name="connsiteX106" fmla="*/ 7496943 w 12193149"/>
              <a:gd name="connsiteY106" fmla="*/ 2150573 h 2344739"/>
              <a:gd name="connsiteX107" fmla="*/ 7406539 w 12193149"/>
              <a:gd name="connsiteY107" fmla="*/ 2142468 h 2344739"/>
              <a:gd name="connsiteX108" fmla="*/ 7219707 w 12193149"/>
              <a:gd name="connsiteY108" fmla="*/ 2156680 h 2344739"/>
              <a:gd name="connsiteX109" fmla="*/ 7202249 w 12193149"/>
              <a:gd name="connsiteY109" fmla="*/ 2161230 h 2344739"/>
              <a:gd name="connsiteX110" fmla="*/ 7198152 w 12193149"/>
              <a:gd name="connsiteY110" fmla="*/ 2166588 h 2344739"/>
              <a:gd name="connsiteX111" fmla="*/ 7171956 w 12193149"/>
              <a:gd name="connsiteY111" fmla="*/ 2171236 h 2344739"/>
              <a:gd name="connsiteX112" fmla="*/ 7098136 w 12193149"/>
              <a:gd name="connsiteY112" fmla="*/ 2183464 h 2344739"/>
              <a:gd name="connsiteX113" fmla="*/ 7019644 w 12193149"/>
              <a:gd name="connsiteY113" fmla="*/ 2183090 h 2344739"/>
              <a:gd name="connsiteX114" fmla="*/ 6905294 w 12193149"/>
              <a:gd name="connsiteY114" fmla="*/ 2212596 h 2344739"/>
              <a:gd name="connsiteX115" fmla="*/ 6709370 w 12193149"/>
              <a:gd name="connsiteY115" fmla="*/ 2240551 h 2344739"/>
              <a:gd name="connsiteX116" fmla="*/ 6550602 w 12193149"/>
              <a:gd name="connsiteY116" fmla="*/ 2269327 h 2344739"/>
              <a:gd name="connsiteX117" fmla="*/ 6318708 w 12193149"/>
              <a:gd name="connsiteY117" fmla="*/ 2316127 h 2344739"/>
              <a:gd name="connsiteX118" fmla="*/ 6169822 w 12193149"/>
              <a:gd name="connsiteY118" fmla="*/ 2318214 h 2344739"/>
              <a:gd name="connsiteX119" fmla="*/ 6074996 w 12193149"/>
              <a:gd name="connsiteY119" fmla="*/ 2338676 h 2344739"/>
              <a:gd name="connsiteX120" fmla="*/ 6069677 w 12193149"/>
              <a:gd name="connsiteY120" fmla="*/ 2337139 h 2344739"/>
              <a:gd name="connsiteX121" fmla="*/ 6049786 w 12193149"/>
              <a:gd name="connsiteY121" fmla="*/ 2337822 h 2344739"/>
              <a:gd name="connsiteX122" fmla="*/ 6042433 w 12193149"/>
              <a:gd name="connsiteY122" fmla="*/ 2329473 h 2344739"/>
              <a:gd name="connsiteX123" fmla="*/ 6011238 w 12193149"/>
              <a:gd name="connsiteY123" fmla="*/ 2324380 h 2344739"/>
              <a:gd name="connsiteX124" fmla="*/ 5958523 w 12193149"/>
              <a:gd name="connsiteY124" fmla="*/ 2328024 h 2344739"/>
              <a:gd name="connsiteX125" fmla="*/ 5760067 w 12193149"/>
              <a:gd name="connsiteY125" fmla="*/ 2343716 h 2344739"/>
              <a:gd name="connsiteX126" fmla="*/ 5628108 w 12193149"/>
              <a:gd name="connsiteY126" fmla="*/ 2344739 h 2344739"/>
              <a:gd name="connsiteX127" fmla="*/ 5472054 w 12193149"/>
              <a:gd name="connsiteY127" fmla="*/ 2330719 h 2344739"/>
              <a:gd name="connsiteX128" fmla="*/ 5433909 w 12193149"/>
              <a:gd name="connsiteY128" fmla="*/ 2319466 h 2344739"/>
              <a:gd name="connsiteX129" fmla="*/ 5382817 w 12193149"/>
              <a:gd name="connsiteY129" fmla="*/ 2301764 h 2344739"/>
              <a:gd name="connsiteX130" fmla="*/ 5262912 w 12193149"/>
              <a:gd name="connsiteY130" fmla="*/ 2281347 h 2344739"/>
              <a:gd name="connsiteX131" fmla="*/ 5224109 w 12193149"/>
              <a:gd name="connsiteY131" fmla="*/ 2270223 h 2344739"/>
              <a:gd name="connsiteX132" fmla="*/ 5175808 w 12193149"/>
              <a:gd name="connsiteY132" fmla="*/ 2267233 h 2344739"/>
              <a:gd name="connsiteX133" fmla="*/ 5157702 w 12193149"/>
              <a:gd name="connsiteY133" fmla="*/ 2260010 h 2344739"/>
              <a:gd name="connsiteX134" fmla="*/ 5143747 w 12193149"/>
              <a:gd name="connsiteY134" fmla="*/ 2256610 h 2344739"/>
              <a:gd name="connsiteX135" fmla="*/ 5140744 w 12193149"/>
              <a:gd name="connsiteY135" fmla="*/ 2254509 h 2344739"/>
              <a:gd name="connsiteX136" fmla="*/ 5122807 w 12193149"/>
              <a:gd name="connsiteY136" fmla="*/ 2243656 h 2344739"/>
              <a:gd name="connsiteX137" fmla="*/ 5066938 w 12193149"/>
              <a:gd name="connsiteY137" fmla="*/ 2250227 h 2344739"/>
              <a:gd name="connsiteX138" fmla="*/ 5012662 w 12193149"/>
              <a:gd name="connsiteY138" fmla="*/ 2233846 h 2344739"/>
              <a:gd name="connsiteX139" fmla="*/ 4841589 w 12193149"/>
              <a:gd name="connsiteY139" fmla="*/ 2209829 h 2344739"/>
              <a:gd name="connsiteX140" fmla="*/ 4763595 w 12193149"/>
              <a:gd name="connsiteY140" fmla="*/ 2182061 h 2344739"/>
              <a:gd name="connsiteX141" fmla="*/ 4724334 w 12193149"/>
              <a:gd name="connsiteY141" fmla="*/ 2173047 h 2344739"/>
              <a:gd name="connsiteX142" fmla="*/ 4722324 w 12193149"/>
              <a:gd name="connsiteY142" fmla="*/ 2172298 h 2344739"/>
              <a:gd name="connsiteX143" fmla="*/ 4723259 w 12193149"/>
              <a:gd name="connsiteY143" fmla="*/ 2172087 h 2344739"/>
              <a:gd name="connsiteX144" fmla="*/ 4718350 w 12193149"/>
              <a:gd name="connsiteY144" fmla="*/ 2170817 h 2344739"/>
              <a:gd name="connsiteX145" fmla="*/ 4722324 w 12193149"/>
              <a:gd name="connsiteY145" fmla="*/ 2172298 h 2344739"/>
              <a:gd name="connsiteX146" fmla="*/ 4716674 w 12193149"/>
              <a:gd name="connsiteY146" fmla="*/ 2173573 h 2344739"/>
              <a:gd name="connsiteX147" fmla="*/ 4516962 w 12193149"/>
              <a:gd name="connsiteY147" fmla="*/ 2163671 h 2344739"/>
              <a:gd name="connsiteX148" fmla="*/ 4429691 w 12193149"/>
              <a:gd name="connsiteY148" fmla="*/ 2153020 h 2344739"/>
              <a:gd name="connsiteX149" fmla="*/ 4364023 w 12193149"/>
              <a:gd name="connsiteY149" fmla="*/ 2151674 h 2344739"/>
              <a:gd name="connsiteX150" fmla="*/ 4318114 w 12193149"/>
              <a:gd name="connsiteY150" fmla="*/ 2158289 h 2344739"/>
              <a:gd name="connsiteX151" fmla="*/ 4316258 w 12193149"/>
              <a:gd name="connsiteY151" fmla="*/ 2156948 h 2344739"/>
              <a:gd name="connsiteX152" fmla="*/ 4296292 w 12193149"/>
              <a:gd name="connsiteY152" fmla="*/ 2155069 h 2344739"/>
              <a:gd name="connsiteX153" fmla="*/ 4291212 w 12193149"/>
              <a:gd name="connsiteY153" fmla="*/ 2157986 h 2344739"/>
              <a:gd name="connsiteX154" fmla="*/ 4277290 w 12193149"/>
              <a:gd name="connsiteY154" fmla="*/ 2157740 h 2344739"/>
              <a:gd name="connsiteX155" fmla="*/ 4249265 w 12193149"/>
              <a:gd name="connsiteY155" fmla="*/ 2160064 h 2344739"/>
              <a:gd name="connsiteX156" fmla="*/ 4203199 w 12193149"/>
              <a:gd name="connsiteY156" fmla="*/ 2157269 h 2344739"/>
              <a:gd name="connsiteX157" fmla="*/ 4202893 w 12193149"/>
              <a:gd name="connsiteY157" fmla="*/ 2156010 h 2344739"/>
              <a:gd name="connsiteX158" fmla="*/ 4192396 w 12193149"/>
              <a:gd name="connsiteY158" fmla="*/ 2150376 h 2344739"/>
              <a:gd name="connsiteX159" fmla="*/ 4143893 w 12193149"/>
              <a:gd name="connsiteY159" fmla="*/ 2134511 h 2344739"/>
              <a:gd name="connsiteX160" fmla="*/ 4084245 w 12193149"/>
              <a:gd name="connsiteY160" fmla="*/ 2107978 h 2344739"/>
              <a:gd name="connsiteX161" fmla="*/ 4075694 w 12193149"/>
              <a:gd name="connsiteY161" fmla="*/ 2107143 h 2344739"/>
              <a:gd name="connsiteX162" fmla="*/ 4075575 w 12193149"/>
              <a:gd name="connsiteY162" fmla="*/ 2106844 h 2344739"/>
              <a:gd name="connsiteX163" fmla="*/ 4066658 w 12193149"/>
              <a:gd name="connsiteY163" fmla="*/ 2105400 h 2344739"/>
              <a:gd name="connsiteX164" fmla="*/ 4060102 w 12193149"/>
              <a:gd name="connsiteY164" fmla="*/ 2105618 h 2344739"/>
              <a:gd name="connsiteX165" fmla="*/ 4043512 w 12193149"/>
              <a:gd name="connsiteY165" fmla="*/ 2103997 h 2344739"/>
              <a:gd name="connsiteX166" fmla="*/ 4038145 w 12193149"/>
              <a:gd name="connsiteY166" fmla="*/ 2101563 h 2344739"/>
              <a:gd name="connsiteX167" fmla="*/ 4036511 w 12193149"/>
              <a:gd name="connsiteY167" fmla="*/ 2097896 h 2344739"/>
              <a:gd name="connsiteX168" fmla="*/ 4034926 w 12193149"/>
              <a:gd name="connsiteY168" fmla="*/ 2098131 h 2344739"/>
              <a:gd name="connsiteX169" fmla="*/ 4005686 w 12193149"/>
              <a:gd name="connsiteY169" fmla="*/ 2085563 h 2344739"/>
              <a:gd name="connsiteX170" fmla="*/ 3937994 w 12193149"/>
              <a:gd name="connsiteY170" fmla="*/ 2068106 h 2344739"/>
              <a:gd name="connsiteX171" fmla="*/ 3898423 w 12193149"/>
              <a:gd name="connsiteY171" fmla="*/ 2062451 h 2344739"/>
              <a:gd name="connsiteX172" fmla="*/ 3790908 w 12193149"/>
              <a:gd name="connsiteY172" fmla="*/ 2042213 h 2344739"/>
              <a:gd name="connsiteX173" fmla="*/ 3683661 w 12193149"/>
              <a:gd name="connsiteY173" fmla="*/ 2018290 h 2344739"/>
              <a:gd name="connsiteX174" fmla="*/ 3611183 w 12193149"/>
              <a:gd name="connsiteY174" fmla="*/ 1986019 h 2344739"/>
              <a:gd name="connsiteX175" fmla="*/ 3605003 w 12193149"/>
              <a:gd name="connsiteY175" fmla="*/ 1987381 h 2344739"/>
              <a:gd name="connsiteX176" fmla="*/ 3595884 w 12193149"/>
              <a:gd name="connsiteY176" fmla="*/ 1987545 h 2344739"/>
              <a:gd name="connsiteX177" fmla="*/ 3595649 w 12193149"/>
              <a:gd name="connsiteY177" fmla="*/ 1987276 h 2344739"/>
              <a:gd name="connsiteX178" fmla="*/ 3587126 w 12193149"/>
              <a:gd name="connsiteY178" fmla="*/ 1987966 h 2344739"/>
              <a:gd name="connsiteX179" fmla="*/ 3537283 w 12193149"/>
              <a:gd name="connsiteY179" fmla="*/ 1978267 h 2344739"/>
              <a:gd name="connsiteX180" fmla="*/ 3474371 w 12193149"/>
              <a:gd name="connsiteY180" fmla="*/ 1974606 h 2344739"/>
              <a:gd name="connsiteX181" fmla="*/ 3401876 w 12193149"/>
              <a:gd name="connsiteY181" fmla="*/ 1962558 h 2344739"/>
              <a:gd name="connsiteX182" fmla="*/ 3365036 w 12193149"/>
              <a:gd name="connsiteY182" fmla="*/ 1979510 h 2344739"/>
              <a:gd name="connsiteX183" fmla="*/ 3345174 w 12193149"/>
              <a:gd name="connsiteY183" fmla="*/ 1981192 h 2344739"/>
              <a:gd name="connsiteX184" fmla="*/ 3342846 w 12193149"/>
              <a:gd name="connsiteY184" fmla="*/ 1980217 h 2344739"/>
              <a:gd name="connsiteX185" fmla="*/ 3263504 w 12193149"/>
              <a:gd name="connsiteY185" fmla="*/ 1986094 h 2344739"/>
              <a:gd name="connsiteX186" fmla="*/ 3143704 w 12193149"/>
              <a:gd name="connsiteY186" fmla="*/ 1993869 h 2344739"/>
              <a:gd name="connsiteX187" fmla="*/ 3031439 w 12193149"/>
              <a:gd name="connsiteY187" fmla="*/ 1996512 h 2344739"/>
              <a:gd name="connsiteX188" fmla="*/ 2782717 w 12193149"/>
              <a:gd name="connsiteY188" fmla="*/ 2018333 h 2344739"/>
              <a:gd name="connsiteX189" fmla="*/ 2647675 w 12193149"/>
              <a:gd name="connsiteY189" fmla="*/ 2028869 h 2344739"/>
              <a:gd name="connsiteX190" fmla="*/ 2569176 w 12193149"/>
              <a:gd name="connsiteY190" fmla="*/ 2002628 h 2344739"/>
              <a:gd name="connsiteX191" fmla="*/ 2444403 w 12193149"/>
              <a:gd name="connsiteY191" fmla="*/ 2016529 h 2344739"/>
              <a:gd name="connsiteX192" fmla="*/ 2316260 w 12193149"/>
              <a:gd name="connsiteY192" fmla="*/ 2024996 h 2344739"/>
              <a:gd name="connsiteX193" fmla="*/ 2209726 w 12193149"/>
              <a:gd name="connsiteY193" fmla="*/ 2019763 h 2344739"/>
              <a:gd name="connsiteX194" fmla="*/ 2095813 w 12193149"/>
              <a:gd name="connsiteY194" fmla="*/ 2003052 h 2344739"/>
              <a:gd name="connsiteX195" fmla="*/ 1998504 w 12193149"/>
              <a:gd name="connsiteY195" fmla="*/ 1995032 h 2344739"/>
              <a:gd name="connsiteX196" fmla="*/ 1929320 w 12193149"/>
              <a:gd name="connsiteY196" fmla="*/ 2016977 h 2344739"/>
              <a:gd name="connsiteX197" fmla="*/ 1922798 w 12193149"/>
              <a:gd name="connsiteY197" fmla="*/ 2012146 h 2344739"/>
              <a:gd name="connsiteX198" fmla="*/ 1874228 w 12193149"/>
              <a:gd name="connsiteY198" fmla="*/ 2013741 h 2344739"/>
              <a:gd name="connsiteX199" fmla="*/ 1787803 w 12193149"/>
              <a:gd name="connsiteY199" fmla="*/ 2041363 h 2344739"/>
              <a:gd name="connsiteX200" fmla="*/ 1739352 w 12193149"/>
              <a:gd name="connsiteY200" fmla="*/ 2036312 h 2344739"/>
              <a:gd name="connsiteX201" fmla="*/ 1676219 w 12193149"/>
              <a:gd name="connsiteY201" fmla="*/ 2019963 h 2344739"/>
              <a:gd name="connsiteX202" fmla="*/ 1609817 w 12193149"/>
              <a:gd name="connsiteY202" fmla="*/ 2013066 h 2344739"/>
              <a:gd name="connsiteX203" fmla="*/ 1497258 w 12193149"/>
              <a:gd name="connsiteY203" fmla="*/ 1987476 h 2344739"/>
              <a:gd name="connsiteX204" fmla="*/ 1151127 w 12193149"/>
              <a:gd name="connsiteY204" fmla="*/ 1938041 h 2344739"/>
              <a:gd name="connsiteX205" fmla="*/ 859417 w 12193149"/>
              <a:gd name="connsiteY205" fmla="*/ 1928608 h 2344739"/>
              <a:gd name="connsiteX206" fmla="*/ 838688 w 12193149"/>
              <a:gd name="connsiteY206" fmla="*/ 1929821 h 2344739"/>
              <a:gd name="connsiteX207" fmla="*/ 817957 w 12193149"/>
              <a:gd name="connsiteY207" fmla="*/ 1927857 h 2344739"/>
              <a:gd name="connsiteX208" fmla="*/ 812654 w 12193149"/>
              <a:gd name="connsiteY208" fmla="*/ 1930751 h 2344739"/>
              <a:gd name="connsiteX209" fmla="*/ 721195 w 12193149"/>
              <a:gd name="connsiteY209" fmla="*/ 1929661 h 2344739"/>
              <a:gd name="connsiteX210" fmla="*/ 720890 w 12193149"/>
              <a:gd name="connsiteY210" fmla="*/ 1928399 h 2344739"/>
              <a:gd name="connsiteX211" fmla="*/ 710023 w 12193149"/>
              <a:gd name="connsiteY211" fmla="*/ 1922722 h 2344739"/>
              <a:gd name="connsiteX212" fmla="*/ 597940 w 12193149"/>
              <a:gd name="connsiteY212" fmla="*/ 1879864 h 2344739"/>
              <a:gd name="connsiteX213" fmla="*/ 579683 w 12193149"/>
              <a:gd name="connsiteY213" fmla="*/ 1877212 h 2344739"/>
              <a:gd name="connsiteX214" fmla="*/ 572865 w 12193149"/>
              <a:gd name="connsiteY214" fmla="*/ 1877401 h 2344739"/>
              <a:gd name="connsiteX215" fmla="*/ 446247 w 12193149"/>
              <a:gd name="connsiteY215" fmla="*/ 1839371 h 2344739"/>
              <a:gd name="connsiteX216" fmla="*/ 405163 w 12193149"/>
              <a:gd name="connsiteY216" fmla="*/ 1833548 h 2344739"/>
              <a:gd name="connsiteX217" fmla="*/ 293583 w 12193149"/>
              <a:gd name="connsiteY217" fmla="*/ 1812852 h 2344739"/>
              <a:gd name="connsiteX218" fmla="*/ 119529 w 12193149"/>
              <a:gd name="connsiteY218" fmla="*/ 1761047 h 2344739"/>
              <a:gd name="connsiteX219" fmla="*/ 16674 w 12193149"/>
              <a:gd name="connsiteY219" fmla="*/ 1758191 h 2344739"/>
              <a:gd name="connsiteX220" fmla="*/ 1150 w 12193149"/>
              <a:gd name="connsiteY220" fmla="*/ 1752722 h 2344739"/>
              <a:gd name="connsiteX221" fmla="*/ 1148 w 12193149"/>
              <a:gd name="connsiteY221" fmla="*/ 222213 h 2344739"/>
              <a:gd name="connsiteX222" fmla="*/ 1148 w 12193149"/>
              <a:gd name="connsiteY222"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38590 w 12193149"/>
              <a:gd name="connsiteY65" fmla="*/ 1869293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585655 w 12193149"/>
              <a:gd name="connsiteY63" fmla="*/ 1795542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219707 w 12193149"/>
              <a:gd name="connsiteY105" fmla="*/ 2156680 h 2344739"/>
              <a:gd name="connsiteX106" fmla="*/ 7202249 w 12193149"/>
              <a:gd name="connsiteY106" fmla="*/ 2161230 h 2344739"/>
              <a:gd name="connsiteX107" fmla="*/ 7198152 w 12193149"/>
              <a:gd name="connsiteY107" fmla="*/ 2166588 h 2344739"/>
              <a:gd name="connsiteX108" fmla="*/ 7171956 w 12193149"/>
              <a:gd name="connsiteY108" fmla="*/ 2171236 h 2344739"/>
              <a:gd name="connsiteX109" fmla="*/ 7098136 w 12193149"/>
              <a:gd name="connsiteY109" fmla="*/ 2183464 h 2344739"/>
              <a:gd name="connsiteX110" fmla="*/ 7019644 w 12193149"/>
              <a:gd name="connsiteY110" fmla="*/ 2183090 h 2344739"/>
              <a:gd name="connsiteX111" fmla="*/ 6905294 w 12193149"/>
              <a:gd name="connsiteY111" fmla="*/ 2212596 h 2344739"/>
              <a:gd name="connsiteX112" fmla="*/ 6709370 w 12193149"/>
              <a:gd name="connsiteY112" fmla="*/ 2240551 h 2344739"/>
              <a:gd name="connsiteX113" fmla="*/ 6550602 w 12193149"/>
              <a:gd name="connsiteY113" fmla="*/ 2269327 h 2344739"/>
              <a:gd name="connsiteX114" fmla="*/ 6318708 w 12193149"/>
              <a:gd name="connsiteY114" fmla="*/ 2316127 h 2344739"/>
              <a:gd name="connsiteX115" fmla="*/ 6169822 w 12193149"/>
              <a:gd name="connsiteY115" fmla="*/ 2318214 h 2344739"/>
              <a:gd name="connsiteX116" fmla="*/ 6074996 w 12193149"/>
              <a:gd name="connsiteY116" fmla="*/ 2338676 h 2344739"/>
              <a:gd name="connsiteX117" fmla="*/ 6069677 w 12193149"/>
              <a:gd name="connsiteY117" fmla="*/ 2337139 h 2344739"/>
              <a:gd name="connsiteX118" fmla="*/ 6049786 w 12193149"/>
              <a:gd name="connsiteY118" fmla="*/ 2337822 h 2344739"/>
              <a:gd name="connsiteX119" fmla="*/ 6042433 w 12193149"/>
              <a:gd name="connsiteY119" fmla="*/ 2329473 h 2344739"/>
              <a:gd name="connsiteX120" fmla="*/ 6011238 w 12193149"/>
              <a:gd name="connsiteY120" fmla="*/ 2324380 h 2344739"/>
              <a:gd name="connsiteX121" fmla="*/ 5958523 w 12193149"/>
              <a:gd name="connsiteY121" fmla="*/ 2328024 h 2344739"/>
              <a:gd name="connsiteX122" fmla="*/ 5760067 w 12193149"/>
              <a:gd name="connsiteY122" fmla="*/ 2343716 h 2344739"/>
              <a:gd name="connsiteX123" fmla="*/ 5628108 w 12193149"/>
              <a:gd name="connsiteY123" fmla="*/ 2344739 h 2344739"/>
              <a:gd name="connsiteX124" fmla="*/ 5472054 w 12193149"/>
              <a:gd name="connsiteY124" fmla="*/ 2330719 h 2344739"/>
              <a:gd name="connsiteX125" fmla="*/ 5433909 w 12193149"/>
              <a:gd name="connsiteY125" fmla="*/ 2319466 h 2344739"/>
              <a:gd name="connsiteX126" fmla="*/ 5382817 w 12193149"/>
              <a:gd name="connsiteY126" fmla="*/ 2301764 h 2344739"/>
              <a:gd name="connsiteX127" fmla="*/ 5262912 w 12193149"/>
              <a:gd name="connsiteY127" fmla="*/ 2281347 h 2344739"/>
              <a:gd name="connsiteX128" fmla="*/ 5224109 w 12193149"/>
              <a:gd name="connsiteY128" fmla="*/ 2270223 h 2344739"/>
              <a:gd name="connsiteX129" fmla="*/ 5175808 w 12193149"/>
              <a:gd name="connsiteY129" fmla="*/ 2267233 h 2344739"/>
              <a:gd name="connsiteX130" fmla="*/ 5157702 w 12193149"/>
              <a:gd name="connsiteY130" fmla="*/ 2260010 h 2344739"/>
              <a:gd name="connsiteX131" fmla="*/ 5143747 w 12193149"/>
              <a:gd name="connsiteY131" fmla="*/ 2256610 h 2344739"/>
              <a:gd name="connsiteX132" fmla="*/ 5140744 w 12193149"/>
              <a:gd name="connsiteY132" fmla="*/ 2254509 h 2344739"/>
              <a:gd name="connsiteX133" fmla="*/ 5122807 w 12193149"/>
              <a:gd name="connsiteY133" fmla="*/ 2243656 h 2344739"/>
              <a:gd name="connsiteX134" fmla="*/ 5066938 w 12193149"/>
              <a:gd name="connsiteY134" fmla="*/ 2250227 h 2344739"/>
              <a:gd name="connsiteX135" fmla="*/ 5012662 w 12193149"/>
              <a:gd name="connsiteY135" fmla="*/ 2233846 h 2344739"/>
              <a:gd name="connsiteX136" fmla="*/ 4841589 w 12193149"/>
              <a:gd name="connsiteY136" fmla="*/ 2209829 h 2344739"/>
              <a:gd name="connsiteX137" fmla="*/ 4763595 w 12193149"/>
              <a:gd name="connsiteY137" fmla="*/ 2182061 h 2344739"/>
              <a:gd name="connsiteX138" fmla="*/ 4724334 w 12193149"/>
              <a:gd name="connsiteY138" fmla="*/ 2173047 h 2344739"/>
              <a:gd name="connsiteX139" fmla="*/ 4722324 w 12193149"/>
              <a:gd name="connsiteY139" fmla="*/ 2172298 h 2344739"/>
              <a:gd name="connsiteX140" fmla="*/ 4723259 w 12193149"/>
              <a:gd name="connsiteY140" fmla="*/ 2172087 h 2344739"/>
              <a:gd name="connsiteX141" fmla="*/ 4718350 w 12193149"/>
              <a:gd name="connsiteY141" fmla="*/ 2170817 h 2344739"/>
              <a:gd name="connsiteX142" fmla="*/ 4722324 w 12193149"/>
              <a:gd name="connsiteY142" fmla="*/ 2172298 h 2344739"/>
              <a:gd name="connsiteX143" fmla="*/ 4716674 w 12193149"/>
              <a:gd name="connsiteY143" fmla="*/ 2173573 h 2344739"/>
              <a:gd name="connsiteX144" fmla="*/ 4516962 w 12193149"/>
              <a:gd name="connsiteY144" fmla="*/ 2163671 h 2344739"/>
              <a:gd name="connsiteX145" fmla="*/ 4429691 w 12193149"/>
              <a:gd name="connsiteY145" fmla="*/ 2153020 h 2344739"/>
              <a:gd name="connsiteX146" fmla="*/ 4364023 w 12193149"/>
              <a:gd name="connsiteY146" fmla="*/ 2151674 h 2344739"/>
              <a:gd name="connsiteX147" fmla="*/ 4318114 w 12193149"/>
              <a:gd name="connsiteY147" fmla="*/ 2158289 h 2344739"/>
              <a:gd name="connsiteX148" fmla="*/ 4316258 w 12193149"/>
              <a:gd name="connsiteY148" fmla="*/ 2156948 h 2344739"/>
              <a:gd name="connsiteX149" fmla="*/ 4296292 w 12193149"/>
              <a:gd name="connsiteY149" fmla="*/ 2155069 h 2344739"/>
              <a:gd name="connsiteX150" fmla="*/ 4291212 w 12193149"/>
              <a:gd name="connsiteY150" fmla="*/ 2157986 h 2344739"/>
              <a:gd name="connsiteX151" fmla="*/ 4277290 w 12193149"/>
              <a:gd name="connsiteY151" fmla="*/ 2157740 h 2344739"/>
              <a:gd name="connsiteX152" fmla="*/ 4249265 w 12193149"/>
              <a:gd name="connsiteY152" fmla="*/ 2160064 h 2344739"/>
              <a:gd name="connsiteX153" fmla="*/ 4203199 w 12193149"/>
              <a:gd name="connsiteY153" fmla="*/ 2157269 h 2344739"/>
              <a:gd name="connsiteX154" fmla="*/ 4202893 w 12193149"/>
              <a:gd name="connsiteY154" fmla="*/ 2156010 h 2344739"/>
              <a:gd name="connsiteX155" fmla="*/ 4192396 w 12193149"/>
              <a:gd name="connsiteY155" fmla="*/ 2150376 h 2344739"/>
              <a:gd name="connsiteX156" fmla="*/ 4143893 w 12193149"/>
              <a:gd name="connsiteY156" fmla="*/ 2134511 h 2344739"/>
              <a:gd name="connsiteX157" fmla="*/ 4084245 w 12193149"/>
              <a:gd name="connsiteY157" fmla="*/ 2107978 h 2344739"/>
              <a:gd name="connsiteX158" fmla="*/ 4075694 w 12193149"/>
              <a:gd name="connsiteY158" fmla="*/ 2107143 h 2344739"/>
              <a:gd name="connsiteX159" fmla="*/ 4075575 w 12193149"/>
              <a:gd name="connsiteY159" fmla="*/ 2106844 h 2344739"/>
              <a:gd name="connsiteX160" fmla="*/ 4066658 w 12193149"/>
              <a:gd name="connsiteY160" fmla="*/ 2105400 h 2344739"/>
              <a:gd name="connsiteX161" fmla="*/ 4060102 w 12193149"/>
              <a:gd name="connsiteY161" fmla="*/ 2105618 h 2344739"/>
              <a:gd name="connsiteX162" fmla="*/ 4043512 w 12193149"/>
              <a:gd name="connsiteY162" fmla="*/ 2103997 h 2344739"/>
              <a:gd name="connsiteX163" fmla="*/ 4038145 w 12193149"/>
              <a:gd name="connsiteY163" fmla="*/ 2101563 h 2344739"/>
              <a:gd name="connsiteX164" fmla="*/ 4036511 w 12193149"/>
              <a:gd name="connsiteY164" fmla="*/ 2097896 h 2344739"/>
              <a:gd name="connsiteX165" fmla="*/ 4034926 w 12193149"/>
              <a:gd name="connsiteY165" fmla="*/ 2098131 h 2344739"/>
              <a:gd name="connsiteX166" fmla="*/ 4005686 w 12193149"/>
              <a:gd name="connsiteY166" fmla="*/ 2085563 h 2344739"/>
              <a:gd name="connsiteX167" fmla="*/ 3937994 w 12193149"/>
              <a:gd name="connsiteY167" fmla="*/ 2068106 h 2344739"/>
              <a:gd name="connsiteX168" fmla="*/ 3898423 w 12193149"/>
              <a:gd name="connsiteY168" fmla="*/ 2062451 h 2344739"/>
              <a:gd name="connsiteX169" fmla="*/ 3790908 w 12193149"/>
              <a:gd name="connsiteY169" fmla="*/ 2042213 h 2344739"/>
              <a:gd name="connsiteX170" fmla="*/ 3683661 w 12193149"/>
              <a:gd name="connsiteY170" fmla="*/ 2018290 h 2344739"/>
              <a:gd name="connsiteX171" fmla="*/ 3611183 w 12193149"/>
              <a:gd name="connsiteY171" fmla="*/ 1986019 h 2344739"/>
              <a:gd name="connsiteX172" fmla="*/ 3605003 w 12193149"/>
              <a:gd name="connsiteY172" fmla="*/ 1987381 h 2344739"/>
              <a:gd name="connsiteX173" fmla="*/ 3595884 w 12193149"/>
              <a:gd name="connsiteY173" fmla="*/ 1987545 h 2344739"/>
              <a:gd name="connsiteX174" fmla="*/ 3595649 w 12193149"/>
              <a:gd name="connsiteY174" fmla="*/ 1987276 h 2344739"/>
              <a:gd name="connsiteX175" fmla="*/ 3587126 w 12193149"/>
              <a:gd name="connsiteY175" fmla="*/ 1987966 h 2344739"/>
              <a:gd name="connsiteX176" fmla="*/ 3537283 w 12193149"/>
              <a:gd name="connsiteY176" fmla="*/ 1978267 h 2344739"/>
              <a:gd name="connsiteX177" fmla="*/ 3474371 w 12193149"/>
              <a:gd name="connsiteY177" fmla="*/ 1974606 h 2344739"/>
              <a:gd name="connsiteX178" fmla="*/ 3401876 w 12193149"/>
              <a:gd name="connsiteY178" fmla="*/ 1962558 h 2344739"/>
              <a:gd name="connsiteX179" fmla="*/ 3365036 w 12193149"/>
              <a:gd name="connsiteY179" fmla="*/ 1979510 h 2344739"/>
              <a:gd name="connsiteX180" fmla="*/ 3345174 w 12193149"/>
              <a:gd name="connsiteY180" fmla="*/ 1981192 h 2344739"/>
              <a:gd name="connsiteX181" fmla="*/ 3342846 w 12193149"/>
              <a:gd name="connsiteY181" fmla="*/ 1980217 h 2344739"/>
              <a:gd name="connsiteX182" fmla="*/ 3263504 w 12193149"/>
              <a:gd name="connsiteY182" fmla="*/ 1986094 h 2344739"/>
              <a:gd name="connsiteX183" fmla="*/ 3143704 w 12193149"/>
              <a:gd name="connsiteY183" fmla="*/ 1993869 h 2344739"/>
              <a:gd name="connsiteX184" fmla="*/ 3031439 w 12193149"/>
              <a:gd name="connsiteY184" fmla="*/ 1996512 h 2344739"/>
              <a:gd name="connsiteX185" fmla="*/ 2782717 w 12193149"/>
              <a:gd name="connsiteY185" fmla="*/ 2018333 h 2344739"/>
              <a:gd name="connsiteX186" fmla="*/ 2647675 w 12193149"/>
              <a:gd name="connsiteY186" fmla="*/ 2028869 h 2344739"/>
              <a:gd name="connsiteX187" fmla="*/ 2569176 w 12193149"/>
              <a:gd name="connsiteY187" fmla="*/ 2002628 h 2344739"/>
              <a:gd name="connsiteX188" fmla="*/ 2444403 w 12193149"/>
              <a:gd name="connsiteY188" fmla="*/ 2016529 h 2344739"/>
              <a:gd name="connsiteX189" fmla="*/ 2316260 w 12193149"/>
              <a:gd name="connsiteY189" fmla="*/ 2024996 h 2344739"/>
              <a:gd name="connsiteX190" fmla="*/ 2209726 w 12193149"/>
              <a:gd name="connsiteY190" fmla="*/ 2019763 h 2344739"/>
              <a:gd name="connsiteX191" fmla="*/ 2095813 w 12193149"/>
              <a:gd name="connsiteY191" fmla="*/ 2003052 h 2344739"/>
              <a:gd name="connsiteX192" fmla="*/ 1998504 w 12193149"/>
              <a:gd name="connsiteY192" fmla="*/ 1995032 h 2344739"/>
              <a:gd name="connsiteX193" fmla="*/ 1929320 w 12193149"/>
              <a:gd name="connsiteY193" fmla="*/ 2016977 h 2344739"/>
              <a:gd name="connsiteX194" fmla="*/ 1922798 w 12193149"/>
              <a:gd name="connsiteY194" fmla="*/ 2012146 h 2344739"/>
              <a:gd name="connsiteX195" fmla="*/ 1874228 w 12193149"/>
              <a:gd name="connsiteY195" fmla="*/ 2013741 h 2344739"/>
              <a:gd name="connsiteX196" fmla="*/ 1787803 w 12193149"/>
              <a:gd name="connsiteY196" fmla="*/ 2041363 h 2344739"/>
              <a:gd name="connsiteX197" fmla="*/ 1739352 w 12193149"/>
              <a:gd name="connsiteY197" fmla="*/ 2036312 h 2344739"/>
              <a:gd name="connsiteX198" fmla="*/ 1676219 w 12193149"/>
              <a:gd name="connsiteY198" fmla="*/ 2019963 h 2344739"/>
              <a:gd name="connsiteX199" fmla="*/ 1609817 w 12193149"/>
              <a:gd name="connsiteY199" fmla="*/ 2013066 h 2344739"/>
              <a:gd name="connsiteX200" fmla="*/ 1497258 w 12193149"/>
              <a:gd name="connsiteY200" fmla="*/ 1987476 h 2344739"/>
              <a:gd name="connsiteX201" fmla="*/ 1151127 w 12193149"/>
              <a:gd name="connsiteY201" fmla="*/ 1938041 h 2344739"/>
              <a:gd name="connsiteX202" fmla="*/ 859417 w 12193149"/>
              <a:gd name="connsiteY202" fmla="*/ 1928608 h 2344739"/>
              <a:gd name="connsiteX203" fmla="*/ 838688 w 12193149"/>
              <a:gd name="connsiteY203" fmla="*/ 1929821 h 2344739"/>
              <a:gd name="connsiteX204" fmla="*/ 817957 w 12193149"/>
              <a:gd name="connsiteY204" fmla="*/ 1927857 h 2344739"/>
              <a:gd name="connsiteX205" fmla="*/ 812654 w 12193149"/>
              <a:gd name="connsiteY205" fmla="*/ 1930751 h 2344739"/>
              <a:gd name="connsiteX206" fmla="*/ 721195 w 12193149"/>
              <a:gd name="connsiteY206" fmla="*/ 1929661 h 2344739"/>
              <a:gd name="connsiteX207" fmla="*/ 720890 w 12193149"/>
              <a:gd name="connsiteY207" fmla="*/ 1928399 h 2344739"/>
              <a:gd name="connsiteX208" fmla="*/ 710023 w 12193149"/>
              <a:gd name="connsiteY208" fmla="*/ 1922722 h 2344739"/>
              <a:gd name="connsiteX209" fmla="*/ 597940 w 12193149"/>
              <a:gd name="connsiteY209" fmla="*/ 1879864 h 2344739"/>
              <a:gd name="connsiteX210" fmla="*/ 579683 w 12193149"/>
              <a:gd name="connsiteY210" fmla="*/ 1877212 h 2344739"/>
              <a:gd name="connsiteX211" fmla="*/ 572865 w 12193149"/>
              <a:gd name="connsiteY211" fmla="*/ 1877401 h 2344739"/>
              <a:gd name="connsiteX212" fmla="*/ 446247 w 12193149"/>
              <a:gd name="connsiteY212" fmla="*/ 1839371 h 2344739"/>
              <a:gd name="connsiteX213" fmla="*/ 405163 w 12193149"/>
              <a:gd name="connsiteY213" fmla="*/ 1833548 h 2344739"/>
              <a:gd name="connsiteX214" fmla="*/ 293583 w 12193149"/>
              <a:gd name="connsiteY214" fmla="*/ 1812852 h 2344739"/>
              <a:gd name="connsiteX215" fmla="*/ 119529 w 12193149"/>
              <a:gd name="connsiteY215" fmla="*/ 1761047 h 2344739"/>
              <a:gd name="connsiteX216" fmla="*/ 16674 w 12193149"/>
              <a:gd name="connsiteY216" fmla="*/ 1758191 h 2344739"/>
              <a:gd name="connsiteX217" fmla="*/ 1150 w 12193149"/>
              <a:gd name="connsiteY217" fmla="*/ 1752722 h 2344739"/>
              <a:gd name="connsiteX218" fmla="*/ 1148 w 12193149"/>
              <a:gd name="connsiteY218" fmla="*/ 222213 h 2344739"/>
              <a:gd name="connsiteX219" fmla="*/ 1148 w 12193149"/>
              <a:gd name="connsiteY219"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590693 w 12193149"/>
              <a:gd name="connsiteY23" fmla="*/ 963777 h 2344739"/>
              <a:gd name="connsiteX24" fmla="*/ 11506817 w 12193149"/>
              <a:gd name="connsiteY24" fmla="*/ 1033623 h 2344739"/>
              <a:gd name="connsiteX25" fmla="*/ 11280332 w 12193149"/>
              <a:gd name="connsiteY25" fmla="*/ 1223571 h 2344739"/>
              <a:gd name="connsiteX26" fmla="*/ 11228309 w 12193149"/>
              <a:gd name="connsiteY26" fmla="*/ 1276236 h 2344739"/>
              <a:gd name="connsiteX27" fmla="*/ 11218087 w 12193149"/>
              <a:gd name="connsiteY27" fmla="*/ 1275961 h 2344739"/>
              <a:gd name="connsiteX28" fmla="*/ 11217184 w 12193149"/>
              <a:gd name="connsiteY28" fmla="*/ 1275018 h 2344739"/>
              <a:gd name="connsiteX29" fmla="*/ 11188885 w 12193149"/>
              <a:gd name="connsiteY29" fmla="*/ 1292383 h 2344739"/>
              <a:gd name="connsiteX30" fmla="*/ 11184501 w 12193149"/>
              <a:gd name="connsiteY30" fmla="*/ 1292525 h 2344739"/>
              <a:gd name="connsiteX31" fmla="*/ 11166854 w 12193149"/>
              <a:gd name="connsiteY31" fmla="*/ 1306612 h 2344739"/>
              <a:gd name="connsiteX32" fmla="*/ 11157311 w 12193149"/>
              <a:gd name="connsiteY32" fmla="*/ 1312414 h 2344739"/>
              <a:gd name="connsiteX33" fmla="*/ 11155496 w 12193149"/>
              <a:gd name="connsiteY33" fmla="*/ 1317097 h 2344739"/>
              <a:gd name="connsiteX34" fmla="*/ 11140961 w 12193149"/>
              <a:gd name="connsiteY34" fmla="*/ 1324115 h 2344739"/>
              <a:gd name="connsiteX35" fmla="*/ 11138961 w 12193149"/>
              <a:gd name="connsiteY35" fmla="*/ 1323772 h 2344739"/>
              <a:gd name="connsiteX36" fmla="*/ 11128208 w 12193149"/>
              <a:gd name="connsiteY36" fmla="*/ 1333832 h 2344739"/>
              <a:gd name="connsiteX37" fmla="*/ 11120691 w 12193149"/>
              <a:gd name="connsiteY37" fmla="*/ 1347424 h 2344739"/>
              <a:gd name="connsiteX38" fmla="*/ 10894683 w 12193149"/>
              <a:gd name="connsiteY38" fmla="*/ 1473399 h 2344739"/>
              <a:gd name="connsiteX39" fmla="*/ 10773300 w 12193149"/>
              <a:gd name="connsiteY39" fmla="*/ 1523191 h 2344739"/>
              <a:gd name="connsiteX40" fmla="*/ 10627668 w 12193149"/>
              <a:gd name="connsiteY40" fmla="*/ 1559229 h 2344739"/>
              <a:gd name="connsiteX41" fmla="*/ 10581895 w 12193149"/>
              <a:gd name="connsiteY41" fmla="*/ 1568689 h 2344739"/>
              <a:gd name="connsiteX42" fmla="*/ 10547790 w 12193149"/>
              <a:gd name="connsiteY42" fmla="*/ 1598423 h 2344739"/>
              <a:gd name="connsiteX43" fmla="*/ 10529643 w 12193149"/>
              <a:gd name="connsiteY43" fmla="*/ 1596907 h 2344739"/>
              <a:gd name="connsiteX44" fmla="*/ 10526446 w 12193149"/>
              <a:gd name="connsiteY44" fmla="*/ 1596411 h 2344739"/>
              <a:gd name="connsiteX45" fmla="*/ 10515129 w 12193149"/>
              <a:gd name="connsiteY45" fmla="*/ 1599537 h 2344739"/>
              <a:gd name="connsiteX46" fmla="*/ 10491735 w 12193149"/>
              <a:gd name="connsiteY46" fmla="*/ 1594156 h 2344739"/>
              <a:gd name="connsiteX47" fmla="*/ 10471418 w 12193149"/>
              <a:gd name="connsiteY47" fmla="*/ 1601693 h 2344739"/>
              <a:gd name="connsiteX48" fmla="*/ 10377042 w 12193149"/>
              <a:gd name="connsiteY48" fmla="*/ 1644598 h 2344739"/>
              <a:gd name="connsiteX49" fmla="*/ 10319338 w 12193149"/>
              <a:gd name="connsiteY49" fmla="*/ 1666221 h 2344739"/>
              <a:gd name="connsiteX50" fmla="*/ 10295467 w 12193149"/>
              <a:gd name="connsiteY50" fmla="*/ 1668079 h 2344739"/>
              <a:gd name="connsiteX51" fmla="*/ 10263443 w 12193149"/>
              <a:gd name="connsiteY51" fmla="*/ 1674948 h 2344739"/>
              <a:gd name="connsiteX52" fmla="*/ 10205418 w 12193149"/>
              <a:gd name="connsiteY52" fmla="*/ 1682149 h 2344739"/>
              <a:gd name="connsiteX53" fmla="*/ 10177759 w 12193149"/>
              <a:gd name="connsiteY53" fmla="*/ 1692943 h 2344739"/>
              <a:gd name="connsiteX54" fmla="*/ 10165070 w 12193149"/>
              <a:gd name="connsiteY54" fmla="*/ 1693739 h 2344739"/>
              <a:gd name="connsiteX55" fmla="*/ 10156308 w 12193149"/>
              <a:gd name="connsiteY55" fmla="*/ 1707487 h 2344739"/>
              <a:gd name="connsiteX56" fmla="*/ 10118267 w 12193149"/>
              <a:gd name="connsiteY56" fmla="*/ 1731142 h 2344739"/>
              <a:gd name="connsiteX57" fmla="*/ 10083317 w 12193149"/>
              <a:gd name="connsiteY57" fmla="*/ 1743296 h 2344739"/>
              <a:gd name="connsiteX58" fmla="*/ 10040388 w 12193149"/>
              <a:gd name="connsiteY58" fmla="*/ 1741632 h 2344739"/>
              <a:gd name="connsiteX59" fmla="*/ 9961167 w 12193149"/>
              <a:gd name="connsiteY59" fmla="*/ 1757147 h 2344739"/>
              <a:gd name="connsiteX60" fmla="*/ 9848940 w 12193149"/>
              <a:gd name="connsiteY60" fmla="*/ 1763915 h 2344739"/>
              <a:gd name="connsiteX61" fmla="*/ 9729457 w 12193149"/>
              <a:gd name="connsiteY61" fmla="*/ 1784122 h 2344739"/>
              <a:gd name="connsiteX62" fmla="*/ 9613704 w 12193149"/>
              <a:gd name="connsiteY62" fmla="*/ 1812371 h 2344739"/>
              <a:gd name="connsiteX63" fmla="*/ 9338590 w 12193149"/>
              <a:gd name="connsiteY63" fmla="*/ 1869293 h 2344739"/>
              <a:gd name="connsiteX64" fmla="*/ 9232518 w 12193149"/>
              <a:gd name="connsiteY64" fmla="*/ 1893149 h 2344739"/>
              <a:gd name="connsiteX65" fmla="*/ 9156690 w 12193149"/>
              <a:gd name="connsiteY65" fmla="*/ 1903228 h 2344739"/>
              <a:gd name="connsiteX66" fmla="*/ 9054601 w 12193149"/>
              <a:gd name="connsiteY66" fmla="*/ 1910755 h 2344739"/>
              <a:gd name="connsiteX67" fmla="*/ 9006634 w 12193149"/>
              <a:gd name="connsiteY67" fmla="*/ 1914040 h 2344739"/>
              <a:gd name="connsiteX68" fmla="*/ 9006349 w 12193149"/>
              <a:gd name="connsiteY68" fmla="*/ 1913800 h 2344739"/>
              <a:gd name="connsiteX69" fmla="*/ 8997380 w 12193149"/>
              <a:gd name="connsiteY69" fmla="*/ 1915011 h 2344739"/>
              <a:gd name="connsiteX70" fmla="*/ 8991542 w 12193149"/>
              <a:gd name="connsiteY70" fmla="*/ 1917072 h 2344739"/>
              <a:gd name="connsiteX71" fmla="*/ 8975485 w 12193149"/>
              <a:gd name="connsiteY71" fmla="*/ 1920298 h 2344739"/>
              <a:gd name="connsiteX72" fmla="*/ 8969159 w 12193149"/>
              <a:gd name="connsiteY72" fmla="*/ 1919598 h 2344739"/>
              <a:gd name="connsiteX73" fmla="*/ 8964196 w 12193149"/>
              <a:gd name="connsiteY73" fmla="*/ 1917373 h 2344739"/>
              <a:gd name="connsiteX74" fmla="*/ 8930136 w 12193149"/>
              <a:gd name="connsiteY74" fmla="*/ 1914185 h 2344739"/>
              <a:gd name="connsiteX75" fmla="*/ 8753592 w 12193149"/>
              <a:gd name="connsiteY75" fmla="*/ 1933417 h 2344739"/>
              <a:gd name="connsiteX76" fmla="*/ 8708995 w 12193149"/>
              <a:gd name="connsiteY76" fmla="*/ 1935518 h 2344739"/>
              <a:gd name="connsiteX77" fmla="*/ 8597219 w 12193149"/>
              <a:gd name="connsiteY77" fmla="*/ 1944090 h 2344739"/>
              <a:gd name="connsiteX78" fmla="*/ 8526378 w 12193149"/>
              <a:gd name="connsiteY78" fmla="*/ 1929248 h 2344739"/>
              <a:gd name="connsiteX79" fmla="*/ 8512131 w 12193149"/>
              <a:gd name="connsiteY79" fmla="*/ 1935163 h 2344739"/>
              <a:gd name="connsiteX80" fmla="*/ 8507315 w 12193149"/>
              <a:gd name="connsiteY80" fmla="*/ 1938164 h 2344739"/>
              <a:gd name="connsiteX81" fmla="*/ 8499116 w 12193149"/>
              <a:gd name="connsiteY81" fmla="*/ 1940902 h 2344739"/>
              <a:gd name="connsiteX82" fmla="*/ 8498742 w 12193149"/>
              <a:gd name="connsiteY82" fmla="*/ 1940723 h 2344739"/>
              <a:gd name="connsiteX83" fmla="*/ 8491397 w 12193149"/>
              <a:gd name="connsiteY83" fmla="*/ 1943773 h 2344739"/>
              <a:gd name="connsiteX84" fmla="*/ 8368330 w 12193149"/>
              <a:gd name="connsiteY84" fmla="*/ 1957815 h 2344739"/>
              <a:gd name="connsiteX85" fmla="*/ 8354947 w 12193149"/>
              <a:gd name="connsiteY85" fmla="*/ 1958009 h 2344739"/>
              <a:gd name="connsiteX86" fmla="*/ 8321252 w 12193149"/>
              <a:gd name="connsiteY86" fmla="*/ 1974587 h 2344739"/>
              <a:gd name="connsiteX87" fmla="*/ 8315581 w 12193149"/>
              <a:gd name="connsiteY87" fmla="*/ 1974913 h 2344739"/>
              <a:gd name="connsiteX88" fmla="*/ 8296322 w 12193149"/>
              <a:gd name="connsiteY88" fmla="*/ 1988808 h 2344739"/>
              <a:gd name="connsiteX89" fmla="*/ 8285424 w 12193149"/>
              <a:gd name="connsiteY89" fmla="*/ 1994631 h 2344739"/>
              <a:gd name="connsiteX90" fmla="*/ 8284298 w 12193149"/>
              <a:gd name="connsiteY90" fmla="*/ 1999074 h 2344739"/>
              <a:gd name="connsiteX91" fmla="*/ 8267224 w 12193149"/>
              <a:gd name="connsiteY91" fmla="*/ 2006249 h 2344739"/>
              <a:gd name="connsiteX92" fmla="*/ 8264525 w 12193149"/>
              <a:gd name="connsiteY92" fmla="*/ 2006019 h 2344739"/>
              <a:gd name="connsiteX93" fmla="*/ 8253181 w 12193149"/>
              <a:gd name="connsiteY93" fmla="*/ 2015862 h 2344739"/>
              <a:gd name="connsiteX94" fmla="*/ 8246982 w 12193149"/>
              <a:gd name="connsiteY94" fmla="*/ 2028854 h 2344739"/>
              <a:gd name="connsiteX95" fmla="*/ 8091420 w 12193149"/>
              <a:gd name="connsiteY95" fmla="*/ 2075015 h 2344739"/>
              <a:gd name="connsiteX96" fmla="*/ 7906555 w 12193149"/>
              <a:gd name="connsiteY96" fmla="*/ 2116988 h 2344739"/>
              <a:gd name="connsiteX97" fmla="*/ 7719893 w 12193149"/>
              <a:gd name="connsiteY97" fmla="*/ 2142703 h 2344739"/>
              <a:gd name="connsiteX98" fmla="*/ 7615495 w 12193149"/>
              <a:gd name="connsiteY98" fmla="*/ 2139232 h 2344739"/>
              <a:gd name="connsiteX99" fmla="*/ 7528691 w 12193149"/>
              <a:gd name="connsiteY99" fmla="*/ 2145060 h 2344739"/>
              <a:gd name="connsiteX100" fmla="*/ 7520719 w 12193149"/>
              <a:gd name="connsiteY100" fmla="*/ 2147613 h 2344739"/>
              <a:gd name="connsiteX101" fmla="*/ 7508559 w 12193149"/>
              <a:gd name="connsiteY101" fmla="*/ 2148948 h 2344739"/>
              <a:gd name="connsiteX102" fmla="*/ 7508188 w 12193149"/>
              <a:gd name="connsiteY102" fmla="*/ 2148621 h 2344739"/>
              <a:gd name="connsiteX103" fmla="*/ 7496943 w 12193149"/>
              <a:gd name="connsiteY103" fmla="*/ 2150573 h 2344739"/>
              <a:gd name="connsiteX104" fmla="*/ 7219707 w 12193149"/>
              <a:gd name="connsiteY104" fmla="*/ 2156680 h 2344739"/>
              <a:gd name="connsiteX105" fmla="*/ 7202249 w 12193149"/>
              <a:gd name="connsiteY105" fmla="*/ 2161230 h 2344739"/>
              <a:gd name="connsiteX106" fmla="*/ 7198152 w 12193149"/>
              <a:gd name="connsiteY106" fmla="*/ 2166588 h 2344739"/>
              <a:gd name="connsiteX107" fmla="*/ 7171956 w 12193149"/>
              <a:gd name="connsiteY107" fmla="*/ 2171236 h 2344739"/>
              <a:gd name="connsiteX108" fmla="*/ 7098136 w 12193149"/>
              <a:gd name="connsiteY108" fmla="*/ 2183464 h 2344739"/>
              <a:gd name="connsiteX109" fmla="*/ 7019644 w 12193149"/>
              <a:gd name="connsiteY109" fmla="*/ 2183090 h 2344739"/>
              <a:gd name="connsiteX110" fmla="*/ 6905294 w 12193149"/>
              <a:gd name="connsiteY110" fmla="*/ 2212596 h 2344739"/>
              <a:gd name="connsiteX111" fmla="*/ 6709370 w 12193149"/>
              <a:gd name="connsiteY111" fmla="*/ 2240551 h 2344739"/>
              <a:gd name="connsiteX112" fmla="*/ 6550602 w 12193149"/>
              <a:gd name="connsiteY112" fmla="*/ 2269327 h 2344739"/>
              <a:gd name="connsiteX113" fmla="*/ 6318708 w 12193149"/>
              <a:gd name="connsiteY113" fmla="*/ 2316127 h 2344739"/>
              <a:gd name="connsiteX114" fmla="*/ 6169822 w 12193149"/>
              <a:gd name="connsiteY114" fmla="*/ 2318214 h 2344739"/>
              <a:gd name="connsiteX115" fmla="*/ 6074996 w 12193149"/>
              <a:gd name="connsiteY115" fmla="*/ 2338676 h 2344739"/>
              <a:gd name="connsiteX116" fmla="*/ 6069677 w 12193149"/>
              <a:gd name="connsiteY116" fmla="*/ 2337139 h 2344739"/>
              <a:gd name="connsiteX117" fmla="*/ 6049786 w 12193149"/>
              <a:gd name="connsiteY117" fmla="*/ 2337822 h 2344739"/>
              <a:gd name="connsiteX118" fmla="*/ 6042433 w 12193149"/>
              <a:gd name="connsiteY118" fmla="*/ 2329473 h 2344739"/>
              <a:gd name="connsiteX119" fmla="*/ 6011238 w 12193149"/>
              <a:gd name="connsiteY119" fmla="*/ 2324380 h 2344739"/>
              <a:gd name="connsiteX120" fmla="*/ 5958523 w 12193149"/>
              <a:gd name="connsiteY120" fmla="*/ 2328024 h 2344739"/>
              <a:gd name="connsiteX121" fmla="*/ 5760067 w 12193149"/>
              <a:gd name="connsiteY121" fmla="*/ 2343716 h 2344739"/>
              <a:gd name="connsiteX122" fmla="*/ 5628108 w 12193149"/>
              <a:gd name="connsiteY122" fmla="*/ 2344739 h 2344739"/>
              <a:gd name="connsiteX123" fmla="*/ 5472054 w 12193149"/>
              <a:gd name="connsiteY123" fmla="*/ 2330719 h 2344739"/>
              <a:gd name="connsiteX124" fmla="*/ 5433909 w 12193149"/>
              <a:gd name="connsiteY124" fmla="*/ 2319466 h 2344739"/>
              <a:gd name="connsiteX125" fmla="*/ 5382817 w 12193149"/>
              <a:gd name="connsiteY125" fmla="*/ 2301764 h 2344739"/>
              <a:gd name="connsiteX126" fmla="*/ 5262912 w 12193149"/>
              <a:gd name="connsiteY126" fmla="*/ 2281347 h 2344739"/>
              <a:gd name="connsiteX127" fmla="*/ 5224109 w 12193149"/>
              <a:gd name="connsiteY127" fmla="*/ 2270223 h 2344739"/>
              <a:gd name="connsiteX128" fmla="*/ 5175808 w 12193149"/>
              <a:gd name="connsiteY128" fmla="*/ 2267233 h 2344739"/>
              <a:gd name="connsiteX129" fmla="*/ 5157702 w 12193149"/>
              <a:gd name="connsiteY129" fmla="*/ 2260010 h 2344739"/>
              <a:gd name="connsiteX130" fmla="*/ 5143747 w 12193149"/>
              <a:gd name="connsiteY130" fmla="*/ 2256610 h 2344739"/>
              <a:gd name="connsiteX131" fmla="*/ 5140744 w 12193149"/>
              <a:gd name="connsiteY131" fmla="*/ 2254509 h 2344739"/>
              <a:gd name="connsiteX132" fmla="*/ 5122807 w 12193149"/>
              <a:gd name="connsiteY132" fmla="*/ 2243656 h 2344739"/>
              <a:gd name="connsiteX133" fmla="*/ 5066938 w 12193149"/>
              <a:gd name="connsiteY133" fmla="*/ 2250227 h 2344739"/>
              <a:gd name="connsiteX134" fmla="*/ 5012662 w 12193149"/>
              <a:gd name="connsiteY134" fmla="*/ 2233846 h 2344739"/>
              <a:gd name="connsiteX135" fmla="*/ 4841589 w 12193149"/>
              <a:gd name="connsiteY135" fmla="*/ 2209829 h 2344739"/>
              <a:gd name="connsiteX136" fmla="*/ 4763595 w 12193149"/>
              <a:gd name="connsiteY136" fmla="*/ 2182061 h 2344739"/>
              <a:gd name="connsiteX137" fmla="*/ 4724334 w 12193149"/>
              <a:gd name="connsiteY137" fmla="*/ 2173047 h 2344739"/>
              <a:gd name="connsiteX138" fmla="*/ 4722324 w 12193149"/>
              <a:gd name="connsiteY138" fmla="*/ 2172298 h 2344739"/>
              <a:gd name="connsiteX139" fmla="*/ 4723259 w 12193149"/>
              <a:gd name="connsiteY139" fmla="*/ 2172087 h 2344739"/>
              <a:gd name="connsiteX140" fmla="*/ 4718350 w 12193149"/>
              <a:gd name="connsiteY140" fmla="*/ 2170817 h 2344739"/>
              <a:gd name="connsiteX141" fmla="*/ 4722324 w 12193149"/>
              <a:gd name="connsiteY141" fmla="*/ 2172298 h 2344739"/>
              <a:gd name="connsiteX142" fmla="*/ 4716674 w 12193149"/>
              <a:gd name="connsiteY142" fmla="*/ 2173573 h 2344739"/>
              <a:gd name="connsiteX143" fmla="*/ 4516962 w 12193149"/>
              <a:gd name="connsiteY143" fmla="*/ 2163671 h 2344739"/>
              <a:gd name="connsiteX144" fmla="*/ 4429691 w 12193149"/>
              <a:gd name="connsiteY144" fmla="*/ 2153020 h 2344739"/>
              <a:gd name="connsiteX145" fmla="*/ 4364023 w 12193149"/>
              <a:gd name="connsiteY145" fmla="*/ 2151674 h 2344739"/>
              <a:gd name="connsiteX146" fmla="*/ 4318114 w 12193149"/>
              <a:gd name="connsiteY146" fmla="*/ 2158289 h 2344739"/>
              <a:gd name="connsiteX147" fmla="*/ 4316258 w 12193149"/>
              <a:gd name="connsiteY147" fmla="*/ 2156948 h 2344739"/>
              <a:gd name="connsiteX148" fmla="*/ 4296292 w 12193149"/>
              <a:gd name="connsiteY148" fmla="*/ 2155069 h 2344739"/>
              <a:gd name="connsiteX149" fmla="*/ 4291212 w 12193149"/>
              <a:gd name="connsiteY149" fmla="*/ 2157986 h 2344739"/>
              <a:gd name="connsiteX150" fmla="*/ 4277290 w 12193149"/>
              <a:gd name="connsiteY150" fmla="*/ 2157740 h 2344739"/>
              <a:gd name="connsiteX151" fmla="*/ 4249265 w 12193149"/>
              <a:gd name="connsiteY151" fmla="*/ 2160064 h 2344739"/>
              <a:gd name="connsiteX152" fmla="*/ 4203199 w 12193149"/>
              <a:gd name="connsiteY152" fmla="*/ 2157269 h 2344739"/>
              <a:gd name="connsiteX153" fmla="*/ 4202893 w 12193149"/>
              <a:gd name="connsiteY153" fmla="*/ 2156010 h 2344739"/>
              <a:gd name="connsiteX154" fmla="*/ 4192396 w 12193149"/>
              <a:gd name="connsiteY154" fmla="*/ 2150376 h 2344739"/>
              <a:gd name="connsiteX155" fmla="*/ 4143893 w 12193149"/>
              <a:gd name="connsiteY155" fmla="*/ 2134511 h 2344739"/>
              <a:gd name="connsiteX156" fmla="*/ 4084245 w 12193149"/>
              <a:gd name="connsiteY156" fmla="*/ 2107978 h 2344739"/>
              <a:gd name="connsiteX157" fmla="*/ 4075694 w 12193149"/>
              <a:gd name="connsiteY157" fmla="*/ 2107143 h 2344739"/>
              <a:gd name="connsiteX158" fmla="*/ 4075575 w 12193149"/>
              <a:gd name="connsiteY158" fmla="*/ 2106844 h 2344739"/>
              <a:gd name="connsiteX159" fmla="*/ 4066658 w 12193149"/>
              <a:gd name="connsiteY159" fmla="*/ 2105400 h 2344739"/>
              <a:gd name="connsiteX160" fmla="*/ 4060102 w 12193149"/>
              <a:gd name="connsiteY160" fmla="*/ 2105618 h 2344739"/>
              <a:gd name="connsiteX161" fmla="*/ 4043512 w 12193149"/>
              <a:gd name="connsiteY161" fmla="*/ 2103997 h 2344739"/>
              <a:gd name="connsiteX162" fmla="*/ 4038145 w 12193149"/>
              <a:gd name="connsiteY162" fmla="*/ 2101563 h 2344739"/>
              <a:gd name="connsiteX163" fmla="*/ 4036511 w 12193149"/>
              <a:gd name="connsiteY163" fmla="*/ 2097896 h 2344739"/>
              <a:gd name="connsiteX164" fmla="*/ 4034926 w 12193149"/>
              <a:gd name="connsiteY164" fmla="*/ 2098131 h 2344739"/>
              <a:gd name="connsiteX165" fmla="*/ 4005686 w 12193149"/>
              <a:gd name="connsiteY165" fmla="*/ 2085563 h 2344739"/>
              <a:gd name="connsiteX166" fmla="*/ 3937994 w 12193149"/>
              <a:gd name="connsiteY166" fmla="*/ 2068106 h 2344739"/>
              <a:gd name="connsiteX167" fmla="*/ 3898423 w 12193149"/>
              <a:gd name="connsiteY167" fmla="*/ 2062451 h 2344739"/>
              <a:gd name="connsiteX168" fmla="*/ 3790908 w 12193149"/>
              <a:gd name="connsiteY168" fmla="*/ 2042213 h 2344739"/>
              <a:gd name="connsiteX169" fmla="*/ 3683661 w 12193149"/>
              <a:gd name="connsiteY169" fmla="*/ 2018290 h 2344739"/>
              <a:gd name="connsiteX170" fmla="*/ 3611183 w 12193149"/>
              <a:gd name="connsiteY170" fmla="*/ 1986019 h 2344739"/>
              <a:gd name="connsiteX171" fmla="*/ 3605003 w 12193149"/>
              <a:gd name="connsiteY171" fmla="*/ 1987381 h 2344739"/>
              <a:gd name="connsiteX172" fmla="*/ 3595884 w 12193149"/>
              <a:gd name="connsiteY172" fmla="*/ 1987545 h 2344739"/>
              <a:gd name="connsiteX173" fmla="*/ 3595649 w 12193149"/>
              <a:gd name="connsiteY173" fmla="*/ 1987276 h 2344739"/>
              <a:gd name="connsiteX174" fmla="*/ 3587126 w 12193149"/>
              <a:gd name="connsiteY174" fmla="*/ 1987966 h 2344739"/>
              <a:gd name="connsiteX175" fmla="*/ 3537283 w 12193149"/>
              <a:gd name="connsiteY175" fmla="*/ 1978267 h 2344739"/>
              <a:gd name="connsiteX176" fmla="*/ 3474371 w 12193149"/>
              <a:gd name="connsiteY176" fmla="*/ 1974606 h 2344739"/>
              <a:gd name="connsiteX177" fmla="*/ 3401876 w 12193149"/>
              <a:gd name="connsiteY177" fmla="*/ 1962558 h 2344739"/>
              <a:gd name="connsiteX178" fmla="*/ 3365036 w 12193149"/>
              <a:gd name="connsiteY178" fmla="*/ 1979510 h 2344739"/>
              <a:gd name="connsiteX179" fmla="*/ 3345174 w 12193149"/>
              <a:gd name="connsiteY179" fmla="*/ 1981192 h 2344739"/>
              <a:gd name="connsiteX180" fmla="*/ 3342846 w 12193149"/>
              <a:gd name="connsiteY180" fmla="*/ 1980217 h 2344739"/>
              <a:gd name="connsiteX181" fmla="*/ 3263504 w 12193149"/>
              <a:gd name="connsiteY181" fmla="*/ 1986094 h 2344739"/>
              <a:gd name="connsiteX182" fmla="*/ 3143704 w 12193149"/>
              <a:gd name="connsiteY182" fmla="*/ 1993869 h 2344739"/>
              <a:gd name="connsiteX183" fmla="*/ 3031439 w 12193149"/>
              <a:gd name="connsiteY183" fmla="*/ 1996512 h 2344739"/>
              <a:gd name="connsiteX184" fmla="*/ 2782717 w 12193149"/>
              <a:gd name="connsiteY184" fmla="*/ 2018333 h 2344739"/>
              <a:gd name="connsiteX185" fmla="*/ 2647675 w 12193149"/>
              <a:gd name="connsiteY185" fmla="*/ 2028869 h 2344739"/>
              <a:gd name="connsiteX186" fmla="*/ 2569176 w 12193149"/>
              <a:gd name="connsiteY186" fmla="*/ 2002628 h 2344739"/>
              <a:gd name="connsiteX187" fmla="*/ 2444403 w 12193149"/>
              <a:gd name="connsiteY187" fmla="*/ 2016529 h 2344739"/>
              <a:gd name="connsiteX188" fmla="*/ 2316260 w 12193149"/>
              <a:gd name="connsiteY188" fmla="*/ 2024996 h 2344739"/>
              <a:gd name="connsiteX189" fmla="*/ 2209726 w 12193149"/>
              <a:gd name="connsiteY189" fmla="*/ 2019763 h 2344739"/>
              <a:gd name="connsiteX190" fmla="*/ 2095813 w 12193149"/>
              <a:gd name="connsiteY190" fmla="*/ 2003052 h 2344739"/>
              <a:gd name="connsiteX191" fmla="*/ 1998504 w 12193149"/>
              <a:gd name="connsiteY191" fmla="*/ 1995032 h 2344739"/>
              <a:gd name="connsiteX192" fmla="*/ 1929320 w 12193149"/>
              <a:gd name="connsiteY192" fmla="*/ 2016977 h 2344739"/>
              <a:gd name="connsiteX193" fmla="*/ 1922798 w 12193149"/>
              <a:gd name="connsiteY193" fmla="*/ 2012146 h 2344739"/>
              <a:gd name="connsiteX194" fmla="*/ 1874228 w 12193149"/>
              <a:gd name="connsiteY194" fmla="*/ 2013741 h 2344739"/>
              <a:gd name="connsiteX195" fmla="*/ 1787803 w 12193149"/>
              <a:gd name="connsiteY195" fmla="*/ 2041363 h 2344739"/>
              <a:gd name="connsiteX196" fmla="*/ 1739352 w 12193149"/>
              <a:gd name="connsiteY196" fmla="*/ 2036312 h 2344739"/>
              <a:gd name="connsiteX197" fmla="*/ 1676219 w 12193149"/>
              <a:gd name="connsiteY197" fmla="*/ 2019963 h 2344739"/>
              <a:gd name="connsiteX198" fmla="*/ 1609817 w 12193149"/>
              <a:gd name="connsiteY198" fmla="*/ 2013066 h 2344739"/>
              <a:gd name="connsiteX199" fmla="*/ 1497258 w 12193149"/>
              <a:gd name="connsiteY199" fmla="*/ 1987476 h 2344739"/>
              <a:gd name="connsiteX200" fmla="*/ 1151127 w 12193149"/>
              <a:gd name="connsiteY200" fmla="*/ 1938041 h 2344739"/>
              <a:gd name="connsiteX201" fmla="*/ 859417 w 12193149"/>
              <a:gd name="connsiteY201" fmla="*/ 1928608 h 2344739"/>
              <a:gd name="connsiteX202" fmla="*/ 838688 w 12193149"/>
              <a:gd name="connsiteY202" fmla="*/ 1929821 h 2344739"/>
              <a:gd name="connsiteX203" fmla="*/ 817957 w 12193149"/>
              <a:gd name="connsiteY203" fmla="*/ 1927857 h 2344739"/>
              <a:gd name="connsiteX204" fmla="*/ 812654 w 12193149"/>
              <a:gd name="connsiteY204" fmla="*/ 1930751 h 2344739"/>
              <a:gd name="connsiteX205" fmla="*/ 721195 w 12193149"/>
              <a:gd name="connsiteY205" fmla="*/ 1929661 h 2344739"/>
              <a:gd name="connsiteX206" fmla="*/ 720890 w 12193149"/>
              <a:gd name="connsiteY206" fmla="*/ 1928399 h 2344739"/>
              <a:gd name="connsiteX207" fmla="*/ 710023 w 12193149"/>
              <a:gd name="connsiteY207" fmla="*/ 1922722 h 2344739"/>
              <a:gd name="connsiteX208" fmla="*/ 597940 w 12193149"/>
              <a:gd name="connsiteY208" fmla="*/ 1879864 h 2344739"/>
              <a:gd name="connsiteX209" fmla="*/ 579683 w 12193149"/>
              <a:gd name="connsiteY209" fmla="*/ 1877212 h 2344739"/>
              <a:gd name="connsiteX210" fmla="*/ 572865 w 12193149"/>
              <a:gd name="connsiteY210" fmla="*/ 1877401 h 2344739"/>
              <a:gd name="connsiteX211" fmla="*/ 446247 w 12193149"/>
              <a:gd name="connsiteY211" fmla="*/ 1839371 h 2344739"/>
              <a:gd name="connsiteX212" fmla="*/ 405163 w 12193149"/>
              <a:gd name="connsiteY212" fmla="*/ 1833548 h 2344739"/>
              <a:gd name="connsiteX213" fmla="*/ 293583 w 12193149"/>
              <a:gd name="connsiteY213" fmla="*/ 1812852 h 2344739"/>
              <a:gd name="connsiteX214" fmla="*/ 119529 w 12193149"/>
              <a:gd name="connsiteY214" fmla="*/ 1761047 h 2344739"/>
              <a:gd name="connsiteX215" fmla="*/ 16674 w 12193149"/>
              <a:gd name="connsiteY215" fmla="*/ 1758191 h 2344739"/>
              <a:gd name="connsiteX216" fmla="*/ 1150 w 12193149"/>
              <a:gd name="connsiteY216" fmla="*/ 1752722 h 2344739"/>
              <a:gd name="connsiteX217" fmla="*/ 1148 w 12193149"/>
              <a:gd name="connsiteY217" fmla="*/ 222213 h 2344739"/>
              <a:gd name="connsiteX218" fmla="*/ 1148 w 12193149"/>
              <a:gd name="connsiteY218"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9 w 12193149"/>
              <a:gd name="connsiteY3" fmla="*/ 579739 h 2344739"/>
              <a:gd name="connsiteX4" fmla="*/ 12185986 w 12193149"/>
              <a:gd name="connsiteY4" fmla="*/ 584189 h 2344739"/>
              <a:gd name="connsiteX5" fmla="*/ 12156363 w 12193149"/>
              <a:gd name="connsiteY5" fmla="*/ 597366 h 2344739"/>
              <a:gd name="connsiteX6" fmla="*/ 12139215 w 12193149"/>
              <a:gd name="connsiteY6" fmla="*/ 623179 h 2344739"/>
              <a:gd name="connsiteX7" fmla="*/ 12126327 w 12193149"/>
              <a:gd name="connsiteY7" fmla="*/ 624690 h 2344739"/>
              <a:gd name="connsiteX8" fmla="*/ 12124007 w 12193149"/>
              <a:gd name="connsiteY8" fmla="*/ 624794 h 2344739"/>
              <a:gd name="connsiteX9" fmla="*/ 12116854 w 12193149"/>
              <a:gd name="connsiteY9" fmla="*/ 628608 h 2344739"/>
              <a:gd name="connsiteX10" fmla="*/ 12099497 w 12193149"/>
              <a:gd name="connsiteY10" fmla="*/ 628139 h 2344739"/>
              <a:gd name="connsiteX11" fmla="*/ 12087073 w 12193149"/>
              <a:gd name="connsiteY11" fmla="*/ 636341 h 2344739"/>
              <a:gd name="connsiteX12" fmla="*/ 12031073 w 12193149"/>
              <a:gd name="connsiteY12" fmla="*/ 680009 h 2344739"/>
              <a:gd name="connsiteX13" fmla="*/ 11995833 w 12193149"/>
              <a:gd name="connsiteY13" fmla="*/ 703458 h 2344739"/>
              <a:gd name="connsiteX14" fmla="*/ 11979717 w 12193149"/>
              <a:gd name="connsiteY14" fmla="*/ 708161 h 2344739"/>
              <a:gd name="connsiteX15" fmla="*/ 11959046 w 12193149"/>
              <a:gd name="connsiteY15" fmla="*/ 717558 h 2344739"/>
              <a:gd name="connsiteX16" fmla="*/ 11920454 w 12193149"/>
              <a:gd name="connsiteY16" fmla="*/ 730883 h 2344739"/>
              <a:gd name="connsiteX17" fmla="*/ 11903656 w 12193149"/>
              <a:gd name="connsiteY17" fmla="*/ 742426 h 2344739"/>
              <a:gd name="connsiteX18" fmla="*/ 11895048 w 12193149"/>
              <a:gd name="connsiteY18" fmla="*/ 744791 h 2344739"/>
              <a:gd name="connsiteX19" fmla="*/ 11891968 w 12193149"/>
              <a:gd name="connsiteY19" fmla="*/ 755729 h 2344739"/>
              <a:gd name="connsiteX20" fmla="*/ 11870776 w 12193149"/>
              <a:gd name="connsiteY20" fmla="*/ 777816 h 2344739"/>
              <a:gd name="connsiteX21" fmla="*/ 11813376 w 12193149"/>
              <a:gd name="connsiteY21" fmla="*/ 797659 h 2344739"/>
              <a:gd name="connsiteX22" fmla="*/ 11590693 w 12193149"/>
              <a:gd name="connsiteY22" fmla="*/ 963777 h 2344739"/>
              <a:gd name="connsiteX23" fmla="*/ 11506817 w 12193149"/>
              <a:gd name="connsiteY23" fmla="*/ 1033623 h 2344739"/>
              <a:gd name="connsiteX24" fmla="*/ 11280332 w 12193149"/>
              <a:gd name="connsiteY24" fmla="*/ 1223571 h 2344739"/>
              <a:gd name="connsiteX25" fmla="*/ 11228309 w 12193149"/>
              <a:gd name="connsiteY25" fmla="*/ 1276236 h 2344739"/>
              <a:gd name="connsiteX26" fmla="*/ 11218087 w 12193149"/>
              <a:gd name="connsiteY26" fmla="*/ 1275961 h 2344739"/>
              <a:gd name="connsiteX27" fmla="*/ 11217184 w 12193149"/>
              <a:gd name="connsiteY27" fmla="*/ 1275018 h 2344739"/>
              <a:gd name="connsiteX28" fmla="*/ 11188885 w 12193149"/>
              <a:gd name="connsiteY28" fmla="*/ 1292383 h 2344739"/>
              <a:gd name="connsiteX29" fmla="*/ 11184501 w 12193149"/>
              <a:gd name="connsiteY29" fmla="*/ 1292525 h 2344739"/>
              <a:gd name="connsiteX30" fmla="*/ 11166854 w 12193149"/>
              <a:gd name="connsiteY30" fmla="*/ 1306612 h 2344739"/>
              <a:gd name="connsiteX31" fmla="*/ 11157311 w 12193149"/>
              <a:gd name="connsiteY31" fmla="*/ 1312414 h 2344739"/>
              <a:gd name="connsiteX32" fmla="*/ 11155496 w 12193149"/>
              <a:gd name="connsiteY32" fmla="*/ 1317097 h 2344739"/>
              <a:gd name="connsiteX33" fmla="*/ 11140961 w 12193149"/>
              <a:gd name="connsiteY33" fmla="*/ 1324115 h 2344739"/>
              <a:gd name="connsiteX34" fmla="*/ 11138961 w 12193149"/>
              <a:gd name="connsiteY34" fmla="*/ 1323772 h 2344739"/>
              <a:gd name="connsiteX35" fmla="*/ 11128208 w 12193149"/>
              <a:gd name="connsiteY35" fmla="*/ 1333832 h 2344739"/>
              <a:gd name="connsiteX36" fmla="*/ 11120691 w 12193149"/>
              <a:gd name="connsiteY36" fmla="*/ 1347424 h 2344739"/>
              <a:gd name="connsiteX37" fmla="*/ 10894683 w 12193149"/>
              <a:gd name="connsiteY37" fmla="*/ 1473399 h 2344739"/>
              <a:gd name="connsiteX38" fmla="*/ 10773300 w 12193149"/>
              <a:gd name="connsiteY38" fmla="*/ 1523191 h 2344739"/>
              <a:gd name="connsiteX39" fmla="*/ 10627668 w 12193149"/>
              <a:gd name="connsiteY39" fmla="*/ 1559229 h 2344739"/>
              <a:gd name="connsiteX40" fmla="*/ 10581895 w 12193149"/>
              <a:gd name="connsiteY40" fmla="*/ 1568689 h 2344739"/>
              <a:gd name="connsiteX41" fmla="*/ 10547790 w 12193149"/>
              <a:gd name="connsiteY41" fmla="*/ 1598423 h 2344739"/>
              <a:gd name="connsiteX42" fmla="*/ 10529643 w 12193149"/>
              <a:gd name="connsiteY42" fmla="*/ 1596907 h 2344739"/>
              <a:gd name="connsiteX43" fmla="*/ 10526446 w 12193149"/>
              <a:gd name="connsiteY43" fmla="*/ 1596411 h 2344739"/>
              <a:gd name="connsiteX44" fmla="*/ 10515129 w 12193149"/>
              <a:gd name="connsiteY44" fmla="*/ 1599537 h 2344739"/>
              <a:gd name="connsiteX45" fmla="*/ 10491735 w 12193149"/>
              <a:gd name="connsiteY45" fmla="*/ 1594156 h 2344739"/>
              <a:gd name="connsiteX46" fmla="*/ 10471418 w 12193149"/>
              <a:gd name="connsiteY46" fmla="*/ 1601693 h 2344739"/>
              <a:gd name="connsiteX47" fmla="*/ 10377042 w 12193149"/>
              <a:gd name="connsiteY47" fmla="*/ 1644598 h 2344739"/>
              <a:gd name="connsiteX48" fmla="*/ 10319338 w 12193149"/>
              <a:gd name="connsiteY48" fmla="*/ 1666221 h 2344739"/>
              <a:gd name="connsiteX49" fmla="*/ 10295467 w 12193149"/>
              <a:gd name="connsiteY49" fmla="*/ 1668079 h 2344739"/>
              <a:gd name="connsiteX50" fmla="*/ 10263443 w 12193149"/>
              <a:gd name="connsiteY50" fmla="*/ 1674948 h 2344739"/>
              <a:gd name="connsiteX51" fmla="*/ 10205418 w 12193149"/>
              <a:gd name="connsiteY51" fmla="*/ 1682149 h 2344739"/>
              <a:gd name="connsiteX52" fmla="*/ 10177759 w 12193149"/>
              <a:gd name="connsiteY52" fmla="*/ 1692943 h 2344739"/>
              <a:gd name="connsiteX53" fmla="*/ 10165070 w 12193149"/>
              <a:gd name="connsiteY53" fmla="*/ 1693739 h 2344739"/>
              <a:gd name="connsiteX54" fmla="*/ 10156308 w 12193149"/>
              <a:gd name="connsiteY54" fmla="*/ 1707487 h 2344739"/>
              <a:gd name="connsiteX55" fmla="*/ 10118267 w 12193149"/>
              <a:gd name="connsiteY55" fmla="*/ 1731142 h 2344739"/>
              <a:gd name="connsiteX56" fmla="*/ 10083317 w 12193149"/>
              <a:gd name="connsiteY56" fmla="*/ 1743296 h 2344739"/>
              <a:gd name="connsiteX57" fmla="*/ 10040388 w 12193149"/>
              <a:gd name="connsiteY57" fmla="*/ 1741632 h 2344739"/>
              <a:gd name="connsiteX58" fmla="*/ 9961167 w 12193149"/>
              <a:gd name="connsiteY58" fmla="*/ 1757147 h 2344739"/>
              <a:gd name="connsiteX59" fmla="*/ 9848940 w 12193149"/>
              <a:gd name="connsiteY59" fmla="*/ 1763915 h 2344739"/>
              <a:gd name="connsiteX60" fmla="*/ 9729457 w 12193149"/>
              <a:gd name="connsiteY60" fmla="*/ 1784122 h 2344739"/>
              <a:gd name="connsiteX61" fmla="*/ 9613704 w 12193149"/>
              <a:gd name="connsiteY61" fmla="*/ 1812371 h 2344739"/>
              <a:gd name="connsiteX62" fmla="*/ 9338590 w 12193149"/>
              <a:gd name="connsiteY62" fmla="*/ 1869293 h 2344739"/>
              <a:gd name="connsiteX63" fmla="*/ 9232518 w 12193149"/>
              <a:gd name="connsiteY63" fmla="*/ 1893149 h 2344739"/>
              <a:gd name="connsiteX64" fmla="*/ 9156690 w 12193149"/>
              <a:gd name="connsiteY64" fmla="*/ 1903228 h 2344739"/>
              <a:gd name="connsiteX65" fmla="*/ 9054601 w 12193149"/>
              <a:gd name="connsiteY65" fmla="*/ 1910755 h 2344739"/>
              <a:gd name="connsiteX66" fmla="*/ 9006634 w 12193149"/>
              <a:gd name="connsiteY66" fmla="*/ 1914040 h 2344739"/>
              <a:gd name="connsiteX67" fmla="*/ 9006349 w 12193149"/>
              <a:gd name="connsiteY67" fmla="*/ 1913800 h 2344739"/>
              <a:gd name="connsiteX68" fmla="*/ 8997380 w 12193149"/>
              <a:gd name="connsiteY68" fmla="*/ 1915011 h 2344739"/>
              <a:gd name="connsiteX69" fmla="*/ 8991542 w 12193149"/>
              <a:gd name="connsiteY69" fmla="*/ 1917072 h 2344739"/>
              <a:gd name="connsiteX70" fmla="*/ 8975485 w 12193149"/>
              <a:gd name="connsiteY70" fmla="*/ 1920298 h 2344739"/>
              <a:gd name="connsiteX71" fmla="*/ 8969159 w 12193149"/>
              <a:gd name="connsiteY71" fmla="*/ 1919598 h 2344739"/>
              <a:gd name="connsiteX72" fmla="*/ 8964196 w 12193149"/>
              <a:gd name="connsiteY72" fmla="*/ 1917373 h 2344739"/>
              <a:gd name="connsiteX73" fmla="*/ 8930136 w 12193149"/>
              <a:gd name="connsiteY73" fmla="*/ 1914185 h 2344739"/>
              <a:gd name="connsiteX74" fmla="*/ 8753592 w 12193149"/>
              <a:gd name="connsiteY74" fmla="*/ 1933417 h 2344739"/>
              <a:gd name="connsiteX75" fmla="*/ 8708995 w 12193149"/>
              <a:gd name="connsiteY75" fmla="*/ 1935518 h 2344739"/>
              <a:gd name="connsiteX76" fmla="*/ 8597219 w 12193149"/>
              <a:gd name="connsiteY76" fmla="*/ 1944090 h 2344739"/>
              <a:gd name="connsiteX77" fmla="*/ 8526378 w 12193149"/>
              <a:gd name="connsiteY77" fmla="*/ 1929248 h 2344739"/>
              <a:gd name="connsiteX78" fmla="*/ 8512131 w 12193149"/>
              <a:gd name="connsiteY78" fmla="*/ 1935163 h 2344739"/>
              <a:gd name="connsiteX79" fmla="*/ 8507315 w 12193149"/>
              <a:gd name="connsiteY79" fmla="*/ 1938164 h 2344739"/>
              <a:gd name="connsiteX80" fmla="*/ 8499116 w 12193149"/>
              <a:gd name="connsiteY80" fmla="*/ 1940902 h 2344739"/>
              <a:gd name="connsiteX81" fmla="*/ 8498742 w 12193149"/>
              <a:gd name="connsiteY81" fmla="*/ 1940723 h 2344739"/>
              <a:gd name="connsiteX82" fmla="*/ 8491397 w 12193149"/>
              <a:gd name="connsiteY82" fmla="*/ 1943773 h 2344739"/>
              <a:gd name="connsiteX83" fmla="*/ 8368330 w 12193149"/>
              <a:gd name="connsiteY83" fmla="*/ 1957815 h 2344739"/>
              <a:gd name="connsiteX84" fmla="*/ 8354947 w 12193149"/>
              <a:gd name="connsiteY84" fmla="*/ 1958009 h 2344739"/>
              <a:gd name="connsiteX85" fmla="*/ 8321252 w 12193149"/>
              <a:gd name="connsiteY85" fmla="*/ 1974587 h 2344739"/>
              <a:gd name="connsiteX86" fmla="*/ 8315581 w 12193149"/>
              <a:gd name="connsiteY86" fmla="*/ 1974913 h 2344739"/>
              <a:gd name="connsiteX87" fmla="*/ 8296322 w 12193149"/>
              <a:gd name="connsiteY87" fmla="*/ 1988808 h 2344739"/>
              <a:gd name="connsiteX88" fmla="*/ 8285424 w 12193149"/>
              <a:gd name="connsiteY88" fmla="*/ 1994631 h 2344739"/>
              <a:gd name="connsiteX89" fmla="*/ 8284298 w 12193149"/>
              <a:gd name="connsiteY89" fmla="*/ 1999074 h 2344739"/>
              <a:gd name="connsiteX90" fmla="*/ 8267224 w 12193149"/>
              <a:gd name="connsiteY90" fmla="*/ 2006249 h 2344739"/>
              <a:gd name="connsiteX91" fmla="*/ 8264525 w 12193149"/>
              <a:gd name="connsiteY91" fmla="*/ 2006019 h 2344739"/>
              <a:gd name="connsiteX92" fmla="*/ 8253181 w 12193149"/>
              <a:gd name="connsiteY92" fmla="*/ 2015862 h 2344739"/>
              <a:gd name="connsiteX93" fmla="*/ 8246982 w 12193149"/>
              <a:gd name="connsiteY93" fmla="*/ 2028854 h 2344739"/>
              <a:gd name="connsiteX94" fmla="*/ 8091420 w 12193149"/>
              <a:gd name="connsiteY94" fmla="*/ 2075015 h 2344739"/>
              <a:gd name="connsiteX95" fmla="*/ 7906555 w 12193149"/>
              <a:gd name="connsiteY95" fmla="*/ 2116988 h 2344739"/>
              <a:gd name="connsiteX96" fmla="*/ 7719893 w 12193149"/>
              <a:gd name="connsiteY96" fmla="*/ 2142703 h 2344739"/>
              <a:gd name="connsiteX97" fmla="*/ 7615495 w 12193149"/>
              <a:gd name="connsiteY97" fmla="*/ 2139232 h 2344739"/>
              <a:gd name="connsiteX98" fmla="*/ 7528691 w 12193149"/>
              <a:gd name="connsiteY98" fmla="*/ 2145060 h 2344739"/>
              <a:gd name="connsiteX99" fmla="*/ 7520719 w 12193149"/>
              <a:gd name="connsiteY99" fmla="*/ 2147613 h 2344739"/>
              <a:gd name="connsiteX100" fmla="*/ 7508559 w 12193149"/>
              <a:gd name="connsiteY100" fmla="*/ 2148948 h 2344739"/>
              <a:gd name="connsiteX101" fmla="*/ 7508188 w 12193149"/>
              <a:gd name="connsiteY101" fmla="*/ 2148621 h 2344739"/>
              <a:gd name="connsiteX102" fmla="*/ 7496943 w 12193149"/>
              <a:gd name="connsiteY102" fmla="*/ 2150573 h 2344739"/>
              <a:gd name="connsiteX103" fmla="*/ 7219707 w 12193149"/>
              <a:gd name="connsiteY103" fmla="*/ 2156680 h 2344739"/>
              <a:gd name="connsiteX104" fmla="*/ 7202249 w 12193149"/>
              <a:gd name="connsiteY104" fmla="*/ 2161230 h 2344739"/>
              <a:gd name="connsiteX105" fmla="*/ 7198152 w 12193149"/>
              <a:gd name="connsiteY105" fmla="*/ 2166588 h 2344739"/>
              <a:gd name="connsiteX106" fmla="*/ 7171956 w 12193149"/>
              <a:gd name="connsiteY106" fmla="*/ 2171236 h 2344739"/>
              <a:gd name="connsiteX107" fmla="*/ 7098136 w 12193149"/>
              <a:gd name="connsiteY107" fmla="*/ 2183464 h 2344739"/>
              <a:gd name="connsiteX108" fmla="*/ 7019644 w 12193149"/>
              <a:gd name="connsiteY108" fmla="*/ 2183090 h 2344739"/>
              <a:gd name="connsiteX109" fmla="*/ 6905294 w 12193149"/>
              <a:gd name="connsiteY109" fmla="*/ 2212596 h 2344739"/>
              <a:gd name="connsiteX110" fmla="*/ 6709370 w 12193149"/>
              <a:gd name="connsiteY110" fmla="*/ 2240551 h 2344739"/>
              <a:gd name="connsiteX111" fmla="*/ 6550602 w 12193149"/>
              <a:gd name="connsiteY111" fmla="*/ 2269327 h 2344739"/>
              <a:gd name="connsiteX112" fmla="*/ 6318708 w 12193149"/>
              <a:gd name="connsiteY112" fmla="*/ 2316127 h 2344739"/>
              <a:gd name="connsiteX113" fmla="*/ 6169822 w 12193149"/>
              <a:gd name="connsiteY113" fmla="*/ 2318214 h 2344739"/>
              <a:gd name="connsiteX114" fmla="*/ 6074996 w 12193149"/>
              <a:gd name="connsiteY114" fmla="*/ 2338676 h 2344739"/>
              <a:gd name="connsiteX115" fmla="*/ 6069677 w 12193149"/>
              <a:gd name="connsiteY115" fmla="*/ 2337139 h 2344739"/>
              <a:gd name="connsiteX116" fmla="*/ 6049786 w 12193149"/>
              <a:gd name="connsiteY116" fmla="*/ 2337822 h 2344739"/>
              <a:gd name="connsiteX117" fmla="*/ 6042433 w 12193149"/>
              <a:gd name="connsiteY117" fmla="*/ 2329473 h 2344739"/>
              <a:gd name="connsiteX118" fmla="*/ 6011238 w 12193149"/>
              <a:gd name="connsiteY118" fmla="*/ 2324380 h 2344739"/>
              <a:gd name="connsiteX119" fmla="*/ 5958523 w 12193149"/>
              <a:gd name="connsiteY119" fmla="*/ 2328024 h 2344739"/>
              <a:gd name="connsiteX120" fmla="*/ 5760067 w 12193149"/>
              <a:gd name="connsiteY120" fmla="*/ 2343716 h 2344739"/>
              <a:gd name="connsiteX121" fmla="*/ 5628108 w 12193149"/>
              <a:gd name="connsiteY121" fmla="*/ 2344739 h 2344739"/>
              <a:gd name="connsiteX122" fmla="*/ 5472054 w 12193149"/>
              <a:gd name="connsiteY122" fmla="*/ 2330719 h 2344739"/>
              <a:gd name="connsiteX123" fmla="*/ 5433909 w 12193149"/>
              <a:gd name="connsiteY123" fmla="*/ 2319466 h 2344739"/>
              <a:gd name="connsiteX124" fmla="*/ 5382817 w 12193149"/>
              <a:gd name="connsiteY124" fmla="*/ 2301764 h 2344739"/>
              <a:gd name="connsiteX125" fmla="*/ 5262912 w 12193149"/>
              <a:gd name="connsiteY125" fmla="*/ 2281347 h 2344739"/>
              <a:gd name="connsiteX126" fmla="*/ 5224109 w 12193149"/>
              <a:gd name="connsiteY126" fmla="*/ 2270223 h 2344739"/>
              <a:gd name="connsiteX127" fmla="*/ 5175808 w 12193149"/>
              <a:gd name="connsiteY127" fmla="*/ 2267233 h 2344739"/>
              <a:gd name="connsiteX128" fmla="*/ 5157702 w 12193149"/>
              <a:gd name="connsiteY128" fmla="*/ 2260010 h 2344739"/>
              <a:gd name="connsiteX129" fmla="*/ 5143747 w 12193149"/>
              <a:gd name="connsiteY129" fmla="*/ 2256610 h 2344739"/>
              <a:gd name="connsiteX130" fmla="*/ 5140744 w 12193149"/>
              <a:gd name="connsiteY130" fmla="*/ 2254509 h 2344739"/>
              <a:gd name="connsiteX131" fmla="*/ 5122807 w 12193149"/>
              <a:gd name="connsiteY131" fmla="*/ 2243656 h 2344739"/>
              <a:gd name="connsiteX132" fmla="*/ 5066938 w 12193149"/>
              <a:gd name="connsiteY132" fmla="*/ 2250227 h 2344739"/>
              <a:gd name="connsiteX133" fmla="*/ 5012662 w 12193149"/>
              <a:gd name="connsiteY133" fmla="*/ 2233846 h 2344739"/>
              <a:gd name="connsiteX134" fmla="*/ 4841589 w 12193149"/>
              <a:gd name="connsiteY134" fmla="*/ 2209829 h 2344739"/>
              <a:gd name="connsiteX135" fmla="*/ 4763595 w 12193149"/>
              <a:gd name="connsiteY135" fmla="*/ 2182061 h 2344739"/>
              <a:gd name="connsiteX136" fmla="*/ 4724334 w 12193149"/>
              <a:gd name="connsiteY136" fmla="*/ 2173047 h 2344739"/>
              <a:gd name="connsiteX137" fmla="*/ 4722324 w 12193149"/>
              <a:gd name="connsiteY137" fmla="*/ 2172298 h 2344739"/>
              <a:gd name="connsiteX138" fmla="*/ 4723259 w 12193149"/>
              <a:gd name="connsiteY138" fmla="*/ 2172087 h 2344739"/>
              <a:gd name="connsiteX139" fmla="*/ 4718350 w 12193149"/>
              <a:gd name="connsiteY139" fmla="*/ 2170817 h 2344739"/>
              <a:gd name="connsiteX140" fmla="*/ 4722324 w 12193149"/>
              <a:gd name="connsiteY140" fmla="*/ 2172298 h 2344739"/>
              <a:gd name="connsiteX141" fmla="*/ 4716674 w 12193149"/>
              <a:gd name="connsiteY141" fmla="*/ 2173573 h 2344739"/>
              <a:gd name="connsiteX142" fmla="*/ 4516962 w 12193149"/>
              <a:gd name="connsiteY142" fmla="*/ 2163671 h 2344739"/>
              <a:gd name="connsiteX143" fmla="*/ 4429691 w 12193149"/>
              <a:gd name="connsiteY143" fmla="*/ 2153020 h 2344739"/>
              <a:gd name="connsiteX144" fmla="*/ 4364023 w 12193149"/>
              <a:gd name="connsiteY144" fmla="*/ 2151674 h 2344739"/>
              <a:gd name="connsiteX145" fmla="*/ 4318114 w 12193149"/>
              <a:gd name="connsiteY145" fmla="*/ 2158289 h 2344739"/>
              <a:gd name="connsiteX146" fmla="*/ 4316258 w 12193149"/>
              <a:gd name="connsiteY146" fmla="*/ 2156948 h 2344739"/>
              <a:gd name="connsiteX147" fmla="*/ 4296292 w 12193149"/>
              <a:gd name="connsiteY147" fmla="*/ 2155069 h 2344739"/>
              <a:gd name="connsiteX148" fmla="*/ 4291212 w 12193149"/>
              <a:gd name="connsiteY148" fmla="*/ 2157986 h 2344739"/>
              <a:gd name="connsiteX149" fmla="*/ 4277290 w 12193149"/>
              <a:gd name="connsiteY149" fmla="*/ 2157740 h 2344739"/>
              <a:gd name="connsiteX150" fmla="*/ 4249265 w 12193149"/>
              <a:gd name="connsiteY150" fmla="*/ 2160064 h 2344739"/>
              <a:gd name="connsiteX151" fmla="*/ 4203199 w 12193149"/>
              <a:gd name="connsiteY151" fmla="*/ 2157269 h 2344739"/>
              <a:gd name="connsiteX152" fmla="*/ 4202893 w 12193149"/>
              <a:gd name="connsiteY152" fmla="*/ 2156010 h 2344739"/>
              <a:gd name="connsiteX153" fmla="*/ 4192396 w 12193149"/>
              <a:gd name="connsiteY153" fmla="*/ 2150376 h 2344739"/>
              <a:gd name="connsiteX154" fmla="*/ 4143893 w 12193149"/>
              <a:gd name="connsiteY154" fmla="*/ 2134511 h 2344739"/>
              <a:gd name="connsiteX155" fmla="*/ 4084245 w 12193149"/>
              <a:gd name="connsiteY155" fmla="*/ 2107978 h 2344739"/>
              <a:gd name="connsiteX156" fmla="*/ 4075694 w 12193149"/>
              <a:gd name="connsiteY156" fmla="*/ 2107143 h 2344739"/>
              <a:gd name="connsiteX157" fmla="*/ 4075575 w 12193149"/>
              <a:gd name="connsiteY157" fmla="*/ 2106844 h 2344739"/>
              <a:gd name="connsiteX158" fmla="*/ 4066658 w 12193149"/>
              <a:gd name="connsiteY158" fmla="*/ 2105400 h 2344739"/>
              <a:gd name="connsiteX159" fmla="*/ 4060102 w 12193149"/>
              <a:gd name="connsiteY159" fmla="*/ 2105618 h 2344739"/>
              <a:gd name="connsiteX160" fmla="*/ 4043512 w 12193149"/>
              <a:gd name="connsiteY160" fmla="*/ 2103997 h 2344739"/>
              <a:gd name="connsiteX161" fmla="*/ 4038145 w 12193149"/>
              <a:gd name="connsiteY161" fmla="*/ 2101563 h 2344739"/>
              <a:gd name="connsiteX162" fmla="*/ 4036511 w 12193149"/>
              <a:gd name="connsiteY162" fmla="*/ 2097896 h 2344739"/>
              <a:gd name="connsiteX163" fmla="*/ 4034926 w 12193149"/>
              <a:gd name="connsiteY163" fmla="*/ 2098131 h 2344739"/>
              <a:gd name="connsiteX164" fmla="*/ 4005686 w 12193149"/>
              <a:gd name="connsiteY164" fmla="*/ 2085563 h 2344739"/>
              <a:gd name="connsiteX165" fmla="*/ 3937994 w 12193149"/>
              <a:gd name="connsiteY165" fmla="*/ 2068106 h 2344739"/>
              <a:gd name="connsiteX166" fmla="*/ 3898423 w 12193149"/>
              <a:gd name="connsiteY166" fmla="*/ 2062451 h 2344739"/>
              <a:gd name="connsiteX167" fmla="*/ 3790908 w 12193149"/>
              <a:gd name="connsiteY167" fmla="*/ 2042213 h 2344739"/>
              <a:gd name="connsiteX168" fmla="*/ 3683661 w 12193149"/>
              <a:gd name="connsiteY168" fmla="*/ 2018290 h 2344739"/>
              <a:gd name="connsiteX169" fmla="*/ 3611183 w 12193149"/>
              <a:gd name="connsiteY169" fmla="*/ 1986019 h 2344739"/>
              <a:gd name="connsiteX170" fmla="*/ 3605003 w 12193149"/>
              <a:gd name="connsiteY170" fmla="*/ 1987381 h 2344739"/>
              <a:gd name="connsiteX171" fmla="*/ 3595884 w 12193149"/>
              <a:gd name="connsiteY171" fmla="*/ 1987545 h 2344739"/>
              <a:gd name="connsiteX172" fmla="*/ 3595649 w 12193149"/>
              <a:gd name="connsiteY172" fmla="*/ 1987276 h 2344739"/>
              <a:gd name="connsiteX173" fmla="*/ 3587126 w 12193149"/>
              <a:gd name="connsiteY173" fmla="*/ 1987966 h 2344739"/>
              <a:gd name="connsiteX174" fmla="*/ 3537283 w 12193149"/>
              <a:gd name="connsiteY174" fmla="*/ 1978267 h 2344739"/>
              <a:gd name="connsiteX175" fmla="*/ 3474371 w 12193149"/>
              <a:gd name="connsiteY175" fmla="*/ 1974606 h 2344739"/>
              <a:gd name="connsiteX176" fmla="*/ 3401876 w 12193149"/>
              <a:gd name="connsiteY176" fmla="*/ 1962558 h 2344739"/>
              <a:gd name="connsiteX177" fmla="*/ 3365036 w 12193149"/>
              <a:gd name="connsiteY177" fmla="*/ 1979510 h 2344739"/>
              <a:gd name="connsiteX178" fmla="*/ 3345174 w 12193149"/>
              <a:gd name="connsiteY178" fmla="*/ 1981192 h 2344739"/>
              <a:gd name="connsiteX179" fmla="*/ 3342846 w 12193149"/>
              <a:gd name="connsiteY179" fmla="*/ 1980217 h 2344739"/>
              <a:gd name="connsiteX180" fmla="*/ 3263504 w 12193149"/>
              <a:gd name="connsiteY180" fmla="*/ 1986094 h 2344739"/>
              <a:gd name="connsiteX181" fmla="*/ 3143704 w 12193149"/>
              <a:gd name="connsiteY181" fmla="*/ 1993869 h 2344739"/>
              <a:gd name="connsiteX182" fmla="*/ 3031439 w 12193149"/>
              <a:gd name="connsiteY182" fmla="*/ 1996512 h 2344739"/>
              <a:gd name="connsiteX183" fmla="*/ 2782717 w 12193149"/>
              <a:gd name="connsiteY183" fmla="*/ 2018333 h 2344739"/>
              <a:gd name="connsiteX184" fmla="*/ 2647675 w 12193149"/>
              <a:gd name="connsiteY184" fmla="*/ 2028869 h 2344739"/>
              <a:gd name="connsiteX185" fmla="*/ 2569176 w 12193149"/>
              <a:gd name="connsiteY185" fmla="*/ 2002628 h 2344739"/>
              <a:gd name="connsiteX186" fmla="*/ 2444403 w 12193149"/>
              <a:gd name="connsiteY186" fmla="*/ 2016529 h 2344739"/>
              <a:gd name="connsiteX187" fmla="*/ 2316260 w 12193149"/>
              <a:gd name="connsiteY187" fmla="*/ 2024996 h 2344739"/>
              <a:gd name="connsiteX188" fmla="*/ 2209726 w 12193149"/>
              <a:gd name="connsiteY188" fmla="*/ 2019763 h 2344739"/>
              <a:gd name="connsiteX189" fmla="*/ 2095813 w 12193149"/>
              <a:gd name="connsiteY189" fmla="*/ 2003052 h 2344739"/>
              <a:gd name="connsiteX190" fmla="*/ 1998504 w 12193149"/>
              <a:gd name="connsiteY190" fmla="*/ 1995032 h 2344739"/>
              <a:gd name="connsiteX191" fmla="*/ 1929320 w 12193149"/>
              <a:gd name="connsiteY191" fmla="*/ 2016977 h 2344739"/>
              <a:gd name="connsiteX192" fmla="*/ 1922798 w 12193149"/>
              <a:gd name="connsiteY192" fmla="*/ 2012146 h 2344739"/>
              <a:gd name="connsiteX193" fmla="*/ 1874228 w 12193149"/>
              <a:gd name="connsiteY193" fmla="*/ 2013741 h 2344739"/>
              <a:gd name="connsiteX194" fmla="*/ 1787803 w 12193149"/>
              <a:gd name="connsiteY194" fmla="*/ 2041363 h 2344739"/>
              <a:gd name="connsiteX195" fmla="*/ 1739352 w 12193149"/>
              <a:gd name="connsiteY195" fmla="*/ 2036312 h 2344739"/>
              <a:gd name="connsiteX196" fmla="*/ 1676219 w 12193149"/>
              <a:gd name="connsiteY196" fmla="*/ 2019963 h 2344739"/>
              <a:gd name="connsiteX197" fmla="*/ 1609817 w 12193149"/>
              <a:gd name="connsiteY197" fmla="*/ 2013066 h 2344739"/>
              <a:gd name="connsiteX198" fmla="*/ 1497258 w 12193149"/>
              <a:gd name="connsiteY198" fmla="*/ 1987476 h 2344739"/>
              <a:gd name="connsiteX199" fmla="*/ 1151127 w 12193149"/>
              <a:gd name="connsiteY199" fmla="*/ 1938041 h 2344739"/>
              <a:gd name="connsiteX200" fmla="*/ 859417 w 12193149"/>
              <a:gd name="connsiteY200" fmla="*/ 1928608 h 2344739"/>
              <a:gd name="connsiteX201" fmla="*/ 838688 w 12193149"/>
              <a:gd name="connsiteY201" fmla="*/ 1929821 h 2344739"/>
              <a:gd name="connsiteX202" fmla="*/ 817957 w 12193149"/>
              <a:gd name="connsiteY202" fmla="*/ 1927857 h 2344739"/>
              <a:gd name="connsiteX203" fmla="*/ 812654 w 12193149"/>
              <a:gd name="connsiteY203" fmla="*/ 1930751 h 2344739"/>
              <a:gd name="connsiteX204" fmla="*/ 721195 w 12193149"/>
              <a:gd name="connsiteY204" fmla="*/ 1929661 h 2344739"/>
              <a:gd name="connsiteX205" fmla="*/ 720890 w 12193149"/>
              <a:gd name="connsiteY205" fmla="*/ 1928399 h 2344739"/>
              <a:gd name="connsiteX206" fmla="*/ 710023 w 12193149"/>
              <a:gd name="connsiteY206" fmla="*/ 1922722 h 2344739"/>
              <a:gd name="connsiteX207" fmla="*/ 597940 w 12193149"/>
              <a:gd name="connsiteY207" fmla="*/ 1879864 h 2344739"/>
              <a:gd name="connsiteX208" fmla="*/ 579683 w 12193149"/>
              <a:gd name="connsiteY208" fmla="*/ 1877212 h 2344739"/>
              <a:gd name="connsiteX209" fmla="*/ 572865 w 12193149"/>
              <a:gd name="connsiteY209" fmla="*/ 1877401 h 2344739"/>
              <a:gd name="connsiteX210" fmla="*/ 446247 w 12193149"/>
              <a:gd name="connsiteY210" fmla="*/ 1839371 h 2344739"/>
              <a:gd name="connsiteX211" fmla="*/ 405163 w 12193149"/>
              <a:gd name="connsiteY211" fmla="*/ 1833548 h 2344739"/>
              <a:gd name="connsiteX212" fmla="*/ 293583 w 12193149"/>
              <a:gd name="connsiteY212" fmla="*/ 1812852 h 2344739"/>
              <a:gd name="connsiteX213" fmla="*/ 119529 w 12193149"/>
              <a:gd name="connsiteY213" fmla="*/ 1761047 h 2344739"/>
              <a:gd name="connsiteX214" fmla="*/ 16674 w 12193149"/>
              <a:gd name="connsiteY214" fmla="*/ 1758191 h 2344739"/>
              <a:gd name="connsiteX215" fmla="*/ 1150 w 12193149"/>
              <a:gd name="connsiteY215" fmla="*/ 1752722 h 2344739"/>
              <a:gd name="connsiteX216" fmla="*/ 1148 w 12193149"/>
              <a:gd name="connsiteY216" fmla="*/ 222213 h 2344739"/>
              <a:gd name="connsiteX217" fmla="*/ 1148 w 12193149"/>
              <a:gd name="connsiteY217" fmla="*/ 0 h 2344739"/>
              <a:gd name="connsiteX0" fmla="*/ 1148 w 12193149"/>
              <a:gd name="connsiteY0" fmla="*/ 0 h 2344739"/>
              <a:gd name="connsiteX1" fmla="*/ 12193148 w 12193149"/>
              <a:gd name="connsiteY1" fmla="*/ 0 h 2344739"/>
              <a:gd name="connsiteX2" fmla="*/ 12193149 w 12193149"/>
              <a:gd name="connsiteY2" fmla="*/ 579739 h 2344739"/>
              <a:gd name="connsiteX3" fmla="*/ 12185986 w 12193149"/>
              <a:gd name="connsiteY3" fmla="*/ 584189 h 2344739"/>
              <a:gd name="connsiteX4" fmla="*/ 12156363 w 12193149"/>
              <a:gd name="connsiteY4" fmla="*/ 597366 h 2344739"/>
              <a:gd name="connsiteX5" fmla="*/ 12139215 w 12193149"/>
              <a:gd name="connsiteY5" fmla="*/ 623179 h 2344739"/>
              <a:gd name="connsiteX6" fmla="*/ 12126327 w 12193149"/>
              <a:gd name="connsiteY6" fmla="*/ 624690 h 2344739"/>
              <a:gd name="connsiteX7" fmla="*/ 12124007 w 12193149"/>
              <a:gd name="connsiteY7" fmla="*/ 624794 h 2344739"/>
              <a:gd name="connsiteX8" fmla="*/ 12116854 w 12193149"/>
              <a:gd name="connsiteY8" fmla="*/ 628608 h 2344739"/>
              <a:gd name="connsiteX9" fmla="*/ 12099497 w 12193149"/>
              <a:gd name="connsiteY9" fmla="*/ 628139 h 2344739"/>
              <a:gd name="connsiteX10" fmla="*/ 12087073 w 12193149"/>
              <a:gd name="connsiteY10" fmla="*/ 636341 h 2344739"/>
              <a:gd name="connsiteX11" fmla="*/ 12031073 w 12193149"/>
              <a:gd name="connsiteY11" fmla="*/ 680009 h 2344739"/>
              <a:gd name="connsiteX12" fmla="*/ 11995833 w 12193149"/>
              <a:gd name="connsiteY12" fmla="*/ 703458 h 2344739"/>
              <a:gd name="connsiteX13" fmla="*/ 11979717 w 12193149"/>
              <a:gd name="connsiteY13" fmla="*/ 708161 h 2344739"/>
              <a:gd name="connsiteX14" fmla="*/ 11959046 w 12193149"/>
              <a:gd name="connsiteY14" fmla="*/ 717558 h 2344739"/>
              <a:gd name="connsiteX15" fmla="*/ 11920454 w 12193149"/>
              <a:gd name="connsiteY15" fmla="*/ 730883 h 2344739"/>
              <a:gd name="connsiteX16" fmla="*/ 11903656 w 12193149"/>
              <a:gd name="connsiteY16" fmla="*/ 742426 h 2344739"/>
              <a:gd name="connsiteX17" fmla="*/ 11895048 w 12193149"/>
              <a:gd name="connsiteY17" fmla="*/ 744791 h 2344739"/>
              <a:gd name="connsiteX18" fmla="*/ 11891968 w 12193149"/>
              <a:gd name="connsiteY18" fmla="*/ 755729 h 2344739"/>
              <a:gd name="connsiteX19" fmla="*/ 11870776 w 12193149"/>
              <a:gd name="connsiteY19" fmla="*/ 777816 h 2344739"/>
              <a:gd name="connsiteX20" fmla="*/ 11813376 w 12193149"/>
              <a:gd name="connsiteY20" fmla="*/ 797659 h 2344739"/>
              <a:gd name="connsiteX21" fmla="*/ 11590693 w 12193149"/>
              <a:gd name="connsiteY21" fmla="*/ 963777 h 2344739"/>
              <a:gd name="connsiteX22" fmla="*/ 11506817 w 12193149"/>
              <a:gd name="connsiteY22" fmla="*/ 1033623 h 2344739"/>
              <a:gd name="connsiteX23" fmla="*/ 11280332 w 12193149"/>
              <a:gd name="connsiteY23" fmla="*/ 1223571 h 2344739"/>
              <a:gd name="connsiteX24" fmla="*/ 11228309 w 12193149"/>
              <a:gd name="connsiteY24" fmla="*/ 1276236 h 2344739"/>
              <a:gd name="connsiteX25" fmla="*/ 11218087 w 12193149"/>
              <a:gd name="connsiteY25" fmla="*/ 1275961 h 2344739"/>
              <a:gd name="connsiteX26" fmla="*/ 11217184 w 12193149"/>
              <a:gd name="connsiteY26" fmla="*/ 1275018 h 2344739"/>
              <a:gd name="connsiteX27" fmla="*/ 11188885 w 12193149"/>
              <a:gd name="connsiteY27" fmla="*/ 1292383 h 2344739"/>
              <a:gd name="connsiteX28" fmla="*/ 11184501 w 12193149"/>
              <a:gd name="connsiteY28" fmla="*/ 1292525 h 2344739"/>
              <a:gd name="connsiteX29" fmla="*/ 11166854 w 12193149"/>
              <a:gd name="connsiteY29" fmla="*/ 1306612 h 2344739"/>
              <a:gd name="connsiteX30" fmla="*/ 11157311 w 12193149"/>
              <a:gd name="connsiteY30" fmla="*/ 1312414 h 2344739"/>
              <a:gd name="connsiteX31" fmla="*/ 11155496 w 12193149"/>
              <a:gd name="connsiteY31" fmla="*/ 1317097 h 2344739"/>
              <a:gd name="connsiteX32" fmla="*/ 11140961 w 12193149"/>
              <a:gd name="connsiteY32" fmla="*/ 1324115 h 2344739"/>
              <a:gd name="connsiteX33" fmla="*/ 11138961 w 12193149"/>
              <a:gd name="connsiteY33" fmla="*/ 1323772 h 2344739"/>
              <a:gd name="connsiteX34" fmla="*/ 11128208 w 12193149"/>
              <a:gd name="connsiteY34" fmla="*/ 1333832 h 2344739"/>
              <a:gd name="connsiteX35" fmla="*/ 11120691 w 12193149"/>
              <a:gd name="connsiteY35" fmla="*/ 1347424 h 2344739"/>
              <a:gd name="connsiteX36" fmla="*/ 10894683 w 12193149"/>
              <a:gd name="connsiteY36" fmla="*/ 1473399 h 2344739"/>
              <a:gd name="connsiteX37" fmla="*/ 10773300 w 12193149"/>
              <a:gd name="connsiteY37" fmla="*/ 1523191 h 2344739"/>
              <a:gd name="connsiteX38" fmla="*/ 10627668 w 12193149"/>
              <a:gd name="connsiteY38" fmla="*/ 1559229 h 2344739"/>
              <a:gd name="connsiteX39" fmla="*/ 10581895 w 12193149"/>
              <a:gd name="connsiteY39" fmla="*/ 1568689 h 2344739"/>
              <a:gd name="connsiteX40" fmla="*/ 10547790 w 12193149"/>
              <a:gd name="connsiteY40" fmla="*/ 1598423 h 2344739"/>
              <a:gd name="connsiteX41" fmla="*/ 10529643 w 12193149"/>
              <a:gd name="connsiteY41" fmla="*/ 1596907 h 2344739"/>
              <a:gd name="connsiteX42" fmla="*/ 10526446 w 12193149"/>
              <a:gd name="connsiteY42" fmla="*/ 1596411 h 2344739"/>
              <a:gd name="connsiteX43" fmla="*/ 10515129 w 12193149"/>
              <a:gd name="connsiteY43" fmla="*/ 1599537 h 2344739"/>
              <a:gd name="connsiteX44" fmla="*/ 10491735 w 12193149"/>
              <a:gd name="connsiteY44" fmla="*/ 1594156 h 2344739"/>
              <a:gd name="connsiteX45" fmla="*/ 10471418 w 12193149"/>
              <a:gd name="connsiteY45" fmla="*/ 1601693 h 2344739"/>
              <a:gd name="connsiteX46" fmla="*/ 10377042 w 12193149"/>
              <a:gd name="connsiteY46" fmla="*/ 1644598 h 2344739"/>
              <a:gd name="connsiteX47" fmla="*/ 10319338 w 12193149"/>
              <a:gd name="connsiteY47" fmla="*/ 1666221 h 2344739"/>
              <a:gd name="connsiteX48" fmla="*/ 10295467 w 12193149"/>
              <a:gd name="connsiteY48" fmla="*/ 1668079 h 2344739"/>
              <a:gd name="connsiteX49" fmla="*/ 10263443 w 12193149"/>
              <a:gd name="connsiteY49" fmla="*/ 1674948 h 2344739"/>
              <a:gd name="connsiteX50" fmla="*/ 10205418 w 12193149"/>
              <a:gd name="connsiteY50" fmla="*/ 1682149 h 2344739"/>
              <a:gd name="connsiteX51" fmla="*/ 10177759 w 12193149"/>
              <a:gd name="connsiteY51" fmla="*/ 1692943 h 2344739"/>
              <a:gd name="connsiteX52" fmla="*/ 10165070 w 12193149"/>
              <a:gd name="connsiteY52" fmla="*/ 1693739 h 2344739"/>
              <a:gd name="connsiteX53" fmla="*/ 10156308 w 12193149"/>
              <a:gd name="connsiteY53" fmla="*/ 1707487 h 2344739"/>
              <a:gd name="connsiteX54" fmla="*/ 10118267 w 12193149"/>
              <a:gd name="connsiteY54" fmla="*/ 1731142 h 2344739"/>
              <a:gd name="connsiteX55" fmla="*/ 10083317 w 12193149"/>
              <a:gd name="connsiteY55" fmla="*/ 1743296 h 2344739"/>
              <a:gd name="connsiteX56" fmla="*/ 10040388 w 12193149"/>
              <a:gd name="connsiteY56" fmla="*/ 1741632 h 2344739"/>
              <a:gd name="connsiteX57" fmla="*/ 9961167 w 12193149"/>
              <a:gd name="connsiteY57" fmla="*/ 1757147 h 2344739"/>
              <a:gd name="connsiteX58" fmla="*/ 9848940 w 12193149"/>
              <a:gd name="connsiteY58" fmla="*/ 1763915 h 2344739"/>
              <a:gd name="connsiteX59" fmla="*/ 9729457 w 12193149"/>
              <a:gd name="connsiteY59" fmla="*/ 1784122 h 2344739"/>
              <a:gd name="connsiteX60" fmla="*/ 9613704 w 12193149"/>
              <a:gd name="connsiteY60" fmla="*/ 1812371 h 2344739"/>
              <a:gd name="connsiteX61" fmla="*/ 9338590 w 12193149"/>
              <a:gd name="connsiteY61" fmla="*/ 1869293 h 2344739"/>
              <a:gd name="connsiteX62" fmla="*/ 9232518 w 12193149"/>
              <a:gd name="connsiteY62" fmla="*/ 1893149 h 2344739"/>
              <a:gd name="connsiteX63" fmla="*/ 9156690 w 12193149"/>
              <a:gd name="connsiteY63" fmla="*/ 1903228 h 2344739"/>
              <a:gd name="connsiteX64" fmla="*/ 9054601 w 12193149"/>
              <a:gd name="connsiteY64" fmla="*/ 1910755 h 2344739"/>
              <a:gd name="connsiteX65" fmla="*/ 9006634 w 12193149"/>
              <a:gd name="connsiteY65" fmla="*/ 1914040 h 2344739"/>
              <a:gd name="connsiteX66" fmla="*/ 9006349 w 12193149"/>
              <a:gd name="connsiteY66" fmla="*/ 1913800 h 2344739"/>
              <a:gd name="connsiteX67" fmla="*/ 8997380 w 12193149"/>
              <a:gd name="connsiteY67" fmla="*/ 1915011 h 2344739"/>
              <a:gd name="connsiteX68" fmla="*/ 8991542 w 12193149"/>
              <a:gd name="connsiteY68" fmla="*/ 1917072 h 2344739"/>
              <a:gd name="connsiteX69" fmla="*/ 8975485 w 12193149"/>
              <a:gd name="connsiteY69" fmla="*/ 1920298 h 2344739"/>
              <a:gd name="connsiteX70" fmla="*/ 8969159 w 12193149"/>
              <a:gd name="connsiteY70" fmla="*/ 1919598 h 2344739"/>
              <a:gd name="connsiteX71" fmla="*/ 8964196 w 12193149"/>
              <a:gd name="connsiteY71" fmla="*/ 1917373 h 2344739"/>
              <a:gd name="connsiteX72" fmla="*/ 8930136 w 12193149"/>
              <a:gd name="connsiteY72" fmla="*/ 1914185 h 2344739"/>
              <a:gd name="connsiteX73" fmla="*/ 8753592 w 12193149"/>
              <a:gd name="connsiteY73" fmla="*/ 1933417 h 2344739"/>
              <a:gd name="connsiteX74" fmla="*/ 8708995 w 12193149"/>
              <a:gd name="connsiteY74" fmla="*/ 1935518 h 2344739"/>
              <a:gd name="connsiteX75" fmla="*/ 8597219 w 12193149"/>
              <a:gd name="connsiteY75" fmla="*/ 1944090 h 2344739"/>
              <a:gd name="connsiteX76" fmla="*/ 8526378 w 12193149"/>
              <a:gd name="connsiteY76" fmla="*/ 1929248 h 2344739"/>
              <a:gd name="connsiteX77" fmla="*/ 8512131 w 12193149"/>
              <a:gd name="connsiteY77" fmla="*/ 1935163 h 2344739"/>
              <a:gd name="connsiteX78" fmla="*/ 8507315 w 12193149"/>
              <a:gd name="connsiteY78" fmla="*/ 1938164 h 2344739"/>
              <a:gd name="connsiteX79" fmla="*/ 8499116 w 12193149"/>
              <a:gd name="connsiteY79" fmla="*/ 1940902 h 2344739"/>
              <a:gd name="connsiteX80" fmla="*/ 8498742 w 12193149"/>
              <a:gd name="connsiteY80" fmla="*/ 1940723 h 2344739"/>
              <a:gd name="connsiteX81" fmla="*/ 8491397 w 12193149"/>
              <a:gd name="connsiteY81" fmla="*/ 1943773 h 2344739"/>
              <a:gd name="connsiteX82" fmla="*/ 8368330 w 12193149"/>
              <a:gd name="connsiteY82" fmla="*/ 1957815 h 2344739"/>
              <a:gd name="connsiteX83" fmla="*/ 8354947 w 12193149"/>
              <a:gd name="connsiteY83" fmla="*/ 1958009 h 2344739"/>
              <a:gd name="connsiteX84" fmla="*/ 8321252 w 12193149"/>
              <a:gd name="connsiteY84" fmla="*/ 1974587 h 2344739"/>
              <a:gd name="connsiteX85" fmla="*/ 8315581 w 12193149"/>
              <a:gd name="connsiteY85" fmla="*/ 1974913 h 2344739"/>
              <a:gd name="connsiteX86" fmla="*/ 8296322 w 12193149"/>
              <a:gd name="connsiteY86" fmla="*/ 1988808 h 2344739"/>
              <a:gd name="connsiteX87" fmla="*/ 8285424 w 12193149"/>
              <a:gd name="connsiteY87" fmla="*/ 1994631 h 2344739"/>
              <a:gd name="connsiteX88" fmla="*/ 8284298 w 12193149"/>
              <a:gd name="connsiteY88" fmla="*/ 1999074 h 2344739"/>
              <a:gd name="connsiteX89" fmla="*/ 8267224 w 12193149"/>
              <a:gd name="connsiteY89" fmla="*/ 2006249 h 2344739"/>
              <a:gd name="connsiteX90" fmla="*/ 8264525 w 12193149"/>
              <a:gd name="connsiteY90" fmla="*/ 2006019 h 2344739"/>
              <a:gd name="connsiteX91" fmla="*/ 8253181 w 12193149"/>
              <a:gd name="connsiteY91" fmla="*/ 2015862 h 2344739"/>
              <a:gd name="connsiteX92" fmla="*/ 8246982 w 12193149"/>
              <a:gd name="connsiteY92" fmla="*/ 2028854 h 2344739"/>
              <a:gd name="connsiteX93" fmla="*/ 8091420 w 12193149"/>
              <a:gd name="connsiteY93" fmla="*/ 2075015 h 2344739"/>
              <a:gd name="connsiteX94" fmla="*/ 7906555 w 12193149"/>
              <a:gd name="connsiteY94" fmla="*/ 2116988 h 2344739"/>
              <a:gd name="connsiteX95" fmla="*/ 7719893 w 12193149"/>
              <a:gd name="connsiteY95" fmla="*/ 2142703 h 2344739"/>
              <a:gd name="connsiteX96" fmla="*/ 7615495 w 12193149"/>
              <a:gd name="connsiteY96" fmla="*/ 2139232 h 2344739"/>
              <a:gd name="connsiteX97" fmla="*/ 7528691 w 12193149"/>
              <a:gd name="connsiteY97" fmla="*/ 2145060 h 2344739"/>
              <a:gd name="connsiteX98" fmla="*/ 7520719 w 12193149"/>
              <a:gd name="connsiteY98" fmla="*/ 2147613 h 2344739"/>
              <a:gd name="connsiteX99" fmla="*/ 7508559 w 12193149"/>
              <a:gd name="connsiteY99" fmla="*/ 2148948 h 2344739"/>
              <a:gd name="connsiteX100" fmla="*/ 7508188 w 12193149"/>
              <a:gd name="connsiteY100" fmla="*/ 2148621 h 2344739"/>
              <a:gd name="connsiteX101" fmla="*/ 7496943 w 12193149"/>
              <a:gd name="connsiteY101" fmla="*/ 2150573 h 2344739"/>
              <a:gd name="connsiteX102" fmla="*/ 7219707 w 12193149"/>
              <a:gd name="connsiteY102" fmla="*/ 2156680 h 2344739"/>
              <a:gd name="connsiteX103" fmla="*/ 7202249 w 12193149"/>
              <a:gd name="connsiteY103" fmla="*/ 2161230 h 2344739"/>
              <a:gd name="connsiteX104" fmla="*/ 7198152 w 12193149"/>
              <a:gd name="connsiteY104" fmla="*/ 2166588 h 2344739"/>
              <a:gd name="connsiteX105" fmla="*/ 7171956 w 12193149"/>
              <a:gd name="connsiteY105" fmla="*/ 2171236 h 2344739"/>
              <a:gd name="connsiteX106" fmla="*/ 7098136 w 12193149"/>
              <a:gd name="connsiteY106" fmla="*/ 2183464 h 2344739"/>
              <a:gd name="connsiteX107" fmla="*/ 7019644 w 12193149"/>
              <a:gd name="connsiteY107" fmla="*/ 2183090 h 2344739"/>
              <a:gd name="connsiteX108" fmla="*/ 6905294 w 12193149"/>
              <a:gd name="connsiteY108" fmla="*/ 2212596 h 2344739"/>
              <a:gd name="connsiteX109" fmla="*/ 6709370 w 12193149"/>
              <a:gd name="connsiteY109" fmla="*/ 2240551 h 2344739"/>
              <a:gd name="connsiteX110" fmla="*/ 6550602 w 12193149"/>
              <a:gd name="connsiteY110" fmla="*/ 2269327 h 2344739"/>
              <a:gd name="connsiteX111" fmla="*/ 6318708 w 12193149"/>
              <a:gd name="connsiteY111" fmla="*/ 2316127 h 2344739"/>
              <a:gd name="connsiteX112" fmla="*/ 6169822 w 12193149"/>
              <a:gd name="connsiteY112" fmla="*/ 2318214 h 2344739"/>
              <a:gd name="connsiteX113" fmla="*/ 6074996 w 12193149"/>
              <a:gd name="connsiteY113" fmla="*/ 2338676 h 2344739"/>
              <a:gd name="connsiteX114" fmla="*/ 6069677 w 12193149"/>
              <a:gd name="connsiteY114" fmla="*/ 2337139 h 2344739"/>
              <a:gd name="connsiteX115" fmla="*/ 6049786 w 12193149"/>
              <a:gd name="connsiteY115" fmla="*/ 2337822 h 2344739"/>
              <a:gd name="connsiteX116" fmla="*/ 6042433 w 12193149"/>
              <a:gd name="connsiteY116" fmla="*/ 2329473 h 2344739"/>
              <a:gd name="connsiteX117" fmla="*/ 6011238 w 12193149"/>
              <a:gd name="connsiteY117" fmla="*/ 2324380 h 2344739"/>
              <a:gd name="connsiteX118" fmla="*/ 5958523 w 12193149"/>
              <a:gd name="connsiteY118" fmla="*/ 2328024 h 2344739"/>
              <a:gd name="connsiteX119" fmla="*/ 5760067 w 12193149"/>
              <a:gd name="connsiteY119" fmla="*/ 2343716 h 2344739"/>
              <a:gd name="connsiteX120" fmla="*/ 5628108 w 12193149"/>
              <a:gd name="connsiteY120" fmla="*/ 2344739 h 2344739"/>
              <a:gd name="connsiteX121" fmla="*/ 5472054 w 12193149"/>
              <a:gd name="connsiteY121" fmla="*/ 2330719 h 2344739"/>
              <a:gd name="connsiteX122" fmla="*/ 5433909 w 12193149"/>
              <a:gd name="connsiteY122" fmla="*/ 2319466 h 2344739"/>
              <a:gd name="connsiteX123" fmla="*/ 5382817 w 12193149"/>
              <a:gd name="connsiteY123" fmla="*/ 2301764 h 2344739"/>
              <a:gd name="connsiteX124" fmla="*/ 5262912 w 12193149"/>
              <a:gd name="connsiteY124" fmla="*/ 2281347 h 2344739"/>
              <a:gd name="connsiteX125" fmla="*/ 5224109 w 12193149"/>
              <a:gd name="connsiteY125" fmla="*/ 2270223 h 2344739"/>
              <a:gd name="connsiteX126" fmla="*/ 5175808 w 12193149"/>
              <a:gd name="connsiteY126" fmla="*/ 2267233 h 2344739"/>
              <a:gd name="connsiteX127" fmla="*/ 5157702 w 12193149"/>
              <a:gd name="connsiteY127" fmla="*/ 2260010 h 2344739"/>
              <a:gd name="connsiteX128" fmla="*/ 5143747 w 12193149"/>
              <a:gd name="connsiteY128" fmla="*/ 2256610 h 2344739"/>
              <a:gd name="connsiteX129" fmla="*/ 5140744 w 12193149"/>
              <a:gd name="connsiteY129" fmla="*/ 2254509 h 2344739"/>
              <a:gd name="connsiteX130" fmla="*/ 5122807 w 12193149"/>
              <a:gd name="connsiteY130" fmla="*/ 2243656 h 2344739"/>
              <a:gd name="connsiteX131" fmla="*/ 5066938 w 12193149"/>
              <a:gd name="connsiteY131" fmla="*/ 2250227 h 2344739"/>
              <a:gd name="connsiteX132" fmla="*/ 5012662 w 12193149"/>
              <a:gd name="connsiteY132" fmla="*/ 2233846 h 2344739"/>
              <a:gd name="connsiteX133" fmla="*/ 4841589 w 12193149"/>
              <a:gd name="connsiteY133" fmla="*/ 2209829 h 2344739"/>
              <a:gd name="connsiteX134" fmla="*/ 4763595 w 12193149"/>
              <a:gd name="connsiteY134" fmla="*/ 2182061 h 2344739"/>
              <a:gd name="connsiteX135" fmla="*/ 4724334 w 12193149"/>
              <a:gd name="connsiteY135" fmla="*/ 2173047 h 2344739"/>
              <a:gd name="connsiteX136" fmla="*/ 4722324 w 12193149"/>
              <a:gd name="connsiteY136" fmla="*/ 2172298 h 2344739"/>
              <a:gd name="connsiteX137" fmla="*/ 4723259 w 12193149"/>
              <a:gd name="connsiteY137" fmla="*/ 2172087 h 2344739"/>
              <a:gd name="connsiteX138" fmla="*/ 4718350 w 12193149"/>
              <a:gd name="connsiteY138" fmla="*/ 2170817 h 2344739"/>
              <a:gd name="connsiteX139" fmla="*/ 4722324 w 12193149"/>
              <a:gd name="connsiteY139" fmla="*/ 2172298 h 2344739"/>
              <a:gd name="connsiteX140" fmla="*/ 4716674 w 12193149"/>
              <a:gd name="connsiteY140" fmla="*/ 2173573 h 2344739"/>
              <a:gd name="connsiteX141" fmla="*/ 4516962 w 12193149"/>
              <a:gd name="connsiteY141" fmla="*/ 2163671 h 2344739"/>
              <a:gd name="connsiteX142" fmla="*/ 4429691 w 12193149"/>
              <a:gd name="connsiteY142" fmla="*/ 2153020 h 2344739"/>
              <a:gd name="connsiteX143" fmla="*/ 4364023 w 12193149"/>
              <a:gd name="connsiteY143" fmla="*/ 2151674 h 2344739"/>
              <a:gd name="connsiteX144" fmla="*/ 4318114 w 12193149"/>
              <a:gd name="connsiteY144" fmla="*/ 2158289 h 2344739"/>
              <a:gd name="connsiteX145" fmla="*/ 4316258 w 12193149"/>
              <a:gd name="connsiteY145" fmla="*/ 2156948 h 2344739"/>
              <a:gd name="connsiteX146" fmla="*/ 4296292 w 12193149"/>
              <a:gd name="connsiteY146" fmla="*/ 2155069 h 2344739"/>
              <a:gd name="connsiteX147" fmla="*/ 4291212 w 12193149"/>
              <a:gd name="connsiteY147" fmla="*/ 2157986 h 2344739"/>
              <a:gd name="connsiteX148" fmla="*/ 4277290 w 12193149"/>
              <a:gd name="connsiteY148" fmla="*/ 2157740 h 2344739"/>
              <a:gd name="connsiteX149" fmla="*/ 4249265 w 12193149"/>
              <a:gd name="connsiteY149" fmla="*/ 2160064 h 2344739"/>
              <a:gd name="connsiteX150" fmla="*/ 4203199 w 12193149"/>
              <a:gd name="connsiteY150" fmla="*/ 2157269 h 2344739"/>
              <a:gd name="connsiteX151" fmla="*/ 4202893 w 12193149"/>
              <a:gd name="connsiteY151" fmla="*/ 2156010 h 2344739"/>
              <a:gd name="connsiteX152" fmla="*/ 4192396 w 12193149"/>
              <a:gd name="connsiteY152" fmla="*/ 2150376 h 2344739"/>
              <a:gd name="connsiteX153" fmla="*/ 4143893 w 12193149"/>
              <a:gd name="connsiteY153" fmla="*/ 2134511 h 2344739"/>
              <a:gd name="connsiteX154" fmla="*/ 4084245 w 12193149"/>
              <a:gd name="connsiteY154" fmla="*/ 2107978 h 2344739"/>
              <a:gd name="connsiteX155" fmla="*/ 4075694 w 12193149"/>
              <a:gd name="connsiteY155" fmla="*/ 2107143 h 2344739"/>
              <a:gd name="connsiteX156" fmla="*/ 4075575 w 12193149"/>
              <a:gd name="connsiteY156" fmla="*/ 2106844 h 2344739"/>
              <a:gd name="connsiteX157" fmla="*/ 4066658 w 12193149"/>
              <a:gd name="connsiteY157" fmla="*/ 2105400 h 2344739"/>
              <a:gd name="connsiteX158" fmla="*/ 4060102 w 12193149"/>
              <a:gd name="connsiteY158" fmla="*/ 2105618 h 2344739"/>
              <a:gd name="connsiteX159" fmla="*/ 4043512 w 12193149"/>
              <a:gd name="connsiteY159" fmla="*/ 2103997 h 2344739"/>
              <a:gd name="connsiteX160" fmla="*/ 4038145 w 12193149"/>
              <a:gd name="connsiteY160" fmla="*/ 2101563 h 2344739"/>
              <a:gd name="connsiteX161" fmla="*/ 4036511 w 12193149"/>
              <a:gd name="connsiteY161" fmla="*/ 2097896 h 2344739"/>
              <a:gd name="connsiteX162" fmla="*/ 4034926 w 12193149"/>
              <a:gd name="connsiteY162" fmla="*/ 2098131 h 2344739"/>
              <a:gd name="connsiteX163" fmla="*/ 4005686 w 12193149"/>
              <a:gd name="connsiteY163" fmla="*/ 2085563 h 2344739"/>
              <a:gd name="connsiteX164" fmla="*/ 3937994 w 12193149"/>
              <a:gd name="connsiteY164" fmla="*/ 2068106 h 2344739"/>
              <a:gd name="connsiteX165" fmla="*/ 3898423 w 12193149"/>
              <a:gd name="connsiteY165" fmla="*/ 2062451 h 2344739"/>
              <a:gd name="connsiteX166" fmla="*/ 3790908 w 12193149"/>
              <a:gd name="connsiteY166" fmla="*/ 2042213 h 2344739"/>
              <a:gd name="connsiteX167" fmla="*/ 3683661 w 12193149"/>
              <a:gd name="connsiteY167" fmla="*/ 2018290 h 2344739"/>
              <a:gd name="connsiteX168" fmla="*/ 3611183 w 12193149"/>
              <a:gd name="connsiteY168" fmla="*/ 1986019 h 2344739"/>
              <a:gd name="connsiteX169" fmla="*/ 3605003 w 12193149"/>
              <a:gd name="connsiteY169" fmla="*/ 1987381 h 2344739"/>
              <a:gd name="connsiteX170" fmla="*/ 3595884 w 12193149"/>
              <a:gd name="connsiteY170" fmla="*/ 1987545 h 2344739"/>
              <a:gd name="connsiteX171" fmla="*/ 3595649 w 12193149"/>
              <a:gd name="connsiteY171" fmla="*/ 1987276 h 2344739"/>
              <a:gd name="connsiteX172" fmla="*/ 3587126 w 12193149"/>
              <a:gd name="connsiteY172" fmla="*/ 1987966 h 2344739"/>
              <a:gd name="connsiteX173" fmla="*/ 3537283 w 12193149"/>
              <a:gd name="connsiteY173" fmla="*/ 1978267 h 2344739"/>
              <a:gd name="connsiteX174" fmla="*/ 3474371 w 12193149"/>
              <a:gd name="connsiteY174" fmla="*/ 1974606 h 2344739"/>
              <a:gd name="connsiteX175" fmla="*/ 3401876 w 12193149"/>
              <a:gd name="connsiteY175" fmla="*/ 1962558 h 2344739"/>
              <a:gd name="connsiteX176" fmla="*/ 3365036 w 12193149"/>
              <a:gd name="connsiteY176" fmla="*/ 1979510 h 2344739"/>
              <a:gd name="connsiteX177" fmla="*/ 3345174 w 12193149"/>
              <a:gd name="connsiteY177" fmla="*/ 1981192 h 2344739"/>
              <a:gd name="connsiteX178" fmla="*/ 3342846 w 12193149"/>
              <a:gd name="connsiteY178" fmla="*/ 1980217 h 2344739"/>
              <a:gd name="connsiteX179" fmla="*/ 3263504 w 12193149"/>
              <a:gd name="connsiteY179" fmla="*/ 1986094 h 2344739"/>
              <a:gd name="connsiteX180" fmla="*/ 3143704 w 12193149"/>
              <a:gd name="connsiteY180" fmla="*/ 1993869 h 2344739"/>
              <a:gd name="connsiteX181" fmla="*/ 3031439 w 12193149"/>
              <a:gd name="connsiteY181" fmla="*/ 1996512 h 2344739"/>
              <a:gd name="connsiteX182" fmla="*/ 2782717 w 12193149"/>
              <a:gd name="connsiteY182" fmla="*/ 2018333 h 2344739"/>
              <a:gd name="connsiteX183" fmla="*/ 2647675 w 12193149"/>
              <a:gd name="connsiteY183" fmla="*/ 2028869 h 2344739"/>
              <a:gd name="connsiteX184" fmla="*/ 2569176 w 12193149"/>
              <a:gd name="connsiteY184" fmla="*/ 2002628 h 2344739"/>
              <a:gd name="connsiteX185" fmla="*/ 2444403 w 12193149"/>
              <a:gd name="connsiteY185" fmla="*/ 2016529 h 2344739"/>
              <a:gd name="connsiteX186" fmla="*/ 2316260 w 12193149"/>
              <a:gd name="connsiteY186" fmla="*/ 2024996 h 2344739"/>
              <a:gd name="connsiteX187" fmla="*/ 2209726 w 12193149"/>
              <a:gd name="connsiteY187" fmla="*/ 2019763 h 2344739"/>
              <a:gd name="connsiteX188" fmla="*/ 2095813 w 12193149"/>
              <a:gd name="connsiteY188" fmla="*/ 2003052 h 2344739"/>
              <a:gd name="connsiteX189" fmla="*/ 1998504 w 12193149"/>
              <a:gd name="connsiteY189" fmla="*/ 1995032 h 2344739"/>
              <a:gd name="connsiteX190" fmla="*/ 1929320 w 12193149"/>
              <a:gd name="connsiteY190" fmla="*/ 2016977 h 2344739"/>
              <a:gd name="connsiteX191" fmla="*/ 1922798 w 12193149"/>
              <a:gd name="connsiteY191" fmla="*/ 2012146 h 2344739"/>
              <a:gd name="connsiteX192" fmla="*/ 1874228 w 12193149"/>
              <a:gd name="connsiteY192" fmla="*/ 2013741 h 2344739"/>
              <a:gd name="connsiteX193" fmla="*/ 1787803 w 12193149"/>
              <a:gd name="connsiteY193" fmla="*/ 2041363 h 2344739"/>
              <a:gd name="connsiteX194" fmla="*/ 1739352 w 12193149"/>
              <a:gd name="connsiteY194" fmla="*/ 2036312 h 2344739"/>
              <a:gd name="connsiteX195" fmla="*/ 1676219 w 12193149"/>
              <a:gd name="connsiteY195" fmla="*/ 2019963 h 2344739"/>
              <a:gd name="connsiteX196" fmla="*/ 1609817 w 12193149"/>
              <a:gd name="connsiteY196" fmla="*/ 2013066 h 2344739"/>
              <a:gd name="connsiteX197" fmla="*/ 1497258 w 12193149"/>
              <a:gd name="connsiteY197" fmla="*/ 1987476 h 2344739"/>
              <a:gd name="connsiteX198" fmla="*/ 1151127 w 12193149"/>
              <a:gd name="connsiteY198" fmla="*/ 1938041 h 2344739"/>
              <a:gd name="connsiteX199" fmla="*/ 859417 w 12193149"/>
              <a:gd name="connsiteY199" fmla="*/ 1928608 h 2344739"/>
              <a:gd name="connsiteX200" fmla="*/ 838688 w 12193149"/>
              <a:gd name="connsiteY200" fmla="*/ 1929821 h 2344739"/>
              <a:gd name="connsiteX201" fmla="*/ 817957 w 12193149"/>
              <a:gd name="connsiteY201" fmla="*/ 1927857 h 2344739"/>
              <a:gd name="connsiteX202" fmla="*/ 812654 w 12193149"/>
              <a:gd name="connsiteY202" fmla="*/ 1930751 h 2344739"/>
              <a:gd name="connsiteX203" fmla="*/ 721195 w 12193149"/>
              <a:gd name="connsiteY203" fmla="*/ 1929661 h 2344739"/>
              <a:gd name="connsiteX204" fmla="*/ 720890 w 12193149"/>
              <a:gd name="connsiteY204" fmla="*/ 1928399 h 2344739"/>
              <a:gd name="connsiteX205" fmla="*/ 710023 w 12193149"/>
              <a:gd name="connsiteY205" fmla="*/ 1922722 h 2344739"/>
              <a:gd name="connsiteX206" fmla="*/ 597940 w 12193149"/>
              <a:gd name="connsiteY206" fmla="*/ 1879864 h 2344739"/>
              <a:gd name="connsiteX207" fmla="*/ 579683 w 12193149"/>
              <a:gd name="connsiteY207" fmla="*/ 1877212 h 2344739"/>
              <a:gd name="connsiteX208" fmla="*/ 572865 w 12193149"/>
              <a:gd name="connsiteY208" fmla="*/ 1877401 h 2344739"/>
              <a:gd name="connsiteX209" fmla="*/ 446247 w 12193149"/>
              <a:gd name="connsiteY209" fmla="*/ 1839371 h 2344739"/>
              <a:gd name="connsiteX210" fmla="*/ 405163 w 12193149"/>
              <a:gd name="connsiteY210" fmla="*/ 1833548 h 2344739"/>
              <a:gd name="connsiteX211" fmla="*/ 293583 w 12193149"/>
              <a:gd name="connsiteY211" fmla="*/ 1812852 h 2344739"/>
              <a:gd name="connsiteX212" fmla="*/ 119529 w 12193149"/>
              <a:gd name="connsiteY212" fmla="*/ 1761047 h 2344739"/>
              <a:gd name="connsiteX213" fmla="*/ 16674 w 12193149"/>
              <a:gd name="connsiteY213" fmla="*/ 1758191 h 2344739"/>
              <a:gd name="connsiteX214" fmla="*/ 1150 w 12193149"/>
              <a:gd name="connsiteY214" fmla="*/ 1752722 h 2344739"/>
              <a:gd name="connsiteX215" fmla="*/ 1148 w 12193149"/>
              <a:gd name="connsiteY215" fmla="*/ 222213 h 2344739"/>
              <a:gd name="connsiteX216" fmla="*/ 1148 w 12193149"/>
              <a:gd name="connsiteY216" fmla="*/ 0 h 2344739"/>
              <a:gd name="connsiteX0" fmla="*/ 1148 w 12193149"/>
              <a:gd name="connsiteY0" fmla="*/ 818782 h 3163521"/>
              <a:gd name="connsiteX1" fmla="*/ 12181789 w 12193149"/>
              <a:gd name="connsiteY1" fmla="*/ 0 h 3163521"/>
              <a:gd name="connsiteX2" fmla="*/ 12193149 w 12193149"/>
              <a:gd name="connsiteY2" fmla="*/ 1398521 h 3163521"/>
              <a:gd name="connsiteX3" fmla="*/ 12185986 w 12193149"/>
              <a:gd name="connsiteY3" fmla="*/ 1402971 h 3163521"/>
              <a:gd name="connsiteX4" fmla="*/ 12156363 w 12193149"/>
              <a:gd name="connsiteY4" fmla="*/ 1416148 h 3163521"/>
              <a:gd name="connsiteX5" fmla="*/ 12139215 w 12193149"/>
              <a:gd name="connsiteY5" fmla="*/ 1441961 h 3163521"/>
              <a:gd name="connsiteX6" fmla="*/ 12126327 w 12193149"/>
              <a:gd name="connsiteY6" fmla="*/ 1443472 h 3163521"/>
              <a:gd name="connsiteX7" fmla="*/ 12124007 w 12193149"/>
              <a:gd name="connsiteY7" fmla="*/ 1443576 h 3163521"/>
              <a:gd name="connsiteX8" fmla="*/ 12116854 w 12193149"/>
              <a:gd name="connsiteY8" fmla="*/ 1447390 h 3163521"/>
              <a:gd name="connsiteX9" fmla="*/ 12099497 w 12193149"/>
              <a:gd name="connsiteY9" fmla="*/ 1446921 h 3163521"/>
              <a:gd name="connsiteX10" fmla="*/ 12087073 w 12193149"/>
              <a:gd name="connsiteY10" fmla="*/ 1455123 h 3163521"/>
              <a:gd name="connsiteX11" fmla="*/ 12031073 w 12193149"/>
              <a:gd name="connsiteY11" fmla="*/ 1498791 h 3163521"/>
              <a:gd name="connsiteX12" fmla="*/ 11995833 w 12193149"/>
              <a:gd name="connsiteY12" fmla="*/ 1522240 h 3163521"/>
              <a:gd name="connsiteX13" fmla="*/ 11979717 w 12193149"/>
              <a:gd name="connsiteY13" fmla="*/ 1526943 h 3163521"/>
              <a:gd name="connsiteX14" fmla="*/ 11959046 w 12193149"/>
              <a:gd name="connsiteY14" fmla="*/ 1536340 h 3163521"/>
              <a:gd name="connsiteX15" fmla="*/ 11920454 w 12193149"/>
              <a:gd name="connsiteY15" fmla="*/ 1549665 h 3163521"/>
              <a:gd name="connsiteX16" fmla="*/ 11903656 w 12193149"/>
              <a:gd name="connsiteY16" fmla="*/ 1561208 h 3163521"/>
              <a:gd name="connsiteX17" fmla="*/ 11895048 w 12193149"/>
              <a:gd name="connsiteY17" fmla="*/ 1563573 h 3163521"/>
              <a:gd name="connsiteX18" fmla="*/ 11891968 w 12193149"/>
              <a:gd name="connsiteY18" fmla="*/ 1574511 h 3163521"/>
              <a:gd name="connsiteX19" fmla="*/ 11870776 w 12193149"/>
              <a:gd name="connsiteY19" fmla="*/ 1596598 h 3163521"/>
              <a:gd name="connsiteX20" fmla="*/ 11813376 w 12193149"/>
              <a:gd name="connsiteY20" fmla="*/ 1616441 h 3163521"/>
              <a:gd name="connsiteX21" fmla="*/ 11590693 w 12193149"/>
              <a:gd name="connsiteY21" fmla="*/ 1782559 h 3163521"/>
              <a:gd name="connsiteX22" fmla="*/ 11506817 w 12193149"/>
              <a:gd name="connsiteY22" fmla="*/ 1852405 h 3163521"/>
              <a:gd name="connsiteX23" fmla="*/ 11280332 w 12193149"/>
              <a:gd name="connsiteY23" fmla="*/ 2042353 h 3163521"/>
              <a:gd name="connsiteX24" fmla="*/ 11228309 w 12193149"/>
              <a:gd name="connsiteY24" fmla="*/ 2095018 h 3163521"/>
              <a:gd name="connsiteX25" fmla="*/ 11218087 w 12193149"/>
              <a:gd name="connsiteY25" fmla="*/ 2094743 h 3163521"/>
              <a:gd name="connsiteX26" fmla="*/ 11217184 w 12193149"/>
              <a:gd name="connsiteY26" fmla="*/ 2093800 h 3163521"/>
              <a:gd name="connsiteX27" fmla="*/ 11188885 w 12193149"/>
              <a:gd name="connsiteY27" fmla="*/ 2111165 h 3163521"/>
              <a:gd name="connsiteX28" fmla="*/ 11184501 w 12193149"/>
              <a:gd name="connsiteY28" fmla="*/ 2111307 h 3163521"/>
              <a:gd name="connsiteX29" fmla="*/ 11166854 w 12193149"/>
              <a:gd name="connsiteY29" fmla="*/ 2125394 h 3163521"/>
              <a:gd name="connsiteX30" fmla="*/ 11157311 w 12193149"/>
              <a:gd name="connsiteY30" fmla="*/ 2131196 h 3163521"/>
              <a:gd name="connsiteX31" fmla="*/ 11155496 w 12193149"/>
              <a:gd name="connsiteY31" fmla="*/ 2135879 h 3163521"/>
              <a:gd name="connsiteX32" fmla="*/ 11140961 w 12193149"/>
              <a:gd name="connsiteY32" fmla="*/ 2142897 h 3163521"/>
              <a:gd name="connsiteX33" fmla="*/ 11138961 w 12193149"/>
              <a:gd name="connsiteY33" fmla="*/ 2142554 h 3163521"/>
              <a:gd name="connsiteX34" fmla="*/ 11128208 w 12193149"/>
              <a:gd name="connsiteY34" fmla="*/ 2152614 h 3163521"/>
              <a:gd name="connsiteX35" fmla="*/ 11120691 w 12193149"/>
              <a:gd name="connsiteY35" fmla="*/ 2166206 h 3163521"/>
              <a:gd name="connsiteX36" fmla="*/ 10894683 w 12193149"/>
              <a:gd name="connsiteY36" fmla="*/ 2292181 h 3163521"/>
              <a:gd name="connsiteX37" fmla="*/ 10773300 w 12193149"/>
              <a:gd name="connsiteY37" fmla="*/ 2341973 h 3163521"/>
              <a:gd name="connsiteX38" fmla="*/ 10627668 w 12193149"/>
              <a:gd name="connsiteY38" fmla="*/ 2378011 h 3163521"/>
              <a:gd name="connsiteX39" fmla="*/ 10581895 w 12193149"/>
              <a:gd name="connsiteY39" fmla="*/ 2387471 h 3163521"/>
              <a:gd name="connsiteX40" fmla="*/ 10547790 w 12193149"/>
              <a:gd name="connsiteY40" fmla="*/ 2417205 h 3163521"/>
              <a:gd name="connsiteX41" fmla="*/ 10529643 w 12193149"/>
              <a:gd name="connsiteY41" fmla="*/ 2415689 h 3163521"/>
              <a:gd name="connsiteX42" fmla="*/ 10526446 w 12193149"/>
              <a:gd name="connsiteY42" fmla="*/ 2415193 h 3163521"/>
              <a:gd name="connsiteX43" fmla="*/ 10515129 w 12193149"/>
              <a:gd name="connsiteY43" fmla="*/ 2418319 h 3163521"/>
              <a:gd name="connsiteX44" fmla="*/ 10491735 w 12193149"/>
              <a:gd name="connsiteY44" fmla="*/ 2412938 h 3163521"/>
              <a:gd name="connsiteX45" fmla="*/ 10471418 w 12193149"/>
              <a:gd name="connsiteY45" fmla="*/ 2420475 h 3163521"/>
              <a:gd name="connsiteX46" fmla="*/ 10377042 w 12193149"/>
              <a:gd name="connsiteY46" fmla="*/ 2463380 h 3163521"/>
              <a:gd name="connsiteX47" fmla="*/ 10319338 w 12193149"/>
              <a:gd name="connsiteY47" fmla="*/ 2485003 h 3163521"/>
              <a:gd name="connsiteX48" fmla="*/ 10295467 w 12193149"/>
              <a:gd name="connsiteY48" fmla="*/ 2486861 h 3163521"/>
              <a:gd name="connsiteX49" fmla="*/ 10263443 w 12193149"/>
              <a:gd name="connsiteY49" fmla="*/ 2493730 h 3163521"/>
              <a:gd name="connsiteX50" fmla="*/ 10205418 w 12193149"/>
              <a:gd name="connsiteY50" fmla="*/ 2500931 h 3163521"/>
              <a:gd name="connsiteX51" fmla="*/ 10177759 w 12193149"/>
              <a:gd name="connsiteY51" fmla="*/ 2511725 h 3163521"/>
              <a:gd name="connsiteX52" fmla="*/ 10165070 w 12193149"/>
              <a:gd name="connsiteY52" fmla="*/ 2512521 h 3163521"/>
              <a:gd name="connsiteX53" fmla="*/ 10156308 w 12193149"/>
              <a:gd name="connsiteY53" fmla="*/ 2526269 h 3163521"/>
              <a:gd name="connsiteX54" fmla="*/ 10118267 w 12193149"/>
              <a:gd name="connsiteY54" fmla="*/ 2549924 h 3163521"/>
              <a:gd name="connsiteX55" fmla="*/ 10083317 w 12193149"/>
              <a:gd name="connsiteY55" fmla="*/ 2562078 h 3163521"/>
              <a:gd name="connsiteX56" fmla="*/ 10040388 w 12193149"/>
              <a:gd name="connsiteY56" fmla="*/ 2560414 h 3163521"/>
              <a:gd name="connsiteX57" fmla="*/ 9961167 w 12193149"/>
              <a:gd name="connsiteY57" fmla="*/ 2575929 h 3163521"/>
              <a:gd name="connsiteX58" fmla="*/ 9848940 w 12193149"/>
              <a:gd name="connsiteY58" fmla="*/ 2582697 h 3163521"/>
              <a:gd name="connsiteX59" fmla="*/ 9729457 w 12193149"/>
              <a:gd name="connsiteY59" fmla="*/ 2602904 h 3163521"/>
              <a:gd name="connsiteX60" fmla="*/ 9613704 w 12193149"/>
              <a:gd name="connsiteY60" fmla="*/ 2631153 h 3163521"/>
              <a:gd name="connsiteX61" fmla="*/ 9338590 w 12193149"/>
              <a:gd name="connsiteY61" fmla="*/ 2688075 h 3163521"/>
              <a:gd name="connsiteX62" fmla="*/ 9232518 w 12193149"/>
              <a:gd name="connsiteY62" fmla="*/ 2711931 h 3163521"/>
              <a:gd name="connsiteX63" fmla="*/ 9156690 w 12193149"/>
              <a:gd name="connsiteY63" fmla="*/ 2722010 h 3163521"/>
              <a:gd name="connsiteX64" fmla="*/ 9054601 w 12193149"/>
              <a:gd name="connsiteY64" fmla="*/ 2729537 h 3163521"/>
              <a:gd name="connsiteX65" fmla="*/ 9006634 w 12193149"/>
              <a:gd name="connsiteY65" fmla="*/ 2732822 h 3163521"/>
              <a:gd name="connsiteX66" fmla="*/ 9006349 w 12193149"/>
              <a:gd name="connsiteY66" fmla="*/ 2732582 h 3163521"/>
              <a:gd name="connsiteX67" fmla="*/ 8997380 w 12193149"/>
              <a:gd name="connsiteY67" fmla="*/ 2733793 h 3163521"/>
              <a:gd name="connsiteX68" fmla="*/ 8991542 w 12193149"/>
              <a:gd name="connsiteY68" fmla="*/ 2735854 h 3163521"/>
              <a:gd name="connsiteX69" fmla="*/ 8975485 w 12193149"/>
              <a:gd name="connsiteY69" fmla="*/ 2739080 h 3163521"/>
              <a:gd name="connsiteX70" fmla="*/ 8969159 w 12193149"/>
              <a:gd name="connsiteY70" fmla="*/ 2738380 h 3163521"/>
              <a:gd name="connsiteX71" fmla="*/ 8964196 w 12193149"/>
              <a:gd name="connsiteY71" fmla="*/ 2736155 h 3163521"/>
              <a:gd name="connsiteX72" fmla="*/ 8930136 w 12193149"/>
              <a:gd name="connsiteY72" fmla="*/ 2732967 h 3163521"/>
              <a:gd name="connsiteX73" fmla="*/ 8753592 w 12193149"/>
              <a:gd name="connsiteY73" fmla="*/ 2752199 h 3163521"/>
              <a:gd name="connsiteX74" fmla="*/ 8708995 w 12193149"/>
              <a:gd name="connsiteY74" fmla="*/ 2754300 h 3163521"/>
              <a:gd name="connsiteX75" fmla="*/ 8597219 w 12193149"/>
              <a:gd name="connsiteY75" fmla="*/ 2762872 h 3163521"/>
              <a:gd name="connsiteX76" fmla="*/ 8526378 w 12193149"/>
              <a:gd name="connsiteY76" fmla="*/ 2748030 h 3163521"/>
              <a:gd name="connsiteX77" fmla="*/ 8512131 w 12193149"/>
              <a:gd name="connsiteY77" fmla="*/ 2753945 h 3163521"/>
              <a:gd name="connsiteX78" fmla="*/ 8507315 w 12193149"/>
              <a:gd name="connsiteY78" fmla="*/ 2756946 h 3163521"/>
              <a:gd name="connsiteX79" fmla="*/ 8499116 w 12193149"/>
              <a:gd name="connsiteY79" fmla="*/ 2759684 h 3163521"/>
              <a:gd name="connsiteX80" fmla="*/ 8498742 w 12193149"/>
              <a:gd name="connsiteY80" fmla="*/ 2759505 h 3163521"/>
              <a:gd name="connsiteX81" fmla="*/ 8491397 w 12193149"/>
              <a:gd name="connsiteY81" fmla="*/ 2762555 h 3163521"/>
              <a:gd name="connsiteX82" fmla="*/ 8368330 w 12193149"/>
              <a:gd name="connsiteY82" fmla="*/ 2776597 h 3163521"/>
              <a:gd name="connsiteX83" fmla="*/ 8354947 w 12193149"/>
              <a:gd name="connsiteY83" fmla="*/ 2776791 h 3163521"/>
              <a:gd name="connsiteX84" fmla="*/ 8321252 w 12193149"/>
              <a:gd name="connsiteY84" fmla="*/ 2793369 h 3163521"/>
              <a:gd name="connsiteX85" fmla="*/ 8315581 w 12193149"/>
              <a:gd name="connsiteY85" fmla="*/ 2793695 h 3163521"/>
              <a:gd name="connsiteX86" fmla="*/ 8296322 w 12193149"/>
              <a:gd name="connsiteY86" fmla="*/ 2807590 h 3163521"/>
              <a:gd name="connsiteX87" fmla="*/ 8285424 w 12193149"/>
              <a:gd name="connsiteY87" fmla="*/ 2813413 h 3163521"/>
              <a:gd name="connsiteX88" fmla="*/ 8284298 w 12193149"/>
              <a:gd name="connsiteY88" fmla="*/ 2817856 h 3163521"/>
              <a:gd name="connsiteX89" fmla="*/ 8267224 w 12193149"/>
              <a:gd name="connsiteY89" fmla="*/ 2825031 h 3163521"/>
              <a:gd name="connsiteX90" fmla="*/ 8264525 w 12193149"/>
              <a:gd name="connsiteY90" fmla="*/ 2824801 h 3163521"/>
              <a:gd name="connsiteX91" fmla="*/ 8253181 w 12193149"/>
              <a:gd name="connsiteY91" fmla="*/ 2834644 h 3163521"/>
              <a:gd name="connsiteX92" fmla="*/ 8246982 w 12193149"/>
              <a:gd name="connsiteY92" fmla="*/ 2847636 h 3163521"/>
              <a:gd name="connsiteX93" fmla="*/ 8091420 w 12193149"/>
              <a:gd name="connsiteY93" fmla="*/ 2893797 h 3163521"/>
              <a:gd name="connsiteX94" fmla="*/ 7906555 w 12193149"/>
              <a:gd name="connsiteY94" fmla="*/ 2935770 h 3163521"/>
              <a:gd name="connsiteX95" fmla="*/ 7719893 w 12193149"/>
              <a:gd name="connsiteY95" fmla="*/ 2961485 h 3163521"/>
              <a:gd name="connsiteX96" fmla="*/ 7615495 w 12193149"/>
              <a:gd name="connsiteY96" fmla="*/ 2958014 h 3163521"/>
              <a:gd name="connsiteX97" fmla="*/ 7528691 w 12193149"/>
              <a:gd name="connsiteY97" fmla="*/ 2963842 h 3163521"/>
              <a:gd name="connsiteX98" fmla="*/ 7520719 w 12193149"/>
              <a:gd name="connsiteY98" fmla="*/ 2966395 h 3163521"/>
              <a:gd name="connsiteX99" fmla="*/ 7508559 w 12193149"/>
              <a:gd name="connsiteY99" fmla="*/ 2967730 h 3163521"/>
              <a:gd name="connsiteX100" fmla="*/ 7508188 w 12193149"/>
              <a:gd name="connsiteY100" fmla="*/ 2967403 h 3163521"/>
              <a:gd name="connsiteX101" fmla="*/ 7496943 w 12193149"/>
              <a:gd name="connsiteY101" fmla="*/ 2969355 h 3163521"/>
              <a:gd name="connsiteX102" fmla="*/ 7219707 w 12193149"/>
              <a:gd name="connsiteY102" fmla="*/ 2975462 h 3163521"/>
              <a:gd name="connsiteX103" fmla="*/ 7202249 w 12193149"/>
              <a:gd name="connsiteY103" fmla="*/ 2980012 h 3163521"/>
              <a:gd name="connsiteX104" fmla="*/ 7198152 w 12193149"/>
              <a:gd name="connsiteY104" fmla="*/ 2985370 h 3163521"/>
              <a:gd name="connsiteX105" fmla="*/ 7171956 w 12193149"/>
              <a:gd name="connsiteY105" fmla="*/ 2990018 h 3163521"/>
              <a:gd name="connsiteX106" fmla="*/ 7098136 w 12193149"/>
              <a:gd name="connsiteY106" fmla="*/ 3002246 h 3163521"/>
              <a:gd name="connsiteX107" fmla="*/ 7019644 w 12193149"/>
              <a:gd name="connsiteY107" fmla="*/ 3001872 h 3163521"/>
              <a:gd name="connsiteX108" fmla="*/ 6905294 w 12193149"/>
              <a:gd name="connsiteY108" fmla="*/ 3031378 h 3163521"/>
              <a:gd name="connsiteX109" fmla="*/ 6709370 w 12193149"/>
              <a:gd name="connsiteY109" fmla="*/ 3059333 h 3163521"/>
              <a:gd name="connsiteX110" fmla="*/ 6550602 w 12193149"/>
              <a:gd name="connsiteY110" fmla="*/ 3088109 h 3163521"/>
              <a:gd name="connsiteX111" fmla="*/ 6318708 w 12193149"/>
              <a:gd name="connsiteY111" fmla="*/ 3134909 h 3163521"/>
              <a:gd name="connsiteX112" fmla="*/ 6169822 w 12193149"/>
              <a:gd name="connsiteY112" fmla="*/ 3136996 h 3163521"/>
              <a:gd name="connsiteX113" fmla="*/ 6074996 w 12193149"/>
              <a:gd name="connsiteY113" fmla="*/ 3157458 h 3163521"/>
              <a:gd name="connsiteX114" fmla="*/ 6069677 w 12193149"/>
              <a:gd name="connsiteY114" fmla="*/ 3155921 h 3163521"/>
              <a:gd name="connsiteX115" fmla="*/ 6049786 w 12193149"/>
              <a:gd name="connsiteY115" fmla="*/ 3156604 h 3163521"/>
              <a:gd name="connsiteX116" fmla="*/ 6042433 w 12193149"/>
              <a:gd name="connsiteY116" fmla="*/ 3148255 h 3163521"/>
              <a:gd name="connsiteX117" fmla="*/ 6011238 w 12193149"/>
              <a:gd name="connsiteY117" fmla="*/ 3143162 h 3163521"/>
              <a:gd name="connsiteX118" fmla="*/ 5958523 w 12193149"/>
              <a:gd name="connsiteY118" fmla="*/ 3146806 h 3163521"/>
              <a:gd name="connsiteX119" fmla="*/ 5760067 w 12193149"/>
              <a:gd name="connsiteY119" fmla="*/ 3162498 h 3163521"/>
              <a:gd name="connsiteX120" fmla="*/ 5628108 w 12193149"/>
              <a:gd name="connsiteY120" fmla="*/ 3163521 h 3163521"/>
              <a:gd name="connsiteX121" fmla="*/ 5472054 w 12193149"/>
              <a:gd name="connsiteY121" fmla="*/ 3149501 h 3163521"/>
              <a:gd name="connsiteX122" fmla="*/ 5433909 w 12193149"/>
              <a:gd name="connsiteY122" fmla="*/ 3138248 h 3163521"/>
              <a:gd name="connsiteX123" fmla="*/ 5382817 w 12193149"/>
              <a:gd name="connsiteY123" fmla="*/ 3120546 h 3163521"/>
              <a:gd name="connsiteX124" fmla="*/ 5262912 w 12193149"/>
              <a:gd name="connsiteY124" fmla="*/ 3100129 h 3163521"/>
              <a:gd name="connsiteX125" fmla="*/ 5224109 w 12193149"/>
              <a:gd name="connsiteY125" fmla="*/ 3089005 h 3163521"/>
              <a:gd name="connsiteX126" fmla="*/ 5175808 w 12193149"/>
              <a:gd name="connsiteY126" fmla="*/ 3086015 h 3163521"/>
              <a:gd name="connsiteX127" fmla="*/ 5157702 w 12193149"/>
              <a:gd name="connsiteY127" fmla="*/ 3078792 h 3163521"/>
              <a:gd name="connsiteX128" fmla="*/ 5143747 w 12193149"/>
              <a:gd name="connsiteY128" fmla="*/ 3075392 h 3163521"/>
              <a:gd name="connsiteX129" fmla="*/ 5140744 w 12193149"/>
              <a:gd name="connsiteY129" fmla="*/ 3073291 h 3163521"/>
              <a:gd name="connsiteX130" fmla="*/ 5122807 w 12193149"/>
              <a:gd name="connsiteY130" fmla="*/ 3062438 h 3163521"/>
              <a:gd name="connsiteX131" fmla="*/ 5066938 w 12193149"/>
              <a:gd name="connsiteY131" fmla="*/ 3069009 h 3163521"/>
              <a:gd name="connsiteX132" fmla="*/ 5012662 w 12193149"/>
              <a:gd name="connsiteY132" fmla="*/ 3052628 h 3163521"/>
              <a:gd name="connsiteX133" fmla="*/ 4841589 w 12193149"/>
              <a:gd name="connsiteY133" fmla="*/ 3028611 h 3163521"/>
              <a:gd name="connsiteX134" fmla="*/ 4763595 w 12193149"/>
              <a:gd name="connsiteY134" fmla="*/ 3000843 h 3163521"/>
              <a:gd name="connsiteX135" fmla="*/ 4724334 w 12193149"/>
              <a:gd name="connsiteY135" fmla="*/ 2991829 h 3163521"/>
              <a:gd name="connsiteX136" fmla="*/ 4722324 w 12193149"/>
              <a:gd name="connsiteY136" fmla="*/ 2991080 h 3163521"/>
              <a:gd name="connsiteX137" fmla="*/ 4723259 w 12193149"/>
              <a:gd name="connsiteY137" fmla="*/ 2990869 h 3163521"/>
              <a:gd name="connsiteX138" fmla="*/ 4718350 w 12193149"/>
              <a:gd name="connsiteY138" fmla="*/ 2989599 h 3163521"/>
              <a:gd name="connsiteX139" fmla="*/ 4722324 w 12193149"/>
              <a:gd name="connsiteY139" fmla="*/ 2991080 h 3163521"/>
              <a:gd name="connsiteX140" fmla="*/ 4716674 w 12193149"/>
              <a:gd name="connsiteY140" fmla="*/ 2992355 h 3163521"/>
              <a:gd name="connsiteX141" fmla="*/ 4516962 w 12193149"/>
              <a:gd name="connsiteY141" fmla="*/ 2982453 h 3163521"/>
              <a:gd name="connsiteX142" fmla="*/ 4429691 w 12193149"/>
              <a:gd name="connsiteY142" fmla="*/ 2971802 h 3163521"/>
              <a:gd name="connsiteX143" fmla="*/ 4364023 w 12193149"/>
              <a:gd name="connsiteY143" fmla="*/ 2970456 h 3163521"/>
              <a:gd name="connsiteX144" fmla="*/ 4318114 w 12193149"/>
              <a:gd name="connsiteY144" fmla="*/ 2977071 h 3163521"/>
              <a:gd name="connsiteX145" fmla="*/ 4316258 w 12193149"/>
              <a:gd name="connsiteY145" fmla="*/ 2975730 h 3163521"/>
              <a:gd name="connsiteX146" fmla="*/ 4296292 w 12193149"/>
              <a:gd name="connsiteY146" fmla="*/ 2973851 h 3163521"/>
              <a:gd name="connsiteX147" fmla="*/ 4291212 w 12193149"/>
              <a:gd name="connsiteY147" fmla="*/ 2976768 h 3163521"/>
              <a:gd name="connsiteX148" fmla="*/ 4277290 w 12193149"/>
              <a:gd name="connsiteY148" fmla="*/ 2976522 h 3163521"/>
              <a:gd name="connsiteX149" fmla="*/ 4249265 w 12193149"/>
              <a:gd name="connsiteY149" fmla="*/ 2978846 h 3163521"/>
              <a:gd name="connsiteX150" fmla="*/ 4203199 w 12193149"/>
              <a:gd name="connsiteY150" fmla="*/ 2976051 h 3163521"/>
              <a:gd name="connsiteX151" fmla="*/ 4202893 w 12193149"/>
              <a:gd name="connsiteY151" fmla="*/ 2974792 h 3163521"/>
              <a:gd name="connsiteX152" fmla="*/ 4192396 w 12193149"/>
              <a:gd name="connsiteY152" fmla="*/ 2969158 h 3163521"/>
              <a:gd name="connsiteX153" fmla="*/ 4143893 w 12193149"/>
              <a:gd name="connsiteY153" fmla="*/ 2953293 h 3163521"/>
              <a:gd name="connsiteX154" fmla="*/ 4084245 w 12193149"/>
              <a:gd name="connsiteY154" fmla="*/ 2926760 h 3163521"/>
              <a:gd name="connsiteX155" fmla="*/ 4075694 w 12193149"/>
              <a:gd name="connsiteY155" fmla="*/ 2925925 h 3163521"/>
              <a:gd name="connsiteX156" fmla="*/ 4075575 w 12193149"/>
              <a:gd name="connsiteY156" fmla="*/ 2925626 h 3163521"/>
              <a:gd name="connsiteX157" fmla="*/ 4066658 w 12193149"/>
              <a:gd name="connsiteY157" fmla="*/ 2924182 h 3163521"/>
              <a:gd name="connsiteX158" fmla="*/ 4060102 w 12193149"/>
              <a:gd name="connsiteY158" fmla="*/ 2924400 h 3163521"/>
              <a:gd name="connsiteX159" fmla="*/ 4043512 w 12193149"/>
              <a:gd name="connsiteY159" fmla="*/ 2922779 h 3163521"/>
              <a:gd name="connsiteX160" fmla="*/ 4038145 w 12193149"/>
              <a:gd name="connsiteY160" fmla="*/ 2920345 h 3163521"/>
              <a:gd name="connsiteX161" fmla="*/ 4036511 w 12193149"/>
              <a:gd name="connsiteY161" fmla="*/ 2916678 h 3163521"/>
              <a:gd name="connsiteX162" fmla="*/ 4034926 w 12193149"/>
              <a:gd name="connsiteY162" fmla="*/ 2916913 h 3163521"/>
              <a:gd name="connsiteX163" fmla="*/ 4005686 w 12193149"/>
              <a:gd name="connsiteY163" fmla="*/ 2904345 h 3163521"/>
              <a:gd name="connsiteX164" fmla="*/ 3937994 w 12193149"/>
              <a:gd name="connsiteY164" fmla="*/ 2886888 h 3163521"/>
              <a:gd name="connsiteX165" fmla="*/ 3898423 w 12193149"/>
              <a:gd name="connsiteY165" fmla="*/ 2881233 h 3163521"/>
              <a:gd name="connsiteX166" fmla="*/ 3790908 w 12193149"/>
              <a:gd name="connsiteY166" fmla="*/ 2860995 h 3163521"/>
              <a:gd name="connsiteX167" fmla="*/ 3683661 w 12193149"/>
              <a:gd name="connsiteY167" fmla="*/ 2837072 h 3163521"/>
              <a:gd name="connsiteX168" fmla="*/ 3611183 w 12193149"/>
              <a:gd name="connsiteY168" fmla="*/ 2804801 h 3163521"/>
              <a:gd name="connsiteX169" fmla="*/ 3605003 w 12193149"/>
              <a:gd name="connsiteY169" fmla="*/ 2806163 h 3163521"/>
              <a:gd name="connsiteX170" fmla="*/ 3595884 w 12193149"/>
              <a:gd name="connsiteY170" fmla="*/ 2806327 h 3163521"/>
              <a:gd name="connsiteX171" fmla="*/ 3595649 w 12193149"/>
              <a:gd name="connsiteY171" fmla="*/ 2806058 h 3163521"/>
              <a:gd name="connsiteX172" fmla="*/ 3587126 w 12193149"/>
              <a:gd name="connsiteY172" fmla="*/ 2806748 h 3163521"/>
              <a:gd name="connsiteX173" fmla="*/ 3537283 w 12193149"/>
              <a:gd name="connsiteY173" fmla="*/ 2797049 h 3163521"/>
              <a:gd name="connsiteX174" fmla="*/ 3474371 w 12193149"/>
              <a:gd name="connsiteY174" fmla="*/ 2793388 h 3163521"/>
              <a:gd name="connsiteX175" fmla="*/ 3401876 w 12193149"/>
              <a:gd name="connsiteY175" fmla="*/ 2781340 h 3163521"/>
              <a:gd name="connsiteX176" fmla="*/ 3365036 w 12193149"/>
              <a:gd name="connsiteY176" fmla="*/ 2798292 h 3163521"/>
              <a:gd name="connsiteX177" fmla="*/ 3345174 w 12193149"/>
              <a:gd name="connsiteY177" fmla="*/ 2799974 h 3163521"/>
              <a:gd name="connsiteX178" fmla="*/ 3342846 w 12193149"/>
              <a:gd name="connsiteY178" fmla="*/ 2798999 h 3163521"/>
              <a:gd name="connsiteX179" fmla="*/ 3263504 w 12193149"/>
              <a:gd name="connsiteY179" fmla="*/ 2804876 h 3163521"/>
              <a:gd name="connsiteX180" fmla="*/ 3143704 w 12193149"/>
              <a:gd name="connsiteY180" fmla="*/ 2812651 h 3163521"/>
              <a:gd name="connsiteX181" fmla="*/ 3031439 w 12193149"/>
              <a:gd name="connsiteY181" fmla="*/ 2815294 h 3163521"/>
              <a:gd name="connsiteX182" fmla="*/ 2782717 w 12193149"/>
              <a:gd name="connsiteY182" fmla="*/ 2837115 h 3163521"/>
              <a:gd name="connsiteX183" fmla="*/ 2647675 w 12193149"/>
              <a:gd name="connsiteY183" fmla="*/ 2847651 h 3163521"/>
              <a:gd name="connsiteX184" fmla="*/ 2569176 w 12193149"/>
              <a:gd name="connsiteY184" fmla="*/ 2821410 h 3163521"/>
              <a:gd name="connsiteX185" fmla="*/ 2444403 w 12193149"/>
              <a:gd name="connsiteY185" fmla="*/ 2835311 h 3163521"/>
              <a:gd name="connsiteX186" fmla="*/ 2316260 w 12193149"/>
              <a:gd name="connsiteY186" fmla="*/ 2843778 h 3163521"/>
              <a:gd name="connsiteX187" fmla="*/ 2209726 w 12193149"/>
              <a:gd name="connsiteY187" fmla="*/ 2838545 h 3163521"/>
              <a:gd name="connsiteX188" fmla="*/ 2095813 w 12193149"/>
              <a:gd name="connsiteY188" fmla="*/ 2821834 h 3163521"/>
              <a:gd name="connsiteX189" fmla="*/ 1998504 w 12193149"/>
              <a:gd name="connsiteY189" fmla="*/ 2813814 h 3163521"/>
              <a:gd name="connsiteX190" fmla="*/ 1929320 w 12193149"/>
              <a:gd name="connsiteY190" fmla="*/ 2835759 h 3163521"/>
              <a:gd name="connsiteX191" fmla="*/ 1922798 w 12193149"/>
              <a:gd name="connsiteY191" fmla="*/ 2830928 h 3163521"/>
              <a:gd name="connsiteX192" fmla="*/ 1874228 w 12193149"/>
              <a:gd name="connsiteY192" fmla="*/ 2832523 h 3163521"/>
              <a:gd name="connsiteX193" fmla="*/ 1787803 w 12193149"/>
              <a:gd name="connsiteY193" fmla="*/ 2860145 h 3163521"/>
              <a:gd name="connsiteX194" fmla="*/ 1739352 w 12193149"/>
              <a:gd name="connsiteY194" fmla="*/ 2855094 h 3163521"/>
              <a:gd name="connsiteX195" fmla="*/ 1676219 w 12193149"/>
              <a:gd name="connsiteY195" fmla="*/ 2838745 h 3163521"/>
              <a:gd name="connsiteX196" fmla="*/ 1609817 w 12193149"/>
              <a:gd name="connsiteY196" fmla="*/ 2831848 h 3163521"/>
              <a:gd name="connsiteX197" fmla="*/ 1497258 w 12193149"/>
              <a:gd name="connsiteY197" fmla="*/ 2806258 h 3163521"/>
              <a:gd name="connsiteX198" fmla="*/ 1151127 w 12193149"/>
              <a:gd name="connsiteY198" fmla="*/ 2756823 h 3163521"/>
              <a:gd name="connsiteX199" fmla="*/ 859417 w 12193149"/>
              <a:gd name="connsiteY199" fmla="*/ 2747390 h 3163521"/>
              <a:gd name="connsiteX200" fmla="*/ 838688 w 12193149"/>
              <a:gd name="connsiteY200" fmla="*/ 2748603 h 3163521"/>
              <a:gd name="connsiteX201" fmla="*/ 817957 w 12193149"/>
              <a:gd name="connsiteY201" fmla="*/ 2746639 h 3163521"/>
              <a:gd name="connsiteX202" fmla="*/ 812654 w 12193149"/>
              <a:gd name="connsiteY202" fmla="*/ 2749533 h 3163521"/>
              <a:gd name="connsiteX203" fmla="*/ 721195 w 12193149"/>
              <a:gd name="connsiteY203" fmla="*/ 2748443 h 3163521"/>
              <a:gd name="connsiteX204" fmla="*/ 720890 w 12193149"/>
              <a:gd name="connsiteY204" fmla="*/ 2747181 h 3163521"/>
              <a:gd name="connsiteX205" fmla="*/ 710023 w 12193149"/>
              <a:gd name="connsiteY205" fmla="*/ 2741504 h 3163521"/>
              <a:gd name="connsiteX206" fmla="*/ 597940 w 12193149"/>
              <a:gd name="connsiteY206" fmla="*/ 2698646 h 3163521"/>
              <a:gd name="connsiteX207" fmla="*/ 579683 w 12193149"/>
              <a:gd name="connsiteY207" fmla="*/ 2695994 h 3163521"/>
              <a:gd name="connsiteX208" fmla="*/ 572865 w 12193149"/>
              <a:gd name="connsiteY208" fmla="*/ 2696183 h 3163521"/>
              <a:gd name="connsiteX209" fmla="*/ 446247 w 12193149"/>
              <a:gd name="connsiteY209" fmla="*/ 2658153 h 3163521"/>
              <a:gd name="connsiteX210" fmla="*/ 405163 w 12193149"/>
              <a:gd name="connsiteY210" fmla="*/ 2652330 h 3163521"/>
              <a:gd name="connsiteX211" fmla="*/ 293583 w 12193149"/>
              <a:gd name="connsiteY211" fmla="*/ 2631634 h 3163521"/>
              <a:gd name="connsiteX212" fmla="*/ 119529 w 12193149"/>
              <a:gd name="connsiteY212" fmla="*/ 2579829 h 3163521"/>
              <a:gd name="connsiteX213" fmla="*/ 16674 w 12193149"/>
              <a:gd name="connsiteY213" fmla="*/ 2576973 h 3163521"/>
              <a:gd name="connsiteX214" fmla="*/ 1150 w 12193149"/>
              <a:gd name="connsiteY214" fmla="*/ 2571504 h 3163521"/>
              <a:gd name="connsiteX215" fmla="*/ 1148 w 12193149"/>
              <a:gd name="connsiteY215" fmla="*/ 1040995 h 3163521"/>
              <a:gd name="connsiteX216" fmla="*/ 1148 w 12193149"/>
              <a:gd name="connsiteY216" fmla="*/ 818782 h 3163521"/>
              <a:gd name="connsiteX0" fmla="*/ 1148 w 12193149"/>
              <a:gd name="connsiteY0" fmla="*/ 0 h 3171710"/>
              <a:gd name="connsiteX1" fmla="*/ 12181789 w 12193149"/>
              <a:gd name="connsiteY1" fmla="*/ 8189 h 3171710"/>
              <a:gd name="connsiteX2" fmla="*/ 12193149 w 12193149"/>
              <a:gd name="connsiteY2" fmla="*/ 1406710 h 3171710"/>
              <a:gd name="connsiteX3" fmla="*/ 12185986 w 12193149"/>
              <a:gd name="connsiteY3" fmla="*/ 1411160 h 3171710"/>
              <a:gd name="connsiteX4" fmla="*/ 12156363 w 12193149"/>
              <a:gd name="connsiteY4" fmla="*/ 1424337 h 3171710"/>
              <a:gd name="connsiteX5" fmla="*/ 12139215 w 12193149"/>
              <a:gd name="connsiteY5" fmla="*/ 1450150 h 3171710"/>
              <a:gd name="connsiteX6" fmla="*/ 12126327 w 12193149"/>
              <a:gd name="connsiteY6" fmla="*/ 1451661 h 3171710"/>
              <a:gd name="connsiteX7" fmla="*/ 12124007 w 12193149"/>
              <a:gd name="connsiteY7" fmla="*/ 1451765 h 3171710"/>
              <a:gd name="connsiteX8" fmla="*/ 12116854 w 12193149"/>
              <a:gd name="connsiteY8" fmla="*/ 1455579 h 3171710"/>
              <a:gd name="connsiteX9" fmla="*/ 12099497 w 12193149"/>
              <a:gd name="connsiteY9" fmla="*/ 1455110 h 3171710"/>
              <a:gd name="connsiteX10" fmla="*/ 12087073 w 12193149"/>
              <a:gd name="connsiteY10" fmla="*/ 1463312 h 3171710"/>
              <a:gd name="connsiteX11" fmla="*/ 12031073 w 12193149"/>
              <a:gd name="connsiteY11" fmla="*/ 1506980 h 3171710"/>
              <a:gd name="connsiteX12" fmla="*/ 11995833 w 12193149"/>
              <a:gd name="connsiteY12" fmla="*/ 1530429 h 3171710"/>
              <a:gd name="connsiteX13" fmla="*/ 11979717 w 12193149"/>
              <a:gd name="connsiteY13" fmla="*/ 1535132 h 3171710"/>
              <a:gd name="connsiteX14" fmla="*/ 11959046 w 12193149"/>
              <a:gd name="connsiteY14" fmla="*/ 1544529 h 3171710"/>
              <a:gd name="connsiteX15" fmla="*/ 11920454 w 12193149"/>
              <a:gd name="connsiteY15" fmla="*/ 1557854 h 3171710"/>
              <a:gd name="connsiteX16" fmla="*/ 11903656 w 12193149"/>
              <a:gd name="connsiteY16" fmla="*/ 1569397 h 3171710"/>
              <a:gd name="connsiteX17" fmla="*/ 11895048 w 12193149"/>
              <a:gd name="connsiteY17" fmla="*/ 1571762 h 3171710"/>
              <a:gd name="connsiteX18" fmla="*/ 11891968 w 12193149"/>
              <a:gd name="connsiteY18" fmla="*/ 1582700 h 3171710"/>
              <a:gd name="connsiteX19" fmla="*/ 11870776 w 12193149"/>
              <a:gd name="connsiteY19" fmla="*/ 1604787 h 3171710"/>
              <a:gd name="connsiteX20" fmla="*/ 11813376 w 12193149"/>
              <a:gd name="connsiteY20" fmla="*/ 1624630 h 3171710"/>
              <a:gd name="connsiteX21" fmla="*/ 11590693 w 12193149"/>
              <a:gd name="connsiteY21" fmla="*/ 1790748 h 3171710"/>
              <a:gd name="connsiteX22" fmla="*/ 11506817 w 12193149"/>
              <a:gd name="connsiteY22" fmla="*/ 1860594 h 3171710"/>
              <a:gd name="connsiteX23" fmla="*/ 11280332 w 12193149"/>
              <a:gd name="connsiteY23" fmla="*/ 2050542 h 3171710"/>
              <a:gd name="connsiteX24" fmla="*/ 11228309 w 12193149"/>
              <a:gd name="connsiteY24" fmla="*/ 2103207 h 3171710"/>
              <a:gd name="connsiteX25" fmla="*/ 11218087 w 12193149"/>
              <a:gd name="connsiteY25" fmla="*/ 2102932 h 3171710"/>
              <a:gd name="connsiteX26" fmla="*/ 11217184 w 12193149"/>
              <a:gd name="connsiteY26" fmla="*/ 2101989 h 3171710"/>
              <a:gd name="connsiteX27" fmla="*/ 11188885 w 12193149"/>
              <a:gd name="connsiteY27" fmla="*/ 2119354 h 3171710"/>
              <a:gd name="connsiteX28" fmla="*/ 11184501 w 12193149"/>
              <a:gd name="connsiteY28" fmla="*/ 2119496 h 3171710"/>
              <a:gd name="connsiteX29" fmla="*/ 11166854 w 12193149"/>
              <a:gd name="connsiteY29" fmla="*/ 2133583 h 3171710"/>
              <a:gd name="connsiteX30" fmla="*/ 11157311 w 12193149"/>
              <a:gd name="connsiteY30" fmla="*/ 2139385 h 3171710"/>
              <a:gd name="connsiteX31" fmla="*/ 11155496 w 12193149"/>
              <a:gd name="connsiteY31" fmla="*/ 2144068 h 3171710"/>
              <a:gd name="connsiteX32" fmla="*/ 11140961 w 12193149"/>
              <a:gd name="connsiteY32" fmla="*/ 2151086 h 3171710"/>
              <a:gd name="connsiteX33" fmla="*/ 11138961 w 12193149"/>
              <a:gd name="connsiteY33" fmla="*/ 2150743 h 3171710"/>
              <a:gd name="connsiteX34" fmla="*/ 11128208 w 12193149"/>
              <a:gd name="connsiteY34" fmla="*/ 2160803 h 3171710"/>
              <a:gd name="connsiteX35" fmla="*/ 11120691 w 12193149"/>
              <a:gd name="connsiteY35" fmla="*/ 2174395 h 3171710"/>
              <a:gd name="connsiteX36" fmla="*/ 10894683 w 12193149"/>
              <a:gd name="connsiteY36" fmla="*/ 2300370 h 3171710"/>
              <a:gd name="connsiteX37" fmla="*/ 10773300 w 12193149"/>
              <a:gd name="connsiteY37" fmla="*/ 2350162 h 3171710"/>
              <a:gd name="connsiteX38" fmla="*/ 10627668 w 12193149"/>
              <a:gd name="connsiteY38" fmla="*/ 2386200 h 3171710"/>
              <a:gd name="connsiteX39" fmla="*/ 10581895 w 12193149"/>
              <a:gd name="connsiteY39" fmla="*/ 2395660 h 3171710"/>
              <a:gd name="connsiteX40" fmla="*/ 10547790 w 12193149"/>
              <a:gd name="connsiteY40" fmla="*/ 2425394 h 3171710"/>
              <a:gd name="connsiteX41" fmla="*/ 10529643 w 12193149"/>
              <a:gd name="connsiteY41" fmla="*/ 2423878 h 3171710"/>
              <a:gd name="connsiteX42" fmla="*/ 10526446 w 12193149"/>
              <a:gd name="connsiteY42" fmla="*/ 2423382 h 3171710"/>
              <a:gd name="connsiteX43" fmla="*/ 10515129 w 12193149"/>
              <a:gd name="connsiteY43" fmla="*/ 2426508 h 3171710"/>
              <a:gd name="connsiteX44" fmla="*/ 10491735 w 12193149"/>
              <a:gd name="connsiteY44" fmla="*/ 2421127 h 3171710"/>
              <a:gd name="connsiteX45" fmla="*/ 10471418 w 12193149"/>
              <a:gd name="connsiteY45" fmla="*/ 2428664 h 3171710"/>
              <a:gd name="connsiteX46" fmla="*/ 10377042 w 12193149"/>
              <a:gd name="connsiteY46" fmla="*/ 2471569 h 3171710"/>
              <a:gd name="connsiteX47" fmla="*/ 10319338 w 12193149"/>
              <a:gd name="connsiteY47" fmla="*/ 2493192 h 3171710"/>
              <a:gd name="connsiteX48" fmla="*/ 10295467 w 12193149"/>
              <a:gd name="connsiteY48" fmla="*/ 2495050 h 3171710"/>
              <a:gd name="connsiteX49" fmla="*/ 10263443 w 12193149"/>
              <a:gd name="connsiteY49" fmla="*/ 2501919 h 3171710"/>
              <a:gd name="connsiteX50" fmla="*/ 10205418 w 12193149"/>
              <a:gd name="connsiteY50" fmla="*/ 2509120 h 3171710"/>
              <a:gd name="connsiteX51" fmla="*/ 10177759 w 12193149"/>
              <a:gd name="connsiteY51" fmla="*/ 2519914 h 3171710"/>
              <a:gd name="connsiteX52" fmla="*/ 10165070 w 12193149"/>
              <a:gd name="connsiteY52" fmla="*/ 2520710 h 3171710"/>
              <a:gd name="connsiteX53" fmla="*/ 10156308 w 12193149"/>
              <a:gd name="connsiteY53" fmla="*/ 2534458 h 3171710"/>
              <a:gd name="connsiteX54" fmla="*/ 10118267 w 12193149"/>
              <a:gd name="connsiteY54" fmla="*/ 2558113 h 3171710"/>
              <a:gd name="connsiteX55" fmla="*/ 10083317 w 12193149"/>
              <a:gd name="connsiteY55" fmla="*/ 2570267 h 3171710"/>
              <a:gd name="connsiteX56" fmla="*/ 10040388 w 12193149"/>
              <a:gd name="connsiteY56" fmla="*/ 2568603 h 3171710"/>
              <a:gd name="connsiteX57" fmla="*/ 9961167 w 12193149"/>
              <a:gd name="connsiteY57" fmla="*/ 2584118 h 3171710"/>
              <a:gd name="connsiteX58" fmla="*/ 9848940 w 12193149"/>
              <a:gd name="connsiteY58" fmla="*/ 2590886 h 3171710"/>
              <a:gd name="connsiteX59" fmla="*/ 9729457 w 12193149"/>
              <a:gd name="connsiteY59" fmla="*/ 2611093 h 3171710"/>
              <a:gd name="connsiteX60" fmla="*/ 9613704 w 12193149"/>
              <a:gd name="connsiteY60" fmla="*/ 2639342 h 3171710"/>
              <a:gd name="connsiteX61" fmla="*/ 9338590 w 12193149"/>
              <a:gd name="connsiteY61" fmla="*/ 2696264 h 3171710"/>
              <a:gd name="connsiteX62" fmla="*/ 9232518 w 12193149"/>
              <a:gd name="connsiteY62" fmla="*/ 2720120 h 3171710"/>
              <a:gd name="connsiteX63" fmla="*/ 9156690 w 12193149"/>
              <a:gd name="connsiteY63" fmla="*/ 2730199 h 3171710"/>
              <a:gd name="connsiteX64" fmla="*/ 9054601 w 12193149"/>
              <a:gd name="connsiteY64" fmla="*/ 2737726 h 3171710"/>
              <a:gd name="connsiteX65" fmla="*/ 9006634 w 12193149"/>
              <a:gd name="connsiteY65" fmla="*/ 2741011 h 3171710"/>
              <a:gd name="connsiteX66" fmla="*/ 9006349 w 12193149"/>
              <a:gd name="connsiteY66" fmla="*/ 2740771 h 3171710"/>
              <a:gd name="connsiteX67" fmla="*/ 8997380 w 12193149"/>
              <a:gd name="connsiteY67" fmla="*/ 2741982 h 3171710"/>
              <a:gd name="connsiteX68" fmla="*/ 8991542 w 12193149"/>
              <a:gd name="connsiteY68" fmla="*/ 2744043 h 3171710"/>
              <a:gd name="connsiteX69" fmla="*/ 8975485 w 12193149"/>
              <a:gd name="connsiteY69" fmla="*/ 2747269 h 3171710"/>
              <a:gd name="connsiteX70" fmla="*/ 8969159 w 12193149"/>
              <a:gd name="connsiteY70" fmla="*/ 2746569 h 3171710"/>
              <a:gd name="connsiteX71" fmla="*/ 8964196 w 12193149"/>
              <a:gd name="connsiteY71" fmla="*/ 2744344 h 3171710"/>
              <a:gd name="connsiteX72" fmla="*/ 8930136 w 12193149"/>
              <a:gd name="connsiteY72" fmla="*/ 2741156 h 3171710"/>
              <a:gd name="connsiteX73" fmla="*/ 8753592 w 12193149"/>
              <a:gd name="connsiteY73" fmla="*/ 2760388 h 3171710"/>
              <a:gd name="connsiteX74" fmla="*/ 8708995 w 12193149"/>
              <a:gd name="connsiteY74" fmla="*/ 2762489 h 3171710"/>
              <a:gd name="connsiteX75" fmla="*/ 8597219 w 12193149"/>
              <a:gd name="connsiteY75" fmla="*/ 2771061 h 3171710"/>
              <a:gd name="connsiteX76" fmla="*/ 8526378 w 12193149"/>
              <a:gd name="connsiteY76" fmla="*/ 2756219 h 3171710"/>
              <a:gd name="connsiteX77" fmla="*/ 8512131 w 12193149"/>
              <a:gd name="connsiteY77" fmla="*/ 2762134 h 3171710"/>
              <a:gd name="connsiteX78" fmla="*/ 8507315 w 12193149"/>
              <a:gd name="connsiteY78" fmla="*/ 2765135 h 3171710"/>
              <a:gd name="connsiteX79" fmla="*/ 8499116 w 12193149"/>
              <a:gd name="connsiteY79" fmla="*/ 2767873 h 3171710"/>
              <a:gd name="connsiteX80" fmla="*/ 8498742 w 12193149"/>
              <a:gd name="connsiteY80" fmla="*/ 2767694 h 3171710"/>
              <a:gd name="connsiteX81" fmla="*/ 8491397 w 12193149"/>
              <a:gd name="connsiteY81" fmla="*/ 2770744 h 3171710"/>
              <a:gd name="connsiteX82" fmla="*/ 8368330 w 12193149"/>
              <a:gd name="connsiteY82" fmla="*/ 2784786 h 3171710"/>
              <a:gd name="connsiteX83" fmla="*/ 8354947 w 12193149"/>
              <a:gd name="connsiteY83" fmla="*/ 2784980 h 3171710"/>
              <a:gd name="connsiteX84" fmla="*/ 8321252 w 12193149"/>
              <a:gd name="connsiteY84" fmla="*/ 2801558 h 3171710"/>
              <a:gd name="connsiteX85" fmla="*/ 8315581 w 12193149"/>
              <a:gd name="connsiteY85" fmla="*/ 2801884 h 3171710"/>
              <a:gd name="connsiteX86" fmla="*/ 8296322 w 12193149"/>
              <a:gd name="connsiteY86" fmla="*/ 2815779 h 3171710"/>
              <a:gd name="connsiteX87" fmla="*/ 8285424 w 12193149"/>
              <a:gd name="connsiteY87" fmla="*/ 2821602 h 3171710"/>
              <a:gd name="connsiteX88" fmla="*/ 8284298 w 12193149"/>
              <a:gd name="connsiteY88" fmla="*/ 2826045 h 3171710"/>
              <a:gd name="connsiteX89" fmla="*/ 8267224 w 12193149"/>
              <a:gd name="connsiteY89" fmla="*/ 2833220 h 3171710"/>
              <a:gd name="connsiteX90" fmla="*/ 8264525 w 12193149"/>
              <a:gd name="connsiteY90" fmla="*/ 2832990 h 3171710"/>
              <a:gd name="connsiteX91" fmla="*/ 8253181 w 12193149"/>
              <a:gd name="connsiteY91" fmla="*/ 2842833 h 3171710"/>
              <a:gd name="connsiteX92" fmla="*/ 8246982 w 12193149"/>
              <a:gd name="connsiteY92" fmla="*/ 2855825 h 3171710"/>
              <a:gd name="connsiteX93" fmla="*/ 8091420 w 12193149"/>
              <a:gd name="connsiteY93" fmla="*/ 2901986 h 3171710"/>
              <a:gd name="connsiteX94" fmla="*/ 7906555 w 12193149"/>
              <a:gd name="connsiteY94" fmla="*/ 2943959 h 3171710"/>
              <a:gd name="connsiteX95" fmla="*/ 7719893 w 12193149"/>
              <a:gd name="connsiteY95" fmla="*/ 2969674 h 3171710"/>
              <a:gd name="connsiteX96" fmla="*/ 7615495 w 12193149"/>
              <a:gd name="connsiteY96" fmla="*/ 2966203 h 3171710"/>
              <a:gd name="connsiteX97" fmla="*/ 7528691 w 12193149"/>
              <a:gd name="connsiteY97" fmla="*/ 2972031 h 3171710"/>
              <a:gd name="connsiteX98" fmla="*/ 7520719 w 12193149"/>
              <a:gd name="connsiteY98" fmla="*/ 2974584 h 3171710"/>
              <a:gd name="connsiteX99" fmla="*/ 7508559 w 12193149"/>
              <a:gd name="connsiteY99" fmla="*/ 2975919 h 3171710"/>
              <a:gd name="connsiteX100" fmla="*/ 7508188 w 12193149"/>
              <a:gd name="connsiteY100" fmla="*/ 2975592 h 3171710"/>
              <a:gd name="connsiteX101" fmla="*/ 7496943 w 12193149"/>
              <a:gd name="connsiteY101" fmla="*/ 2977544 h 3171710"/>
              <a:gd name="connsiteX102" fmla="*/ 7219707 w 12193149"/>
              <a:gd name="connsiteY102" fmla="*/ 2983651 h 3171710"/>
              <a:gd name="connsiteX103" fmla="*/ 7202249 w 12193149"/>
              <a:gd name="connsiteY103" fmla="*/ 2988201 h 3171710"/>
              <a:gd name="connsiteX104" fmla="*/ 7198152 w 12193149"/>
              <a:gd name="connsiteY104" fmla="*/ 2993559 h 3171710"/>
              <a:gd name="connsiteX105" fmla="*/ 7171956 w 12193149"/>
              <a:gd name="connsiteY105" fmla="*/ 2998207 h 3171710"/>
              <a:gd name="connsiteX106" fmla="*/ 7098136 w 12193149"/>
              <a:gd name="connsiteY106" fmla="*/ 3010435 h 3171710"/>
              <a:gd name="connsiteX107" fmla="*/ 7019644 w 12193149"/>
              <a:gd name="connsiteY107" fmla="*/ 3010061 h 3171710"/>
              <a:gd name="connsiteX108" fmla="*/ 6905294 w 12193149"/>
              <a:gd name="connsiteY108" fmla="*/ 3039567 h 3171710"/>
              <a:gd name="connsiteX109" fmla="*/ 6709370 w 12193149"/>
              <a:gd name="connsiteY109" fmla="*/ 3067522 h 3171710"/>
              <a:gd name="connsiteX110" fmla="*/ 6550602 w 12193149"/>
              <a:gd name="connsiteY110" fmla="*/ 3096298 h 3171710"/>
              <a:gd name="connsiteX111" fmla="*/ 6318708 w 12193149"/>
              <a:gd name="connsiteY111" fmla="*/ 3143098 h 3171710"/>
              <a:gd name="connsiteX112" fmla="*/ 6169822 w 12193149"/>
              <a:gd name="connsiteY112" fmla="*/ 3145185 h 3171710"/>
              <a:gd name="connsiteX113" fmla="*/ 6074996 w 12193149"/>
              <a:gd name="connsiteY113" fmla="*/ 3165647 h 3171710"/>
              <a:gd name="connsiteX114" fmla="*/ 6069677 w 12193149"/>
              <a:gd name="connsiteY114" fmla="*/ 3164110 h 3171710"/>
              <a:gd name="connsiteX115" fmla="*/ 6049786 w 12193149"/>
              <a:gd name="connsiteY115" fmla="*/ 3164793 h 3171710"/>
              <a:gd name="connsiteX116" fmla="*/ 6042433 w 12193149"/>
              <a:gd name="connsiteY116" fmla="*/ 3156444 h 3171710"/>
              <a:gd name="connsiteX117" fmla="*/ 6011238 w 12193149"/>
              <a:gd name="connsiteY117" fmla="*/ 3151351 h 3171710"/>
              <a:gd name="connsiteX118" fmla="*/ 5958523 w 12193149"/>
              <a:gd name="connsiteY118" fmla="*/ 3154995 h 3171710"/>
              <a:gd name="connsiteX119" fmla="*/ 5760067 w 12193149"/>
              <a:gd name="connsiteY119" fmla="*/ 3170687 h 3171710"/>
              <a:gd name="connsiteX120" fmla="*/ 5628108 w 12193149"/>
              <a:gd name="connsiteY120" fmla="*/ 3171710 h 3171710"/>
              <a:gd name="connsiteX121" fmla="*/ 5472054 w 12193149"/>
              <a:gd name="connsiteY121" fmla="*/ 3157690 h 3171710"/>
              <a:gd name="connsiteX122" fmla="*/ 5433909 w 12193149"/>
              <a:gd name="connsiteY122" fmla="*/ 3146437 h 3171710"/>
              <a:gd name="connsiteX123" fmla="*/ 5382817 w 12193149"/>
              <a:gd name="connsiteY123" fmla="*/ 3128735 h 3171710"/>
              <a:gd name="connsiteX124" fmla="*/ 5262912 w 12193149"/>
              <a:gd name="connsiteY124" fmla="*/ 3108318 h 3171710"/>
              <a:gd name="connsiteX125" fmla="*/ 5224109 w 12193149"/>
              <a:gd name="connsiteY125" fmla="*/ 3097194 h 3171710"/>
              <a:gd name="connsiteX126" fmla="*/ 5175808 w 12193149"/>
              <a:gd name="connsiteY126" fmla="*/ 3094204 h 3171710"/>
              <a:gd name="connsiteX127" fmla="*/ 5157702 w 12193149"/>
              <a:gd name="connsiteY127" fmla="*/ 3086981 h 3171710"/>
              <a:gd name="connsiteX128" fmla="*/ 5143747 w 12193149"/>
              <a:gd name="connsiteY128" fmla="*/ 3083581 h 3171710"/>
              <a:gd name="connsiteX129" fmla="*/ 5140744 w 12193149"/>
              <a:gd name="connsiteY129" fmla="*/ 3081480 h 3171710"/>
              <a:gd name="connsiteX130" fmla="*/ 5122807 w 12193149"/>
              <a:gd name="connsiteY130" fmla="*/ 3070627 h 3171710"/>
              <a:gd name="connsiteX131" fmla="*/ 5066938 w 12193149"/>
              <a:gd name="connsiteY131" fmla="*/ 3077198 h 3171710"/>
              <a:gd name="connsiteX132" fmla="*/ 5012662 w 12193149"/>
              <a:gd name="connsiteY132" fmla="*/ 3060817 h 3171710"/>
              <a:gd name="connsiteX133" fmla="*/ 4841589 w 12193149"/>
              <a:gd name="connsiteY133" fmla="*/ 3036800 h 3171710"/>
              <a:gd name="connsiteX134" fmla="*/ 4763595 w 12193149"/>
              <a:gd name="connsiteY134" fmla="*/ 3009032 h 3171710"/>
              <a:gd name="connsiteX135" fmla="*/ 4724334 w 12193149"/>
              <a:gd name="connsiteY135" fmla="*/ 3000018 h 3171710"/>
              <a:gd name="connsiteX136" fmla="*/ 4722324 w 12193149"/>
              <a:gd name="connsiteY136" fmla="*/ 2999269 h 3171710"/>
              <a:gd name="connsiteX137" fmla="*/ 4723259 w 12193149"/>
              <a:gd name="connsiteY137" fmla="*/ 2999058 h 3171710"/>
              <a:gd name="connsiteX138" fmla="*/ 4718350 w 12193149"/>
              <a:gd name="connsiteY138" fmla="*/ 2997788 h 3171710"/>
              <a:gd name="connsiteX139" fmla="*/ 4722324 w 12193149"/>
              <a:gd name="connsiteY139" fmla="*/ 2999269 h 3171710"/>
              <a:gd name="connsiteX140" fmla="*/ 4716674 w 12193149"/>
              <a:gd name="connsiteY140" fmla="*/ 3000544 h 3171710"/>
              <a:gd name="connsiteX141" fmla="*/ 4516962 w 12193149"/>
              <a:gd name="connsiteY141" fmla="*/ 2990642 h 3171710"/>
              <a:gd name="connsiteX142" fmla="*/ 4429691 w 12193149"/>
              <a:gd name="connsiteY142" fmla="*/ 2979991 h 3171710"/>
              <a:gd name="connsiteX143" fmla="*/ 4364023 w 12193149"/>
              <a:gd name="connsiteY143" fmla="*/ 2978645 h 3171710"/>
              <a:gd name="connsiteX144" fmla="*/ 4318114 w 12193149"/>
              <a:gd name="connsiteY144" fmla="*/ 2985260 h 3171710"/>
              <a:gd name="connsiteX145" fmla="*/ 4316258 w 12193149"/>
              <a:gd name="connsiteY145" fmla="*/ 2983919 h 3171710"/>
              <a:gd name="connsiteX146" fmla="*/ 4296292 w 12193149"/>
              <a:gd name="connsiteY146" fmla="*/ 2982040 h 3171710"/>
              <a:gd name="connsiteX147" fmla="*/ 4291212 w 12193149"/>
              <a:gd name="connsiteY147" fmla="*/ 2984957 h 3171710"/>
              <a:gd name="connsiteX148" fmla="*/ 4277290 w 12193149"/>
              <a:gd name="connsiteY148" fmla="*/ 2984711 h 3171710"/>
              <a:gd name="connsiteX149" fmla="*/ 4249265 w 12193149"/>
              <a:gd name="connsiteY149" fmla="*/ 2987035 h 3171710"/>
              <a:gd name="connsiteX150" fmla="*/ 4203199 w 12193149"/>
              <a:gd name="connsiteY150" fmla="*/ 2984240 h 3171710"/>
              <a:gd name="connsiteX151" fmla="*/ 4202893 w 12193149"/>
              <a:gd name="connsiteY151" fmla="*/ 2982981 h 3171710"/>
              <a:gd name="connsiteX152" fmla="*/ 4192396 w 12193149"/>
              <a:gd name="connsiteY152" fmla="*/ 2977347 h 3171710"/>
              <a:gd name="connsiteX153" fmla="*/ 4143893 w 12193149"/>
              <a:gd name="connsiteY153" fmla="*/ 2961482 h 3171710"/>
              <a:gd name="connsiteX154" fmla="*/ 4084245 w 12193149"/>
              <a:gd name="connsiteY154" fmla="*/ 2934949 h 3171710"/>
              <a:gd name="connsiteX155" fmla="*/ 4075694 w 12193149"/>
              <a:gd name="connsiteY155" fmla="*/ 2934114 h 3171710"/>
              <a:gd name="connsiteX156" fmla="*/ 4075575 w 12193149"/>
              <a:gd name="connsiteY156" fmla="*/ 2933815 h 3171710"/>
              <a:gd name="connsiteX157" fmla="*/ 4066658 w 12193149"/>
              <a:gd name="connsiteY157" fmla="*/ 2932371 h 3171710"/>
              <a:gd name="connsiteX158" fmla="*/ 4060102 w 12193149"/>
              <a:gd name="connsiteY158" fmla="*/ 2932589 h 3171710"/>
              <a:gd name="connsiteX159" fmla="*/ 4043512 w 12193149"/>
              <a:gd name="connsiteY159" fmla="*/ 2930968 h 3171710"/>
              <a:gd name="connsiteX160" fmla="*/ 4038145 w 12193149"/>
              <a:gd name="connsiteY160" fmla="*/ 2928534 h 3171710"/>
              <a:gd name="connsiteX161" fmla="*/ 4036511 w 12193149"/>
              <a:gd name="connsiteY161" fmla="*/ 2924867 h 3171710"/>
              <a:gd name="connsiteX162" fmla="*/ 4034926 w 12193149"/>
              <a:gd name="connsiteY162" fmla="*/ 2925102 h 3171710"/>
              <a:gd name="connsiteX163" fmla="*/ 4005686 w 12193149"/>
              <a:gd name="connsiteY163" fmla="*/ 2912534 h 3171710"/>
              <a:gd name="connsiteX164" fmla="*/ 3937994 w 12193149"/>
              <a:gd name="connsiteY164" fmla="*/ 2895077 h 3171710"/>
              <a:gd name="connsiteX165" fmla="*/ 3898423 w 12193149"/>
              <a:gd name="connsiteY165" fmla="*/ 2889422 h 3171710"/>
              <a:gd name="connsiteX166" fmla="*/ 3790908 w 12193149"/>
              <a:gd name="connsiteY166" fmla="*/ 2869184 h 3171710"/>
              <a:gd name="connsiteX167" fmla="*/ 3683661 w 12193149"/>
              <a:gd name="connsiteY167" fmla="*/ 2845261 h 3171710"/>
              <a:gd name="connsiteX168" fmla="*/ 3611183 w 12193149"/>
              <a:gd name="connsiteY168" fmla="*/ 2812990 h 3171710"/>
              <a:gd name="connsiteX169" fmla="*/ 3605003 w 12193149"/>
              <a:gd name="connsiteY169" fmla="*/ 2814352 h 3171710"/>
              <a:gd name="connsiteX170" fmla="*/ 3595884 w 12193149"/>
              <a:gd name="connsiteY170" fmla="*/ 2814516 h 3171710"/>
              <a:gd name="connsiteX171" fmla="*/ 3595649 w 12193149"/>
              <a:gd name="connsiteY171" fmla="*/ 2814247 h 3171710"/>
              <a:gd name="connsiteX172" fmla="*/ 3587126 w 12193149"/>
              <a:gd name="connsiteY172" fmla="*/ 2814937 h 3171710"/>
              <a:gd name="connsiteX173" fmla="*/ 3537283 w 12193149"/>
              <a:gd name="connsiteY173" fmla="*/ 2805238 h 3171710"/>
              <a:gd name="connsiteX174" fmla="*/ 3474371 w 12193149"/>
              <a:gd name="connsiteY174" fmla="*/ 2801577 h 3171710"/>
              <a:gd name="connsiteX175" fmla="*/ 3401876 w 12193149"/>
              <a:gd name="connsiteY175" fmla="*/ 2789529 h 3171710"/>
              <a:gd name="connsiteX176" fmla="*/ 3365036 w 12193149"/>
              <a:gd name="connsiteY176" fmla="*/ 2806481 h 3171710"/>
              <a:gd name="connsiteX177" fmla="*/ 3345174 w 12193149"/>
              <a:gd name="connsiteY177" fmla="*/ 2808163 h 3171710"/>
              <a:gd name="connsiteX178" fmla="*/ 3342846 w 12193149"/>
              <a:gd name="connsiteY178" fmla="*/ 2807188 h 3171710"/>
              <a:gd name="connsiteX179" fmla="*/ 3263504 w 12193149"/>
              <a:gd name="connsiteY179" fmla="*/ 2813065 h 3171710"/>
              <a:gd name="connsiteX180" fmla="*/ 3143704 w 12193149"/>
              <a:gd name="connsiteY180" fmla="*/ 2820840 h 3171710"/>
              <a:gd name="connsiteX181" fmla="*/ 3031439 w 12193149"/>
              <a:gd name="connsiteY181" fmla="*/ 2823483 h 3171710"/>
              <a:gd name="connsiteX182" fmla="*/ 2782717 w 12193149"/>
              <a:gd name="connsiteY182" fmla="*/ 2845304 h 3171710"/>
              <a:gd name="connsiteX183" fmla="*/ 2647675 w 12193149"/>
              <a:gd name="connsiteY183" fmla="*/ 2855840 h 3171710"/>
              <a:gd name="connsiteX184" fmla="*/ 2569176 w 12193149"/>
              <a:gd name="connsiteY184" fmla="*/ 2829599 h 3171710"/>
              <a:gd name="connsiteX185" fmla="*/ 2444403 w 12193149"/>
              <a:gd name="connsiteY185" fmla="*/ 2843500 h 3171710"/>
              <a:gd name="connsiteX186" fmla="*/ 2316260 w 12193149"/>
              <a:gd name="connsiteY186" fmla="*/ 2851967 h 3171710"/>
              <a:gd name="connsiteX187" fmla="*/ 2209726 w 12193149"/>
              <a:gd name="connsiteY187" fmla="*/ 2846734 h 3171710"/>
              <a:gd name="connsiteX188" fmla="*/ 2095813 w 12193149"/>
              <a:gd name="connsiteY188" fmla="*/ 2830023 h 3171710"/>
              <a:gd name="connsiteX189" fmla="*/ 1998504 w 12193149"/>
              <a:gd name="connsiteY189" fmla="*/ 2822003 h 3171710"/>
              <a:gd name="connsiteX190" fmla="*/ 1929320 w 12193149"/>
              <a:gd name="connsiteY190" fmla="*/ 2843948 h 3171710"/>
              <a:gd name="connsiteX191" fmla="*/ 1922798 w 12193149"/>
              <a:gd name="connsiteY191" fmla="*/ 2839117 h 3171710"/>
              <a:gd name="connsiteX192" fmla="*/ 1874228 w 12193149"/>
              <a:gd name="connsiteY192" fmla="*/ 2840712 h 3171710"/>
              <a:gd name="connsiteX193" fmla="*/ 1787803 w 12193149"/>
              <a:gd name="connsiteY193" fmla="*/ 2868334 h 3171710"/>
              <a:gd name="connsiteX194" fmla="*/ 1739352 w 12193149"/>
              <a:gd name="connsiteY194" fmla="*/ 2863283 h 3171710"/>
              <a:gd name="connsiteX195" fmla="*/ 1676219 w 12193149"/>
              <a:gd name="connsiteY195" fmla="*/ 2846934 h 3171710"/>
              <a:gd name="connsiteX196" fmla="*/ 1609817 w 12193149"/>
              <a:gd name="connsiteY196" fmla="*/ 2840037 h 3171710"/>
              <a:gd name="connsiteX197" fmla="*/ 1497258 w 12193149"/>
              <a:gd name="connsiteY197" fmla="*/ 2814447 h 3171710"/>
              <a:gd name="connsiteX198" fmla="*/ 1151127 w 12193149"/>
              <a:gd name="connsiteY198" fmla="*/ 2765012 h 3171710"/>
              <a:gd name="connsiteX199" fmla="*/ 859417 w 12193149"/>
              <a:gd name="connsiteY199" fmla="*/ 2755579 h 3171710"/>
              <a:gd name="connsiteX200" fmla="*/ 838688 w 12193149"/>
              <a:gd name="connsiteY200" fmla="*/ 2756792 h 3171710"/>
              <a:gd name="connsiteX201" fmla="*/ 817957 w 12193149"/>
              <a:gd name="connsiteY201" fmla="*/ 2754828 h 3171710"/>
              <a:gd name="connsiteX202" fmla="*/ 812654 w 12193149"/>
              <a:gd name="connsiteY202" fmla="*/ 2757722 h 3171710"/>
              <a:gd name="connsiteX203" fmla="*/ 721195 w 12193149"/>
              <a:gd name="connsiteY203" fmla="*/ 2756632 h 3171710"/>
              <a:gd name="connsiteX204" fmla="*/ 720890 w 12193149"/>
              <a:gd name="connsiteY204" fmla="*/ 2755370 h 3171710"/>
              <a:gd name="connsiteX205" fmla="*/ 710023 w 12193149"/>
              <a:gd name="connsiteY205" fmla="*/ 2749693 h 3171710"/>
              <a:gd name="connsiteX206" fmla="*/ 597940 w 12193149"/>
              <a:gd name="connsiteY206" fmla="*/ 2706835 h 3171710"/>
              <a:gd name="connsiteX207" fmla="*/ 579683 w 12193149"/>
              <a:gd name="connsiteY207" fmla="*/ 2704183 h 3171710"/>
              <a:gd name="connsiteX208" fmla="*/ 572865 w 12193149"/>
              <a:gd name="connsiteY208" fmla="*/ 2704372 h 3171710"/>
              <a:gd name="connsiteX209" fmla="*/ 446247 w 12193149"/>
              <a:gd name="connsiteY209" fmla="*/ 2666342 h 3171710"/>
              <a:gd name="connsiteX210" fmla="*/ 405163 w 12193149"/>
              <a:gd name="connsiteY210" fmla="*/ 2660519 h 3171710"/>
              <a:gd name="connsiteX211" fmla="*/ 293583 w 12193149"/>
              <a:gd name="connsiteY211" fmla="*/ 2639823 h 3171710"/>
              <a:gd name="connsiteX212" fmla="*/ 119529 w 12193149"/>
              <a:gd name="connsiteY212" fmla="*/ 2588018 h 3171710"/>
              <a:gd name="connsiteX213" fmla="*/ 16674 w 12193149"/>
              <a:gd name="connsiteY213" fmla="*/ 2585162 h 3171710"/>
              <a:gd name="connsiteX214" fmla="*/ 1150 w 12193149"/>
              <a:gd name="connsiteY214" fmla="*/ 2579693 h 3171710"/>
              <a:gd name="connsiteX215" fmla="*/ 1148 w 12193149"/>
              <a:gd name="connsiteY215" fmla="*/ 1049184 h 3171710"/>
              <a:gd name="connsiteX216" fmla="*/ 1148 w 12193149"/>
              <a:gd name="connsiteY216" fmla="*/ 0 h 3171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12193149" h="3171710">
                <a:moveTo>
                  <a:pt x="1148" y="0"/>
                </a:moveTo>
                <a:lnTo>
                  <a:pt x="12181789" y="8189"/>
                </a:lnTo>
                <a:cubicBezTo>
                  <a:pt x="12181789" y="201435"/>
                  <a:pt x="12193149" y="1213464"/>
                  <a:pt x="12193149" y="1406710"/>
                </a:cubicBezTo>
                <a:lnTo>
                  <a:pt x="12185986" y="1411160"/>
                </a:lnTo>
                <a:cubicBezTo>
                  <a:pt x="12156393" y="1404401"/>
                  <a:pt x="12176978" y="1415299"/>
                  <a:pt x="12156363" y="1424337"/>
                </a:cubicBezTo>
                <a:cubicBezTo>
                  <a:pt x="12172308" y="1438279"/>
                  <a:pt x="12127905" y="1429847"/>
                  <a:pt x="12139215" y="1450150"/>
                </a:cubicBezTo>
                <a:cubicBezTo>
                  <a:pt x="12135103" y="1451151"/>
                  <a:pt x="12130766" y="1451483"/>
                  <a:pt x="12126327" y="1451661"/>
                </a:cubicBezTo>
                <a:lnTo>
                  <a:pt x="12124007" y="1451765"/>
                </a:lnTo>
                <a:lnTo>
                  <a:pt x="12116854" y="1455579"/>
                </a:lnTo>
                <a:lnTo>
                  <a:pt x="12099497" y="1455110"/>
                </a:lnTo>
                <a:cubicBezTo>
                  <a:pt x="12095162" y="1456775"/>
                  <a:pt x="12090978" y="1459336"/>
                  <a:pt x="12087073" y="1463312"/>
                </a:cubicBezTo>
                <a:cubicBezTo>
                  <a:pt x="12078890" y="1483714"/>
                  <a:pt x="12040481" y="1480817"/>
                  <a:pt x="12031073" y="1506980"/>
                </a:cubicBezTo>
                <a:cubicBezTo>
                  <a:pt x="12026399" y="1515225"/>
                  <a:pt x="12004497" y="1532326"/>
                  <a:pt x="11995833" y="1530429"/>
                </a:cubicBezTo>
                <a:cubicBezTo>
                  <a:pt x="11990333" y="1532938"/>
                  <a:pt x="11986699" y="1539016"/>
                  <a:pt x="11979717" y="1535132"/>
                </a:cubicBezTo>
                <a:cubicBezTo>
                  <a:pt x="11970382" y="1531211"/>
                  <a:pt x="11963763" y="1554233"/>
                  <a:pt x="11959046" y="1544529"/>
                </a:cubicBezTo>
                <a:lnTo>
                  <a:pt x="11920454" y="1557854"/>
                </a:lnTo>
                <a:cubicBezTo>
                  <a:pt x="11919152" y="1564914"/>
                  <a:pt x="11912619" y="1567116"/>
                  <a:pt x="11903656" y="1569397"/>
                </a:cubicBezTo>
                <a:lnTo>
                  <a:pt x="11895048" y="1571762"/>
                </a:lnTo>
                <a:lnTo>
                  <a:pt x="11891968" y="1582700"/>
                </a:lnTo>
                <a:cubicBezTo>
                  <a:pt x="11881074" y="1573372"/>
                  <a:pt x="11884523" y="1604713"/>
                  <a:pt x="11870776" y="1604787"/>
                </a:cubicBezTo>
                <a:lnTo>
                  <a:pt x="11813376" y="1624630"/>
                </a:lnTo>
                <a:lnTo>
                  <a:pt x="11590693" y="1790748"/>
                </a:lnTo>
                <a:cubicBezTo>
                  <a:pt x="11550201" y="1817685"/>
                  <a:pt x="11542649" y="1767741"/>
                  <a:pt x="11506817" y="1860594"/>
                </a:cubicBezTo>
                <a:cubicBezTo>
                  <a:pt x="11450023" y="1916431"/>
                  <a:pt x="11337127" y="2017145"/>
                  <a:pt x="11280332" y="2050542"/>
                </a:cubicBezTo>
                <a:cubicBezTo>
                  <a:pt x="11267547" y="2058142"/>
                  <a:pt x="11229147" y="2123560"/>
                  <a:pt x="11228309" y="2103207"/>
                </a:cubicBezTo>
                <a:cubicBezTo>
                  <a:pt x="11223950" y="2105174"/>
                  <a:pt x="11220761" y="2104651"/>
                  <a:pt x="11218087" y="2102932"/>
                </a:cubicBezTo>
                <a:lnTo>
                  <a:pt x="11217184" y="2101989"/>
                </a:lnTo>
                <a:lnTo>
                  <a:pt x="11188885" y="2119354"/>
                </a:lnTo>
                <a:lnTo>
                  <a:pt x="11184501" y="2119496"/>
                </a:lnTo>
                <a:lnTo>
                  <a:pt x="11166854" y="2133583"/>
                </a:lnTo>
                <a:lnTo>
                  <a:pt x="11157311" y="2139385"/>
                </a:lnTo>
                <a:lnTo>
                  <a:pt x="11155496" y="2144068"/>
                </a:lnTo>
                <a:cubicBezTo>
                  <a:pt x="11153045" y="2147436"/>
                  <a:pt x="11148902" y="2150083"/>
                  <a:pt x="11140961" y="2151086"/>
                </a:cubicBezTo>
                <a:lnTo>
                  <a:pt x="11138961" y="2150743"/>
                </a:lnTo>
                <a:lnTo>
                  <a:pt x="11128208" y="2160803"/>
                </a:lnTo>
                <a:cubicBezTo>
                  <a:pt x="11124962" y="2164785"/>
                  <a:pt x="11122359" y="2169258"/>
                  <a:pt x="11120691" y="2174395"/>
                </a:cubicBezTo>
                <a:cubicBezTo>
                  <a:pt x="11081770" y="2197656"/>
                  <a:pt x="10952581" y="2271077"/>
                  <a:pt x="10894683" y="2300370"/>
                </a:cubicBezTo>
                <a:cubicBezTo>
                  <a:pt x="10861781" y="2315405"/>
                  <a:pt x="10817803" y="2335857"/>
                  <a:pt x="10773300" y="2350162"/>
                </a:cubicBezTo>
                <a:cubicBezTo>
                  <a:pt x="10733414" y="2394390"/>
                  <a:pt x="10677791" y="2353706"/>
                  <a:pt x="10627668" y="2386200"/>
                </a:cubicBezTo>
                <a:cubicBezTo>
                  <a:pt x="10590276" y="2369074"/>
                  <a:pt x="10613693" y="2389253"/>
                  <a:pt x="10581895" y="2395660"/>
                </a:cubicBezTo>
                <a:cubicBezTo>
                  <a:pt x="10597733" y="2418627"/>
                  <a:pt x="10540912" y="2395212"/>
                  <a:pt x="10547790" y="2425394"/>
                </a:cubicBezTo>
                <a:cubicBezTo>
                  <a:pt x="10541784" y="2425603"/>
                  <a:pt x="10535750" y="2424857"/>
                  <a:pt x="10529643" y="2423878"/>
                </a:cubicBezTo>
                <a:lnTo>
                  <a:pt x="10526446" y="2423382"/>
                </a:lnTo>
                <a:lnTo>
                  <a:pt x="10515129" y="2426508"/>
                </a:lnTo>
                <a:lnTo>
                  <a:pt x="10491735" y="2421127"/>
                </a:lnTo>
                <a:cubicBezTo>
                  <a:pt x="10485147" y="2422161"/>
                  <a:pt x="10478389" y="2424430"/>
                  <a:pt x="10471418" y="2428664"/>
                </a:cubicBezTo>
                <a:cubicBezTo>
                  <a:pt x="10451763" y="2453636"/>
                  <a:pt x="10400774" y="2439247"/>
                  <a:pt x="10377042" y="2471569"/>
                </a:cubicBezTo>
                <a:cubicBezTo>
                  <a:pt x="10367240" y="2481286"/>
                  <a:pt x="10330319" y="2498097"/>
                  <a:pt x="10319338" y="2493192"/>
                </a:cubicBezTo>
                <a:cubicBezTo>
                  <a:pt x="10310813" y="2495031"/>
                  <a:pt x="10303331" y="2502144"/>
                  <a:pt x="10295467" y="2495050"/>
                </a:cubicBezTo>
                <a:cubicBezTo>
                  <a:pt x="10284420" y="2487261"/>
                  <a:pt x="10265794" y="2516157"/>
                  <a:pt x="10263443" y="2501919"/>
                </a:cubicBezTo>
                <a:lnTo>
                  <a:pt x="10205418" y="2509120"/>
                </a:lnTo>
                <a:cubicBezTo>
                  <a:pt x="10200696" y="2518180"/>
                  <a:pt x="10190895" y="2519327"/>
                  <a:pt x="10177759" y="2519914"/>
                </a:cubicBezTo>
                <a:lnTo>
                  <a:pt x="10165070" y="2520710"/>
                </a:lnTo>
                <a:lnTo>
                  <a:pt x="10156308" y="2534458"/>
                </a:lnTo>
                <a:cubicBezTo>
                  <a:pt x="10145406" y="2519028"/>
                  <a:pt x="10136981" y="2561781"/>
                  <a:pt x="10118267" y="2558113"/>
                </a:cubicBezTo>
                <a:lnTo>
                  <a:pt x="10083317" y="2570267"/>
                </a:lnTo>
                <a:cubicBezTo>
                  <a:pt x="10075718" y="2568198"/>
                  <a:pt x="10048011" y="2569526"/>
                  <a:pt x="10040388" y="2568603"/>
                </a:cubicBezTo>
                <a:cubicBezTo>
                  <a:pt x="9999609" y="2578704"/>
                  <a:pt x="9985545" y="2579194"/>
                  <a:pt x="9961167" y="2584118"/>
                </a:cubicBezTo>
                <a:cubicBezTo>
                  <a:pt x="9920131" y="2584260"/>
                  <a:pt x="9889892" y="2581061"/>
                  <a:pt x="9848940" y="2590886"/>
                </a:cubicBezTo>
                <a:lnTo>
                  <a:pt x="9729457" y="2611093"/>
                </a:lnTo>
                <a:cubicBezTo>
                  <a:pt x="9676207" y="2601507"/>
                  <a:pt x="9631235" y="2626730"/>
                  <a:pt x="9613704" y="2639342"/>
                </a:cubicBezTo>
                <a:cubicBezTo>
                  <a:pt x="9548152" y="2653618"/>
                  <a:pt x="9410970" y="2690964"/>
                  <a:pt x="9338590" y="2696264"/>
                </a:cubicBezTo>
                <a:lnTo>
                  <a:pt x="9232518" y="2720120"/>
                </a:lnTo>
                <a:lnTo>
                  <a:pt x="9156690" y="2730199"/>
                </a:lnTo>
                <a:lnTo>
                  <a:pt x="9054601" y="2737726"/>
                </a:lnTo>
                <a:lnTo>
                  <a:pt x="9006634" y="2741011"/>
                </a:lnTo>
                <a:lnTo>
                  <a:pt x="9006349" y="2740771"/>
                </a:lnTo>
                <a:cubicBezTo>
                  <a:pt x="9004294" y="2740551"/>
                  <a:pt x="9001475" y="2740879"/>
                  <a:pt x="8997380" y="2741982"/>
                </a:cubicBezTo>
                <a:lnTo>
                  <a:pt x="8991542" y="2744043"/>
                </a:lnTo>
                <a:lnTo>
                  <a:pt x="8975485" y="2747269"/>
                </a:lnTo>
                <a:lnTo>
                  <a:pt x="8969159" y="2746569"/>
                </a:lnTo>
                <a:lnTo>
                  <a:pt x="8964196" y="2744344"/>
                </a:lnTo>
                <a:cubicBezTo>
                  <a:pt x="8955841" y="2752295"/>
                  <a:pt x="8956668" y="2761243"/>
                  <a:pt x="8930136" y="2741156"/>
                </a:cubicBezTo>
                <a:cubicBezTo>
                  <a:pt x="8899182" y="2742176"/>
                  <a:pt x="8790451" y="2756831"/>
                  <a:pt x="8753592" y="2760388"/>
                </a:cubicBezTo>
                <a:cubicBezTo>
                  <a:pt x="8720970" y="2771108"/>
                  <a:pt x="8749345" y="2757447"/>
                  <a:pt x="8708995" y="2762489"/>
                </a:cubicBezTo>
                <a:cubicBezTo>
                  <a:pt x="8672757" y="2782024"/>
                  <a:pt x="8640293" y="2765584"/>
                  <a:pt x="8597219" y="2771061"/>
                </a:cubicBezTo>
                <a:lnTo>
                  <a:pt x="8526378" y="2756219"/>
                </a:lnTo>
                <a:lnTo>
                  <a:pt x="8512131" y="2762134"/>
                </a:lnTo>
                <a:lnTo>
                  <a:pt x="8507315" y="2765135"/>
                </a:lnTo>
                <a:cubicBezTo>
                  <a:pt x="8503797" y="2766912"/>
                  <a:pt x="8501196" y="2767723"/>
                  <a:pt x="8499116" y="2767873"/>
                </a:cubicBezTo>
                <a:lnTo>
                  <a:pt x="8498742" y="2767694"/>
                </a:lnTo>
                <a:lnTo>
                  <a:pt x="8491397" y="2770744"/>
                </a:lnTo>
                <a:lnTo>
                  <a:pt x="8368330" y="2784786"/>
                </a:lnTo>
                <a:cubicBezTo>
                  <a:pt x="8363173" y="2786811"/>
                  <a:pt x="8358881" y="2786463"/>
                  <a:pt x="8354947" y="2784980"/>
                </a:cubicBezTo>
                <a:lnTo>
                  <a:pt x="8321252" y="2801558"/>
                </a:lnTo>
                <a:lnTo>
                  <a:pt x="8315581" y="2801884"/>
                </a:lnTo>
                <a:lnTo>
                  <a:pt x="8296322" y="2815779"/>
                </a:lnTo>
                <a:lnTo>
                  <a:pt x="8285424" y="2821602"/>
                </a:lnTo>
                <a:lnTo>
                  <a:pt x="8284298" y="2826045"/>
                </a:lnTo>
                <a:cubicBezTo>
                  <a:pt x="8281994" y="2829290"/>
                  <a:pt x="8277300" y="2831938"/>
                  <a:pt x="8267224" y="2833220"/>
                </a:cubicBezTo>
                <a:lnTo>
                  <a:pt x="8264525" y="2832990"/>
                </a:lnTo>
                <a:lnTo>
                  <a:pt x="8253181" y="2842833"/>
                </a:lnTo>
                <a:cubicBezTo>
                  <a:pt x="8250007" y="2846683"/>
                  <a:pt x="8247795" y="2850965"/>
                  <a:pt x="8246982" y="2855825"/>
                </a:cubicBezTo>
                <a:cubicBezTo>
                  <a:pt x="8182975" y="2852918"/>
                  <a:pt x="8148279" y="2887040"/>
                  <a:pt x="8091420" y="2901986"/>
                </a:cubicBezTo>
                <a:cubicBezTo>
                  <a:pt x="8026616" y="2925128"/>
                  <a:pt x="7968218" y="2946364"/>
                  <a:pt x="7906555" y="2943959"/>
                </a:cubicBezTo>
                <a:cubicBezTo>
                  <a:pt x="7836267" y="2958871"/>
                  <a:pt x="7782114" y="2961102"/>
                  <a:pt x="7719893" y="2969674"/>
                </a:cubicBezTo>
                <a:lnTo>
                  <a:pt x="7615495" y="2966203"/>
                </a:lnTo>
                <a:lnTo>
                  <a:pt x="7528691" y="2972031"/>
                </a:lnTo>
                <a:lnTo>
                  <a:pt x="7520719" y="2974584"/>
                </a:lnTo>
                <a:cubicBezTo>
                  <a:pt x="7515141" y="2975923"/>
                  <a:pt x="7511320" y="2976273"/>
                  <a:pt x="7508559" y="2975919"/>
                </a:cubicBezTo>
                <a:lnTo>
                  <a:pt x="7508188" y="2975592"/>
                </a:lnTo>
                <a:lnTo>
                  <a:pt x="7496943" y="2977544"/>
                </a:lnTo>
                <a:lnTo>
                  <a:pt x="7219707" y="2983651"/>
                </a:lnTo>
                <a:lnTo>
                  <a:pt x="7202249" y="2988201"/>
                </a:lnTo>
                <a:lnTo>
                  <a:pt x="7198152" y="2993559"/>
                </a:lnTo>
                <a:cubicBezTo>
                  <a:pt x="7193259" y="2997082"/>
                  <a:pt x="7185654" y="2999221"/>
                  <a:pt x="7171956" y="2998207"/>
                </a:cubicBezTo>
                <a:lnTo>
                  <a:pt x="7098136" y="3010435"/>
                </a:lnTo>
                <a:cubicBezTo>
                  <a:pt x="7062296" y="3011413"/>
                  <a:pt x="7051336" y="3012390"/>
                  <a:pt x="7019644" y="3010061"/>
                </a:cubicBezTo>
                <a:cubicBezTo>
                  <a:pt x="6938675" y="3020999"/>
                  <a:pt x="6944793" y="3045165"/>
                  <a:pt x="6905294" y="3039567"/>
                </a:cubicBezTo>
                <a:cubicBezTo>
                  <a:pt x="6873070" y="3034359"/>
                  <a:pt x="6789137" y="3053433"/>
                  <a:pt x="6709370" y="3067522"/>
                </a:cubicBezTo>
                <a:cubicBezTo>
                  <a:pt x="6650254" y="3076977"/>
                  <a:pt x="6629253" y="3091078"/>
                  <a:pt x="6550602" y="3096298"/>
                </a:cubicBezTo>
                <a:cubicBezTo>
                  <a:pt x="6473302" y="3140388"/>
                  <a:pt x="6410843" y="3116665"/>
                  <a:pt x="6318708" y="3143098"/>
                </a:cubicBezTo>
                <a:cubicBezTo>
                  <a:pt x="6298698" y="3158620"/>
                  <a:pt x="6210439" y="3141427"/>
                  <a:pt x="6169822" y="3145185"/>
                </a:cubicBezTo>
                <a:cubicBezTo>
                  <a:pt x="6129203" y="3148943"/>
                  <a:pt x="6091688" y="3162491"/>
                  <a:pt x="6074996" y="3165647"/>
                </a:cubicBezTo>
                <a:lnTo>
                  <a:pt x="6069677" y="3164110"/>
                </a:lnTo>
                <a:lnTo>
                  <a:pt x="6049786" y="3164793"/>
                </a:lnTo>
                <a:lnTo>
                  <a:pt x="6042433" y="3156444"/>
                </a:lnTo>
                <a:lnTo>
                  <a:pt x="6011238" y="3151351"/>
                </a:lnTo>
                <a:cubicBezTo>
                  <a:pt x="5999830" y="3150764"/>
                  <a:pt x="5971276" y="3151677"/>
                  <a:pt x="5958523" y="3154995"/>
                </a:cubicBezTo>
                <a:lnTo>
                  <a:pt x="5760067" y="3170687"/>
                </a:lnTo>
                <a:lnTo>
                  <a:pt x="5628108" y="3171710"/>
                </a:lnTo>
                <a:lnTo>
                  <a:pt x="5472054" y="3157690"/>
                </a:lnTo>
                <a:cubicBezTo>
                  <a:pt x="5479284" y="3144662"/>
                  <a:pt x="5440157" y="3158728"/>
                  <a:pt x="5433909" y="3146437"/>
                </a:cubicBezTo>
                <a:cubicBezTo>
                  <a:pt x="5430517" y="3136405"/>
                  <a:pt x="5392976" y="3131721"/>
                  <a:pt x="5382817" y="3128735"/>
                </a:cubicBezTo>
                <a:lnTo>
                  <a:pt x="5262912" y="3108318"/>
                </a:lnTo>
                <a:cubicBezTo>
                  <a:pt x="5252746" y="3108134"/>
                  <a:pt x="5231699" y="3099824"/>
                  <a:pt x="5224109" y="3097194"/>
                </a:cubicBezTo>
                <a:lnTo>
                  <a:pt x="5175808" y="3094204"/>
                </a:lnTo>
                <a:lnTo>
                  <a:pt x="5157702" y="3086981"/>
                </a:lnTo>
                <a:lnTo>
                  <a:pt x="5143747" y="3083581"/>
                </a:lnTo>
                <a:lnTo>
                  <a:pt x="5140744" y="3081480"/>
                </a:lnTo>
                <a:cubicBezTo>
                  <a:pt x="5135026" y="3077440"/>
                  <a:pt x="5129229" y="3073629"/>
                  <a:pt x="5122807" y="3070627"/>
                </a:cubicBezTo>
                <a:cubicBezTo>
                  <a:pt x="5109467" y="3099246"/>
                  <a:pt x="5066004" y="3049810"/>
                  <a:pt x="5066938" y="3077198"/>
                </a:cubicBezTo>
                <a:cubicBezTo>
                  <a:pt x="5029345" y="3065682"/>
                  <a:pt x="5040096" y="3094771"/>
                  <a:pt x="5012662" y="3060817"/>
                </a:cubicBezTo>
                <a:cubicBezTo>
                  <a:pt x="4938174" y="3061200"/>
                  <a:pt x="4917504" y="3074207"/>
                  <a:pt x="4841589" y="3036800"/>
                </a:cubicBezTo>
                <a:cubicBezTo>
                  <a:pt x="4807890" y="3020158"/>
                  <a:pt x="4785258" y="3009012"/>
                  <a:pt x="4763595" y="3009032"/>
                </a:cubicBezTo>
                <a:cubicBezTo>
                  <a:pt x="4742475" y="3004532"/>
                  <a:pt x="4730631" y="3001709"/>
                  <a:pt x="4724334" y="3000018"/>
                </a:cubicBezTo>
                <a:lnTo>
                  <a:pt x="4722324" y="2999269"/>
                </a:lnTo>
                <a:lnTo>
                  <a:pt x="4723259" y="2999058"/>
                </a:lnTo>
                <a:cubicBezTo>
                  <a:pt x="4722296" y="2998416"/>
                  <a:pt x="4719415" y="2997810"/>
                  <a:pt x="4718350" y="2997788"/>
                </a:cubicBezTo>
                <a:lnTo>
                  <a:pt x="4722324" y="2999269"/>
                </a:lnTo>
                <a:lnTo>
                  <a:pt x="4716674" y="3000544"/>
                </a:lnTo>
                <a:cubicBezTo>
                  <a:pt x="4681300" y="2993588"/>
                  <a:pt x="4525895" y="2992780"/>
                  <a:pt x="4516962" y="2990642"/>
                </a:cubicBezTo>
                <a:cubicBezTo>
                  <a:pt x="4458971" y="2977530"/>
                  <a:pt x="4463810" y="2976789"/>
                  <a:pt x="4429691" y="2979991"/>
                </a:cubicBezTo>
                <a:cubicBezTo>
                  <a:pt x="4424455" y="2983362"/>
                  <a:pt x="4370126" y="2977068"/>
                  <a:pt x="4364023" y="2978645"/>
                </a:cubicBezTo>
                <a:lnTo>
                  <a:pt x="4318114" y="2985260"/>
                </a:lnTo>
                <a:lnTo>
                  <a:pt x="4316258" y="2983919"/>
                </a:lnTo>
                <a:cubicBezTo>
                  <a:pt x="4307275" y="2980548"/>
                  <a:pt x="4301145" y="2980549"/>
                  <a:pt x="4296292" y="2982040"/>
                </a:cubicBezTo>
                <a:lnTo>
                  <a:pt x="4291212" y="2984957"/>
                </a:lnTo>
                <a:lnTo>
                  <a:pt x="4277290" y="2984711"/>
                </a:lnTo>
                <a:lnTo>
                  <a:pt x="4249265" y="2987035"/>
                </a:lnTo>
                <a:lnTo>
                  <a:pt x="4203199" y="2984240"/>
                </a:lnTo>
                <a:cubicBezTo>
                  <a:pt x="4203096" y="2983820"/>
                  <a:pt x="4202995" y="2983401"/>
                  <a:pt x="4202893" y="2982981"/>
                </a:cubicBezTo>
                <a:cubicBezTo>
                  <a:pt x="4201267" y="2980144"/>
                  <a:pt x="4198292" y="2978025"/>
                  <a:pt x="4192396" y="2977347"/>
                </a:cubicBezTo>
                <a:cubicBezTo>
                  <a:pt x="4205365" y="2960058"/>
                  <a:pt x="4162425" y="2961953"/>
                  <a:pt x="4143893" y="2961482"/>
                </a:cubicBezTo>
                <a:cubicBezTo>
                  <a:pt x="4125868" y="2954416"/>
                  <a:pt x="4100250" y="2940836"/>
                  <a:pt x="4084245" y="2934949"/>
                </a:cubicBezTo>
                <a:lnTo>
                  <a:pt x="4075694" y="2934114"/>
                </a:lnTo>
                <a:cubicBezTo>
                  <a:pt x="4075655" y="2934013"/>
                  <a:pt x="4075614" y="2933914"/>
                  <a:pt x="4075575" y="2933815"/>
                </a:cubicBezTo>
                <a:cubicBezTo>
                  <a:pt x="4073829" y="2933031"/>
                  <a:pt x="4071057" y="2932530"/>
                  <a:pt x="4066658" y="2932371"/>
                </a:cubicBezTo>
                <a:lnTo>
                  <a:pt x="4060102" y="2932589"/>
                </a:lnTo>
                <a:lnTo>
                  <a:pt x="4043512" y="2930968"/>
                </a:lnTo>
                <a:lnTo>
                  <a:pt x="4038145" y="2928534"/>
                </a:lnTo>
                <a:lnTo>
                  <a:pt x="4036511" y="2924867"/>
                </a:lnTo>
                <a:lnTo>
                  <a:pt x="4034926" y="2925102"/>
                </a:lnTo>
                <a:cubicBezTo>
                  <a:pt x="4022576" y="2929966"/>
                  <a:pt x="4018025" y="2938342"/>
                  <a:pt x="4005686" y="2912534"/>
                </a:cubicBezTo>
                <a:lnTo>
                  <a:pt x="3937994" y="2895077"/>
                </a:lnTo>
                <a:cubicBezTo>
                  <a:pt x="3921658" y="2902801"/>
                  <a:pt x="3909686" y="2898112"/>
                  <a:pt x="3898423" y="2889422"/>
                </a:cubicBezTo>
                <a:cubicBezTo>
                  <a:pt x="3862243" y="2889918"/>
                  <a:pt x="3830779" y="2876048"/>
                  <a:pt x="3790908" y="2869184"/>
                </a:cubicBezTo>
                <a:cubicBezTo>
                  <a:pt x="3742158" y="2854478"/>
                  <a:pt x="3726280" y="2852501"/>
                  <a:pt x="3683661" y="2845261"/>
                </a:cubicBezTo>
                <a:lnTo>
                  <a:pt x="3611183" y="2812990"/>
                </a:lnTo>
                <a:lnTo>
                  <a:pt x="3605003" y="2814352"/>
                </a:lnTo>
                <a:cubicBezTo>
                  <a:pt x="3600731" y="2814971"/>
                  <a:pt x="3597877" y="2814971"/>
                  <a:pt x="3595884" y="2814516"/>
                </a:cubicBezTo>
                <a:lnTo>
                  <a:pt x="3595649" y="2814247"/>
                </a:lnTo>
                <a:lnTo>
                  <a:pt x="3587126" y="2814937"/>
                </a:lnTo>
                <a:cubicBezTo>
                  <a:pt x="3572774" y="2816728"/>
                  <a:pt x="3550540" y="2802529"/>
                  <a:pt x="3537283" y="2805238"/>
                </a:cubicBezTo>
                <a:cubicBezTo>
                  <a:pt x="3515092" y="2800942"/>
                  <a:pt x="3489773" y="2807207"/>
                  <a:pt x="3474371" y="2801577"/>
                </a:cubicBezTo>
                <a:lnTo>
                  <a:pt x="3401876" y="2789529"/>
                </a:lnTo>
                <a:lnTo>
                  <a:pt x="3365036" y="2806481"/>
                </a:lnTo>
                <a:cubicBezTo>
                  <a:pt x="3361007" y="2808779"/>
                  <a:pt x="3355145" y="2809857"/>
                  <a:pt x="3345174" y="2808163"/>
                </a:cubicBezTo>
                <a:lnTo>
                  <a:pt x="3342846" y="2807188"/>
                </a:lnTo>
                <a:cubicBezTo>
                  <a:pt x="3337528" y="2809659"/>
                  <a:pt x="3296694" y="2810789"/>
                  <a:pt x="3263504" y="2813065"/>
                </a:cubicBezTo>
                <a:cubicBezTo>
                  <a:pt x="3210873" y="2815406"/>
                  <a:pt x="3204538" y="2823378"/>
                  <a:pt x="3143704" y="2820840"/>
                </a:cubicBezTo>
                <a:cubicBezTo>
                  <a:pt x="3083839" y="2822069"/>
                  <a:pt x="3073438" y="2828075"/>
                  <a:pt x="3031439" y="2823483"/>
                </a:cubicBezTo>
                <a:lnTo>
                  <a:pt x="2782717" y="2845304"/>
                </a:lnTo>
                <a:cubicBezTo>
                  <a:pt x="2720447" y="2872959"/>
                  <a:pt x="2718750" y="2842390"/>
                  <a:pt x="2647675" y="2855840"/>
                </a:cubicBezTo>
                <a:cubicBezTo>
                  <a:pt x="2583664" y="2795905"/>
                  <a:pt x="2609849" y="2834173"/>
                  <a:pt x="2569176" y="2829599"/>
                </a:cubicBezTo>
                <a:lnTo>
                  <a:pt x="2444403" y="2843500"/>
                </a:lnTo>
                <a:cubicBezTo>
                  <a:pt x="2412730" y="2860060"/>
                  <a:pt x="2355175" y="2829971"/>
                  <a:pt x="2316260" y="2851967"/>
                </a:cubicBezTo>
                <a:cubicBezTo>
                  <a:pt x="2277148" y="2852505"/>
                  <a:pt x="2234330" y="2848310"/>
                  <a:pt x="2209726" y="2846734"/>
                </a:cubicBezTo>
                <a:cubicBezTo>
                  <a:pt x="2172984" y="2843077"/>
                  <a:pt x="2131016" y="2834145"/>
                  <a:pt x="2095813" y="2830023"/>
                </a:cubicBezTo>
                <a:cubicBezTo>
                  <a:pt x="2078687" y="2843632"/>
                  <a:pt x="2046700" y="2821328"/>
                  <a:pt x="1998504" y="2822003"/>
                </a:cubicBezTo>
                <a:cubicBezTo>
                  <a:pt x="1979851" y="2837650"/>
                  <a:pt x="1965997" y="2822267"/>
                  <a:pt x="1929320" y="2843948"/>
                </a:cubicBezTo>
                <a:cubicBezTo>
                  <a:pt x="1927506" y="2842156"/>
                  <a:pt x="1925308" y="2840529"/>
                  <a:pt x="1922798" y="2839117"/>
                </a:cubicBezTo>
                <a:cubicBezTo>
                  <a:pt x="1908224" y="2830923"/>
                  <a:pt x="1886476" y="2831636"/>
                  <a:pt x="1874228" y="2840712"/>
                </a:cubicBezTo>
                <a:cubicBezTo>
                  <a:pt x="1844711" y="2855471"/>
                  <a:pt x="1815838" y="2863248"/>
                  <a:pt x="1787803" y="2868334"/>
                </a:cubicBezTo>
                <a:lnTo>
                  <a:pt x="1739352" y="2863283"/>
                </a:lnTo>
                <a:cubicBezTo>
                  <a:pt x="1720756" y="2859717"/>
                  <a:pt x="1697809" y="2850808"/>
                  <a:pt x="1676219" y="2846934"/>
                </a:cubicBezTo>
                <a:cubicBezTo>
                  <a:pt x="1653856" y="2845729"/>
                  <a:pt x="1629782" y="2852334"/>
                  <a:pt x="1609817" y="2840037"/>
                </a:cubicBezTo>
                <a:cubicBezTo>
                  <a:pt x="1570834" y="2828361"/>
                  <a:pt x="1525521" y="2848516"/>
                  <a:pt x="1497258" y="2814447"/>
                </a:cubicBezTo>
                <a:cubicBezTo>
                  <a:pt x="1419429" y="2799738"/>
                  <a:pt x="1265224" y="2779725"/>
                  <a:pt x="1151127" y="2765012"/>
                </a:cubicBezTo>
                <a:cubicBezTo>
                  <a:pt x="1044820" y="2755201"/>
                  <a:pt x="911490" y="2756949"/>
                  <a:pt x="859417" y="2755579"/>
                </a:cubicBezTo>
                <a:lnTo>
                  <a:pt x="838688" y="2756792"/>
                </a:lnTo>
                <a:cubicBezTo>
                  <a:pt x="829380" y="2753383"/>
                  <a:pt x="823010" y="2753358"/>
                  <a:pt x="817957" y="2754828"/>
                </a:cubicBezTo>
                <a:lnTo>
                  <a:pt x="812654" y="2757722"/>
                </a:lnTo>
                <a:lnTo>
                  <a:pt x="721195" y="2756632"/>
                </a:lnTo>
                <a:cubicBezTo>
                  <a:pt x="721095" y="2756212"/>
                  <a:pt x="720991" y="2755791"/>
                  <a:pt x="720890" y="2755370"/>
                </a:cubicBezTo>
                <a:cubicBezTo>
                  <a:pt x="719222" y="2752527"/>
                  <a:pt x="716144" y="2750395"/>
                  <a:pt x="710023" y="2749693"/>
                </a:cubicBezTo>
                <a:cubicBezTo>
                  <a:pt x="689532" y="2741604"/>
                  <a:pt x="619665" y="2714421"/>
                  <a:pt x="597940" y="2706835"/>
                </a:cubicBezTo>
                <a:cubicBezTo>
                  <a:pt x="587430" y="2706236"/>
                  <a:pt x="583862" y="2704593"/>
                  <a:pt x="579683" y="2704183"/>
                </a:cubicBezTo>
                <a:lnTo>
                  <a:pt x="572865" y="2704372"/>
                </a:lnTo>
                <a:cubicBezTo>
                  <a:pt x="550627" y="2698066"/>
                  <a:pt x="474197" y="2673651"/>
                  <a:pt x="446247" y="2666342"/>
                </a:cubicBezTo>
                <a:cubicBezTo>
                  <a:pt x="429213" y="2673994"/>
                  <a:pt x="416808" y="2669256"/>
                  <a:pt x="405163" y="2660519"/>
                </a:cubicBezTo>
                <a:cubicBezTo>
                  <a:pt x="367566" y="2660861"/>
                  <a:pt x="334968" y="2646856"/>
                  <a:pt x="293583" y="2639823"/>
                </a:cubicBezTo>
                <a:lnTo>
                  <a:pt x="119529" y="2588018"/>
                </a:lnTo>
                <a:cubicBezTo>
                  <a:pt x="73377" y="2578908"/>
                  <a:pt x="36403" y="2586550"/>
                  <a:pt x="16674" y="2585162"/>
                </a:cubicBezTo>
                <a:lnTo>
                  <a:pt x="1150" y="2579693"/>
                </a:lnTo>
                <a:cubicBezTo>
                  <a:pt x="-1438" y="2323697"/>
                  <a:pt x="1148" y="1341304"/>
                  <a:pt x="1148" y="1049184"/>
                </a:cubicBezTo>
                <a:lnTo>
                  <a:pt x="1148"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E097C74-BA3B-0FD6-1621-7B1EE686B9C2}"/>
              </a:ext>
            </a:extLst>
          </p:cNvPr>
          <p:cNvSpPr>
            <a:spLocks noGrp="1"/>
          </p:cNvSpPr>
          <p:nvPr>
            <p:ph type="title"/>
          </p:nvPr>
        </p:nvSpPr>
        <p:spPr>
          <a:xfrm>
            <a:off x="1137036" y="548640"/>
            <a:ext cx="9916632" cy="1188720"/>
          </a:xfrm>
        </p:spPr>
        <p:txBody>
          <a:bodyPr>
            <a:normAutofit/>
          </a:bodyPr>
          <a:lstStyle/>
          <a:p>
            <a:r>
              <a:rPr lang="en-US">
                <a:solidFill>
                  <a:schemeClr val="tx1">
                    <a:lumMod val="85000"/>
                    <a:lumOff val="15000"/>
                  </a:schemeClr>
                </a:solidFill>
                <a:latin typeface="Times New Roman"/>
                <a:cs typeface="Times New Roman"/>
              </a:rPr>
              <a:t>Literature Gaps</a:t>
            </a:r>
          </a:p>
        </p:txBody>
      </p:sp>
      <p:sp>
        <p:nvSpPr>
          <p:cNvPr id="9" name="Content Placeholder 8">
            <a:extLst>
              <a:ext uri="{FF2B5EF4-FFF2-40B4-BE49-F238E27FC236}">
                <a16:creationId xmlns:a16="http://schemas.microsoft.com/office/drawing/2014/main" id="{15E8D6D5-311B-5778-A1E5-C6799E7E5291}"/>
              </a:ext>
            </a:extLst>
          </p:cNvPr>
          <p:cNvSpPr>
            <a:spLocks noGrp="1"/>
          </p:cNvSpPr>
          <p:nvPr>
            <p:ph idx="1"/>
          </p:nvPr>
        </p:nvSpPr>
        <p:spPr>
          <a:xfrm>
            <a:off x="534840" y="1994738"/>
            <a:ext cx="11099908" cy="4716096"/>
          </a:xfrm>
        </p:spPr>
        <p:txBody>
          <a:bodyPr vert="horz" lIns="91440" tIns="45720" rIns="91440" bIns="45720" rtlCol="0" anchor="ctr">
            <a:normAutofit lnSpcReduction="10000"/>
          </a:bodyPr>
          <a:lstStyle/>
          <a:p>
            <a:pPr marL="285750" indent="-285750">
              <a:spcBef>
                <a:spcPts val="0"/>
              </a:spcBef>
              <a:buFont typeface="Arial,Sans-Serif" panose="020B0604020202020204" pitchFamily="34" charset="0"/>
            </a:pPr>
            <a:r>
              <a:rPr lang="en-US" sz="2000" dirty="0">
                <a:solidFill>
                  <a:schemeClr val="tx1">
                    <a:lumMod val="85000"/>
                    <a:lumOff val="15000"/>
                  </a:schemeClr>
                </a:solidFill>
                <a:latin typeface="Times New Roman"/>
                <a:ea typeface="Calibri"/>
                <a:cs typeface="Calibri"/>
              </a:rPr>
              <a:t>Increasing the number of diseases and Develop a real-time disease prediction system that can provide instant feedback and recommendations based on user input.[1]</a:t>
            </a:r>
            <a:endParaRPr lang="en-US" dirty="0">
              <a:solidFill>
                <a:schemeClr val="tx1">
                  <a:lumMod val="85000"/>
                  <a:lumOff val="15000"/>
                </a:schemeClr>
              </a:solidFill>
            </a:endParaRPr>
          </a:p>
          <a:p>
            <a:pPr marL="0" indent="0">
              <a:spcBef>
                <a:spcPts val="0"/>
              </a:spcBef>
              <a:buNone/>
            </a:pPr>
            <a:endParaRPr lang="en-US" sz="2000" dirty="0">
              <a:solidFill>
                <a:schemeClr val="tx1">
                  <a:lumMod val="85000"/>
                  <a:lumOff val="15000"/>
                </a:schemeClr>
              </a:solidFill>
              <a:latin typeface="Times New Roman"/>
              <a:ea typeface="Calibri"/>
              <a:cs typeface="Calibri"/>
            </a:endParaRPr>
          </a:p>
          <a:p>
            <a:pPr marL="285750" indent="-285750">
              <a:spcBef>
                <a:spcPts val="0"/>
              </a:spcBef>
              <a:buFont typeface="Arial,Sans-Serif" panose="020B0604020202020204" pitchFamily="34" charset="0"/>
            </a:pPr>
            <a:r>
              <a:rPr lang="en-US" sz="2000" dirty="0">
                <a:solidFill>
                  <a:schemeClr val="tx1">
                    <a:lumMod val="85000"/>
                    <a:lumOff val="15000"/>
                  </a:schemeClr>
                </a:solidFill>
                <a:latin typeface="Times New Roman"/>
                <a:ea typeface="Calibri"/>
                <a:cs typeface="Calibri"/>
              </a:rPr>
              <a:t>The study does not explore the potential benefits of combining the Naïve Bayes, Decision Tree, and Random Forest with ensemble methods. For Future research we can focus on implementing techniques such as oversampling, under sampling, or synthetic data generation to handle class imbalance and improve the algorithm's predictive capabilities.[2]</a:t>
            </a:r>
            <a:endParaRPr lang="en-US" dirty="0">
              <a:solidFill>
                <a:schemeClr val="tx1">
                  <a:lumMod val="85000"/>
                  <a:lumOff val="15000"/>
                </a:schemeClr>
              </a:solidFill>
            </a:endParaRPr>
          </a:p>
          <a:p>
            <a:pPr marL="0" indent="0">
              <a:spcBef>
                <a:spcPts val="0"/>
              </a:spcBef>
              <a:buNone/>
            </a:pPr>
            <a:endParaRPr lang="en-US" sz="2000" dirty="0">
              <a:solidFill>
                <a:schemeClr val="tx1">
                  <a:lumMod val="85000"/>
                  <a:lumOff val="15000"/>
                </a:schemeClr>
              </a:solidFill>
              <a:latin typeface="Times New Roman"/>
              <a:ea typeface="Calibri"/>
              <a:cs typeface="Calibri"/>
            </a:endParaRPr>
          </a:p>
          <a:p>
            <a:pPr marL="285750" indent="-285750">
              <a:spcBef>
                <a:spcPts val="0"/>
              </a:spcBef>
              <a:buFont typeface="Arial,Sans-Serif" panose="020B0604020202020204" pitchFamily="34" charset="0"/>
              <a:buChar char="•"/>
            </a:pPr>
            <a:r>
              <a:rPr lang="en-US" sz="2000" dirty="0">
                <a:solidFill>
                  <a:schemeClr val="tx1">
                    <a:lumMod val="85000"/>
                    <a:lumOff val="15000"/>
                  </a:schemeClr>
                </a:solidFill>
                <a:latin typeface="Times New Roman"/>
                <a:ea typeface="Calibri"/>
                <a:cs typeface="Calibri"/>
              </a:rPr>
              <a:t>Need to improv the user interface and user experience of the disease prediction system to make it more accessible and user-friendly for both healthcare professionals and patients. [3]</a:t>
            </a:r>
          </a:p>
          <a:p>
            <a:pPr marL="0" indent="0">
              <a:spcBef>
                <a:spcPts val="0"/>
              </a:spcBef>
              <a:buNone/>
            </a:pPr>
            <a:endParaRPr lang="en-US" sz="2000" dirty="0">
              <a:solidFill>
                <a:schemeClr val="tx1">
                  <a:lumMod val="85000"/>
                  <a:lumOff val="15000"/>
                </a:schemeClr>
              </a:solidFill>
              <a:latin typeface="Times New Roman"/>
              <a:ea typeface="Calibri"/>
              <a:cs typeface="Calibri"/>
            </a:endParaRPr>
          </a:p>
          <a:p>
            <a:pPr marL="285750" indent="-285750">
              <a:spcBef>
                <a:spcPts val="0"/>
              </a:spcBef>
              <a:buFont typeface="Arial,Sans-Serif" panose="020B0604020202020204" pitchFamily="34" charset="0"/>
              <a:buChar char="•"/>
            </a:pPr>
            <a:r>
              <a:rPr lang="en-US" sz="2000" dirty="0">
                <a:solidFill>
                  <a:schemeClr val="tx1">
                    <a:lumMod val="85000"/>
                    <a:lumOff val="15000"/>
                  </a:schemeClr>
                </a:solidFill>
                <a:latin typeface="Times New Roman"/>
                <a:ea typeface="Calibri"/>
                <a:cs typeface="Calibri"/>
              </a:rPr>
              <a:t>Lack of detailed discussion on the potential challenges and limitations of implementing the proposed disease prediction model in real-world healthcare settings. Addressing practical considerations such as data privacy, regulatory compliance, and integration with existing systems will be crucial. [4]</a:t>
            </a:r>
          </a:p>
          <a:p>
            <a:pPr marL="0" indent="0">
              <a:spcBef>
                <a:spcPts val="0"/>
              </a:spcBef>
              <a:buNone/>
            </a:pPr>
            <a:endParaRPr lang="en-US" sz="2000" dirty="0">
              <a:solidFill>
                <a:schemeClr val="tx1">
                  <a:lumMod val="85000"/>
                  <a:lumOff val="15000"/>
                </a:schemeClr>
              </a:solidFill>
              <a:latin typeface="Times New Roman"/>
              <a:ea typeface="Calibri"/>
              <a:cs typeface="Calibri"/>
            </a:endParaRPr>
          </a:p>
          <a:p>
            <a:pPr marL="285750" indent="-285750">
              <a:spcBef>
                <a:spcPts val="0"/>
              </a:spcBef>
              <a:buFont typeface="Arial,Sans-Serif" panose="020B0604020202020204" pitchFamily="34" charset="0"/>
              <a:buChar char="•"/>
            </a:pPr>
            <a:r>
              <a:rPr lang="en-US" sz="2000" dirty="0">
                <a:solidFill>
                  <a:schemeClr val="tx1">
                    <a:lumMod val="85000"/>
                    <a:lumOff val="15000"/>
                  </a:schemeClr>
                </a:solidFill>
                <a:latin typeface="Times New Roman"/>
                <a:ea typeface="Calibri"/>
                <a:cs typeface="Calibri"/>
              </a:rPr>
              <a:t>Collaborating with healthcare providers and institutions to implement the predictive models in clinical settings and validate their effectiveness in real-world scenarios. [5]</a:t>
            </a:r>
          </a:p>
        </p:txBody>
      </p:sp>
    </p:spTree>
    <p:extLst>
      <p:ext uri="{BB962C8B-B14F-4D97-AF65-F5344CB8AC3E}">
        <p14:creationId xmlns:p14="http://schemas.microsoft.com/office/powerpoint/2010/main" val="1536815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2E1AAD-6C4F-A3BE-38A4-71AC8A607119}"/>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4000" kern="1200">
                <a:latin typeface="Times New Roman"/>
                <a:cs typeface="Times New Roman"/>
              </a:rPr>
              <a:t>Methodology</a:t>
            </a:r>
          </a:p>
        </p:txBody>
      </p:sp>
      <p:pic>
        <p:nvPicPr>
          <p:cNvPr id="9" name="Content Placeholder 8" descr="A diagram of data processing">
            <a:extLst>
              <a:ext uri="{FF2B5EF4-FFF2-40B4-BE49-F238E27FC236}">
                <a16:creationId xmlns:a16="http://schemas.microsoft.com/office/drawing/2014/main" id="{938DD4B4-045B-C1C1-FA8F-B0B5B9A5DD97}"/>
              </a:ext>
            </a:extLst>
          </p:cNvPr>
          <p:cNvPicPr>
            <a:picLocks noGrp="1" noChangeAspect="1"/>
          </p:cNvPicPr>
          <p:nvPr>
            <p:ph idx="1"/>
          </p:nvPr>
        </p:nvPicPr>
        <p:blipFill>
          <a:blip r:embed="rId2"/>
          <a:stretch>
            <a:fillRect/>
          </a:stretch>
        </p:blipFill>
        <p:spPr>
          <a:xfrm>
            <a:off x="1236263" y="2242181"/>
            <a:ext cx="9831532" cy="4138584"/>
          </a:xfrm>
          <a:prstGeom prst="rect">
            <a:avLst/>
          </a:prstGeom>
        </p:spPr>
      </p:pic>
    </p:spTree>
    <p:extLst>
      <p:ext uri="{BB962C8B-B14F-4D97-AF65-F5344CB8AC3E}">
        <p14:creationId xmlns:p14="http://schemas.microsoft.com/office/powerpoint/2010/main" val="328103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0155189-D96C-4527-B0EC-654B946BE6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A37CB6-58DA-8409-39AB-793B05160210}"/>
              </a:ext>
            </a:extLst>
          </p:cNvPr>
          <p:cNvSpPr>
            <a:spLocks noGrp="1"/>
          </p:cNvSpPr>
          <p:nvPr>
            <p:ph type="title"/>
          </p:nvPr>
        </p:nvSpPr>
        <p:spPr>
          <a:xfrm>
            <a:off x="3136798" y="221013"/>
            <a:ext cx="5929608" cy="1104857"/>
          </a:xfrm>
        </p:spPr>
        <p:txBody>
          <a:bodyPr vert="horz" lIns="91440" tIns="45720" rIns="91440" bIns="45720" rtlCol="0" anchor="b">
            <a:normAutofit/>
          </a:bodyPr>
          <a:lstStyle/>
          <a:p>
            <a:pPr algn="ctr"/>
            <a:r>
              <a:rPr lang="en-US" sz="5200">
                <a:latin typeface="Times New Roman"/>
                <a:cs typeface="Times New Roman"/>
              </a:rPr>
              <a:t>Results</a:t>
            </a:r>
          </a:p>
        </p:txBody>
      </p:sp>
      <p:pic>
        <p:nvPicPr>
          <p:cNvPr id="4" name="Content Placeholder 3">
            <a:extLst>
              <a:ext uri="{FF2B5EF4-FFF2-40B4-BE49-F238E27FC236}">
                <a16:creationId xmlns:a16="http://schemas.microsoft.com/office/drawing/2014/main" id="{9A991D2C-0923-11F3-6BAA-5683AB0A2C5D}"/>
              </a:ext>
            </a:extLst>
          </p:cNvPr>
          <p:cNvPicPr>
            <a:picLocks noChangeAspect="1"/>
          </p:cNvPicPr>
          <p:nvPr/>
        </p:nvPicPr>
        <p:blipFill rotWithShape="1">
          <a:blip r:embed="rId2"/>
          <a:srcRect b="4797"/>
          <a:stretch/>
        </p:blipFill>
        <p:spPr>
          <a:xfrm>
            <a:off x="-4617" y="1710185"/>
            <a:ext cx="3937232" cy="3705355"/>
          </a:xfrm>
          <a:prstGeom prst="rect">
            <a:avLst/>
          </a:prstGeom>
        </p:spPr>
      </p:pic>
      <p:pic>
        <p:nvPicPr>
          <p:cNvPr id="5" name="Picture 4" descr="A graph with a line&#10;&#10;Description automatically generated">
            <a:extLst>
              <a:ext uri="{FF2B5EF4-FFF2-40B4-BE49-F238E27FC236}">
                <a16:creationId xmlns:a16="http://schemas.microsoft.com/office/drawing/2014/main" id="{2F115A7C-A31F-1E17-ADA6-97F45C61E1EF}"/>
              </a:ext>
            </a:extLst>
          </p:cNvPr>
          <p:cNvPicPr>
            <a:picLocks noChangeAspect="1"/>
          </p:cNvPicPr>
          <p:nvPr/>
        </p:nvPicPr>
        <p:blipFill rotWithShape="1">
          <a:blip r:embed="rId3"/>
          <a:srcRect l="5042" r="-2" b="-2"/>
          <a:stretch/>
        </p:blipFill>
        <p:spPr>
          <a:xfrm>
            <a:off x="4198451" y="1598127"/>
            <a:ext cx="3798613" cy="3929473"/>
          </a:xfrm>
          <a:prstGeom prst="rect">
            <a:avLst/>
          </a:prstGeom>
        </p:spPr>
      </p:pic>
      <p:pic>
        <p:nvPicPr>
          <p:cNvPr id="7" name="Picture 6" descr="A diagram of a confused matrix&#10;&#10;Description automatically generated">
            <a:extLst>
              <a:ext uri="{FF2B5EF4-FFF2-40B4-BE49-F238E27FC236}">
                <a16:creationId xmlns:a16="http://schemas.microsoft.com/office/drawing/2014/main" id="{ECADE00E-03EA-1B4D-B3E3-357181C43557}"/>
              </a:ext>
            </a:extLst>
          </p:cNvPr>
          <p:cNvPicPr>
            <a:picLocks noChangeAspect="1"/>
          </p:cNvPicPr>
          <p:nvPr/>
        </p:nvPicPr>
        <p:blipFill rotWithShape="1">
          <a:blip r:embed="rId4"/>
          <a:srcRect l="18718" r="231" b="3"/>
          <a:stretch/>
        </p:blipFill>
        <p:spPr>
          <a:xfrm>
            <a:off x="8152490" y="1519686"/>
            <a:ext cx="4034786" cy="4086354"/>
          </a:xfrm>
          <a:prstGeom prst="rect">
            <a:avLst/>
          </a:prstGeom>
        </p:spPr>
      </p:pic>
      <p:sp>
        <p:nvSpPr>
          <p:cNvPr id="3" name="TextBox 2">
            <a:extLst>
              <a:ext uri="{FF2B5EF4-FFF2-40B4-BE49-F238E27FC236}">
                <a16:creationId xmlns:a16="http://schemas.microsoft.com/office/drawing/2014/main" id="{FD87DDFB-BE29-70EF-D09B-E6E32601E4BF}"/>
              </a:ext>
            </a:extLst>
          </p:cNvPr>
          <p:cNvSpPr txBox="1"/>
          <p:nvPr/>
        </p:nvSpPr>
        <p:spPr>
          <a:xfrm>
            <a:off x="-4483" y="5744137"/>
            <a:ext cx="400946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a:latin typeface="Times New Roman"/>
                <a:cs typeface="Times New Roman"/>
              </a:rPr>
              <a:t>Model Accuracy Versus Epochs Plot for Training and Validation</a:t>
            </a:r>
          </a:p>
        </p:txBody>
      </p:sp>
      <p:sp>
        <p:nvSpPr>
          <p:cNvPr id="8" name="TextBox 7">
            <a:extLst>
              <a:ext uri="{FF2B5EF4-FFF2-40B4-BE49-F238E27FC236}">
                <a16:creationId xmlns:a16="http://schemas.microsoft.com/office/drawing/2014/main" id="{C057966E-6BC6-172C-F5FB-B52291DD62AF}"/>
              </a:ext>
            </a:extLst>
          </p:cNvPr>
          <p:cNvSpPr txBox="1"/>
          <p:nvPr/>
        </p:nvSpPr>
        <p:spPr>
          <a:xfrm>
            <a:off x="4096869" y="5744137"/>
            <a:ext cx="400946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a:latin typeface="Times New Roman"/>
                <a:cs typeface="Times New Roman"/>
              </a:rPr>
              <a:t>Model Loss Versus Epochs Plot for Training and Validation</a:t>
            </a:r>
          </a:p>
        </p:txBody>
      </p:sp>
      <p:sp>
        <p:nvSpPr>
          <p:cNvPr id="9" name="TextBox 8">
            <a:extLst>
              <a:ext uri="{FF2B5EF4-FFF2-40B4-BE49-F238E27FC236}">
                <a16:creationId xmlns:a16="http://schemas.microsoft.com/office/drawing/2014/main" id="{8EA53677-B4B1-B754-8C71-C0D88AE9002B}"/>
              </a:ext>
            </a:extLst>
          </p:cNvPr>
          <p:cNvSpPr txBox="1"/>
          <p:nvPr/>
        </p:nvSpPr>
        <p:spPr>
          <a:xfrm>
            <a:off x="8534399" y="5744137"/>
            <a:ext cx="328108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a:latin typeface="Times New Roman"/>
                <a:cs typeface="Times New Roman"/>
              </a:rPr>
              <a:t>Confusion Matrix</a:t>
            </a:r>
            <a:endParaRPr lang="en-US">
              <a:latin typeface="Times New Roman"/>
              <a:cs typeface="Times New Roman"/>
            </a:endParaRPr>
          </a:p>
        </p:txBody>
      </p:sp>
    </p:spTree>
    <p:extLst>
      <p:ext uri="{BB962C8B-B14F-4D97-AF65-F5344CB8AC3E}">
        <p14:creationId xmlns:p14="http://schemas.microsoft.com/office/powerpoint/2010/main" val="531165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B8371-BD7A-7D15-1FDA-4093A62394F1}"/>
              </a:ext>
            </a:extLst>
          </p:cNvPr>
          <p:cNvSpPr>
            <a:spLocks noGrp="1"/>
          </p:cNvSpPr>
          <p:nvPr>
            <p:ph type="title"/>
          </p:nvPr>
        </p:nvSpPr>
        <p:spPr/>
        <p:txBody>
          <a:bodyPr/>
          <a:lstStyle/>
          <a:p>
            <a:r>
              <a:rPr lang="en-US">
                <a:latin typeface="Times New Roman"/>
                <a:cs typeface="Times New Roman"/>
              </a:rPr>
              <a:t>Results</a:t>
            </a:r>
          </a:p>
        </p:txBody>
      </p:sp>
      <p:pic>
        <p:nvPicPr>
          <p:cNvPr id="4" name="Content Placeholder 3" descr="A graph of a box plot&#10;&#10;Description automatically generated">
            <a:extLst>
              <a:ext uri="{FF2B5EF4-FFF2-40B4-BE49-F238E27FC236}">
                <a16:creationId xmlns:a16="http://schemas.microsoft.com/office/drawing/2014/main" id="{4CE38780-8429-B920-E465-A2E01225DA14}"/>
              </a:ext>
            </a:extLst>
          </p:cNvPr>
          <p:cNvPicPr>
            <a:picLocks noGrp="1" noChangeAspect="1"/>
          </p:cNvPicPr>
          <p:nvPr>
            <p:ph idx="1"/>
          </p:nvPr>
        </p:nvPicPr>
        <p:blipFill>
          <a:blip r:embed="rId2"/>
          <a:stretch>
            <a:fillRect/>
          </a:stretch>
        </p:blipFill>
        <p:spPr>
          <a:xfrm>
            <a:off x="-4762" y="2157927"/>
            <a:ext cx="4693583" cy="3081616"/>
          </a:xfrm>
        </p:spPr>
      </p:pic>
      <p:pic>
        <p:nvPicPr>
          <p:cNvPr id="5" name="Picture 4" descr="A screenshot of a computer code&#10;&#10;Description automatically generated">
            <a:extLst>
              <a:ext uri="{FF2B5EF4-FFF2-40B4-BE49-F238E27FC236}">
                <a16:creationId xmlns:a16="http://schemas.microsoft.com/office/drawing/2014/main" id="{CD709E2C-04CB-E23A-0CCC-74EF2A4F5BCB}"/>
              </a:ext>
            </a:extLst>
          </p:cNvPr>
          <p:cNvPicPr>
            <a:picLocks noChangeAspect="1"/>
          </p:cNvPicPr>
          <p:nvPr/>
        </p:nvPicPr>
        <p:blipFill>
          <a:blip r:embed="rId3"/>
          <a:stretch>
            <a:fillRect/>
          </a:stretch>
        </p:blipFill>
        <p:spPr>
          <a:xfrm>
            <a:off x="4959443" y="835632"/>
            <a:ext cx="7073713" cy="1325094"/>
          </a:xfrm>
          <a:prstGeom prst="rect">
            <a:avLst/>
          </a:prstGeom>
        </p:spPr>
      </p:pic>
      <p:pic>
        <p:nvPicPr>
          <p:cNvPr id="6" name="Picture 5" descr="A screen shot of a computer screen&#10;&#10;Description automatically generated">
            <a:extLst>
              <a:ext uri="{FF2B5EF4-FFF2-40B4-BE49-F238E27FC236}">
                <a16:creationId xmlns:a16="http://schemas.microsoft.com/office/drawing/2014/main" id="{534329BB-5E7B-2E50-1522-A8D1F9019179}"/>
              </a:ext>
            </a:extLst>
          </p:cNvPr>
          <p:cNvPicPr>
            <a:picLocks noChangeAspect="1"/>
          </p:cNvPicPr>
          <p:nvPr/>
        </p:nvPicPr>
        <p:blipFill>
          <a:blip r:embed="rId4"/>
          <a:stretch>
            <a:fillRect/>
          </a:stretch>
        </p:blipFill>
        <p:spPr>
          <a:xfrm>
            <a:off x="6886855" y="3547456"/>
            <a:ext cx="3233457" cy="1572185"/>
          </a:xfrm>
          <a:prstGeom prst="rect">
            <a:avLst/>
          </a:prstGeom>
        </p:spPr>
      </p:pic>
      <p:sp>
        <p:nvSpPr>
          <p:cNvPr id="7" name="TextBox 6">
            <a:extLst>
              <a:ext uri="{FF2B5EF4-FFF2-40B4-BE49-F238E27FC236}">
                <a16:creationId xmlns:a16="http://schemas.microsoft.com/office/drawing/2014/main" id="{FBEE92A5-8838-4105-92C9-B73103865DDD}"/>
              </a:ext>
            </a:extLst>
          </p:cNvPr>
          <p:cNvSpPr txBox="1"/>
          <p:nvPr/>
        </p:nvSpPr>
        <p:spPr>
          <a:xfrm>
            <a:off x="813547" y="5609665"/>
            <a:ext cx="304575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Times New Roman"/>
                <a:cs typeface="Times New Roman"/>
              </a:rPr>
              <a:t>Box Plot for Sequential Model with SoftMax Activation Function</a:t>
            </a:r>
          </a:p>
        </p:txBody>
      </p:sp>
      <p:sp>
        <p:nvSpPr>
          <p:cNvPr id="8" name="TextBox 7">
            <a:extLst>
              <a:ext uri="{FF2B5EF4-FFF2-40B4-BE49-F238E27FC236}">
                <a16:creationId xmlns:a16="http://schemas.microsoft.com/office/drawing/2014/main" id="{BDAEBEF8-D6A1-AA7C-76B6-DBC2CBFA39C1}"/>
              </a:ext>
            </a:extLst>
          </p:cNvPr>
          <p:cNvSpPr txBox="1"/>
          <p:nvPr/>
        </p:nvSpPr>
        <p:spPr>
          <a:xfrm>
            <a:off x="7391400" y="2483223"/>
            <a:ext cx="220531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Times New Roman"/>
                <a:cs typeface="Times New Roman"/>
              </a:rPr>
              <a:t>Prediction Model Input</a:t>
            </a:r>
          </a:p>
        </p:txBody>
      </p:sp>
      <p:sp>
        <p:nvSpPr>
          <p:cNvPr id="9" name="TextBox 8">
            <a:extLst>
              <a:ext uri="{FF2B5EF4-FFF2-40B4-BE49-F238E27FC236}">
                <a16:creationId xmlns:a16="http://schemas.microsoft.com/office/drawing/2014/main" id="{46CC2EC0-9EAD-44CA-609E-DE8602C8B1FF}"/>
              </a:ext>
            </a:extLst>
          </p:cNvPr>
          <p:cNvSpPr txBox="1"/>
          <p:nvPr/>
        </p:nvSpPr>
        <p:spPr>
          <a:xfrm>
            <a:off x="7312959" y="5441576"/>
            <a:ext cx="236220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Times New Roman"/>
                <a:cs typeface="Times New Roman"/>
              </a:rPr>
              <a:t>Prediction Model Output</a:t>
            </a:r>
          </a:p>
        </p:txBody>
      </p:sp>
    </p:spTree>
    <p:extLst>
      <p:ext uri="{BB962C8B-B14F-4D97-AF65-F5344CB8AC3E}">
        <p14:creationId xmlns:p14="http://schemas.microsoft.com/office/powerpoint/2010/main" val="522234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9771796-F5A9-6414-6EDB-647370F0BEA2}"/>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4000" kern="1200">
                <a:latin typeface="Times New Roman"/>
                <a:cs typeface="Times New Roman"/>
              </a:rPr>
              <a:t>Web Development Results</a:t>
            </a:r>
          </a:p>
        </p:txBody>
      </p:sp>
      <p:pic>
        <p:nvPicPr>
          <p:cNvPr id="4" name="Picture 3" descr="A screenshot of a computer&#10;&#10;Description automatically generated">
            <a:extLst>
              <a:ext uri="{FF2B5EF4-FFF2-40B4-BE49-F238E27FC236}">
                <a16:creationId xmlns:a16="http://schemas.microsoft.com/office/drawing/2014/main" id="{A6C89477-5F5A-4624-8E76-3C483DF1AF3C}"/>
              </a:ext>
            </a:extLst>
          </p:cNvPr>
          <p:cNvPicPr>
            <a:picLocks noChangeAspect="1"/>
          </p:cNvPicPr>
          <p:nvPr/>
        </p:nvPicPr>
        <p:blipFill>
          <a:blip r:embed="rId2"/>
          <a:stretch>
            <a:fillRect/>
          </a:stretch>
        </p:blipFill>
        <p:spPr>
          <a:xfrm>
            <a:off x="1602946" y="2074732"/>
            <a:ext cx="8974900" cy="4665261"/>
          </a:xfrm>
          <a:prstGeom prst="rect">
            <a:avLst/>
          </a:prstGeom>
        </p:spPr>
      </p:pic>
    </p:spTree>
    <p:extLst>
      <p:ext uri="{BB962C8B-B14F-4D97-AF65-F5344CB8AC3E}">
        <p14:creationId xmlns:p14="http://schemas.microsoft.com/office/powerpoint/2010/main" val="3843955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9771796-F5A9-6414-6EDB-647370F0BEA2}"/>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4000" kern="1200">
                <a:latin typeface="Times New Roman"/>
                <a:cs typeface="Times New Roman"/>
              </a:rPr>
              <a:t>Web Development Results</a:t>
            </a:r>
          </a:p>
        </p:txBody>
      </p:sp>
      <p:pic>
        <p:nvPicPr>
          <p:cNvPr id="3" name="Picture 2" descr="A screenshot of a computer&#10;&#10;Description automatically generated">
            <a:extLst>
              <a:ext uri="{FF2B5EF4-FFF2-40B4-BE49-F238E27FC236}">
                <a16:creationId xmlns:a16="http://schemas.microsoft.com/office/drawing/2014/main" id="{6B2743C6-F638-B40E-0757-DAC307B248A8}"/>
              </a:ext>
            </a:extLst>
          </p:cNvPr>
          <p:cNvPicPr>
            <a:picLocks noChangeAspect="1"/>
          </p:cNvPicPr>
          <p:nvPr/>
        </p:nvPicPr>
        <p:blipFill>
          <a:blip r:embed="rId2"/>
          <a:stretch>
            <a:fillRect/>
          </a:stretch>
        </p:blipFill>
        <p:spPr>
          <a:xfrm>
            <a:off x="1639233" y="2082096"/>
            <a:ext cx="8924418" cy="4633884"/>
          </a:xfrm>
          <a:prstGeom prst="rect">
            <a:avLst/>
          </a:prstGeom>
        </p:spPr>
      </p:pic>
    </p:spTree>
    <p:extLst>
      <p:ext uri="{BB962C8B-B14F-4D97-AF65-F5344CB8AC3E}">
        <p14:creationId xmlns:p14="http://schemas.microsoft.com/office/powerpoint/2010/main" val="2309010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C19085-014D-16C7-6703-95D62D557E77}"/>
              </a:ext>
            </a:extLst>
          </p:cNvPr>
          <p:cNvSpPr>
            <a:spLocks noGrp="1"/>
          </p:cNvSpPr>
          <p:nvPr>
            <p:ph type="title"/>
          </p:nvPr>
        </p:nvSpPr>
        <p:spPr>
          <a:xfrm>
            <a:off x="838200" y="164789"/>
            <a:ext cx="10515600" cy="1133693"/>
          </a:xfrm>
        </p:spPr>
        <p:txBody>
          <a:bodyPr>
            <a:normAutofit/>
          </a:bodyPr>
          <a:lstStyle/>
          <a:p>
            <a:r>
              <a:rPr lang="en-US" sz="5200">
                <a:latin typeface="Times New Roman"/>
                <a:cs typeface="Times New Roman"/>
              </a:rPr>
              <a:t>Conclusion</a:t>
            </a:r>
          </a:p>
        </p:txBody>
      </p:sp>
      <p:graphicFrame>
        <p:nvGraphicFramePr>
          <p:cNvPr id="5" name="Content Placeholder 2">
            <a:extLst>
              <a:ext uri="{FF2B5EF4-FFF2-40B4-BE49-F238E27FC236}">
                <a16:creationId xmlns:a16="http://schemas.microsoft.com/office/drawing/2014/main" id="{7A06D5C2-BE70-62D0-9016-EA7BF4FAC92A}"/>
              </a:ext>
            </a:extLst>
          </p:cNvPr>
          <p:cNvGraphicFramePr>
            <a:graphicFrameLocks noGrp="1"/>
          </p:cNvGraphicFramePr>
          <p:nvPr>
            <p:ph idx="1"/>
            <p:extLst>
              <p:ext uri="{D42A27DB-BD31-4B8C-83A1-F6EECF244321}">
                <p14:modId xmlns:p14="http://schemas.microsoft.com/office/powerpoint/2010/main" val="4129622969"/>
              </p:ext>
            </p:extLst>
          </p:nvPr>
        </p:nvGraphicFramePr>
        <p:xfrm>
          <a:off x="255495" y="1298949"/>
          <a:ext cx="11658599" cy="53822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916205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203DEA57-48E8-8647-BCC2-92F06559BEC9}"/>
              </a:ext>
            </a:extLst>
          </p:cNvPr>
          <p:cNvPicPr>
            <a:picLocks noChangeAspect="1"/>
          </p:cNvPicPr>
          <p:nvPr/>
        </p:nvPicPr>
        <p:blipFill rotWithShape="1">
          <a:blip r:embed="rId2"/>
          <a:srcRect r="9091" b="20719"/>
          <a:stretch/>
        </p:blipFill>
        <p:spPr>
          <a:xfrm>
            <a:off x="20" y="10"/>
            <a:ext cx="12191980" cy="6857990"/>
          </a:xfrm>
          <a:prstGeom prst="rect">
            <a:avLst/>
          </a:prstGeom>
        </p:spPr>
      </p:pic>
      <p:sp>
        <p:nvSpPr>
          <p:cNvPr id="30" name="Rectangle 29">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C7368EF-72DF-0A94-315F-0B845D286C12}"/>
              </a:ext>
            </a:extLst>
          </p:cNvPr>
          <p:cNvSpPr>
            <a:spLocks noGrp="1"/>
          </p:cNvSpPr>
          <p:nvPr>
            <p:ph type="title"/>
          </p:nvPr>
        </p:nvSpPr>
        <p:spPr>
          <a:xfrm>
            <a:off x="838200" y="365125"/>
            <a:ext cx="10515600" cy="1325563"/>
          </a:xfrm>
        </p:spPr>
        <p:txBody>
          <a:bodyPr>
            <a:normAutofit/>
          </a:bodyPr>
          <a:lstStyle/>
          <a:p>
            <a:r>
              <a:rPr lang="en-US">
                <a:latin typeface="Times New Roman"/>
                <a:cs typeface="Times New Roman"/>
              </a:rPr>
              <a:t>Future Scope</a:t>
            </a:r>
          </a:p>
        </p:txBody>
      </p:sp>
      <p:graphicFrame>
        <p:nvGraphicFramePr>
          <p:cNvPr id="5" name="Content Placeholder 2">
            <a:extLst>
              <a:ext uri="{FF2B5EF4-FFF2-40B4-BE49-F238E27FC236}">
                <a16:creationId xmlns:a16="http://schemas.microsoft.com/office/drawing/2014/main" id="{542CB6A4-3618-E155-ADCB-D7D95EDC52F5}"/>
              </a:ext>
            </a:extLst>
          </p:cNvPr>
          <p:cNvGraphicFramePr>
            <a:graphicFrameLocks noGrp="1"/>
          </p:cNvGraphicFramePr>
          <p:nvPr>
            <p:ph idx="1"/>
            <p:extLst>
              <p:ext uri="{D42A27DB-BD31-4B8C-83A1-F6EECF244321}">
                <p14:modId xmlns:p14="http://schemas.microsoft.com/office/powerpoint/2010/main" val="1557801248"/>
              </p:ext>
            </p:extLst>
          </p:nvPr>
        </p:nvGraphicFramePr>
        <p:xfrm>
          <a:off x="-2240" y="1567892"/>
          <a:ext cx="12095628" cy="51693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349252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4DB5B74-E1D6-BD05-5BDC-2E25D1BF34BF}"/>
              </a:ext>
            </a:extLst>
          </p:cNvPr>
          <p:cNvSpPr>
            <a:spLocks noGrp="1"/>
          </p:cNvSpPr>
          <p:nvPr>
            <p:ph type="title"/>
          </p:nvPr>
        </p:nvSpPr>
        <p:spPr>
          <a:xfrm>
            <a:off x="1137036" y="548640"/>
            <a:ext cx="9543405" cy="1188720"/>
          </a:xfrm>
        </p:spPr>
        <p:txBody>
          <a:bodyPr>
            <a:normAutofit/>
          </a:bodyPr>
          <a:lstStyle/>
          <a:p>
            <a:r>
              <a:rPr lang="en-US" b="1">
                <a:solidFill>
                  <a:schemeClr val="tx1">
                    <a:lumMod val="85000"/>
                    <a:lumOff val="15000"/>
                  </a:schemeClr>
                </a:solidFill>
                <a:latin typeface="Times New Roman"/>
                <a:ea typeface="calibri light"/>
                <a:cs typeface="calibri light"/>
              </a:rPr>
              <a:t>Reference</a:t>
            </a:r>
            <a:endParaRPr lang="en-US">
              <a:solidFill>
                <a:schemeClr val="tx1">
                  <a:lumMod val="85000"/>
                  <a:lumOff val="15000"/>
                </a:schemeClr>
              </a:solidFill>
              <a:latin typeface="Times New Roman"/>
              <a:ea typeface="calibri light"/>
              <a:cs typeface="calibri light"/>
            </a:endParaRPr>
          </a:p>
        </p:txBody>
      </p:sp>
      <p:sp>
        <p:nvSpPr>
          <p:cNvPr id="3" name="Content Placeholder 2">
            <a:extLst>
              <a:ext uri="{FF2B5EF4-FFF2-40B4-BE49-F238E27FC236}">
                <a16:creationId xmlns:a16="http://schemas.microsoft.com/office/drawing/2014/main" id="{211018E3-B03C-3243-9B86-667EA15B8939}"/>
              </a:ext>
            </a:extLst>
          </p:cNvPr>
          <p:cNvSpPr>
            <a:spLocks noGrp="1"/>
          </p:cNvSpPr>
          <p:nvPr>
            <p:ph idx="1"/>
          </p:nvPr>
        </p:nvSpPr>
        <p:spPr>
          <a:xfrm>
            <a:off x="934730" y="2399107"/>
            <a:ext cx="10322539" cy="3918746"/>
          </a:xfrm>
        </p:spPr>
        <p:txBody>
          <a:bodyPr vert="horz" lIns="91440" tIns="45720" rIns="91440" bIns="45720" rtlCol="0" anchor="ctr">
            <a:normAutofit/>
          </a:bodyPr>
          <a:lstStyle/>
          <a:p>
            <a:pPr marL="0" indent="0">
              <a:buNone/>
            </a:pPr>
            <a:r>
              <a:rPr lang="en-US" sz="1800">
                <a:solidFill>
                  <a:schemeClr val="tx1">
                    <a:lumMod val="85000"/>
                    <a:lumOff val="15000"/>
                  </a:schemeClr>
                </a:solidFill>
                <a:latin typeface="Times New Roman"/>
                <a:ea typeface="Calibri"/>
                <a:cs typeface="Calibri"/>
              </a:rPr>
              <a:t>[1] R. Keniya et al., “Disease prediction from various symptoms using machine learning,” Social Science Research Network, Jan. 2020, </a:t>
            </a:r>
            <a:r>
              <a:rPr lang="en-US" sz="1800" err="1">
                <a:solidFill>
                  <a:schemeClr val="tx1">
                    <a:lumMod val="85000"/>
                    <a:lumOff val="15000"/>
                  </a:schemeClr>
                </a:solidFill>
                <a:latin typeface="Times New Roman"/>
                <a:ea typeface="Calibri"/>
                <a:cs typeface="Calibri"/>
              </a:rPr>
              <a:t>doi</a:t>
            </a:r>
            <a:r>
              <a:rPr lang="en-US" sz="1800">
                <a:solidFill>
                  <a:schemeClr val="tx1">
                    <a:lumMod val="85000"/>
                    <a:lumOff val="15000"/>
                  </a:schemeClr>
                </a:solidFill>
                <a:latin typeface="Times New Roman"/>
                <a:ea typeface="Calibri"/>
                <a:cs typeface="Calibri"/>
              </a:rPr>
              <a:t>: 10.2139/ssrn.3661426.</a:t>
            </a:r>
            <a:endParaRPr lang="en-US" sz="1800">
              <a:solidFill>
                <a:schemeClr val="tx1">
                  <a:lumMod val="85000"/>
                  <a:lumOff val="15000"/>
                </a:schemeClr>
              </a:solidFill>
              <a:latin typeface="Times New Roman"/>
              <a:cs typeface="Times New Roman"/>
            </a:endParaRPr>
          </a:p>
          <a:p>
            <a:pPr marL="0" indent="0">
              <a:buNone/>
            </a:pPr>
            <a:r>
              <a:rPr lang="en-US" sz="1800">
                <a:solidFill>
                  <a:schemeClr val="tx1">
                    <a:lumMod val="85000"/>
                    <a:lumOff val="15000"/>
                  </a:schemeClr>
                </a:solidFill>
                <a:latin typeface="Times New Roman"/>
                <a:ea typeface="Calibri"/>
                <a:cs typeface="Calibri"/>
              </a:rPr>
              <a:t>[2] Mr. S. L. Pais, F. A. K, Sharanya, </a:t>
            </a:r>
            <a:r>
              <a:rPr lang="en-US" sz="1800" err="1">
                <a:solidFill>
                  <a:schemeClr val="tx1">
                    <a:lumMod val="85000"/>
                    <a:lumOff val="15000"/>
                  </a:schemeClr>
                </a:solidFill>
                <a:latin typeface="Times New Roman"/>
                <a:ea typeface="Calibri"/>
                <a:cs typeface="Calibri"/>
              </a:rPr>
              <a:t>Shrihastha</a:t>
            </a:r>
            <a:r>
              <a:rPr lang="en-US" sz="1800">
                <a:solidFill>
                  <a:schemeClr val="tx1">
                    <a:lumMod val="85000"/>
                    <a:lumOff val="15000"/>
                  </a:schemeClr>
                </a:solidFill>
                <a:latin typeface="Times New Roman"/>
                <a:ea typeface="Calibri"/>
                <a:cs typeface="Calibri"/>
              </a:rPr>
              <a:t>, and Varshith, “Disease Prediction using Machine Learning Algorithms,” International Journal of Advanced Research in Science, Communication and Technology, pp. 5–12, Jan. 2023, </a:t>
            </a:r>
            <a:r>
              <a:rPr lang="en-US" sz="1800" err="1">
                <a:solidFill>
                  <a:schemeClr val="tx1">
                    <a:lumMod val="85000"/>
                    <a:lumOff val="15000"/>
                  </a:schemeClr>
                </a:solidFill>
                <a:latin typeface="Times New Roman"/>
                <a:ea typeface="Calibri"/>
                <a:cs typeface="Calibri"/>
              </a:rPr>
              <a:t>doi</a:t>
            </a:r>
            <a:r>
              <a:rPr lang="en-US" sz="1800">
                <a:solidFill>
                  <a:schemeClr val="tx1">
                    <a:lumMod val="85000"/>
                    <a:lumOff val="15000"/>
                  </a:schemeClr>
                </a:solidFill>
                <a:latin typeface="Times New Roman"/>
                <a:ea typeface="Calibri"/>
                <a:cs typeface="Calibri"/>
              </a:rPr>
              <a:t>: 10.48175/ijarsct-7825.</a:t>
            </a:r>
          </a:p>
          <a:p>
            <a:pPr marL="0" indent="0">
              <a:buNone/>
            </a:pPr>
            <a:r>
              <a:rPr lang="en-US" sz="1800">
                <a:solidFill>
                  <a:schemeClr val="tx1">
                    <a:lumMod val="85000"/>
                    <a:lumOff val="15000"/>
                  </a:schemeClr>
                </a:solidFill>
                <a:latin typeface="Times New Roman"/>
                <a:ea typeface="Calibri"/>
                <a:cs typeface="Calibri"/>
              </a:rPr>
              <a:t>[3] M. V. K. Reddy, “Disease predictor based on symptoms using machine learning,” International Journal for Research in Applied Science and Engineering Technology, vol. 10, no. 6, pp. 2549–2555, Jun. 2022, </a:t>
            </a:r>
            <a:r>
              <a:rPr lang="en-US" sz="1800" err="1">
                <a:solidFill>
                  <a:schemeClr val="tx1">
                    <a:lumMod val="85000"/>
                    <a:lumOff val="15000"/>
                  </a:schemeClr>
                </a:solidFill>
                <a:latin typeface="Times New Roman"/>
                <a:ea typeface="Calibri"/>
                <a:cs typeface="Calibri"/>
              </a:rPr>
              <a:t>doi</a:t>
            </a:r>
            <a:r>
              <a:rPr lang="en-US" sz="1800">
                <a:solidFill>
                  <a:schemeClr val="tx1">
                    <a:lumMod val="85000"/>
                    <a:lumOff val="15000"/>
                  </a:schemeClr>
                </a:solidFill>
                <a:latin typeface="Times New Roman"/>
                <a:ea typeface="Calibri"/>
                <a:cs typeface="Calibri"/>
              </a:rPr>
              <a:t>: 10.22214/ijraset.2022.44408.</a:t>
            </a:r>
          </a:p>
          <a:p>
            <a:pPr marL="0" indent="0">
              <a:buNone/>
            </a:pPr>
            <a:r>
              <a:rPr lang="en-US" sz="1800">
                <a:solidFill>
                  <a:schemeClr val="tx1">
                    <a:lumMod val="85000"/>
                    <a:lumOff val="15000"/>
                  </a:schemeClr>
                </a:solidFill>
                <a:latin typeface="Times New Roman"/>
                <a:ea typeface="Calibri"/>
                <a:cs typeface="Calibri"/>
              </a:rPr>
              <a:t>[4] K. Gaurav, A. Kumar, P. K. Singh, A. Kumari, M. Kasar, and T. </a:t>
            </a:r>
            <a:r>
              <a:rPr lang="en-US" sz="1800" err="1">
                <a:solidFill>
                  <a:schemeClr val="tx1">
                    <a:lumMod val="85000"/>
                    <a:lumOff val="15000"/>
                  </a:schemeClr>
                </a:solidFill>
                <a:latin typeface="Times New Roman"/>
                <a:ea typeface="Calibri"/>
                <a:cs typeface="Calibri"/>
              </a:rPr>
              <a:t>Suryawanshi</a:t>
            </a:r>
            <a:r>
              <a:rPr lang="en-US" sz="1800">
                <a:solidFill>
                  <a:schemeClr val="tx1">
                    <a:lumMod val="85000"/>
                    <a:lumOff val="15000"/>
                  </a:schemeClr>
                </a:solidFill>
                <a:latin typeface="Times New Roman"/>
                <a:ea typeface="Calibri"/>
                <a:cs typeface="Calibri"/>
              </a:rPr>
              <a:t>, “Human Disease Prediction using Machine Learning Techniques and Real-life Parameters,” International Journal of Engineering. Transactions C: Aspects, vol. 36, no. 6, pp. 1092–1098, Jan. 2023, </a:t>
            </a:r>
            <a:r>
              <a:rPr lang="en-US" sz="1800" err="1">
                <a:solidFill>
                  <a:schemeClr val="tx1">
                    <a:lumMod val="85000"/>
                    <a:lumOff val="15000"/>
                  </a:schemeClr>
                </a:solidFill>
                <a:latin typeface="Times New Roman"/>
                <a:ea typeface="Calibri"/>
                <a:cs typeface="Calibri"/>
              </a:rPr>
              <a:t>doi</a:t>
            </a:r>
            <a:r>
              <a:rPr lang="en-US" sz="1800">
                <a:solidFill>
                  <a:schemeClr val="tx1">
                    <a:lumMod val="85000"/>
                    <a:lumOff val="15000"/>
                  </a:schemeClr>
                </a:solidFill>
                <a:latin typeface="Times New Roman"/>
                <a:ea typeface="Calibri"/>
                <a:cs typeface="Calibri"/>
              </a:rPr>
              <a:t>: 10.5829/ije.2023.36.06c.07.</a:t>
            </a:r>
          </a:p>
          <a:p>
            <a:pPr marL="0" indent="0">
              <a:buNone/>
            </a:pPr>
            <a:r>
              <a:rPr lang="en-US" sz="1800">
                <a:solidFill>
                  <a:schemeClr val="tx1">
                    <a:lumMod val="85000"/>
                    <a:lumOff val="15000"/>
                  </a:schemeClr>
                </a:solidFill>
                <a:latin typeface="Times New Roman"/>
                <a:ea typeface="Calibri"/>
                <a:cs typeface="Calibri"/>
              </a:rPr>
              <a:t>[5] A. Rayan, “Identification and prediction of chronic diseases using machine learning approach,” Journal of Healthcare Engineering, vol. 2022, pp. 1–9, Feb. 2022, </a:t>
            </a:r>
            <a:r>
              <a:rPr lang="en-US" sz="1800" err="1">
                <a:solidFill>
                  <a:schemeClr val="tx1">
                    <a:lumMod val="85000"/>
                    <a:lumOff val="15000"/>
                  </a:schemeClr>
                </a:solidFill>
                <a:latin typeface="Times New Roman"/>
                <a:ea typeface="Calibri"/>
                <a:cs typeface="Calibri"/>
              </a:rPr>
              <a:t>doi</a:t>
            </a:r>
            <a:r>
              <a:rPr lang="en-US" sz="1800">
                <a:solidFill>
                  <a:schemeClr val="tx1">
                    <a:lumMod val="85000"/>
                    <a:lumOff val="15000"/>
                  </a:schemeClr>
                </a:solidFill>
                <a:latin typeface="Times New Roman"/>
                <a:ea typeface="Calibri"/>
                <a:cs typeface="Calibri"/>
              </a:rPr>
              <a:t>: 10.1155/2022/2826127.</a:t>
            </a:r>
          </a:p>
          <a:p>
            <a:endParaRPr lang="en-US" sz="1800">
              <a:solidFill>
                <a:schemeClr val="tx1">
                  <a:lumMod val="85000"/>
                  <a:lumOff val="15000"/>
                </a:schemeClr>
              </a:solidFill>
              <a:latin typeface="Times New Roman"/>
              <a:cs typeface="Times New Roman"/>
            </a:endParaRP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69740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erson and person in a medical gowns&#10;&#10;Description automatically generated">
            <a:extLst>
              <a:ext uri="{FF2B5EF4-FFF2-40B4-BE49-F238E27FC236}">
                <a16:creationId xmlns:a16="http://schemas.microsoft.com/office/drawing/2014/main" id="{4DF8635E-9A15-E0D7-8760-00E1EC0415E5}"/>
              </a:ext>
            </a:extLst>
          </p:cNvPr>
          <p:cNvPicPr>
            <a:picLocks noChangeAspect="1"/>
          </p:cNvPicPr>
          <p:nvPr/>
        </p:nvPicPr>
        <p:blipFill rotWithShape="1">
          <a:blip r:embed="rId2"/>
          <a:srcRect t="9478" b="10382"/>
          <a:stretch/>
        </p:blipFill>
        <p:spPr>
          <a:xfrm>
            <a:off x="1" y="10"/>
            <a:ext cx="9669642" cy="6857990"/>
          </a:xfrm>
          <a:prstGeom prst="rect">
            <a:avLst/>
          </a:prstGeom>
        </p:spPr>
      </p:pic>
      <p:sp>
        <p:nvSpPr>
          <p:cNvPr id="25" name="Rectangle 24">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64CEE9-839E-717D-5F6F-C0AD9BE61242}"/>
              </a:ext>
            </a:extLst>
          </p:cNvPr>
          <p:cNvSpPr>
            <a:spLocks noGrp="1"/>
          </p:cNvSpPr>
          <p:nvPr>
            <p:ph type="title"/>
          </p:nvPr>
        </p:nvSpPr>
        <p:spPr>
          <a:xfrm>
            <a:off x="7946288" y="2408960"/>
            <a:ext cx="3434879" cy="2048286"/>
          </a:xfrm>
          <a:noFill/>
        </p:spPr>
        <p:txBody>
          <a:bodyPr vert="horz" lIns="91440" tIns="45720" rIns="91440" bIns="45720" rtlCol="0" anchor="b">
            <a:normAutofit fontScale="90000"/>
          </a:bodyPr>
          <a:lstStyle/>
          <a:p>
            <a:r>
              <a:rPr lang="en-US" sz="7200"/>
              <a:t>THANK YOU</a:t>
            </a:r>
          </a:p>
        </p:txBody>
      </p:sp>
    </p:spTree>
    <p:extLst>
      <p:ext uri="{BB962C8B-B14F-4D97-AF65-F5344CB8AC3E}">
        <p14:creationId xmlns:p14="http://schemas.microsoft.com/office/powerpoint/2010/main" val="8792553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8BA5F19-D5E1-4ECC-BEC2-DF7AEDFD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0CC88A9-A661-4C48-866E-8734E511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1269336" cy="2008639"/>
          </a:xfrm>
          <a:custGeom>
            <a:avLst/>
            <a:gdLst>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174645 w 11269336"/>
              <a:gd name="connsiteY140" fmla="*/ 2088358 h 2323145"/>
              <a:gd name="connsiteX141" fmla="*/ 5092476 w 11269336"/>
              <a:gd name="connsiteY141" fmla="*/ 2100737 h 2323145"/>
              <a:gd name="connsiteX142" fmla="*/ 5060738 w 11269336"/>
              <a:gd name="connsiteY142" fmla="*/ 2083274 h 2323145"/>
              <a:gd name="connsiteX143" fmla="*/ 4860988 w 11269336"/>
              <a:gd name="connsiteY143" fmla="*/ 2135698 h 2323145"/>
              <a:gd name="connsiteX144" fmla="*/ 4807902 w 11269336"/>
              <a:gd name="connsiteY144" fmla="*/ 2138894 h 2323145"/>
              <a:gd name="connsiteX145" fmla="*/ 4765388 w 11269336"/>
              <a:gd name="connsiteY145" fmla="*/ 2162525 h 2323145"/>
              <a:gd name="connsiteX146" fmla="*/ 4745033 w 11269336"/>
              <a:gd name="connsiteY146" fmla="*/ 2158859 h 2323145"/>
              <a:gd name="connsiteX147" fmla="*/ 4741475 w 11269336"/>
              <a:gd name="connsiteY147" fmla="*/ 2157998 h 2323145"/>
              <a:gd name="connsiteX148" fmla="*/ 4728247 w 11269336"/>
              <a:gd name="connsiteY148" fmla="*/ 2159526 h 2323145"/>
              <a:gd name="connsiteX149" fmla="*/ 4723263 w 11269336"/>
              <a:gd name="connsiteY149" fmla="*/ 2153742 h 2323145"/>
              <a:gd name="connsiteX150" fmla="*/ 4702453 w 11269336"/>
              <a:gd name="connsiteY150" fmla="*/ 2151586 h 2323145"/>
              <a:gd name="connsiteX151" fmla="*/ 4678455 w 11269336"/>
              <a:gd name="connsiteY151" fmla="*/ 2156131 h 2323145"/>
              <a:gd name="connsiteX152" fmla="*/ 4593061 w 11269336"/>
              <a:gd name="connsiteY152" fmla="*/ 2171597 h 2323145"/>
              <a:gd name="connsiteX153" fmla="*/ 4579902 w 11269336"/>
              <a:gd name="connsiteY153" fmla="*/ 2177927 h 2323145"/>
              <a:gd name="connsiteX154" fmla="*/ 4533444 w 11269336"/>
              <a:gd name="connsiteY154" fmla="*/ 2181200 h 2323145"/>
              <a:gd name="connsiteX155" fmla="*/ 4492832 w 11269336"/>
              <a:gd name="connsiteY155" fmla="*/ 2188033 h 2323145"/>
              <a:gd name="connsiteX156" fmla="*/ 4467257 w 11269336"/>
              <a:gd name="connsiteY156" fmla="*/ 2196121 h 2323145"/>
              <a:gd name="connsiteX157" fmla="*/ 4459937 w 11269336"/>
              <a:gd name="connsiteY157" fmla="*/ 2195182 h 2323145"/>
              <a:gd name="connsiteX158" fmla="*/ 4433312 w 11269336"/>
              <a:gd name="connsiteY158" fmla="*/ 2199004 h 2323145"/>
              <a:gd name="connsiteX159" fmla="*/ 4420601 w 11269336"/>
              <a:gd name="connsiteY159" fmla="*/ 2205158 h 2323145"/>
              <a:gd name="connsiteX160" fmla="*/ 4405765 w 11269336"/>
              <a:gd name="connsiteY160" fmla="*/ 2199902 h 2323145"/>
              <a:gd name="connsiteX161" fmla="*/ 4401354 w 11269336"/>
              <a:gd name="connsiteY161" fmla="*/ 2194745 h 2323145"/>
              <a:gd name="connsiteX162" fmla="*/ 4383151 w 11269336"/>
              <a:gd name="connsiteY162" fmla="*/ 2201140 h 2323145"/>
              <a:gd name="connsiteX163" fmla="*/ 4366646 w 11269336"/>
              <a:gd name="connsiteY163" fmla="*/ 2198564 h 2323145"/>
              <a:gd name="connsiteX164" fmla="*/ 4354009 w 11269336"/>
              <a:gd name="connsiteY164" fmla="*/ 2204984 h 2323145"/>
              <a:gd name="connsiteX165" fmla="*/ 4348284 w 11269336"/>
              <a:gd name="connsiteY165" fmla="*/ 2205270 h 2323145"/>
              <a:gd name="connsiteX166" fmla="*/ 4333906 w 11269336"/>
              <a:gd name="connsiteY166" fmla="*/ 2205251 h 2323145"/>
              <a:gd name="connsiteX167" fmla="*/ 4308819 w 11269336"/>
              <a:gd name="connsiteY167" fmla="*/ 2203822 h 2323145"/>
              <a:gd name="connsiteX168" fmla="*/ 4301210 w 11269336"/>
              <a:gd name="connsiteY168" fmla="*/ 2204456 h 2323145"/>
              <a:gd name="connsiteX169" fmla="*/ 4283095 w 11269336"/>
              <a:gd name="connsiteY169" fmla="*/ 2198177 h 2323145"/>
              <a:gd name="connsiteX170" fmla="*/ 4250119 w 11269336"/>
              <a:gd name="connsiteY170" fmla="*/ 2196342 h 2323145"/>
              <a:gd name="connsiteX171" fmla="*/ 4189203 w 11269336"/>
              <a:gd name="connsiteY171" fmla="*/ 2178994 h 2323145"/>
              <a:gd name="connsiteX172" fmla="*/ 4154035 w 11269336"/>
              <a:gd name="connsiteY172" fmla="*/ 2171950 h 2323145"/>
              <a:gd name="connsiteX173" fmla="*/ 4129569 w 11269336"/>
              <a:gd name="connsiteY173" fmla="*/ 2163850 h 2323145"/>
              <a:gd name="connsiteX174" fmla="*/ 4061250 w 11269336"/>
              <a:gd name="connsiteY174" fmla="*/ 2159236 h 2323145"/>
              <a:gd name="connsiteX175" fmla="*/ 3945480 w 11269336"/>
              <a:gd name="connsiteY175" fmla="*/ 2158279 h 2323145"/>
              <a:gd name="connsiteX176" fmla="*/ 3921468 w 11269336"/>
              <a:gd name="connsiteY176" fmla="*/ 2156588 h 2323145"/>
              <a:gd name="connsiteX177" fmla="*/ 3903348 w 11269336"/>
              <a:gd name="connsiteY177" fmla="*/ 2149220 h 2323145"/>
              <a:gd name="connsiteX178" fmla="*/ 3901342 w 11269336"/>
              <a:gd name="connsiteY178" fmla="*/ 2142355 h 2323145"/>
              <a:gd name="connsiteX179" fmla="*/ 3888539 w 11269336"/>
              <a:gd name="connsiteY179" fmla="*/ 2140476 h 2323145"/>
              <a:gd name="connsiteX180" fmla="*/ 3885662 w 11269336"/>
              <a:gd name="connsiteY180" fmla="*/ 2138740 h 2323145"/>
              <a:gd name="connsiteX181" fmla="*/ 3868627 w 11269336"/>
              <a:gd name="connsiteY181" fmla="*/ 2130023 h 2323145"/>
              <a:gd name="connsiteX182" fmla="*/ 3819177 w 11269336"/>
              <a:gd name="connsiteY182" fmla="*/ 2142111 h 2323145"/>
              <a:gd name="connsiteX183" fmla="*/ 3769100 w 11269336"/>
              <a:gd name="connsiteY183" fmla="*/ 2131731 h 2323145"/>
              <a:gd name="connsiteX184" fmla="*/ 3562752 w 11269336"/>
              <a:gd name="connsiteY184" fmla="*/ 2131785 h 2323145"/>
              <a:gd name="connsiteX185" fmla="*/ 3541402 w 11269336"/>
              <a:gd name="connsiteY185" fmla="*/ 2106821 h 2323145"/>
              <a:gd name="connsiteX186" fmla="*/ 3460591 w 11269336"/>
              <a:gd name="connsiteY186" fmla="*/ 2097951 h 2323145"/>
              <a:gd name="connsiteX187" fmla="*/ 3320348 w 11269336"/>
              <a:gd name="connsiteY187" fmla="*/ 2130191 h 2323145"/>
              <a:gd name="connsiteX188" fmla="*/ 3170922 w 11269336"/>
              <a:gd name="connsiteY188" fmla="*/ 2115957 h 2323145"/>
              <a:gd name="connsiteX189" fmla="*/ 3156256 w 11269336"/>
              <a:gd name="connsiteY189" fmla="*/ 2124773 h 2323145"/>
              <a:gd name="connsiteX190" fmla="*/ 3140298 w 11269336"/>
              <a:gd name="connsiteY190" fmla="*/ 2129182 h 2323145"/>
              <a:gd name="connsiteX191" fmla="*/ 3138514 w 11269336"/>
              <a:gd name="connsiteY191" fmla="*/ 2128069 h 2323145"/>
              <a:gd name="connsiteX192" fmla="*/ 3120467 w 11269336"/>
              <a:gd name="connsiteY192" fmla="*/ 2128281 h 2323145"/>
              <a:gd name="connsiteX193" fmla="*/ 3116175 w 11269336"/>
              <a:gd name="connsiteY193" fmla="*/ 2131633 h 2323145"/>
              <a:gd name="connsiteX194" fmla="*/ 3103685 w 11269336"/>
              <a:gd name="connsiteY194" fmla="*/ 2132814 h 2323145"/>
              <a:gd name="connsiteX195" fmla="*/ 3078794 w 11269336"/>
              <a:gd name="connsiteY195" fmla="*/ 2137935 h 2323145"/>
              <a:gd name="connsiteX196" fmla="*/ 3074407 w 11269336"/>
              <a:gd name="connsiteY196" fmla="*/ 2136274 h 2323145"/>
              <a:gd name="connsiteX197" fmla="*/ 3037285 w 11269336"/>
              <a:gd name="connsiteY197" fmla="*/ 2139919 h 2323145"/>
              <a:gd name="connsiteX198" fmla="*/ 3036901 w 11269336"/>
              <a:gd name="connsiteY198" fmla="*/ 2138726 h 2323145"/>
              <a:gd name="connsiteX199" fmla="*/ 3026996 w 11269336"/>
              <a:gd name="connsiteY199" fmla="*/ 2134322 h 2323145"/>
              <a:gd name="connsiteX200" fmla="*/ 3007772 w 11269336"/>
              <a:gd name="connsiteY200" fmla="*/ 2128742 h 2323145"/>
              <a:gd name="connsiteX201" fmla="*/ 2965030 w 11269336"/>
              <a:gd name="connsiteY201" fmla="*/ 2100494 h 2323145"/>
              <a:gd name="connsiteX202" fmla="*/ 2926342 w 11269336"/>
              <a:gd name="connsiteY202" fmla="*/ 2104155 h 2323145"/>
              <a:gd name="connsiteX203" fmla="*/ 2918608 w 11269336"/>
              <a:gd name="connsiteY203" fmla="*/ 2104215 h 2323145"/>
              <a:gd name="connsiteX204" fmla="*/ 2918475 w 11269336"/>
              <a:gd name="connsiteY204" fmla="*/ 2103937 h 2323145"/>
              <a:gd name="connsiteX205" fmla="*/ 2910360 w 11269336"/>
              <a:gd name="connsiteY205" fmla="*/ 2103444 h 2323145"/>
              <a:gd name="connsiteX206" fmla="*/ 2904507 w 11269336"/>
              <a:gd name="connsiteY206" fmla="*/ 2104326 h 2323145"/>
              <a:gd name="connsiteX207" fmla="*/ 2889503 w 11269336"/>
              <a:gd name="connsiteY207" fmla="*/ 2104443 h 2323145"/>
              <a:gd name="connsiteX208" fmla="*/ 2884480 w 11269336"/>
              <a:gd name="connsiteY208" fmla="*/ 2102626 h 2323145"/>
              <a:gd name="connsiteX209" fmla="*/ 2882689 w 11269336"/>
              <a:gd name="connsiteY209" fmla="*/ 2099228 h 2323145"/>
              <a:gd name="connsiteX210" fmla="*/ 2881291 w 11269336"/>
              <a:gd name="connsiteY210" fmla="*/ 2099618 h 2323145"/>
              <a:gd name="connsiteX211" fmla="*/ 2853979 w 11269336"/>
              <a:gd name="connsiteY211" fmla="*/ 2090388 h 2323145"/>
              <a:gd name="connsiteX212" fmla="*/ 2791790 w 11269336"/>
              <a:gd name="connsiteY212" fmla="*/ 2080332 h 2323145"/>
              <a:gd name="connsiteX213" fmla="*/ 2755844 w 11269336"/>
              <a:gd name="connsiteY213" fmla="*/ 2078874 h 2323145"/>
              <a:gd name="connsiteX214" fmla="*/ 2657742 w 11269336"/>
              <a:gd name="connsiteY214" fmla="*/ 2070179 h 2323145"/>
              <a:gd name="connsiteX215" fmla="*/ 2559549 w 11269336"/>
              <a:gd name="connsiteY215" fmla="*/ 2057873 h 2323145"/>
              <a:gd name="connsiteX216" fmla="*/ 2512054 w 11269336"/>
              <a:gd name="connsiteY216" fmla="*/ 2031671 h 2323145"/>
              <a:gd name="connsiteX217" fmla="*/ 2506437 w 11269336"/>
              <a:gd name="connsiteY217" fmla="*/ 2030918 h 2323145"/>
              <a:gd name="connsiteX218" fmla="*/ 2491752 w 11269336"/>
              <a:gd name="connsiteY218" fmla="*/ 2033906 h 2323145"/>
              <a:gd name="connsiteX219" fmla="*/ 2486338 w 11269336"/>
              <a:gd name="connsiteY219" fmla="*/ 2035862 h 2323145"/>
              <a:gd name="connsiteX220" fmla="*/ 2478186 w 11269336"/>
              <a:gd name="connsiteY220" fmla="*/ 2036953 h 2323145"/>
              <a:gd name="connsiteX221" fmla="*/ 2477950 w 11269336"/>
              <a:gd name="connsiteY221" fmla="*/ 2036715 h 2323145"/>
              <a:gd name="connsiteX222" fmla="*/ 2470381 w 11269336"/>
              <a:gd name="connsiteY222" fmla="*/ 2038256 h 2323145"/>
              <a:gd name="connsiteX223" fmla="*/ 2433781 w 11269336"/>
              <a:gd name="connsiteY223" fmla="*/ 2049140 h 2323145"/>
              <a:gd name="connsiteX224" fmla="*/ 2381172 w 11269336"/>
              <a:gd name="connsiteY224" fmla="*/ 2030645 h 2323145"/>
              <a:gd name="connsiteX225" fmla="*/ 2360198 w 11269336"/>
              <a:gd name="connsiteY225" fmla="*/ 2029059 h 2323145"/>
              <a:gd name="connsiteX226" fmla="*/ 2348815 w 11269336"/>
              <a:gd name="connsiteY226" fmla="*/ 2026798 h 2323145"/>
              <a:gd name="connsiteX227" fmla="*/ 2347988 w 11269336"/>
              <a:gd name="connsiteY227" fmla="*/ 2025745 h 2323145"/>
              <a:gd name="connsiteX228" fmla="*/ 2312920 w 11269336"/>
              <a:gd name="connsiteY228" fmla="*/ 2036311 h 2323145"/>
              <a:gd name="connsiteX229" fmla="*/ 2307986 w 11269336"/>
              <a:gd name="connsiteY229" fmla="*/ 2035583 h 2323145"/>
              <a:gd name="connsiteX230" fmla="*/ 2285481 w 11269336"/>
              <a:gd name="connsiteY230" fmla="*/ 2045197 h 2323145"/>
              <a:gd name="connsiteX231" fmla="*/ 2273666 w 11269336"/>
              <a:gd name="connsiteY231" fmla="*/ 2048710 h 2323145"/>
              <a:gd name="connsiteX232" fmla="*/ 2270719 w 11269336"/>
              <a:gd name="connsiteY232" fmla="*/ 2052702 h 2323145"/>
              <a:gd name="connsiteX233" fmla="*/ 2253080 w 11269336"/>
              <a:gd name="connsiteY233" fmla="*/ 2056363 h 2323145"/>
              <a:gd name="connsiteX234" fmla="*/ 2250906 w 11269336"/>
              <a:gd name="connsiteY234" fmla="*/ 2055654 h 2323145"/>
              <a:gd name="connsiteX235" fmla="*/ 2236905 w 11269336"/>
              <a:gd name="connsiteY235" fmla="*/ 2062882 h 2323145"/>
              <a:gd name="connsiteX236" fmla="*/ 2225830 w 11269336"/>
              <a:gd name="connsiteY236" fmla="*/ 2074027 h 2323145"/>
              <a:gd name="connsiteX237" fmla="*/ 2073776 w 11269336"/>
              <a:gd name="connsiteY237" fmla="*/ 2089244 h 2323145"/>
              <a:gd name="connsiteX238" fmla="*/ 1948256 w 11269336"/>
              <a:gd name="connsiteY238" fmla="*/ 2146616 h 2323145"/>
              <a:gd name="connsiteX239" fmla="*/ 1865582 w 11269336"/>
              <a:gd name="connsiteY239" fmla="*/ 2153738 h 2323145"/>
              <a:gd name="connsiteX240" fmla="*/ 1835210 w 11269336"/>
              <a:gd name="connsiteY240" fmla="*/ 2134244 h 2323145"/>
              <a:gd name="connsiteX241" fmla="*/ 1632661 w 11269336"/>
              <a:gd name="connsiteY241" fmla="*/ 2173882 h 2323145"/>
              <a:gd name="connsiteX242" fmla="*/ 1579590 w 11269336"/>
              <a:gd name="connsiteY242" fmla="*/ 2173680 h 2323145"/>
              <a:gd name="connsiteX243" fmla="*/ 1535601 w 11269336"/>
              <a:gd name="connsiteY243" fmla="*/ 2194590 h 2323145"/>
              <a:gd name="connsiteX244" fmla="*/ 1515594 w 11269336"/>
              <a:gd name="connsiteY244" fmla="*/ 2189622 h 2323145"/>
              <a:gd name="connsiteX245" fmla="*/ 1512113 w 11269336"/>
              <a:gd name="connsiteY245" fmla="*/ 2188534 h 2323145"/>
              <a:gd name="connsiteX246" fmla="*/ 1498838 w 11269336"/>
              <a:gd name="connsiteY246" fmla="*/ 2189213 h 2323145"/>
              <a:gd name="connsiteX247" fmla="*/ 1494279 w 11269336"/>
              <a:gd name="connsiteY247" fmla="*/ 2183112 h 2323145"/>
              <a:gd name="connsiteX248" fmla="*/ 1473714 w 11269336"/>
              <a:gd name="connsiteY248" fmla="*/ 2179625 h 2323145"/>
              <a:gd name="connsiteX249" fmla="*/ 1449503 w 11269336"/>
              <a:gd name="connsiteY249" fmla="*/ 2182633 h 2323145"/>
              <a:gd name="connsiteX250" fmla="*/ 1335495 w 11269336"/>
              <a:gd name="connsiteY250" fmla="*/ 2203940 h 2323145"/>
              <a:gd name="connsiteX251" fmla="*/ 1266687 w 11269336"/>
              <a:gd name="connsiteY251" fmla="*/ 2212688 h 2323145"/>
              <a:gd name="connsiteX252" fmla="*/ 1239614 w 11269336"/>
              <a:gd name="connsiteY252" fmla="*/ 2209727 h 2323145"/>
              <a:gd name="connsiteX253" fmla="*/ 1202436 w 11269336"/>
              <a:gd name="connsiteY253" fmla="*/ 2209817 h 2323145"/>
              <a:gd name="connsiteX254" fmla="*/ 1136097 w 11269336"/>
              <a:gd name="connsiteY254" fmla="*/ 2205112 h 2323145"/>
              <a:gd name="connsiteX255" fmla="*/ 1048229 w 11269336"/>
              <a:gd name="connsiteY255" fmla="*/ 2207249 h 2323145"/>
              <a:gd name="connsiteX256" fmla="*/ 988232 w 11269336"/>
              <a:gd name="connsiteY256" fmla="*/ 2235635 h 2323145"/>
              <a:gd name="connsiteX257" fmla="*/ 981959 w 11269336"/>
              <a:gd name="connsiteY257" fmla="*/ 2231607 h 2323145"/>
              <a:gd name="connsiteX258" fmla="*/ 938600 w 11269336"/>
              <a:gd name="connsiteY258" fmla="*/ 2238113 h 2323145"/>
              <a:gd name="connsiteX259" fmla="*/ 791788 w 11269336"/>
              <a:gd name="connsiteY259" fmla="*/ 2293224 h 2323145"/>
              <a:gd name="connsiteX260" fmla="*/ 706914 w 11269336"/>
              <a:gd name="connsiteY260" fmla="*/ 2305046 h 2323145"/>
              <a:gd name="connsiteX261" fmla="*/ 675971 w 11269336"/>
              <a:gd name="connsiteY261" fmla="*/ 2304030 h 2323145"/>
              <a:gd name="connsiteX262" fmla="*/ 624180 w 11269336"/>
              <a:gd name="connsiteY262" fmla="*/ 2302650 h 2323145"/>
              <a:gd name="connsiteX263" fmla="*/ 583453 w 11269336"/>
              <a:gd name="connsiteY263" fmla="*/ 2288788 h 2323145"/>
              <a:gd name="connsiteX264" fmla="*/ 540946 w 11269336"/>
              <a:gd name="connsiteY264" fmla="*/ 2292721 h 2323145"/>
              <a:gd name="connsiteX265" fmla="*/ 533680 w 11269336"/>
              <a:gd name="connsiteY265" fmla="*/ 2310233 h 2323145"/>
              <a:gd name="connsiteX266" fmla="*/ 487366 w 11269336"/>
              <a:gd name="connsiteY266" fmla="*/ 2309053 h 2323145"/>
              <a:gd name="connsiteX267" fmla="*/ 416820 w 11269336"/>
              <a:gd name="connsiteY267" fmla="*/ 2305443 h 2323145"/>
              <a:gd name="connsiteX268" fmla="*/ 376805 w 11269336"/>
              <a:gd name="connsiteY268" fmla="*/ 2307647 h 2323145"/>
              <a:gd name="connsiteX269" fmla="*/ 266777 w 11269336"/>
              <a:gd name="connsiteY269" fmla="*/ 2309012 h 2323145"/>
              <a:gd name="connsiteX270" fmla="*/ 156013 w 11269336"/>
              <a:gd name="connsiteY270" fmla="*/ 2306832 h 2323145"/>
              <a:gd name="connsiteX271" fmla="*/ 87258 w 11269336"/>
              <a:gd name="connsiteY271" fmla="*/ 2285511 h 2323145"/>
              <a:gd name="connsiteX272" fmla="*/ 23798 w 11269336"/>
              <a:gd name="connsiteY272" fmla="*/ 2281822 h 2323145"/>
              <a:gd name="connsiteX273" fmla="*/ 0 w 11269336"/>
              <a:gd name="connsiteY273" fmla="*/ 2285369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092476 w 11269336"/>
              <a:gd name="connsiteY140" fmla="*/ 2100737 h 2323145"/>
              <a:gd name="connsiteX141" fmla="*/ 5060738 w 11269336"/>
              <a:gd name="connsiteY141" fmla="*/ 2083274 h 2323145"/>
              <a:gd name="connsiteX142" fmla="*/ 4860988 w 11269336"/>
              <a:gd name="connsiteY142" fmla="*/ 2135698 h 2323145"/>
              <a:gd name="connsiteX143" fmla="*/ 4807902 w 11269336"/>
              <a:gd name="connsiteY143" fmla="*/ 2138894 h 2323145"/>
              <a:gd name="connsiteX144" fmla="*/ 4765388 w 11269336"/>
              <a:gd name="connsiteY144" fmla="*/ 2162525 h 2323145"/>
              <a:gd name="connsiteX145" fmla="*/ 4745033 w 11269336"/>
              <a:gd name="connsiteY145" fmla="*/ 2158859 h 2323145"/>
              <a:gd name="connsiteX146" fmla="*/ 4741475 w 11269336"/>
              <a:gd name="connsiteY146" fmla="*/ 2157998 h 2323145"/>
              <a:gd name="connsiteX147" fmla="*/ 4728247 w 11269336"/>
              <a:gd name="connsiteY147" fmla="*/ 2159526 h 2323145"/>
              <a:gd name="connsiteX148" fmla="*/ 4723263 w 11269336"/>
              <a:gd name="connsiteY148" fmla="*/ 2153742 h 2323145"/>
              <a:gd name="connsiteX149" fmla="*/ 4702453 w 11269336"/>
              <a:gd name="connsiteY149" fmla="*/ 2151586 h 2323145"/>
              <a:gd name="connsiteX150" fmla="*/ 4678455 w 11269336"/>
              <a:gd name="connsiteY150" fmla="*/ 2156131 h 2323145"/>
              <a:gd name="connsiteX151" fmla="*/ 4593061 w 11269336"/>
              <a:gd name="connsiteY151" fmla="*/ 2171597 h 2323145"/>
              <a:gd name="connsiteX152" fmla="*/ 4579902 w 11269336"/>
              <a:gd name="connsiteY152" fmla="*/ 2177927 h 2323145"/>
              <a:gd name="connsiteX153" fmla="*/ 4533444 w 11269336"/>
              <a:gd name="connsiteY153" fmla="*/ 2181200 h 2323145"/>
              <a:gd name="connsiteX154" fmla="*/ 4492832 w 11269336"/>
              <a:gd name="connsiteY154" fmla="*/ 2188033 h 2323145"/>
              <a:gd name="connsiteX155" fmla="*/ 4467257 w 11269336"/>
              <a:gd name="connsiteY155" fmla="*/ 2196121 h 2323145"/>
              <a:gd name="connsiteX156" fmla="*/ 4459937 w 11269336"/>
              <a:gd name="connsiteY156" fmla="*/ 2195182 h 2323145"/>
              <a:gd name="connsiteX157" fmla="*/ 4433312 w 11269336"/>
              <a:gd name="connsiteY157" fmla="*/ 2199004 h 2323145"/>
              <a:gd name="connsiteX158" fmla="*/ 4420601 w 11269336"/>
              <a:gd name="connsiteY158" fmla="*/ 2205158 h 2323145"/>
              <a:gd name="connsiteX159" fmla="*/ 4405765 w 11269336"/>
              <a:gd name="connsiteY159" fmla="*/ 2199902 h 2323145"/>
              <a:gd name="connsiteX160" fmla="*/ 4401354 w 11269336"/>
              <a:gd name="connsiteY160" fmla="*/ 2194745 h 2323145"/>
              <a:gd name="connsiteX161" fmla="*/ 4383151 w 11269336"/>
              <a:gd name="connsiteY161" fmla="*/ 2201140 h 2323145"/>
              <a:gd name="connsiteX162" fmla="*/ 4366646 w 11269336"/>
              <a:gd name="connsiteY162" fmla="*/ 2198564 h 2323145"/>
              <a:gd name="connsiteX163" fmla="*/ 4354009 w 11269336"/>
              <a:gd name="connsiteY163" fmla="*/ 2204984 h 2323145"/>
              <a:gd name="connsiteX164" fmla="*/ 4348284 w 11269336"/>
              <a:gd name="connsiteY164" fmla="*/ 2205270 h 2323145"/>
              <a:gd name="connsiteX165" fmla="*/ 4333906 w 11269336"/>
              <a:gd name="connsiteY165" fmla="*/ 2205251 h 2323145"/>
              <a:gd name="connsiteX166" fmla="*/ 4308819 w 11269336"/>
              <a:gd name="connsiteY166" fmla="*/ 2203822 h 2323145"/>
              <a:gd name="connsiteX167" fmla="*/ 4301210 w 11269336"/>
              <a:gd name="connsiteY167" fmla="*/ 2204456 h 2323145"/>
              <a:gd name="connsiteX168" fmla="*/ 4283095 w 11269336"/>
              <a:gd name="connsiteY168" fmla="*/ 2198177 h 2323145"/>
              <a:gd name="connsiteX169" fmla="*/ 4250119 w 11269336"/>
              <a:gd name="connsiteY169" fmla="*/ 2196342 h 2323145"/>
              <a:gd name="connsiteX170" fmla="*/ 4189203 w 11269336"/>
              <a:gd name="connsiteY170" fmla="*/ 2178994 h 2323145"/>
              <a:gd name="connsiteX171" fmla="*/ 4154035 w 11269336"/>
              <a:gd name="connsiteY171" fmla="*/ 2171950 h 2323145"/>
              <a:gd name="connsiteX172" fmla="*/ 4129569 w 11269336"/>
              <a:gd name="connsiteY172" fmla="*/ 2163850 h 2323145"/>
              <a:gd name="connsiteX173" fmla="*/ 4061250 w 11269336"/>
              <a:gd name="connsiteY173" fmla="*/ 2159236 h 2323145"/>
              <a:gd name="connsiteX174" fmla="*/ 3945480 w 11269336"/>
              <a:gd name="connsiteY174" fmla="*/ 2158279 h 2323145"/>
              <a:gd name="connsiteX175" fmla="*/ 3921468 w 11269336"/>
              <a:gd name="connsiteY175" fmla="*/ 2156588 h 2323145"/>
              <a:gd name="connsiteX176" fmla="*/ 3903348 w 11269336"/>
              <a:gd name="connsiteY176" fmla="*/ 2149220 h 2323145"/>
              <a:gd name="connsiteX177" fmla="*/ 3901342 w 11269336"/>
              <a:gd name="connsiteY177" fmla="*/ 2142355 h 2323145"/>
              <a:gd name="connsiteX178" fmla="*/ 3888539 w 11269336"/>
              <a:gd name="connsiteY178" fmla="*/ 2140476 h 2323145"/>
              <a:gd name="connsiteX179" fmla="*/ 3885662 w 11269336"/>
              <a:gd name="connsiteY179" fmla="*/ 2138740 h 2323145"/>
              <a:gd name="connsiteX180" fmla="*/ 3868627 w 11269336"/>
              <a:gd name="connsiteY180" fmla="*/ 2130023 h 2323145"/>
              <a:gd name="connsiteX181" fmla="*/ 3819177 w 11269336"/>
              <a:gd name="connsiteY181" fmla="*/ 2142111 h 2323145"/>
              <a:gd name="connsiteX182" fmla="*/ 3769100 w 11269336"/>
              <a:gd name="connsiteY182" fmla="*/ 2131731 h 2323145"/>
              <a:gd name="connsiteX183" fmla="*/ 3562752 w 11269336"/>
              <a:gd name="connsiteY183" fmla="*/ 2131785 h 2323145"/>
              <a:gd name="connsiteX184" fmla="*/ 3541402 w 11269336"/>
              <a:gd name="connsiteY184" fmla="*/ 2106821 h 2323145"/>
              <a:gd name="connsiteX185" fmla="*/ 3460591 w 11269336"/>
              <a:gd name="connsiteY185" fmla="*/ 2097951 h 2323145"/>
              <a:gd name="connsiteX186" fmla="*/ 3320348 w 11269336"/>
              <a:gd name="connsiteY186" fmla="*/ 2130191 h 2323145"/>
              <a:gd name="connsiteX187" fmla="*/ 3170922 w 11269336"/>
              <a:gd name="connsiteY187" fmla="*/ 2115957 h 2323145"/>
              <a:gd name="connsiteX188" fmla="*/ 3156256 w 11269336"/>
              <a:gd name="connsiteY188" fmla="*/ 2124773 h 2323145"/>
              <a:gd name="connsiteX189" fmla="*/ 3140298 w 11269336"/>
              <a:gd name="connsiteY189" fmla="*/ 2129182 h 2323145"/>
              <a:gd name="connsiteX190" fmla="*/ 3138514 w 11269336"/>
              <a:gd name="connsiteY190" fmla="*/ 2128069 h 2323145"/>
              <a:gd name="connsiteX191" fmla="*/ 3120467 w 11269336"/>
              <a:gd name="connsiteY191" fmla="*/ 2128281 h 2323145"/>
              <a:gd name="connsiteX192" fmla="*/ 3116175 w 11269336"/>
              <a:gd name="connsiteY192" fmla="*/ 2131633 h 2323145"/>
              <a:gd name="connsiteX193" fmla="*/ 3103685 w 11269336"/>
              <a:gd name="connsiteY193" fmla="*/ 2132814 h 2323145"/>
              <a:gd name="connsiteX194" fmla="*/ 3078794 w 11269336"/>
              <a:gd name="connsiteY194" fmla="*/ 2137935 h 2323145"/>
              <a:gd name="connsiteX195" fmla="*/ 3074407 w 11269336"/>
              <a:gd name="connsiteY195" fmla="*/ 2136274 h 2323145"/>
              <a:gd name="connsiteX196" fmla="*/ 3037285 w 11269336"/>
              <a:gd name="connsiteY196" fmla="*/ 2139919 h 2323145"/>
              <a:gd name="connsiteX197" fmla="*/ 3036901 w 11269336"/>
              <a:gd name="connsiteY197" fmla="*/ 2138726 h 2323145"/>
              <a:gd name="connsiteX198" fmla="*/ 3026996 w 11269336"/>
              <a:gd name="connsiteY198" fmla="*/ 2134322 h 2323145"/>
              <a:gd name="connsiteX199" fmla="*/ 3007772 w 11269336"/>
              <a:gd name="connsiteY199" fmla="*/ 2128742 h 2323145"/>
              <a:gd name="connsiteX200" fmla="*/ 2965030 w 11269336"/>
              <a:gd name="connsiteY200" fmla="*/ 2100494 h 2323145"/>
              <a:gd name="connsiteX201" fmla="*/ 2926342 w 11269336"/>
              <a:gd name="connsiteY201" fmla="*/ 2104155 h 2323145"/>
              <a:gd name="connsiteX202" fmla="*/ 2918608 w 11269336"/>
              <a:gd name="connsiteY202" fmla="*/ 2104215 h 2323145"/>
              <a:gd name="connsiteX203" fmla="*/ 2918475 w 11269336"/>
              <a:gd name="connsiteY203" fmla="*/ 2103937 h 2323145"/>
              <a:gd name="connsiteX204" fmla="*/ 2910360 w 11269336"/>
              <a:gd name="connsiteY204" fmla="*/ 2103444 h 2323145"/>
              <a:gd name="connsiteX205" fmla="*/ 2904507 w 11269336"/>
              <a:gd name="connsiteY205" fmla="*/ 2104326 h 2323145"/>
              <a:gd name="connsiteX206" fmla="*/ 2889503 w 11269336"/>
              <a:gd name="connsiteY206" fmla="*/ 2104443 h 2323145"/>
              <a:gd name="connsiteX207" fmla="*/ 2884480 w 11269336"/>
              <a:gd name="connsiteY207" fmla="*/ 2102626 h 2323145"/>
              <a:gd name="connsiteX208" fmla="*/ 2882689 w 11269336"/>
              <a:gd name="connsiteY208" fmla="*/ 2099228 h 2323145"/>
              <a:gd name="connsiteX209" fmla="*/ 2881291 w 11269336"/>
              <a:gd name="connsiteY209" fmla="*/ 2099618 h 2323145"/>
              <a:gd name="connsiteX210" fmla="*/ 2853979 w 11269336"/>
              <a:gd name="connsiteY210" fmla="*/ 2090388 h 2323145"/>
              <a:gd name="connsiteX211" fmla="*/ 2791790 w 11269336"/>
              <a:gd name="connsiteY211" fmla="*/ 2080332 h 2323145"/>
              <a:gd name="connsiteX212" fmla="*/ 2755844 w 11269336"/>
              <a:gd name="connsiteY212" fmla="*/ 2078874 h 2323145"/>
              <a:gd name="connsiteX213" fmla="*/ 2657742 w 11269336"/>
              <a:gd name="connsiteY213" fmla="*/ 2070179 h 2323145"/>
              <a:gd name="connsiteX214" fmla="*/ 2559549 w 11269336"/>
              <a:gd name="connsiteY214" fmla="*/ 2057873 h 2323145"/>
              <a:gd name="connsiteX215" fmla="*/ 2512054 w 11269336"/>
              <a:gd name="connsiteY215" fmla="*/ 2031671 h 2323145"/>
              <a:gd name="connsiteX216" fmla="*/ 2506437 w 11269336"/>
              <a:gd name="connsiteY216" fmla="*/ 2030918 h 2323145"/>
              <a:gd name="connsiteX217" fmla="*/ 2491752 w 11269336"/>
              <a:gd name="connsiteY217" fmla="*/ 2033906 h 2323145"/>
              <a:gd name="connsiteX218" fmla="*/ 2486338 w 11269336"/>
              <a:gd name="connsiteY218" fmla="*/ 2035862 h 2323145"/>
              <a:gd name="connsiteX219" fmla="*/ 2478186 w 11269336"/>
              <a:gd name="connsiteY219" fmla="*/ 2036953 h 2323145"/>
              <a:gd name="connsiteX220" fmla="*/ 2477950 w 11269336"/>
              <a:gd name="connsiteY220" fmla="*/ 2036715 h 2323145"/>
              <a:gd name="connsiteX221" fmla="*/ 2470381 w 11269336"/>
              <a:gd name="connsiteY221" fmla="*/ 2038256 h 2323145"/>
              <a:gd name="connsiteX222" fmla="*/ 2433781 w 11269336"/>
              <a:gd name="connsiteY222" fmla="*/ 2049140 h 2323145"/>
              <a:gd name="connsiteX223" fmla="*/ 2381172 w 11269336"/>
              <a:gd name="connsiteY223" fmla="*/ 2030645 h 2323145"/>
              <a:gd name="connsiteX224" fmla="*/ 2360198 w 11269336"/>
              <a:gd name="connsiteY224" fmla="*/ 2029059 h 2323145"/>
              <a:gd name="connsiteX225" fmla="*/ 2348815 w 11269336"/>
              <a:gd name="connsiteY225" fmla="*/ 2026798 h 2323145"/>
              <a:gd name="connsiteX226" fmla="*/ 2347988 w 11269336"/>
              <a:gd name="connsiteY226" fmla="*/ 2025745 h 2323145"/>
              <a:gd name="connsiteX227" fmla="*/ 2312920 w 11269336"/>
              <a:gd name="connsiteY227" fmla="*/ 2036311 h 2323145"/>
              <a:gd name="connsiteX228" fmla="*/ 2307986 w 11269336"/>
              <a:gd name="connsiteY228" fmla="*/ 2035583 h 2323145"/>
              <a:gd name="connsiteX229" fmla="*/ 2285481 w 11269336"/>
              <a:gd name="connsiteY229" fmla="*/ 2045197 h 2323145"/>
              <a:gd name="connsiteX230" fmla="*/ 2273666 w 11269336"/>
              <a:gd name="connsiteY230" fmla="*/ 2048710 h 2323145"/>
              <a:gd name="connsiteX231" fmla="*/ 2270719 w 11269336"/>
              <a:gd name="connsiteY231" fmla="*/ 2052702 h 2323145"/>
              <a:gd name="connsiteX232" fmla="*/ 2253080 w 11269336"/>
              <a:gd name="connsiteY232" fmla="*/ 2056363 h 2323145"/>
              <a:gd name="connsiteX233" fmla="*/ 2250906 w 11269336"/>
              <a:gd name="connsiteY233" fmla="*/ 2055654 h 2323145"/>
              <a:gd name="connsiteX234" fmla="*/ 2236905 w 11269336"/>
              <a:gd name="connsiteY234" fmla="*/ 2062882 h 2323145"/>
              <a:gd name="connsiteX235" fmla="*/ 2225830 w 11269336"/>
              <a:gd name="connsiteY235" fmla="*/ 2074027 h 2323145"/>
              <a:gd name="connsiteX236" fmla="*/ 2073776 w 11269336"/>
              <a:gd name="connsiteY236" fmla="*/ 2089244 h 2323145"/>
              <a:gd name="connsiteX237" fmla="*/ 1948256 w 11269336"/>
              <a:gd name="connsiteY237" fmla="*/ 2146616 h 2323145"/>
              <a:gd name="connsiteX238" fmla="*/ 1865582 w 11269336"/>
              <a:gd name="connsiteY238" fmla="*/ 2153738 h 2323145"/>
              <a:gd name="connsiteX239" fmla="*/ 1835210 w 11269336"/>
              <a:gd name="connsiteY239" fmla="*/ 2134244 h 2323145"/>
              <a:gd name="connsiteX240" fmla="*/ 1632661 w 11269336"/>
              <a:gd name="connsiteY240" fmla="*/ 2173882 h 2323145"/>
              <a:gd name="connsiteX241" fmla="*/ 1579590 w 11269336"/>
              <a:gd name="connsiteY241" fmla="*/ 2173680 h 2323145"/>
              <a:gd name="connsiteX242" fmla="*/ 1535601 w 11269336"/>
              <a:gd name="connsiteY242" fmla="*/ 2194590 h 2323145"/>
              <a:gd name="connsiteX243" fmla="*/ 1515594 w 11269336"/>
              <a:gd name="connsiteY243" fmla="*/ 2189622 h 2323145"/>
              <a:gd name="connsiteX244" fmla="*/ 1512113 w 11269336"/>
              <a:gd name="connsiteY244" fmla="*/ 2188534 h 2323145"/>
              <a:gd name="connsiteX245" fmla="*/ 1498838 w 11269336"/>
              <a:gd name="connsiteY245" fmla="*/ 2189213 h 2323145"/>
              <a:gd name="connsiteX246" fmla="*/ 1494279 w 11269336"/>
              <a:gd name="connsiteY246" fmla="*/ 2183112 h 2323145"/>
              <a:gd name="connsiteX247" fmla="*/ 1473714 w 11269336"/>
              <a:gd name="connsiteY247" fmla="*/ 2179625 h 2323145"/>
              <a:gd name="connsiteX248" fmla="*/ 1449503 w 11269336"/>
              <a:gd name="connsiteY248" fmla="*/ 2182633 h 2323145"/>
              <a:gd name="connsiteX249" fmla="*/ 1335495 w 11269336"/>
              <a:gd name="connsiteY249" fmla="*/ 2203940 h 2323145"/>
              <a:gd name="connsiteX250" fmla="*/ 1266687 w 11269336"/>
              <a:gd name="connsiteY250" fmla="*/ 2212688 h 2323145"/>
              <a:gd name="connsiteX251" fmla="*/ 1239614 w 11269336"/>
              <a:gd name="connsiteY251" fmla="*/ 2209727 h 2323145"/>
              <a:gd name="connsiteX252" fmla="*/ 1202436 w 11269336"/>
              <a:gd name="connsiteY252" fmla="*/ 2209817 h 2323145"/>
              <a:gd name="connsiteX253" fmla="*/ 1136097 w 11269336"/>
              <a:gd name="connsiteY253" fmla="*/ 2205112 h 2323145"/>
              <a:gd name="connsiteX254" fmla="*/ 1048229 w 11269336"/>
              <a:gd name="connsiteY254" fmla="*/ 2207249 h 2323145"/>
              <a:gd name="connsiteX255" fmla="*/ 988232 w 11269336"/>
              <a:gd name="connsiteY255" fmla="*/ 2235635 h 2323145"/>
              <a:gd name="connsiteX256" fmla="*/ 981959 w 11269336"/>
              <a:gd name="connsiteY256" fmla="*/ 2231607 h 2323145"/>
              <a:gd name="connsiteX257" fmla="*/ 938600 w 11269336"/>
              <a:gd name="connsiteY257" fmla="*/ 2238113 h 2323145"/>
              <a:gd name="connsiteX258" fmla="*/ 791788 w 11269336"/>
              <a:gd name="connsiteY258" fmla="*/ 2293224 h 2323145"/>
              <a:gd name="connsiteX259" fmla="*/ 706914 w 11269336"/>
              <a:gd name="connsiteY259" fmla="*/ 2305046 h 2323145"/>
              <a:gd name="connsiteX260" fmla="*/ 675971 w 11269336"/>
              <a:gd name="connsiteY260" fmla="*/ 2304030 h 2323145"/>
              <a:gd name="connsiteX261" fmla="*/ 624180 w 11269336"/>
              <a:gd name="connsiteY261" fmla="*/ 2302650 h 2323145"/>
              <a:gd name="connsiteX262" fmla="*/ 583453 w 11269336"/>
              <a:gd name="connsiteY262" fmla="*/ 2288788 h 2323145"/>
              <a:gd name="connsiteX263" fmla="*/ 540946 w 11269336"/>
              <a:gd name="connsiteY263" fmla="*/ 2292721 h 2323145"/>
              <a:gd name="connsiteX264" fmla="*/ 533680 w 11269336"/>
              <a:gd name="connsiteY264" fmla="*/ 2310233 h 2323145"/>
              <a:gd name="connsiteX265" fmla="*/ 487366 w 11269336"/>
              <a:gd name="connsiteY265" fmla="*/ 2309053 h 2323145"/>
              <a:gd name="connsiteX266" fmla="*/ 416820 w 11269336"/>
              <a:gd name="connsiteY266" fmla="*/ 2305443 h 2323145"/>
              <a:gd name="connsiteX267" fmla="*/ 376805 w 11269336"/>
              <a:gd name="connsiteY267" fmla="*/ 2307647 h 2323145"/>
              <a:gd name="connsiteX268" fmla="*/ 266777 w 11269336"/>
              <a:gd name="connsiteY268" fmla="*/ 2309012 h 2323145"/>
              <a:gd name="connsiteX269" fmla="*/ 156013 w 11269336"/>
              <a:gd name="connsiteY269" fmla="*/ 2306832 h 2323145"/>
              <a:gd name="connsiteX270" fmla="*/ 87258 w 11269336"/>
              <a:gd name="connsiteY270" fmla="*/ 2285511 h 2323145"/>
              <a:gd name="connsiteX271" fmla="*/ 23798 w 11269336"/>
              <a:gd name="connsiteY271" fmla="*/ 2281822 h 2323145"/>
              <a:gd name="connsiteX272" fmla="*/ 0 w 11269336"/>
              <a:gd name="connsiteY272" fmla="*/ 2285369 h 2323145"/>
              <a:gd name="connsiteX273" fmla="*/ 0 w 11269336"/>
              <a:gd name="connsiteY27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092476 w 11269336"/>
              <a:gd name="connsiteY139" fmla="*/ 2100737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988232 w 11269336"/>
              <a:gd name="connsiteY252" fmla="*/ 2235635 h 2323145"/>
              <a:gd name="connsiteX253" fmla="*/ 981959 w 11269336"/>
              <a:gd name="connsiteY253" fmla="*/ 2231607 h 2323145"/>
              <a:gd name="connsiteX254" fmla="*/ 938600 w 11269336"/>
              <a:gd name="connsiteY254" fmla="*/ 2238113 h 2323145"/>
              <a:gd name="connsiteX255" fmla="*/ 791788 w 11269336"/>
              <a:gd name="connsiteY255" fmla="*/ 2293224 h 2323145"/>
              <a:gd name="connsiteX256" fmla="*/ 706914 w 11269336"/>
              <a:gd name="connsiteY256" fmla="*/ 2305046 h 2323145"/>
              <a:gd name="connsiteX257" fmla="*/ 675971 w 11269336"/>
              <a:gd name="connsiteY257" fmla="*/ 2304030 h 2323145"/>
              <a:gd name="connsiteX258" fmla="*/ 624180 w 11269336"/>
              <a:gd name="connsiteY258" fmla="*/ 2302650 h 2323145"/>
              <a:gd name="connsiteX259" fmla="*/ 583453 w 11269336"/>
              <a:gd name="connsiteY259" fmla="*/ 2288788 h 2323145"/>
              <a:gd name="connsiteX260" fmla="*/ 540946 w 11269336"/>
              <a:gd name="connsiteY260" fmla="*/ 2292721 h 2323145"/>
              <a:gd name="connsiteX261" fmla="*/ 533680 w 11269336"/>
              <a:gd name="connsiteY261" fmla="*/ 2310233 h 2323145"/>
              <a:gd name="connsiteX262" fmla="*/ 487366 w 11269336"/>
              <a:gd name="connsiteY262" fmla="*/ 2309053 h 2323145"/>
              <a:gd name="connsiteX263" fmla="*/ 416820 w 11269336"/>
              <a:gd name="connsiteY263" fmla="*/ 2305443 h 2323145"/>
              <a:gd name="connsiteX264" fmla="*/ 376805 w 11269336"/>
              <a:gd name="connsiteY264" fmla="*/ 2307647 h 2323145"/>
              <a:gd name="connsiteX265" fmla="*/ 266777 w 11269336"/>
              <a:gd name="connsiteY265" fmla="*/ 2309012 h 2323145"/>
              <a:gd name="connsiteX266" fmla="*/ 156013 w 11269336"/>
              <a:gd name="connsiteY266" fmla="*/ 2306832 h 2323145"/>
              <a:gd name="connsiteX267" fmla="*/ 87258 w 11269336"/>
              <a:gd name="connsiteY267" fmla="*/ 2285511 h 2323145"/>
              <a:gd name="connsiteX268" fmla="*/ 23798 w 11269336"/>
              <a:gd name="connsiteY268" fmla="*/ 2281822 h 2323145"/>
              <a:gd name="connsiteX269" fmla="*/ 0 w 11269336"/>
              <a:gd name="connsiteY269" fmla="*/ 2285369 h 2323145"/>
              <a:gd name="connsiteX270" fmla="*/ 0 w 11269336"/>
              <a:gd name="connsiteY27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266687 w 11269336"/>
              <a:gd name="connsiteY247" fmla="*/ 2212688 h 2323145"/>
              <a:gd name="connsiteX248" fmla="*/ 1239614 w 11269336"/>
              <a:gd name="connsiteY248" fmla="*/ 2209727 h 2323145"/>
              <a:gd name="connsiteX249" fmla="*/ 1202436 w 11269336"/>
              <a:gd name="connsiteY249" fmla="*/ 2209817 h 2323145"/>
              <a:gd name="connsiteX250" fmla="*/ 1136097 w 11269336"/>
              <a:gd name="connsiteY250" fmla="*/ 2205112 h 2323145"/>
              <a:gd name="connsiteX251" fmla="*/ 988232 w 11269336"/>
              <a:gd name="connsiteY251" fmla="*/ 2235635 h 2323145"/>
              <a:gd name="connsiteX252" fmla="*/ 981959 w 11269336"/>
              <a:gd name="connsiteY252" fmla="*/ 2231607 h 2323145"/>
              <a:gd name="connsiteX253" fmla="*/ 938600 w 11269336"/>
              <a:gd name="connsiteY253" fmla="*/ 2238113 h 2323145"/>
              <a:gd name="connsiteX254" fmla="*/ 791788 w 11269336"/>
              <a:gd name="connsiteY254" fmla="*/ 2293224 h 2323145"/>
              <a:gd name="connsiteX255" fmla="*/ 706914 w 11269336"/>
              <a:gd name="connsiteY255" fmla="*/ 2305046 h 2323145"/>
              <a:gd name="connsiteX256" fmla="*/ 675971 w 11269336"/>
              <a:gd name="connsiteY256" fmla="*/ 2304030 h 2323145"/>
              <a:gd name="connsiteX257" fmla="*/ 624180 w 11269336"/>
              <a:gd name="connsiteY257" fmla="*/ 2302650 h 2323145"/>
              <a:gd name="connsiteX258" fmla="*/ 583453 w 11269336"/>
              <a:gd name="connsiteY258" fmla="*/ 2288788 h 2323145"/>
              <a:gd name="connsiteX259" fmla="*/ 540946 w 11269336"/>
              <a:gd name="connsiteY259" fmla="*/ 2292721 h 2323145"/>
              <a:gd name="connsiteX260" fmla="*/ 533680 w 11269336"/>
              <a:gd name="connsiteY260" fmla="*/ 2310233 h 2323145"/>
              <a:gd name="connsiteX261" fmla="*/ 487366 w 11269336"/>
              <a:gd name="connsiteY261" fmla="*/ 2309053 h 2323145"/>
              <a:gd name="connsiteX262" fmla="*/ 416820 w 11269336"/>
              <a:gd name="connsiteY262" fmla="*/ 2305443 h 2323145"/>
              <a:gd name="connsiteX263" fmla="*/ 376805 w 11269336"/>
              <a:gd name="connsiteY263" fmla="*/ 2307647 h 2323145"/>
              <a:gd name="connsiteX264" fmla="*/ 266777 w 11269336"/>
              <a:gd name="connsiteY264" fmla="*/ 2309012 h 2323145"/>
              <a:gd name="connsiteX265" fmla="*/ 156013 w 11269336"/>
              <a:gd name="connsiteY265" fmla="*/ 2306832 h 2323145"/>
              <a:gd name="connsiteX266" fmla="*/ 87258 w 11269336"/>
              <a:gd name="connsiteY266" fmla="*/ 2285511 h 2323145"/>
              <a:gd name="connsiteX267" fmla="*/ 23798 w 11269336"/>
              <a:gd name="connsiteY267" fmla="*/ 2281822 h 2323145"/>
              <a:gd name="connsiteX268" fmla="*/ 0 w 11269336"/>
              <a:gd name="connsiteY268" fmla="*/ 2285369 h 2323145"/>
              <a:gd name="connsiteX269" fmla="*/ 0 w 11269336"/>
              <a:gd name="connsiteY26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197391 w 11269336"/>
              <a:gd name="connsiteY54" fmla="*/ 1107746 h 2323145"/>
              <a:gd name="connsiteX55" fmla="*/ 8081474 w 11269336"/>
              <a:gd name="connsiteY55" fmla="*/ 1130125 h 2323145"/>
              <a:gd name="connsiteX56" fmla="*/ 8053585 w 11269336"/>
              <a:gd name="connsiteY56" fmla="*/ 1129169 h 2323145"/>
              <a:gd name="connsiteX57" fmla="*/ 8038422 w 11269336"/>
              <a:gd name="connsiteY57" fmla="*/ 1119092 h 2323145"/>
              <a:gd name="connsiteX58" fmla="*/ 8029450 w 11269336"/>
              <a:gd name="connsiteY58" fmla="*/ 1125592 h 2323145"/>
              <a:gd name="connsiteX59" fmla="*/ 7959552 w 11269336"/>
              <a:gd name="connsiteY59" fmla="*/ 1140188 h 2323145"/>
              <a:gd name="connsiteX60" fmla="*/ 7914188 w 11269336"/>
              <a:gd name="connsiteY60" fmla="*/ 1150862 h 2323145"/>
              <a:gd name="connsiteX61" fmla="*/ 7914918 w 11269336"/>
              <a:gd name="connsiteY61" fmla="*/ 1168758 h 2323145"/>
              <a:gd name="connsiteX62" fmla="*/ 7875510 w 11269336"/>
              <a:gd name="connsiteY62" fmla="*/ 1183153 h 2323145"/>
              <a:gd name="connsiteX63" fmla="*/ 7829932 w 11269336"/>
              <a:gd name="connsiteY63" fmla="*/ 1180782 h 2323145"/>
              <a:gd name="connsiteX64" fmla="*/ 7779182 w 11269336"/>
              <a:gd name="connsiteY64" fmla="*/ 1192665 h 2323145"/>
              <a:gd name="connsiteX65" fmla="*/ 7748774 w 11269336"/>
              <a:gd name="connsiteY65" fmla="*/ 1199586 h 2323145"/>
              <a:gd name="connsiteX66" fmla="*/ 7671846 w 11269336"/>
              <a:gd name="connsiteY66" fmla="*/ 1231966 h 2323145"/>
              <a:gd name="connsiteX67" fmla="*/ 7554146 w 11269336"/>
              <a:gd name="connsiteY67" fmla="*/ 1319748 h 2323145"/>
              <a:gd name="connsiteX68" fmla="*/ 7515052 w 11269336"/>
              <a:gd name="connsiteY68" fmla="*/ 1336718 h 2323145"/>
              <a:gd name="connsiteX69" fmla="*/ 7507193 w 11269336"/>
              <a:gd name="connsiteY69" fmla="*/ 1334617 h 2323145"/>
              <a:gd name="connsiteX70" fmla="*/ 7461694 w 11269336"/>
              <a:gd name="connsiteY70" fmla="*/ 1375866 h 2323145"/>
              <a:gd name="connsiteX71" fmla="*/ 7377571 w 11269336"/>
              <a:gd name="connsiteY71" fmla="*/ 1400128 h 2323145"/>
              <a:gd name="connsiteX72" fmla="*/ 7311261 w 11269336"/>
              <a:gd name="connsiteY72" fmla="*/ 1412652 h 2323145"/>
              <a:gd name="connsiteX73" fmla="*/ 7275307 w 11269336"/>
              <a:gd name="connsiteY73" fmla="*/ 1422171 h 2323145"/>
              <a:gd name="connsiteX74" fmla="*/ 7247783 w 11269336"/>
              <a:gd name="connsiteY74" fmla="*/ 1426330 h 2323145"/>
              <a:gd name="connsiteX75" fmla="*/ 7185047 w 11269336"/>
              <a:gd name="connsiteY75" fmla="*/ 1451812 h 2323145"/>
              <a:gd name="connsiteX76" fmla="*/ 7084117 w 11269336"/>
              <a:gd name="connsiteY76" fmla="*/ 1500281 h 2323145"/>
              <a:gd name="connsiteX77" fmla="*/ 7062011 w 11269336"/>
              <a:gd name="connsiteY77" fmla="*/ 1509183 h 2323145"/>
              <a:gd name="connsiteX78" fmla="*/ 7040555 w 11269336"/>
              <a:gd name="connsiteY78" fmla="*/ 1511207 h 2323145"/>
              <a:gd name="connsiteX79" fmla="*/ 7033438 w 11269336"/>
              <a:gd name="connsiteY79" fmla="*/ 1506772 h 2323145"/>
              <a:gd name="connsiteX80" fmla="*/ 7020886 w 11269336"/>
              <a:gd name="connsiteY80" fmla="*/ 1510764 h 2323145"/>
              <a:gd name="connsiteX81" fmla="*/ 7017033 w 11269336"/>
              <a:gd name="connsiteY81" fmla="*/ 1510650 h 2323145"/>
              <a:gd name="connsiteX82" fmla="*/ 6995460 w 11269336"/>
              <a:gd name="connsiteY82" fmla="*/ 1511173 h 2323145"/>
              <a:gd name="connsiteX83" fmla="*/ 6962144 w 11269336"/>
              <a:gd name="connsiteY83" fmla="*/ 1541508 h 2323145"/>
              <a:gd name="connsiteX84" fmla="*/ 6910674 w 11269336"/>
              <a:gd name="connsiteY84" fmla="*/ 1554793 h 2323145"/>
              <a:gd name="connsiteX85" fmla="*/ 6732152 w 11269336"/>
              <a:gd name="connsiteY85" fmla="*/ 1642538 h 2323145"/>
              <a:gd name="connsiteX86" fmla="*/ 6694106 w 11269336"/>
              <a:gd name="connsiteY86" fmla="*/ 1632377 h 2323145"/>
              <a:gd name="connsiteX87" fmla="*/ 6617223 w 11269336"/>
              <a:gd name="connsiteY87" fmla="*/ 1659889 h 2323145"/>
              <a:gd name="connsiteX88" fmla="*/ 6521138 w 11269336"/>
              <a:gd name="connsiteY88" fmla="*/ 1744340 h 2323145"/>
              <a:gd name="connsiteX89" fmla="*/ 6380677 w 11269336"/>
              <a:gd name="connsiteY89" fmla="*/ 1796883 h 2323145"/>
              <a:gd name="connsiteX90" fmla="*/ 6374897 w 11269336"/>
              <a:gd name="connsiteY90" fmla="*/ 1809910 h 2323145"/>
              <a:gd name="connsiteX91" fmla="*/ 6364545 w 11269336"/>
              <a:gd name="connsiteY91" fmla="*/ 1820090 h 2323145"/>
              <a:gd name="connsiteX92" fmla="*/ 6362126 w 11269336"/>
              <a:gd name="connsiteY92" fmla="*/ 1819991 h 2323145"/>
              <a:gd name="connsiteX93" fmla="*/ 6346673 w 11269336"/>
              <a:gd name="connsiteY93" fmla="*/ 1827824 h 2323145"/>
              <a:gd name="connsiteX94" fmla="*/ 6345588 w 11269336"/>
              <a:gd name="connsiteY94" fmla="*/ 1832232 h 2323145"/>
              <a:gd name="connsiteX95" fmla="*/ 6335708 w 11269336"/>
              <a:gd name="connsiteY95" fmla="*/ 1838451 h 2323145"/>
              <a:gd name="connsiteX96" fmla="*/ 6318182 w 11269336"/>
              <a:gd name="connsiteY96" fmla="*/ 1852975 h 2323145"/>
              <a:gd name="connsiteX97" fmla="*/ 6313084 w 11269336"/>
              <a:gd name="connsiteY97" fmla="*/ 1853561 h 2323145"/>
              <a:gd name="connsiteX98" fmla="*/ 6283816 w 11269336"/>
              <a:gd name="connsiteY98" fmla="*/ 1872148 h 2323145"/>
              <a:gd name="connsiteX99" fmla="*/ 6282550 w 11269336"/>
              <a:gd name="connsiteY99" fmla="*/ 1871392 h 2323145"/>
              <a:gd name="connsiteX100" fmla="*/ 6270527 w 11269336"/>
              <a:gd name="connsiteY100" fmla="*/ 1872208 h 2323145"/>
              <a:gd name="connsiteX101" fmla="*/ 6249518 w 11269336"/>
              <a:gd name="connsiteY101" fmla="*/ 1876079 h 2323145"/>
              <a:gd name="connsiteX102" fmla="*/ 6190386 w 11269336"/>
              <a:gd name="connsiteY102" fmla="*/ 1872478 h 2323145"/>
              <a:gd name="connsiteX103" fmla="*/ 6159777 w 11269336"/>
              <a:gd name="connsiteY103" fmla="*/ 1891745 h 2323145"/>
              <a:gd name="connsiteX104" fmla="*/ 6153131 w 11269336"/>
              <a:gd name="connsiteY104" fmla="*/ 1895079 h 2323145"/>
              <a:gd name="connsiteX105" fmla="*/ 6152798 w 11269336"/>
              <a:gd name="connsiteY105" fmla="*/ 1894920 h 2323145"/>
              <a:gd name="connsiteX106" fmla="*/ 6145388 w 11269336"/>
              <a:gd name="connsiteY106" fmla="*/ 1897990 h 2323145"/>
              <a:gd name="connsiteX107" fmla="*/ 6141014 w 11269336"/>
              <a:gd name="connsiteY107" fmla="*/ 1901155 h 2323145"/>
              <a:gd name="connsiteX108" fmla="*/ 6128122 w 11269336"/>
              <a:gd name="connsiteY108" fmla="*/ 1907623 h 2323145"/>
              <a:gd name="connsiteX109" fmla="*/ 6122351 w 11269336"/>
              <a:gd name="connsiteY109" fmla="*/ 1908359 h 2323145"/>
              <a:gd name="connsiteX110" fmla="*/ 6064750 w 11269336"/>
              <a:gd name="connsiteY110" fmla="*/ 1896394 h 2323145"/>
              <a:gd name="connsiteX111" fmla="*/ 5964230 w 11269336"/>
              <a:gd name="connsiteY111" fmla="*/ 1910038 h 2323145"/>
              <a:gd name="connsiteX112" fmla="*/ 5865399 w 11269336"/>
              <a:gd name="connsiteY112" fmla="*/ 1926966 h 2323145"/>
              <a:gd name="connsiteX113" fmla="*/ 5829951 w 11269336"/>
              <a:gd name="connsiteY113" fmla="*/ 1934755 h 2323145"/>
              <a:gd name="connsiteX114" fmla="*/ 5765285 w 11269336"/>
              <a:gd name="connsiteY114" fmla="*/ 1941322 h 2323145"/>
              <a:gd name="connsiteX115" fmla="*/ 5734750 w 11269336"/>
              <a:gd name="connsiteY115" fmla="*/ 1939793 h 2323145"/>
              <a:gd name="connsiteX116" fmla="*/ 5733569 w 11269336"/>
              <a:gd name="connsiteY116" fmla="*/ 1940505 h 2323145"/>
              <a:gd name="connsiteX117" fmla="*/ 5730329 w 11269336"/>
              <a:gd name="connsiteY117" fmla="*/ 1937845 h 2323145"/>
              <a:gd name="connsiteX118" fmla="*/ 5724661 w 11269336"/>
              <a:gd name="connsiteY118" fmla="*/ 1937455 h 2323145"/>
              <a:gd name="connsiteX119" fmla="*/ 5710186 w 11269336"/>
              <a:gd name="connsiteY119" fmla="*/ 1941370 h 2323145"/>
              <a:gd name="connsiteX120" fmla="*/ 5704910 w 11269336"/>
              <a:gd name="connsiteY120" fmla="*/ 1943663 h 2323145"/>
              <a:gd name="connsiteX121" fmla="*/ 5696836 w 11269336"/>
              <a:gd name="connsiteY121" fmla="*/ 1945271 h 2323145"/>
              <a:gd name="connsiteX122" fmla="*/ 5696583 w 11269336"/>
              <a:gd name="connsiteY122" fmla="*/ 1945050 h 2323145"/>
              <a:gd name="connsiteX123" fmla="*/ 5689123 w 11269336"/>
              <a:gd name="connsiteY123" fmla="*/ 1947067 h 2323145"/>
              <a:gd name="connsiteX124" fmla="*/ 5653291 w 11269336"/>
              <a:gd name="connsiteY124" fmla="*/ 1960245 h 2323145"/>
              <a:gd name="connsiteX125" fmla="*/ 5599385 w 11269336"/>
              <a:gd name="connsiteY125" fmla="*/ 1945198 h 2323145"/>
              <a:gd name="connsiteX126" fmla="*/ 5578300 w 11269336"/>
              <a:gd name="connsiteY126" fmla="*/ 1944963 h 2323145"/>
              <a:gd name="connsiteX127" fmla="*/ 5566758 w 11269336"/>
              <a:gd name="connsiteY127" fmla="*/ 1943441 h 2323145"/>
              <a:gd name="connsiteX128" fmla="*/ 5565857 w 11269336"/>
              <a:gd name="connsiteY128" fmla="*/ 1942445 h 2323145"/>
              <a:gd name="connsiteX129" fmla="*/ 5531534 w 11269336"/>
              <a:gd name="connsiteY129" fmla="*/ 1955208 h 2323145"/>
              <a:gd name="connsiteX130" fmla="*/ 5526552 w 11269336"/>
              <a:gd name="connsiteY130" fmla="*/ 1954799 h 2323145"/>
              <a:gd name="connsiteX131" fmla="*/ 5504723 w 11269336"/>
              <a:gd name="connsiteY131" fmla="*/ 1965811 h 2323145"/>
              <a:gd name="connsiteX132" fmla="*/ 5493156 w 11269336"/>
              <a:gd name="connsiteY132" fmla="*/ 1970063 h 2323145"/>
              <a:gd name="connsiteX133" fmla="*/ 5490486 w 11269336"/>
              <a:gd name="connsiteY133" fmla="*/ 1974227 h 2323145"/>
              <a:gd name="connsiteX134" fmla="*/ 5473107 w 11269336"/>
              <a:gd name="connsiteY134" fmla="*/ 1979001 h 2323145"/>
              <a:gd name="connsiteX135" fmla="*/ 5470885 w 11269336"/>
              <a:gd name="connsiteY135" fmla="*/ 1978432 h 2323145"/>
              <a:gd name="connsiteX136" fmla="*/ 5457393 w 11269336"/>
              <a:gd name="connsiteY136" fmla="*/ 1986525 h 2323145"/>
              <a:gd name="connsiteX137" fmla="*/ 5447102 w 11269336"/>
              <a:gd name="connsiteY137" fmla="*/ 1998329 h 2323145"/>
              <a:gd name="connsiteX138" fmla="*/ 5159151 w 11269336"/>
              <a:gd name="connsiteY138" fmla="*/ 2029640 h 2323145"/>
              <a:gd name="connsiteX139" fmla="*/ 5041688 w 11269336"/>
              <a:gd name="connsiteY139" fmla="*/ 2022334 h 2323145"/>
              <a:gd name="connsiteX140" fmla="*/ 4860988 w 11269336"/>
              <a:gd name="connsiteY140" fmla="*/ 2135698 h 2323145"/>
              <a:gd name="connsiteX141" fmla="*/ 4807902 w 11269336"/>
              <a:gd name="connsiteY141" fmla="*/ 2138894 h 2323145"/>
              <a:gd name="connsiteX142" fmla="*/ 4765388 w 11269336"/>
              <a:gd name="connsiteY142" fmla="*/ 2162525 h 2323145"/>
              <a:gd name="connsiteX143" fmla="*/ 4745033 w 11269336"/>
              <a:gd name="connsiteY143" fmla="*/ 2158859 h 2323145"/>
              <a:gd name="connsiteX144" fmla="*/ 4741475 w 11269336"/>
              <a:gd name="connsiteY144" fmla="*/ 2157998 h 2323145"/>
              <a:gd name="connsiteX145" fmla="*/ 4728247 w 11269336"/>
              <a:gd name="connsiteY145" fmla="*/ 2159526 h 2323145"/>
              <a:gd name="connsiteX146" fmla="*/ 4723263 w 11269336"/>
              <a:gd name="connsiteY146" fmla="*/ 2153742 h 2323145"/>
              <a:gd name="connsiteX147" fmla="*/ 4702453 w 11269336"/>
              <a:gd name="connsiteY147" fmla="*/ 2151586 h 2323145"/>
              <a:gd name="connsiteX148" fmla="*/ 4678455 w 11269336"/>
              <a:gd name="connsiteY148" fmla="*/ 2156131 h 2323145"/>
              <a:gd name="connsiteX149" fmla="*/ 4593061 w 11269336"/>
              <a:gd name="connsiteY149" fmla="*/ 2171597 h 2323145"/>
              <a:gd name="connsiteX150" fmla="*/ 4579902 w 11269336"/>
              <a:gd name="connsiteY150" fmla="*/ 2177927 h 2323145"/>
              <a:gd name="connsiteX151" fmla="*/ 4533444 w 11269336"/>
              <a:gd name="connsiteY151" fmla="*/ 2181200 h 2323145"/>
              <a:gd name="connsiteX152" fmla="*/ 4492832 w 11269336"/>
              <a:gd name="connsiteY152" fmla="*/ 2188033 h 2323145"/>
              <a:gd name="connsiteX153" fmla="*/ 4467257 w 11269336"/>
              <a:gd name="connsiteY153" fmla="*/ 2196121 h 2323145"/>
              <a:gd name="connsiteX154" fmla="*/ 4459937 w 11269336"/>
              <a:gd name="connsiteY154" fmla="*/ 2195182 h 2323145"/>
              <a:gd name="connsiteX155" fmla="*/ 4433312 w 11269336"/>
              <a:gd name="connsiteY155" fmla="*/ 2199004 h 2323145"/>
              <a:gd name="connsiteX156" fmla="*/ 4420601 w 11269336"/>
              <a:gd name="connsiteY156" fmla="*/ 2205158 h 2323145"/>
              <a:gd name="connsiteX157" fmla="*/ 4405765 w 11269336"/>
              <a:gd name="connsiteY157" fmla="*/ 2199902 h 2323145"/>
              <a:gd name="connsiteX158" fmla="*/ 4401354 w 11269336"/>
              <a:gd name="connsiteY158" fmla="*/ 2194745 h 2323145"/>
              <a:gd name="connsiteX159" fmla="*/ 4383151 w 11269336"/>
              <a:gd name="connsiteY159" fmla="*/ 2201140 h 2323145"/>
              <a:gd name="connsiteX160" fmla="*/ 4366646 w 11269336"/>
              <a:gd name="connsiteY160" fmla="*/ 2198564 h 2323145"/>
              <a:gd name="connsiteX161" fmla="*/ 4354009 w 11269336"/>
              <a:gd name="connsiteY161" fmla="*/ 2204984 h 2323145"/>
              <a:gd name="connsiteX162" fmla="*/ 4348284 w 11269336"/>
              <a:gd name="connsiteY162" fmla="*/ 2205270 h 2323145"/>
              <a:gd name="connsiteX163" fmla="*/ 4333906 w 11269336"/>
              <a:gd name="connsiteY163" fmla="*/ 2205251 h 2323145"/>
              <a:gd name="connsiteX164" fmla="*/ 4308819 w 11269336"/>
              <a:gd name="connsiteY164" fmla="*/ 2203822 h 2323145"/>
              <a:gd name="connsiteX165" fmla="*/ 4301210 w 11269336"/>
              <a:gd name="connsiteY165" fmla="*/ 2204456 h 2323145"/>
              <a:gd name="connsiteX166" fmla="*/ 4283095 w 11269336"/>
              <a:gd name="connsiteY166" fmla="*/ 2198177 h 2323145"/>
              <a:gd name="connsiteX167" fmla="*/ 4250119 w 11269336"/>
              <a:gd name="connsiteY167" fmla="*/ 2196342 h 2323145"/>
              <a:gd name="connsiteX168" fmla="*/ 4189203 w 11269336"/>
              <a:gd name="connsiteY168" fmla="*/ 2178994 h 2323145"/>
              <a:gd name="connsiteX169" fmla="*/ 4154035 w 11269336"/>
              <a:gd name="connsiteY169" fmla="*/ 2171950 h 2323145"/>
              <a:gd name="connsiteX170" fmla="*/ 4129569 w 11269336"/>
              <a:gd name="connsiteY170" fmla="*/ 2163850 h 2323145"/>
              <a:gd name="connsiteX171" fmla="*/ 4061250 w 11269336"/>
              <a:gd name="connsiteY171" fmla="*/ 2159236 h 2323145"/>
              <a:gd name="connsiteX172" fmla="*/ 3945480 w 11269336"/>
              <a:gd name="connsiteY172" fmla="*/ 2158279 h 2323145"/>
              <a:gd name="connsiteX173" fmla="*/ 3921468 w 11269336"/>
              <a:gd name="connsiteY173" fmla="*/ 2156588 h 2323145"/>
              <a:gd name="connsiteX174" fmla="*/ 3903348 w 11269336"/>
              <a:gd name="connsiteY174" fmla="*/ 2149220 h 2323145"/>
              <a:gd name="connsiteX175" fmla="*/ 3901342 w 11269336"/>
              <a:gd name="connsiteY175" fmla="*/ 2142355 h 2323145"/>
              <a:gd name="connsiteX176" fmla="*/ 3888539 w 11269336"/>
              <a:gd name="connsiteY176" fmla="*/ 2140476 h 2323145"/>
              <a:gd name="connsiteX177" fmla="*/ 3885662 w 11269336"/>
              <a:gd name="connsiteY177" fmla="*/ 2138740 h 2323145"/>
              <a:gd name="connsiteX178" fmla="*/ 3868627 w 11269336"/>
              <a:gd name="connsiteY178" fmla="*/ 2130023 h 2323145"/>
              <a:gd name="connsiteX179" fmla="*/ 3819177 w 11269336"/>
              <a:gd name="connsiteY179" fmla="*/ 2142111 h 2323145"/>
              <a:gd name="connsiteX180" fmla="*/ 3769100 w 11269336"/>
              <a:gd name="connsiteY180" fmla="*/ 2131731 h 2323145"/>
              <a:gd name="connsiteX181" fmla="*/ 3562752 w 11269336"/>
              <a:gd name="connsiteY181" fmla="*/ 2131785 h 2323145"/>
              <a:gd name="connsiteX182" fmla="*/ 3541402 w 11269336"/>
              <a:gd name="connsiteY182" fmla="*/ 2106821 h 2323145"/>
              <a:gd name="connsiteX183" fmla="*/ 3365341 w 11269336"/>
              <a:gd name="connsiteY183" fmla="*/ 2077638 h 2323145"/>
              <a:gd name="connsiteX184" fmla="*/ 3170922 w 11269336"/>
              <a:gd name="connsiteY184" fmla="*/ 2115957 h 2323145"/>
              <a:gd name="connsiteX185" fmla="*/ 3156256 w 11269336"/>
              <a:gd name="connsiteY185" fmla="*/ 2124773 h 2323145"/>
              <a:gd name="connsiteX186" fmla="*/ 3140298 w 11269336"/>
              <a:gd name="connsiteY186" fmla="*/ 2129182 h 2323145"/>
              <a:gd name="connsiteX187" fmla="*/ 3138514 w 11269336"/>
              <a:gd name="connsiteY187" fmla="*/ 2128069 h 2323145"/>
              <a:gd name="connsiteX188" fmla="*/ 3120467 w 11269336"/>
              <a:gd name="connsiteY188" fmla="*/ 2128281 h 2323145"/>
              <a:gd name="connsiteX189" fmla="*/ 3116175 w 11269336"/>
              <a:gd name="connsiteY189" fmla="*/ 2131633 h 2323145"/>
              <a:gd name="connsiteX190" fmla="*/ 3103685 w 11269336"/>
              <a:gd name="connsiteY190" fmla="*/ 2132814 h 2323145"/>
              <a:gd name="connsiteX191" fmla="*/ 3078794 w 11269336"/>
              <a:gd name="connsiteY191" fmla="*/ 2137935 h 2323145"/>
              <a:gd name="connsiteX192" fmla="*/ 3074407 w 11269336"/>
              <a:gd name="connsiteY192" fmla="*/ 2136274 h 2323145"/>
              <a:gd name="connsiteX193" fmla="*/ 3037285 w 11269336"/>
              <a:gd name="connsiteY193" fmla="*/ 2139919 h 2323145"/>
              <a:gd name="connsiteX194" fmla="*/ 3036901 w 11269336"/>
              <a:gd name="connsiteY194" fmla="*/ 2138726 h 2323145"/>
              <a:gd name="connsiteX195" fmla="*/ 3026996 w 11269336"/>
              <a:gd name="connsiteY195" fmla="*/ 2134322 h 2323145"/>
              <a:gd name="connsiteX196" fmla="*/ 3007772 w 11269336"/>
              <a:gd name="connsiteY196" fmla="*/ 2128742 h 2323145"/>
              <a:gd name="connsiteX197" fmla="*/ 2965030 w 11269336"/>
              <a:gd name="connsiteY197" fmla="*/ 2100494 h 2323145"/>
              <a:gd name="connsiteX198" fmla="*/ 2926342 w 11269336"/>
              <a:gd name="connsiteY198" fmla="*/ 2104155 h 2323145"/>
              <a:gd name="connsiteX199" fmla="*/ 2918608 w 11269336"/>
              <a:gd name="connsiteY199" fmla="*/ 2104215 h 2323145"/>
              <a:gd name="connsiteX200" fmla="*/ 2918475 w 11269336"/>
              <a:gd name="connsiteY200" fmla="*/ 2103937 h 2323145"/>
              <a:gd name="connsiteX201" fmla="*/ 2910360 w 11269336"/>
              <a:gd name="connsiteY201" fmla="*/ 2103444 h 2323145"/>
              <a:gd name="connsiteX202" fmla="*/ 2904507 w 11269336"/>
              <a:gd name="connsiteY202" fmla="*/ 2104326 h 2323145"/>
              <a:gd name="connsiteX203" fmla="*/ 2889503 w 11269336"/>
              <a:gd name="connsiteY203" fmla="*/ 2104443 h 2323145"/>
              <a:gd name="connsiteX204" fmla="*/ 2884480 w 11269336"/>
              <a:gd name="connsiteY204" fmla="*/ 2102626 h 2323145"/>
              <a:gd name="connsiteX205" fmla="*/ 2882689 w 11269336"/>
              <a:gd name="connsiteY205" fmla="*/ 2099228 h 2323145"/>
              <a:gd name="connsiteX206" fmla="*/ 2881291 w 11269336"/>
              <a:gd name="connsiteY206" fmla="*/ 2099618 h 2323145"/>
              <a:gd name="connsiteX207" fmla="*/ 2853979 w 11269336"/>
              <a:gd name="connsiteY207" fmla="*/ 2090388 h 2323145"/>
              <a:gd name="connsiteX208" fmla="*/ 2791790 w 11269336"/>
              <a:gd name="connsiteY208" fmla="*/ 2080332 h 2323145"/>
              <a:gd name="connsiteX209" fmla="*/ 2755844 w 11269336"/>
              <a:gd name="connsiteY209" fmla="*/ 2078874 h 2323145"/>
              <a:gd name="connsiteX210" fmla="*/ 2657742 w 11269336"/>
              <a:gd name="connsiteY210" fmla="*/ 2070179 h 2323145"/>
              <a:gd name="connsiteX211" fmla="*/ 2559549 w 11269336"/>
              <a:gd name="connsiteY211" fmla="*/ 2057873 h 2323145"/>
              <a:gd name="connsiteX212" fmla="*/ 2512054 w 11269336"/>
              <a:gd name="connsiteY212" fmla="*/ 2031671 h 2323145"/>
              <a:gd name="connsiteX213" fmla="*/ 2506437 w 11269336"/>
              <a:gd name="connsiteY213" fmla="*/ 2030918 h 2323145"/>
              <a:gd name="connsiteX214" fmla="*/ 2491752 w 11269336"/>
              <a:gd name="connsiteY214" fmla="*/ 2033906 h 2323145"/>
              <a:gd name="connsiteX215" fmla="*/ 2486338 w 11269336"/>
              <a:gd name="connsiteY215" fmla="*/ 2035862 h 2323145"/>
              <a:gd name="connsiteX216" fmla="*/ 2478186 w 11269336"/>
              <a:gd name="connsiteY216" fmla="*/ 2036953 h 2323145"/>
              <a:gd name="connsiteX217" fmla="*/ 2477950 w 11269336"/>
              <a:gd name="connsiteY217" fmla="*/ 2036715 h 2323145"/>
              <a:gd name="connsiteX218" fmla="*/ 2470381 w 11269336"/>
              <a:gd name="connsiteY218" fmla="*/ 2038256 h 2323145"/>
              <a:gd name="connsiteX219" fmla="*/ 2433781 w 11269336"/>
              <a:gd name="connsiteY219" fmla="*/ 2049140 h 2323145"/>
              <a:gd name="connsiteX220" fmla="*/ 2381172 w 11269336"/>
              <a:gd name="connsiteY220" fmla="*/ 2030645 h 2323145"/>
              <a:gd name="connsiteX221" fmla="*/ 2360198 w 11269336"/>
              <a:gd name="connsiteY221" fmla="*/ 2029059 h 2323145"/>
              <a:gd name="connsiteX222" fmla="*/ 2348815 w 11269336"/>
              <a:gd name="connsiteY222" fmla="*/ 2026798 h 2323145"/>
              <a:gd name="connsiteX223" fmla="*/ 2347988 w 11269336"/>
              <a:gd name="connsiteY223" fmla="*/ 2025745 h 2323145"/>
              <a:gd name="connsiteX224" fmla="*/ 2312920 w 11269336"/>
              <a:gd name="connsiteY224" fmla="*/ 2036311 h 2323145"/>
              <a:gd name="connsiteX225" fmla="*/ 2307986 w 11269336"/>
              <a:gd name="connsiteY225" fmla="*/ 2035583 h 2323145"/>
              <a:gd name="connsiteX226" fmla="*/ 2285481 w 11269336"/>
              <a:gd name="connsiteY226" fmla="*/ 2045197 h 2323145"/>
              <a:gd name="connsiteX227" fmla="*/ 2273666 w 11269336"/>
              <a:gd name="connsiteY227" fmla="*/ 2048710 h 2323145"/>
              <a:gd name="connsiteX228" fmla="*/ 2270719 w 11269336"/>
              <a:gd name="connsiteY228" fmla="*/ 2052702 h 2323145"/>
              <a:gd name="connsiteX229" fmla="*/ 2253080 w 11269336"/>
              <a:gd name="connsiteY229" fmla="*/ 2056363 h 2323145"/>
              <a:gd name="connsiteX230" fmla="*/ 2250906 w 11269336"/>
              <a:gd name="connsiteY230" fmla="*/ 2055654 h 2323145"/>
              <a:gd name="connsiteX231" fmla="*/ 2236905 w 11269336"/>
              <a:gd name="connsiteY231" fmla="*/ 2062882 h 2323145"/>
              <a:gd name="connsiteX232" fmla="*/ 2225830 w 11269336"/>
              <a:gd name="connsiteY232" fmla="*/ 2074027 h 2323145"/>
              <a:gd name="connsiteX233" fmla="*/ 2073776 w 11269336"/>
              <a:gd name="connsiteY233" fmla="*/ 2089244 h 2323145"/>
              <a:gd name="connsiteX234" fmla="*/ 1948256 w 11269336"/>
              <a:gd name="connsiteY234" fmla="*/ 2146616 h 2323145"/>
              <a:gd name="connsiteX235" fmla="*/ 1865582 w 11269336"/>
              <a:gd name="connsiteY235" fmla="*/ 2153738 h 2323145"/>
              <a:gd name="connsiteX236" fmla="*/ 1835210 w 11269336"/>
              <a:gd name="connsiteY236" fmla="*/ 2134244 h 2323145"/>
              <a:gd name="connsiteX237" fmla="*/ 1632661 w 11269336"/>
              <a:gd name="connsiteY237" fmla="*/ 2173882 h 2323145"/>
              <a:gd name="connsiteX238" fmla="*/ 1579590 w 11269336"/>
              <a:gd name="connsiteY238" fmla="*/ 2173680 h 2323145"/>
              <a:gd name="connsiteX239" fmla="*/ 1535601 w 11269336"/>
              <a:gd name="connsiteY239" fmla="*/ 2194590 h 2323145"/>
              <a:gd name="connsiteX240" fmla="*/ 1515594 w 11269336"/>
              <a:gd name="connsiteY240" fmla="*/ 2189622 h 2323145"/>
              <a:gd name="connsiteX241" fmla="*/ 1512113 w 11269336"/>
              <a:gd name="connsiteY241" fmla="*/ 2188534 h 2323145"/>
              <a:gd name="connsiteX242" fmla="*/ 1498838 w 11269336"/>
              <a:gd name="connsiteY242" fmla="*/ 2189213 h 2323145"/>
              <a:gd name="connsiteX243" fmla="*/ 1494279 w 11269336"/>
              <a:gd name="connsiteY243" fmla="*/ 2183112 h 2323145"/>
              <a:gd name="connsiteX244" fmla="*/ 1473714 w 11269336"/>
              <a:gd name="connsiteY244" fmla="*/ 2179625 h 2323145"/>
              <a:gd name="connsiteX245" fmla="*/ 1449503 w 11269336"/>
              <a:gd name="connsiteY245" fmla="*/ 2182633 h 2323145"/>
              <a:gd name="connsiteX246" fmla="*/ 1266687 w 11269336"/>
              <a:gd name="connsiteY246" fmla="*/ 2212688 h 2323145"/>
              <a:gd name="connsiteX247" fmla="*/ 1239614 w 11269336"/>
              <a:gd name="connsiteY247" fmla="*/ 2209727 h 2323145"/>
              <a:gd name="connsiteX248" fmla="*/ 1202436 w 11269336"/>
              <a:gd name="connsiteY248" fmla="*/ 2209817 h 2323145"/>
              <a:gd name="connsiteX249" fmla="*/ 1136097 w 11269336"/>
              <a:gd name="connsiteY249" fmla="*/ 2205112 h 2323145"/>
              <a:gd name="connsiteX250" fmla="*/ 988232 w 11269336"/>
              <a:gd name="connsiteY250" fmla="*/ 2235635 h 2323145"/>
              <a:gd name="connsiteX251" fmla="*/ 981959 w 11269336"/>
              <a:gd name="connsiteY251" fmla="*/ 2231607 h 2323145"/>
              <a:gd name="connsiteX252" fmla="*/ 938600 w 11269336"/>
              <a:gd name="connsiteY252" fmla="*/ 2238113 h 2323145"/>
              <a:gd name="connsiteX253" fmla="*/ 791788 w 11269336"/>
              <a:gd name="connsiteY253" fmla="*/ 2293224 h 2323145"/>
              <a:gd name="connsiteX254" fmla="*/ 706914 w 11269336"/>
              <a:gd name="connsiteY254" fmla="*/ 2305046 h 2323145"/>
              <a:gd name="connsiteX255" fmla="*/ 675971 w 11269336"/>
              <a:gd name="connsiteY255" fmla="*/ 2304030 h 2323145"/>
              <a:gd name="connsiteX256" fmla="*/ 624180 w 11269336"/>
              <a:gd name="connsiteY256" fmla="*/ 2302650 h 2323145"/>
              <a:gd name="connsiteX257" fmla="*/ 583453 w 11269336"/>
              <a:gd name="connsiteY257" fmla="*/ 2288788 h 2323145"/>
              <a:gd name="connsiteX258" fmla="*/ 540946 w 11269336"/>
              <a:gd name="connsiteY258" fmla="*/ 2292721 h 2323145"/>
              <a:gd name="connsiteX259" fmla="*/ 533680 w 11269336"/>
              <a:gd name="connsiteY259" fmla="*/ 2310233 h 2323145"/>
              <a:gd name="connsiteX260" fmla="*/ 487366 w 11269336"/>
              <a:gd name="connsiteY260" fmla="*/ 2309053 h 2323145"/>
              <a:gd name="connsiteX261" fmla="*/ 416820 w 11269336"/>
              <a:gd name="connsiteY261" fmla="*/ 2305443 h 2323145"/>
              <a:gd name="connsiteX262" fmla="*/ 376805 w 11269336"/>
              <a:gd name="connsiteY262" fmla="*/ 2307647 h 2323145"/>
              <a:gd name="connsiteX263" fmla="*/ 266777 w 11269336"/>
              <a:gd name="connsiteY263" fmla="*/ 2309012 h 2323145"/>
              <a:gd name="connsiteX264" fmla="*/ 156013 w 11269336"/>
              <a:gd name="connsiteY264" fmla="*/ 2306832 h 2323145"/>
              <a:gd name="connsiteX265" fmla="*/ 87258 w 11269336"/>
              <a:gd name="connsiteY265" fmla="*/ 2285511 h 2323145"/>
              <a:gd name="connsiteX266" fmla="*/ 23798 w 11269336"/>
              <a:gd name="connsiteY266" fmla="*/ 2281822 h 2323145"/>
              <a:gd name="connsiteX267" fmla="*/ 0 w 11269336"/>
              <a:gd name="connsiteY267" fmla="*/ 2285369 h 2323145"/>
              <a:gd name="connsiteX268" fmla="*/ 0 w 11269336"/>
              <a:gd name="connsiteY26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795998 w 11269336"/>
              <a:gd name="connsiteY32" fmla="*/ 863337 h 2323145"/>
              <a:gd name="connsiteX33" fmla="*/ 8776970 w 11269336"/>
              <a:gd name="connsiteY33" fmla="*/ 885177 h 2323145"/>
              <a:gd name="connsiteX34" fmla="*/ 8755719 w 11269336"/>
              <a:gd name="connsiteY34" fmla="*/ 889754 h 2323145"/>
              <a:gd name="connsiteX35" fmla="*/ 8743257 w 11269336"/>
              <a:gd name="connsiteY35" fmla="*/ 904723 h 2323145"/>
              <a:gd name="connsiteX36" fmla="*/ 8721366 w 11269336"/>
              <a:gd name="connsiteY36" fmla="*/ 904711 h 2323145"/>
              <a:gd name="connsiteX37" fmla="*/ 8678353 w 11269336"/>
              <a:gd name="connsiteY37" fmla="*/ 926318 h 2323145"/>
              <a:gd name="connsiteX38" fmla="*/ 8636849 w 11269336"/>
              <a:gd name="connsiteY38" fmla="*/ 937900 h 2323145"/>
              <a:gd name="connsiteX39" fmla="*/ 8620213 w 11269336"/>
              <a:gd name="connsiteY39" fmla="*/ 943068 h 2323145"/>
              <a:gd name="connsiteX40" fmla="*/ 8612581 w 11269336"/>
              <a:gd name="connsiteY40" fmla="*/ 952695 h 2323145"/>
              <a:gd name="connsiteX41" fmla="*/ 8589038 w 11269336"/>
              <a:gd name="connsiteY41" fmla="*/ 963892 h 2323145"/>
              <a:gd name="connsiteX42" fmla="*/ 8579950 w 11269336"/>
              <a:gd name="connsiteY42" fmla="*/ 960899 h 2323145"/>
              <a:gd name="connsiteX43" fmla="*/ 8579319 w 11269336"/>
              <a:gd name="connsiteY43" fmla="*/ 965630 h 2323145"/>
              <a:gd name="connsiteX44" fmla="*/ 8547429 w 11269336"/>
              <a:gd name="connsiteY44" fmla="*/ 984506 h 2323145"/>
              <a:gd name="connsiteX45" fmla="*/ 8478704 w 11269336"/>
              <a:gd name="connsiteY45" fmla="*/ 1025490 h 2323145"/>
              <a:gd name="connsiteX46" fmla="*/ 8461421 w 11269336"/>
              <a:gd name="connsiteY46" fmla="*/ 1035512 h 2323145"/>
              <a:gd name="connsiteX47" fmla="*/ 8445003 w 11269336"/>
              <a:gd name="connsiteY47" fmla="*/ 1036851 h 2323145"/>
              <a:gd name="connsiteX48" fmla="*/ 8357350 w 11269336"/>
              <a:gd name="connsiteY48" fmla="*/ 1060213 h 2323145"/>
              <a:gd name="connsiteX49" fmla="*/ 8335565 w 11269336"/>
              <a:gd name="connsiteY49" fmla="*/ 1061151 h 2323145"/>
              <a:gd name="connsiteX50" fmla="*/ 8325267 w 11269336"/>
              <a:gd name="connsiteY50" fmla="*/ 1055919 h 2323145"/>
              <a:gd name="connsiteX51" fmla="*/ 8293586 w 11269336"/>
              <a:gd name="connsiteY51" fmla="*/ 1076144 h 2323145"/>
              <a:gd name="connsiteX52" fmla="*/ 8242405 w 11269336"/>
              <a:gd name="connsiteY52" fmla="*/ 1095960 h 2323145"/>
              <a:gd name="connsiteX53" fmla="*/ 8197391 w 11269336"/>
              <a:gd name="connsiteY53" fmla="*/ 1107746 h 2323145"/>
              <a:gd name="connsiteX54" fmla="*/ 8081474 w 11269336"/>
              <a:gd name="connsiteY54" fmla="*/ 1130125 h 2323145"/>
              <a:gd name="connsiteX55" fmla="*/ 8053585 w 11269336"/>
              <a:gd name="connsiteY55" fmla="*/ 1129169 h 2323145"/>
              <a:gd name="connsiteX56" fmla="*/ 8038422 w 11269336"/>
              <a:gd name="connsiteY56" fmla="*/ 1119092 h 2323145"/>
              <a:gd name="connsiteX57" fmla="*/ 8029450 w 11269336"/>
              <a:gd name="connsiteY57" fmla="*/ 1125592 h 2323145"/>
              <a:gd name="connsiteX58" fmla="*/ 7959552 w 11269336"/>
              <a:gd name="connsiteY58" fmla="*/ 1140188 h 2323145"/>
              <a:gd name="connsiteX59" fmla="*/ 7914188 w 11269336"/>
              <a:gd name="connsiteY59" fmla="*/ 1150862 h 2323145"/>
              <a:gd name="connsiteX60" fmla="*/ 7914918 w 11269336"/>
              <a:gd name="connsiteY60" fmla="*/ 1168758 h 2323145"/>
              <a:gd name="connsiteX61" fmla="*/ 7875510 w 11269336"/>
              <a:gd name="connsiteY61" fmla="*/ 1183153 h 2323145"/>
              <a:gd name="connsiteX62" fmla="*/ 7829932 w 11269336"/>
              <a:gd name="connsiteY62" fmla="*/ 1180782 h 2323145"/>
              <a:gd name="connsiteX63" fmla="*/ 7779182 w 11269336"/>
              <a:gd name="connsiteY63" fmla="*/ 1192665 h 2323145"/>
              <a:gd name="connsiteX64" fmla="*/ 7748774 w 11269336"/>
              <a:gd name="connsiteY64" fmla="*/ 1199586 h 2323145"/>
              <a:gd name="connsiteX65" fmla="*/ 7671846 w 11269336"/>
              <a:gd name="connsiteY65" fmla="*/ 1231966 h 2323145"/>
              <a:gd name="connsiteX66" fmla="*/ 7554146 w 11269336"/>
              <a:gd name="connsiteY66" fmla="*/ 1319748 h 2323145"/>
              <a:gd name="connsiteX67" fmla="*/ 7515052 w 11269336"/>
              <a:gd name="connsiteY67" fmla="*/ 1336718 h 2323145"/>
              <a:gd name="connsiteX68" fmla="*/ 7507193 w 11269336"/>
              <a:gd name="connsiteY68" fmla="*/ 1334617 h 2323145"/>
              <a:gd name="connsiteX69" fmla="*/ 7461694 w 11269336"/>
              <a:gd name="connsiteY69" fmla="*/ 1375866 h 2323145"/>
              <a:gd name="connsiteX70" fmla="*/ 7377571 w 11269336"/>
              <a:gd name="connsiteY70" fmla="*/ 1400128 h 2323145"/>
              <a:gd name="connsiteX71" fmla="*/ 7311261 w 11269336"/>
              <a:gd name="connsiteY71" fmla="*/ 1412652 h 2323145"/>
              <a:gd name="connsiteX72" fmla="*/ 7275307 w 11269336"/>
              <a:gd name="connsiteY72" fmla="*/ 1422171 h 2323145"/>
              <a:gd name="connsiteX73" fmla="*/ 7247783 w 11269336"/>
              <a:gd name="connsiteY73" fmla="*/ 1426330 h 2323145"/>
              <a:gd name="connsiteX74" fmla="*/ 7185047 w 11269336"/>
              <a:gd name="connsiteY74" fmla="*/ 1451812 h 2323145"/>
              <a:gd name="connsiteX75" fmla="*/ 7084117 w 11269336"/>
              <a:gd name="connsiteY75" fmla="*/ 1500281 h 2323145"/>
              <a:gd name="connsiteX76" fmla="*/ 7062011 w 11269336"/>
              <a:gd name="connsiteY76" fmla="*/ 1509183 h 2323145"/>
              <a:gd name="connsiteX77" fmla="*/ 7040555 w 11269336"/>
              <a:gd name="connsiteY77" fmla="*/ 1511207 h 2323145"/>
              <a:gd name="connsiteX78" fmla="*/ 7033438 w 11269336"/>
              <a:gd name="connsiteY78" fmla="*/ 1506772 h 2323145"/>
              <a:gd name="connsiteX79" fmla="*/ 7020886 w 11269336"/>
              <a:gd name="connsiteY79" fmla="*/ 1510764 h 2323145"/>
              <a:gd name="connsiteX80" fmla="*/ 7017033 w 11269336"/>
              <a:gd name="connsiteY80" fmla="*/ 1510650 h 2323145"/>
              <a:gd name="connsiteX81" fmla="*/ 6995460 w 11269336"/>
              <a:gd name="connsiteY81" fmla="*/ 1511173 h 2323145"/>
              <a:gd name="connsiteX82" fmla="*/ 6962144 w 11269336"/>
              <a:gd name="connsiteY82" fmla="*/ 1541508 h 2323145"/>
              <a:gd name="connsiteX83" fmla="*/ 6910674 w 11269336"/>
              <a:gd name="connsiteY83" fmla="*/ 1554793 h 2323145"/>
              <a:gd name="connsiteX84" fmla="*/ 6732152 w 11269336"/>
              <a:gd name="connsiteY84" fmla="*/ 1642538 h 2323145"/>
              <a:gd name="connsiteX85" fmla="*/ 6694106 w 11269336"/>
              <a:gd name="connsiteY85" fmla="*/ 1632377 h 2323145"/>
              <a:gd name="connsiteX86" fmla="*/ 6617223 w 11269336"/>
              <a:gd name="connsiteY86" fmla="*/ 1659889 h 2323145"/>
              <a:gd name="connsiteX87" fmla="*/ 6521138 w 11269336"/>
              <a:gd name="connsiteY87" fmla="*/ 1744340 h 2323145"/>
              <a:gd name="connsiteX88" fmla="*/ 6380677 w 11269336"/>
              <a:gd name="connsiteY88" fmla="*/ 1796883 h 2323145"/>
              <a:gd name="connsiteX89" fmla="*/ 6374897 w 11269336"/>
              <a:gd name="connsiteY89" fmla="*/ 1809910 h 2323145"/>
              <a:gd name="connsiteX90" fmla="*/ 6364545 w 11269336"/>
              <a:gd name="connsiteY90" fmla="*/ 1820090 h 2323145"/>
              <a:gd name="connsiteX91" fmla="*/ 6362126 w 11269336"/>
              <a:gd name="connsiteY91" fmla="*/ 1819991 h 2323145"/>
              <a:gd name="connsiteX92" fmla="*/ 6346673 w 11269336"/>
              <a:gd name="connsiteY92" fmla="*/ 1827824 h 2323145"/>
              <a:gd name="connsiteX93" fmla="*/ 6345588 w 11269336"/>
              <a:gd name="connsiteY93" fmla="*/ 1832232 h 2323145"/>
              <a:gd name="connsiteX94" fmla="*/ 6335708 w 11269336"/>
              <a:gd name="connsiteY94" fmla="*/ 1838451 h 2323145"/>
              <a:gd name="connsiteX95" fmla="*/ 6318182 w 11269336"/>
              <a:gd name="connsiteY95" fmla="*/ 1852975 h 2323145"/>
              <a:gd name="connsiteX96" fmla="*/ 6313084 w 11269336"/>
              <a:gd name="connsiteY96" fmla="*/ 1853561 h 2323145"/>
              <a:gd name="connsiteX97" fmla="*/ 6283816 w 11269336"/>
              <a:gd name="connsiteY97" fmla="*/ 1872148 h 2323145"/>
              <a:gd name="connsiteX98" fmla="*/ 6282550 w 11269336"/>
              <a:gd name="connsiteY98" fmla="*/ 1871392 h 2323145"/>
              <a:gd name="connsiteX99" fmla="*/ 6270527 w 11269336"/>
              <a:gd name="connsiteY99" fmla="*/ 1872208 h 2323145"/>
              <a:gd name="connsiteX100" fmla="*/ 6249518 w 11269336"/>
              <a:gd name="connsiteY100" fmla="*/ 1876079 h 2323145"/>
              <a:gd name="connsiteX101" fmla="*/ 6190386 w 11269336"/>
              <a:gd name="connsiteY101" fmla="*/ 1872478 h 2323145"/>
              <a:gd name="connsiteX102" fmla="*/ 6159777 w 11269336"/>
              <a:gd name="connsiteY102" fmla="*/ 1891745 h 2323145"/>
              <a:gd name="connsiteX103" fmla="*/ 6153131 w 11269336"/>
              <a:gd name="connsiteY103" fmla="*/ 1895079 h 2323145"/>
              <a:gd name="connsiteX104" fmla="*/ 6152798 w 11269336"/>
              <a:gd name="connsiteY104" fmla="*/ 1894920 h 2323145"/>
              <a:gd name="connsiteX105" fmla="*/ 6145388 w 11269336"/>
              <a:gd name="connsiteY105" fmla="*/ 1897990 h 2323145"/>
              <a:gd name="connsiteX106" fmla="*/ 6141014 w 11269336"/>
              <a:gd name="connsiteY106" fmla="*/ 1901155 h 2323145"/>
              <a:gd name="connsiteX107" fmla="*/ 6128122 w 11269336"/>
              <a:gd name="connsiteY107" fmla="*/ 1907623 h 2323145"/>
              <a:gd name="connsiteX108" fmla="*/ 6122351 w 11269336"/>
              <a:gd name="connsiteY108" fmla="*/ 1908359 h 2323145"/>
              <a:gd name="connsiteX109" fmla="*/ 6064750 w 11269336"/>
              <a:gd name="connsiteY109" fmla="*/ 1896394 h 2323145"/>
              <a:gd name="connsiteX110" fmla="*/ 5964230 w 11269336"/>
              <a:gd name="connsiteY110" fmla="*/ 1910038 h 2323145"/>
              <a:gd name="connsiteX111" fmla="*/ 5865399 w 11269336"/>
              <a:gd name="connsiteY111" fmla="*/ 1926966 h 2323145"/>
              <a:gd name="connsiteX112" fmla="*/ 5829951 w 11269336"/>
              <a:gd name="connsiteY112" fmla="*/ 1934755 h 2323145"/>
              <a:gd name="connsiteX113" fmla="*/ 5765285 w 11269336"/>
              <a:gd name="connsiteY113" fmla="*/ 1941322 h 2323145"/>
              <a:gd name="connsiteX114" fmla="*/ 5734750 w 11269336"/>
              <a:gd name="connsiteY114" fmla="*/ 1939793 h 2323145"/>
              <a:gd name="connsiteX115" fmla="*/ 5733569 w 11269336"/>
              <a:gd name="connsiteY115" fmla="*/ 1940505 h 2323145"/>
              <a:gd name="connsiteX116" fmla="*/ 5730329 w 11269336"/>
              <a:gd name="connsiteY116" fmla="*/ 1937845 h 2323145"/>
              <a:gd name="connsiteX117" fmla="*/ 5724661 w 11269336"/>
              <a:gd name="connsiteY117" fmla="*/ 1937455 h 2323145"/>
              <a:gd name="connsiteX118" fmla="*/ 5710186 w 11269336"/>
              <a:gd name="connsiteY118" fmla="*/ 1941370 h 2323145"/>
              <a:gd name="connsiteX119" fmla="*/ 5704910 w 11269336"/>
              <a:gd name="connsiteY119" fmla="*/ 1943663 h 2323145"/>
              <a:gd name="connsiteX120" fmla="*/ 5696836 w 11269336"/>
              <a:gd name="connsiteY120" fmla="*/ 1945271 h 2323145"/>
              <a:gd name="connsiteX121" fmla="*/ 5696583 w 11269336"/>
              <a:gd name="connsiteY121" fmla="*/ 1945050 h 2323145"/>
              <a:gd name="connsiteX122" fmla="*/ 5689123 w 11269336"/>
              <a:gd name="connsiteY122" fmla="*/ 1947067 h 2323145"/>
              <a:gd name="connsiteX123" fmla="*/ 5653291 w 11269336"/>
              <a:gd name="connsiteY123" fmla="*/ 1960245 h 2323145"/>
              <a:gd name="connsiteX124" fmla="*/ 5599385 w 11269336"/>
              <a:gd name="connsiteY124" fmla="*/ 1945198 h 2323145"/>
              <a:gd name="connsiteX125" fmla="*/ 5578300 w 11269336"/>
              <a:gd name="connsiteY125" fmla="*/ 1944963 h 2323145"/>
              <a:gd name="connsiteX126" fmla="*/ 5566758 w 11269336"/>
              <a:gd name="connsiteY126" fmla="*/ 1943441 h 2323145"/>
              <a:gd name="connsiteX127" fmla="*/ 5565857 w 11269336"/>
              <a:gd name="connsiteY127" fmla="*/ 1942445 h 2323145"/>
              <a:gd name="connsiteX128" fmla="*/ 5531534 w 11269336"/>
              <a:gd name="connsiteY128" fmla="*/ 1955208 h 2323145"/>
              <a:gd name="connsiteX129" fmla="*/ 5526552 w 11269336"/>
              <a:gd name="connsiteY129" fmla="*/ 1954799 h 2323145"/>
              <a:gd name="connsiteX130" fmla="*/ 5504723 w 11269336"/>
              <a:gd name="connsiteY130" fmla="*/ 1965811 h 2323145"/>
              <a:gd name="connsiteX131" fmla="*/ 5493156 w 11269336"/>
              <a:gd name="connsiteY131" fmla="*/ 1970063 h 2323145"/>
              <a:gd name="connsiteX132" fmla="*/ 5490486 w 11269336"/>
              <a:gd name="connsiteY132" fmla="*/ 1974227 h 2323145"/>
              <a:gd name="connsiteX133" fmla="*/ 5473107 w 11269336"/>
              <a:gd name="connsiteY133" fmla="*/ 1979001 h 2323145"/>
              <a:gd name="connsiteX134" fmla="*/ 5470885 w 11269336"/>
              <a:gd name="connsiteY134" fmla="*/ 1978432 h 2323145"/>
              <a:gd name="connsiteX135" fmla="*/ 5457393 w 11269336"/>
              <a:gd name="connsiteY135" fmla="*/ 1986525 h 2323145"/>
              <a:gd name="connsiteX136" fmla="*/ 5447102 w 11269336"/>
              <a:gd name="connsiteY136" fmla="*/ 1998329 h 2323145"/>
              <a:gd name="connsiteX137" fmla="*/ 5159151 w 11269336"/>
              <a:gd name="connsiteY137" fmla="*/ 2029640 h 2323145"/>
              <a:gd name="connsiteX138" fmla="*/ 5041688 w 11269336"/>
              <a:gd name="connsiteY138" fmla="*/ 2022334 h 2323145"/>
              <a:gd name="connsiteX139" fmla="*/ 4860988 w 11269336"/>
              <a:gd name="connsiteY139" fmla="*/ 2135698 h 2323145"/>
              <a:gd name="connsiteX140" fmla="*/ 4807902 w 11269336"/>
              <a:gd name="connsiteY140" fmla="*/ 2138894 h 2323145"/>
              <a:gd name="connsiteX141" fmla="*/ 4765388 w 11269336"/>
              <a:gd name="connsiteY141" fmla="*/ 2162525 h 2323145"/>
              <a:gd name="connsiteX142" fmla="*/ 4745033 w 11269336"/>
              <a:gd name="connsiteY142" fmla="*/ 2158859 h 2323145"/>
              <a:gd name="connsiteX143" fmla="*/ 4741475 w 11269336"/>
              <a:gd name="connsiteY143" fmla="*/ 2157998 h 2323145"/>
              <a:gd name="connsiteX144" fmla="*/ 4728247 w 11269336"/>
              <a:gd name="connsiteY144" fmla="*/ 2159526 h 2323145"/>
              <a:gd name="connsiteX145" fmla="*/ 4723263 w 11269336"/>
              <a:gd name="connsiteY145" fmla="*/ 2153742 h 2323145"/>
              <a:gd name="connsiteX146" fmla="*/ 4702453 w 11269336"/>
              <a:gd name="connsiteY146" fmla="*/ 2151586 h 2323145"/>
              <a:gd name="connsiteX147" fmla="*/ 4678455 w 11269336"/>
              <a:gd name="connsiteY147" fmla="*/ 2156131 h 2323145"/>
              <a:gd name="connsiteX148" fmla="*/ 4593061 w 11269336"/>
              <a:gd name="connsiteY148" fmla="*/ 2171597 h 2323145"/>
              <a:gd name="connsiteX149" fmla="*/ 4579902 w 11269336"/>
              <a:gd name="connsiteY149" fmla="*/ 2177927 h 2323145"/>
              <a:gd name="connsiteX150" fmla="*/ 4533444 w 11269336"/>
              <a:gd name="connsiteY150" fmla="*/ 2181200 h 2323145"/>
              <a:gd name="connsiteX151" fmla="*/ 4492832 w 11269336"/>
              <a:gd name="connsiteY151" fmla="*/ 2188033 h 2323145"/>
              <a:gd name="connsiteX152" fmla="*/ 4467257 w 11269336"/>
              <a:gd name="connsiteY152" fmla="*/ 2196121 h 2323145"/>
              <a:gd name="connsiteX153" fmla="*/ 4459937 w 11269336"/>
              <a:gd name="connsiteY153" fmla="*/ 2195182 h 2323145"/>
              <a:gd name="connsiteX154" fmla="*/ 4433312 w 11269336"/>
              <a:gd name="connsiteY154" fmla="*/ 2199004 h 2323145"/>
              <a:gd name="connsiteX155" fmla="*/ 4420601 w 11269336"/>
              <a:gd name="connsiteY155" fmla="*/ 2205158 h 2323145"/>
              <a:gd name="connsiteX156" fmla="*/ 4405765 w 11269336"/>
              <a:gd name="connsiteY156" fmla="*/ 2199902 h 2323145"/>
              <a:gd name="connsiteX157" fmla="*/ 4401354 w 11269336"/>
              <a:gd name="connsiteY157" fmla="*/ 2194745 h 2323145"/>
              <a:gd name="connsiteX158" fmla="*/ 4383151 w 11269336"/>
              <a:gd name="connsiteY158" fmla="*/ 2201140 h 2323145"/>
              <a:gd name="connsiteX159" fmla="*/ 4366646 w 11269336"/>
              <a:gd name="connsiteY159" fmla="*/ 2198564 h 2323145"/>
              <a:gd name="connsiteX160" fmla="*/ 4354009 w 11269336"/>
              <a:gd name="connsiteY160" fmla="*/ 2204984 h 2323145"/>
              <a:gd name="connsiteX161" fmla="*/ 4348284 w 11269336"/>
              <a:gd name="connsiteY161" fmla="*/ 2205270 h 2323145"/>
              <a:gd name="connsiteX162" fmla="*/ 4333906 w 11269336"/>
              <a:gd name="connsiteY162" fmla="*/ 2205251 h 2323145"/>
              <a:gd name="connsiteX163" fmla="*/ 4308819 w 11269336"/>
              <a:gd name="connsiteY163" fmla="*/ 2203822 h 2323145"/>
              <a:gd name="connsiteX164" fmla="*/ 4301210 w 11269336"/>
              <a:gd name="connsiteY164" fmla="*/ 2204456 h 2323145"/>
              <a:gd name="connsiteX165" fmla="*/ 4283095 w 11269336"/>
              <a:gd name="connsiteY165" fmla="*/ 2198177 h 2323145"/>
              <a:gd name="connsiteX166" fmla="*/ 4250119 w 11269336"/>
              <a:gd name="connsiteY166" fmla="*/ 2196342 h 2323145"/>
              <a:gd name="connsiteX167" fmla="*/ 4189203 w 11269336"/>
              <a:gd name="connsiteY167" fmla="*/ 2178994 h 2323145"/>
              <a:gd name="connsiteX168" fmla="*/ 4154035 w 11269336"/>
              <a:gd name="connsiteY168" fmla="*/ 2171950 h 2323145"/>
              <a:gd name="connsiteX169" fmla="*/ 4129569 w 11269336"/>
              <a:gd name="connsiteY169" fmla="*/ 2163850 h 2323145"/>
              <a:gd name="connsiteX170" fmla="*/ 4061250 w 11269336"/>
              <a:gd name="connsiteY170" fmla="*/ 2159236 h 2323145"/>
              <a:gd name="connsiteX171" fmla="*/ 3945480 w 11269336"/>
              <a:gd name="connsiteY171" fmla="*/ 2158279 h 2323145"/>
              <a:gd name="connsiteX172" fmla="*/ 3921468 w 11269336"/>
              <a:gd name="connsiteY172" fmla="*/ 2156588 h 2323145"/>
              <a:gd name="connsiteX173" fmla="*/ 3903348 w 11269336"/>
              <a:gd name="connsiteY173" fmla="*/ 2149220 h 2323145"/>
              <a:gd name="connsiteX174" fmla="*/ 3901342 w 11269336"/>
              <a:gd name="connsiteY174" fmla="*/ 2142355 h 2323145"/>
              <a:gd name="connsiteX175" fmla="*/ 3888539 w 11269336"/>
              <a:gd name="connsiteY175" fmla="*/ 2140476 h 2323145"/>
              <a:gd name="connsiteX176" fmla="*/ 3885662 w 11269336"/>
              <a:gd name="connsiteY176" fmla="*/ 2138740 h 2323145"/>
              <a:gd name="connsiteX177" fmla="*/ 3868627 w 11269336"/>
              <a:gd name="connsiteY177" fmla="*/ 2130023 h 2323145"/>
              <a:gd name="connsiteX178" fmla="*/ 3819177 w 11269336"/>
              <a:gd name="connsiteY178" fmla="*/ 2142111 h 2323145"/>
              <a:gd name="connsiteX179" fmla="*/ 3769100 w 11269336"/>
              <a:gd name="connsiteY179" fmla="*/ 2131731 h 2323145"/>
              <a:gd name="connsiteX180" fmla="*/ 3562752 w 11269336"/>
              <a:gd name="connsiteY180" fmla="*/ 2131785 h 2323145"/>
              <a:gd name="connsiteX181" fmla="*/ 3541402 w 11269336"/>
              <a:gd name="connsiteY181" fmla="*/ 2106821 h 2323145"/>
              <a:gd name="connsiteX182" fmla="*/ 3365341 w 11269336"/>
              <a:gd name="connsiteY182" fmla="*/ 2077638 h 2323145"/>
              <a:gd name="connsiteX183" fmla="*/ 3170922 w 11269336"/>
              <a:gd name="connsiteY183" fmla="*/ 2115957 h 2323145"/>
              <a:gd name="connsiteX184" fmla="*/ 3156256 w 11269336"/>
              <a:gd name="connsiteY184" fmla="*/ 2124773 h 2323145"/>
              <a:gd name="connsiteX185" fmla="*/ 3140298 w 11269336"/>
              <a:gd name="connsiteY185" fmla="*/ 2129182 h 2323145"/>
              <a:gd name="connsiteX186" fmla="*/ 3138514 w 11269336"/>
              <a:gd name="connsiteY186" fmla="*/ 2128069 h 2323145"/>
              <a:gd name="connsiteX187" fmla="*/ 3120467 w 11269336"/>
              <a:gd name="connsiteY187" fmla="*/ 2128281 h 2323145"/>
              <a:gd name="connsiteX188" fmla="*/ 3116175 w 11269336"/>
              <a:gd name="connsiteY188" fmla="*/ 2131633 h 2323145"/>
              <a:gd name="connsiteX189" fmla="*/ 3103685 w 11269336"/>
              <a:gd name="connsiteY189" fmla="*/ 2132814 h 2323145"/>
              <a:gd name="connsiteX190" fmla="*/ 3078794 w 11269336"/>
              <a:gd name="connsiteY190" fmla="*/ 2137935 h 2323145"/>
              <a:gd name="connsiteX191" fmla="*/ 3074407 w 11269336"/>
              <a:gd name="connsiteY191" fmla="*/ 2136274 h 2323145"/>
              <a:gd name="connsiteX192" fmla="*/ 3037285 w 11269336"/>
              <a:gd name="connsiteY192" fmla="*/ 2139919 h 2323145"/>
              <a:gd name="connsiteX193" fmla="*/ 3036901 w 11269336"/>
              <a:gd name="connsiteY193" fmla="*/ 2138726 h 2323145"/>
              <a:gd name="connsiteX194" fmla="*/ 3026996 w 11269336"/>
              <a:gd name="connsiteY194" fmla="*/ 2134322 h 2323145"/>
              <a:gd name="connsiteX195" fmla="*/ 3007772 w 11269336"/>
              <a:gd name="connsiteY195" fmla="*/ 2128742 h 2323145"/>
              <a:gd name="connsiteX196" fmla="*/ 2965030 w 11269336"/>
              <a:gd name="connsiteY196" fmla="*/ 2100494 h 2323145"/>
              <a:gd name="connsiteX197" fmla="*/ 2926342 w 11269336"/>
              <a:gd name="connsiteY197" fmla="*/ 2104155 h 2323145"/>
              <a:gd name="connsiteX198" fmla="*/ 2918608 w 11269336"/>
              <a:gd name="connsiteY198" fmla="*/ 2104215 h 2323145"/>
              <a:gd name="connsiteX199" fmla="*/ 2918475 w 11269336"/>
              <a:gd name="connsiteY199" fmla="*/ 2103937 h 2323145"/>
              <a:gd name="connsiteX200" fmla="*/ 2910360 w 11269336"/>
              <a:gd name="connsiteY200" fmla="*/ 2103444 h 2323145"/>
              <a:gd name="connsiteX201" fmla="*/ 2904507 w 11269336"/>
              <a:gd name="connsiteY201" fmla="*/ 2104326 h 2323145"/>
              <a:gd name="connsiteX202" fmla="*/ 2889503 w 11269336"/>
              <a:gd name="connsiteY202" fmla="*/ 2104443 h 2323145"/>
              <a:gd name="connsiteX203" fmla="*/ 2884480 w 11269336"/>
              <a:gd name="connsiteY203" fmla="*/ 2102626 h 2323145"/>
              <a:gd name="connsiteX204" fmla="*/ 2882689 w 11269336"/>
              <a:gd name="connsiteY204" fmla="*/ 2099228 h 2323145"/>
              <a:gd name="connsiteX205" fmla="*/ 2881291 w 11269336"/>
              <a:gd name="connsiteY205" fmla="*/ 2099618 h 2323145"/>
              <a:gd name="connsiteX206" fmla="*/ 2853979 w 11269336"/>
              <a:gd name="connsiteY206" fmla="*/ 2090388 h 2323145"/>
              <a:gd name="connsiteX207" fmla="*/ 2791790 w 11269336"/>
              <a:gd name="connsiteY207" fmla="*/ 2080332 h 2323145"/>
              <a:gd name="connsiteX208" fmla="*/ 2755844 w 11269336"/>
              <a:gd name="connsiteY208" fmla="*/ 2078874 h 2323145"/>
              <a:gd name="connsiteX209" fmla="*/ 2657742 w 11269336"/>
              <a:gd name="connsiteY209" fmla="*/ 2070179 h 2323145"/>
              <a:gd name="connsiteX210" fmla="*/ 2559549 w 11269336"/>
              <a:gd name="connsiteY210" fmla="*/ 2057873 h 2323145"/>
              <a:gd name="connsiteX211" fmla="*/ 2512054 w 11269336"/>
              <a:gd name="connsiteY211" fmla="*/ 2031671 h 2323145"/>
              <a:gd name="connsiteX212" fmla="*/ 2506437 w 11269336"/>
              <a:gd name="connsiteY212" fmla="*/ 2030918 h 2323145"/>
              <a:gd name="connsiteX213" fmla="*/ 2491752 w 11269336"/>
              <a:gd name="connsiteY213" fmla="*/ 2033906 h 2323145"/>
              <a:gd name="connsiteX214" fmla="*/ 2486338 w 11269336"/>
              <a:gd name="connsiteY214" fmla="*/ 2035862 h 2323145"/>
              <a:gd name="connsiteX215" fmla="*/ 2478186 w 11269336"/>
              <a:gd name="connsiteY215" fmla="*/ 2036953 h 2323145"/>
              <a:gd name="connsiteX216" fmla="*/ 2477950 w 11269336"/>
              <a:gd name="connsiteY216" fmla="*/ 2036715 h 2323145"/>
              <a:gd name="connsiteX217" fmla="*/ 2470381 w 11269336"/>
              <a:gd name="connsiteY217" fmla="*/ 2038256 h 2323145"/>
              <a:gd name="connsiteX218" fmla="*/ 2433781 w 11269336"/>
              <a:gd name="connsiteY218" fmla="*/ 2049140 h 2323145"/>
              <a:gd name="connsiteX219" fmla="*/ 2381172 w 11269336"/>
              <a:gd name="connsiteY219" fmla="*/ 2030645 h 2323145"/>
              <a:gd name="connsiteX220" fmla="*/ 2360198 w 11269336"/>
              <a:gd name="connsiteY220" fmla="*/ 2029059 h 2323145"/>
              <a:gd name="connsiteX221" fmla="*/ 2348815 w 11269336"/>
              <a:gd name="connsiteY221" fmla="*/ 2026798 h 2323145"/>
              <a:gd name="connsiteX222" fmla="*/ 2347988 w 11269336"/>
              <a:gd name="connsiteY222" fmla="*/ 2025745 h 2323145"/>
              <a:gd name="connsiteX223" fmla="*/ 2312920 w 11269336"/>
              <a:gd name="connsiteY223" fmla="*/ 2036311 h 2323145"/>
              <a:gd name="connsiteX224" fmla="*/ 2307986 w 11269336"/>
              <a:gd name="connsiteY224" fmla="*/ 2035583 h 2323145"/>
              <a:gd name="connsiteX225" fmla="*/ 2285481 w 11269336"/>
              <a:gd name="connsiteY225" fmla="*/ 2045197 h 2323145"/>
              <a:gd name="connsiteX226" fmla="*/ 2273666 w 11269336"/>
              <a:gd name="connsiteY226" fmla="*/ 2048710 h 2323145"/>
              <a:gd name="connsiteX227" fmla="*/ 2270719 w 11269336"/>
              <a:gd name="connsiteY227" fmla="*/ 2052702 h 2323145"/>
              <a:gd name="connsiteX228" fmla="*/ 2253080 w 11269336"/>
              <a:gd name="connsiteY228" fmla="*/ 2056363 h 2323145"/>
              <a:gd name="connsiteX229" fmla="*/ 2250906 w 11269336"/>
              <a:gd name="connsiteY229" fmla="*/ 2055654 h 2323145"/>
              <a:gd name="connsiteX230" fmla="*/ 2236905 w 11269336"/>
              <a:gd name="connsiteY230" fmla="*/ 2062882 h 2323145"/>
              <a:gd name="connsiteX231" fmla="*/ 2225830 w 11269336"/>
              <a:gd name="connsiteY231" fmla="*/ 2074027 h 2323145"/>
              <a:gd name="connsiteX232" fmla="*/ 2073776 w 11269336"/>
              <a:gd name="connsiteY232" fmla="*/ 2089244 h 2323145"/>
              <a:gd name="connsiteX233" fmla="*/ 1948256 w 11269336"/>
              <a:gd name="connsiteY233" fmla="*/ 2146616 h 2323145"/>
              <a:gd name="connsiteX234" fmla="*/ 1865582 w 11269336"/>
              <a:gd name="connsiteY234" fmla="*/ 2153738 h 2323145"/>
              <a:gd name="connsiteX235" fmla="*/ 1835210 w 11269336"/>
              <a:gd name="connsiteY235" fmla="*/ 2134244 h 2323145"/>
              <a:gd name="connsiteX236" fmla="*/ 1632661 w 11269336"/>
              <a:gd name="connsiteY236" fmla="*/ 2173882 h 2323145"/>
              <a:gd name="connsiteX237" fmla="*/ 1579590 w 11269336"/>
              <a:gd name="connsiteY237" fmla="*/ 2173680 h 2323145"/>
              <a:gd name="connsiteX238" fmla="*/ 1535601 w 11269336"/>
              <a:gd name="connsiteY238" fmla="*/ 2194590 h 2323145"/>
              <a:gd name="connsiteX239" fmla="*/ 1515594 w 11269336"/>
              <a:gd name="connsiteY239" fmla="*/ 2189622 h 2323145"/>
              <a:gd name="connsiteX240" fmla="*/ 1512113 w 11269336"/>
              <a:gd name="connsiteY240" fmla="*/ 2188534 h 2323145"/>
              <a:gd name="connsiteX241" fmla="*/ 1498838 w 11269336"/>
              <a:gd name="connsiteY241" fmla="*/ 2189213 h 2323145"/>
              <a:gd name="connsiteX242" fmla="*/ 1494279 w 11269336"/>
              <a:gd name="connsiteY242" fmla="*/ 2183112 h 2323145"/>
              <a:gd name="connsiteX243" fmla="*/ 1473714 w 11269336"/>
              <a:gd name="connsiteY243" fmla="*/ 2179625 h 2323145"/>
              <a:gd name="connsiteX244" fmla="*/ 1449503 w 11269336"/>
              <a:gd name="connsiteY244" fmla="*/ 2182633 h 2323145"/>
              <a:gd name="connsiteX245" fmla="*/ 1266687 w 11269336"/>
              <a:gd name="connsiteY245" fmla="*/ 2212688 h 2323145"/>
              <a:gd name="connsiteX246" fmla="*/ 1239614 w 11269336"/>
              <a:gd name="connsiteY246" fmla="*/ 2209727 h 2323145"/>
              <a:gd name="connsiteX247" fmla="*/ 1202436 w 11269336"/>
              <a:gd name="connsiteY247" fmla="*/ 2209817 h 2323145"/>
              <a:gd name="connsiteX248" fmla="*/ 1136097 w 11269336"/>
              <a:gd name="connsiteY248" fmla="*/ 2205112 h 2323145"/>
              <a:gd name="connsiteX249" fmla="*/ 988232 w 11269336"/>
              <a:gd name="connsiteY249" fmla="*/ 2235635 h 2323145"/>
              <a:gd name="connsiteX250" fmla="*/ 981959 w 11269336"/>
              <a:gd name="connsiteY250" fmla="*/ 2231607 h 2323145"/>
              <a:gd name="connsiteX251" fmla="*/ 938600 w 11269336"/>
              <a:gd name="connsiteY251" fmla="*/ 2238113 h 2323145"/>
              <a:gd name="connsiteX252" fmla="*/ 791788 w 11269336"/>
              <a:gd name="connsiteY252" fmla="*/ 2293224 h 2323145"/>
              <a:gd name="connsiteX253" fmla="*/ 706914 w 11269336"/>
              <a:gd name="connsiteY253" fmla="*/ 2305046 h 2323145"/>
              <a:gd name="connsiteX254" fmla="*/ 675971 w 11269336"/>
              <a:gd name="connsiteY254" fmla="*/ 2304030 h 2323145"/>
              <a:gd name="connsiteX255" fmla="*/ 624180 w 11269336"/>
              <a:gd name="connsiteY255" fmla="*/ 2302650 h 2323145"/>
              <a:gd name="connsiteX256" fmla="*/ 583453 w 11269336"/>
              <a:gd name="connsiteY256" fmla="*/ 2288788 h 2323145"/>
              <a:gd name="connsiteX257" fmla="*/ 540946 w 11269336"/>
              <a:gd name="connsiteY257" fmla="*/ 2292721 h 2323145"/>
              <a:gd name="connsiteX258" fmla="*/ 533680 w 11269336"/>
              <a:gd name="connsiteY258" fmla="*/ 2310233 h 2323145"/>
              <a:gd name="connsiteX259" fmla="*/ 487366 w 11269336"/>
              <a:gd name="connsiteY259" fmla="*/ 2309053 h 2323145"/>
              <a:gd name="connsiteX260" fmla="*/ 416820 w 11269336"/>
              <a:gd name="connsiteY260" fmla="*/ 2305443 h 2323145"/>
              <a:gd name="connsiteX261" fmla="*/ 376805 w 11269336"/>
              <a:gd name="connsiteY261" fmla="*/ 2307647 h 2323145"/>
              <a:gd name="connsiteX262" fmla="*/ 266777 w 11269336"/>
              <a:gd name="connsiteY262" fmla="*/ 2309012 h 2323145"/>
              <a:gd name="connsiteX263" fmla="*/ 156013 w 11269336"/>
              <a:gd name="connsiteY263" fmla="*/ 2306832 h 2323145"/>
              <a:gd name="connsiteX264" fmla="*/ 87258 w 11269336"/>
              <a:gd name="connsiteY264" fmla="*/ 2285511 h 2323145"/>
              <a:gd name="connsiteX265" fmla="*/ 23798 w 11269336"/>
              <a:gd name="connsiteY265" fmla="*/ 2281822 h 2323145"/>
              <a:gd name="connsiteX266" fmla="*/ 0 w 11269336"/>
              <a:gd name="connsiteY266" fmla="*/ 2285369 h 2323145"/>
              <a:gd name="connsiteX267" fmla="*/ 0 w 11269336"/>
              <a:gd name="connsiteY26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795998 w 11269336"/>
              <a:gd name="connsiteY29" fmla="*/ 863337 h 2323145"/>
              <a:gd name="connsiteX30" fmla="*/ 8776970 w 11269336"/>
              <a:gd name="connsiteY30" fmla="*/ 885177 h 2323145"/>
              <a:gd name="connsiteX31" fmla="*/ 8755719 w 11269336"/>
              <a:gd name="connsiteY31" fmla="*/ 889754 h 2323145"/>
              <a:gd name="connsiteX32" fmla="*/ 8743257 w 11269336"/>
              <a:gd name="connsiteY32" fmla="*/ 904723 h 2323145"/>
              <a:gd name="connsiteX33" fmla="*/ 8721366 w 11269336"/>
              <a:gd name="connsiteY33" fmla="*/ 904711 h 2323145"/>
              <a:gd name="connsiteX34" fmla="*/ 8678353 w 11269336"/>
              <a:gd name="connsiteY34" fmla="*/ 926318 h 2323145"/>
              <a:gd name="connsiteX35" fmla="*/ 8636849 w 11269336"/>
              <a:gd name="connsiteY35" fmla="*/ 937900 h 2323145"/>
              <a:gd name="connsiteX36" fmla="*/ 8620213 w 11269336"/>
              <a:gd name="connsiteY36" fmla="*/ 943068 h 2323145"/>
              <a:gd name="connsiteX37" fmla="*/ 8612581 w 11269336"/>
              <a:gd name="connsiteY37" fmla="*/ 952695 h 2323145"/>
              <a:gd name="connsiteX38" fmla="*/ 8589038 w 11269336"/>
              <a:gd name="connsiteY38" fmla="*/ 963892 h 2323145"/>
              <a:gd name="connsiteX39" fmla="*/ 8579950 w 11269336"/>
              <a:gd name="connsiteY39" fmla="*/ 960899 h 2323145"/>
              <a:gd name="connsiteX40" fmla="*/ 8579319 w 11269336"/>
              <a:gd name="connsiteY40" fmla="*/ 965630 h 2323145"/>
              <a:gd name="connsiteX41" fmla="*/ 8547429 w 11269336"/>
              <a:gd name="connsiteY41" fmla="*/ 984506 h 2323145"/>
              <a:gd name="connsiteX42" fmla="*/ 8478704 w 11269336"/>
              <a:gd name="connsiteY42" fmla="*/ 1025490 h 2323145"/>
              <a:gd name="connsiteX43" fmla="*/ 8461421 w 11269336"/>
              <a:gd name="connsiteY43" fmla="*/ 1035512 h 2323145"/>
              <a:gd name="connsiteX44" fmla="*/ 8445003 w 11269336"/>
              <a:gd name="connsiteY44" fmla="*/ 1036851 h 2323145"/>
              <a:gd name="connsiteX45" fmla="*/ 8357350 w 11269336"/>
              <a:gd name="connsiteY45" fmla="*/ 1060213 h 2323145"/>
              <a:gd name="connsiteX46" fmla="*/ 8335565 w 11269336"/>
              <a:gd name="connsiteY46" fmla="*/ 1061151 h 2323145"/>
              <a:gd name="connsiteX47" fmla="*/ 8325267 w 11269336"/>
              <a:gd name="connsiteY47" fmla="*/ 1055919 h 2323145"/>
              <a:gd name="connsiteX48" fmla="*/ 8293586 w 11269336"/>
              <a:gd name="connsiteY48" fmla="*/ 1076144 h 2323145"/>
              <a:gd name="connsiteX49" fmla="*/ 8242405 w 11269336"/>
              <a:gd name="connsiteY49" fmla="*/ 1095960 h 2323145"/>
              <a:gd name="connsiteX50" fmla="*/ 8197391 w 11269336"/>
              <a:gd name="connsiteY50" fmla="*/ 1107746 h 2323145"/>
              <a:gd name="connsiteX51" fmla="*/ 8081474 w 11269336"/>
              <a:gd name="connsiteY51" fmla="*/ 1130125 h 2323145"/>
              <a:gd name="connsiteX52" fmla="*/ 8053585 w 11269336"/>
              <a:gd name="connsiteY52" fmla="*/ 1129169 h 2323145"/>
              <a:gd name="connsiteX53" fmla="*/ 8038422 w 11269336"/>
              <a:gd name="connsiteY53" fmla="*/ 1119092 h 2323145"/>
              <a:gd name="connsiteX54" fmla="*/ 8029450 w 11269336"/>
              <a:gd name="connsiteY54" fmla="*/ 1125592 h 2323145"/>
              <a:gd name="connsiteX55" fmla="*/ 7959552 w 11269336"/>
              <a:gd name="connsiteY55" fmla="*/ 1140188 h 2323145"/>
              <a:gd name="connsiteX56" fmla="*/ 7914188 w 11269336"/>
              <a:gd name="connsiteY56" fmla="*/ 1150862 h 2323145"/>
              <a:gd name="connsiteX57" fmla="*/ 7914918 w 11269336"/>
              <a:gd name="connsiteY57" fmla="*/ 1168758 h 2323145"/>
              <a:gd name="connsiteX58" fmla="*/ 7875510 w 11269336"/>
              <a:gd name="connsiteY58" fmla="*/ 1183153 h 2323145"/>
              <a:gd name="connsiteX59" fmla="*/ 7829932 w 11269336"/>
              <a:gd name="connsiteY59" fmla="*/ 1180782 h 2323145"/>
              <a:gd name="connsiteX60" fmla="*/ 7779182 w 11269336"/>
              <a:gd name="connsiteY60" fmla="*/ 1192665 h 2323145"/>
              <a:gd name="connsiteX61" fmla="*/ 7748774 w 11269336"/>
              <a:gd name="connsiteY61" fmla="*/ 1199586 h 2323145"/>
              <a:gd name="connsiteX62" fmla="*/ 7671846 w 11269336"/>
              <a:gd name="connsiteY62" fmla="*/ 1231966 h 2323145"/>
              <a:gd name="connsiteX63" fmla="*/ 7554146 w 11269336"/>
              <a:gd name="connsiteY63" fmla="*/ 1319748 h 2323145"/>
              <a:gd name="connsiteX64" fmla="*/ 7515052 w 11269336"/>
              <a:gd name="connsiteY64" fmla="*/ 1336718 h 2323145"/>
              <a:gd name="connsiteX65" fmla="*/ 7507193 w 11269336"/>
              <a:gd name="connsiteY65" fmla="*/ 1334617 h 2323145"/>
              <a:gd name="connsiteX66" fmla="*/ 7461694 w 11269336"/>
              <a:gd name="connsiteY66" fmla="*/ 1375866 h 2323145"/>
              <a:gd name="connsiteX67" fmla="*/ 7377571 w 11269336"/>
              <a:gd name="connsiteY67" fmla="*/ 1400128 h 2323145"/>
              <a:gd name="connsiteX68" fmla="*/ 7311261 w 11269336"/>
              <a:gd name="connsiteY68" fmla="*/ 1412652 h 2323145"/>
              <a:gd name="connsiteX69" fmla="*/ 7275307 w 11269336"/>
              <a:gd name="connsiteY69" fmla="*/ 1422171 h 2323145"/>
              <a:gd name="connsiteX70" fmla="*/ 7247783 w 11269336"/>
              <a:gd name="connsiteY70" fmla="*/ 1426330 h 2323145"/>
              <a:gd name="connsiteX71" fmla="*/ 7185047 w 11269336"/>
              <a:gd name="connsiteY71" fmla="*/ 1451812 h 2323145"/>
              <a:gd name="connsiteX72" fmla="*/ 7084117 w 11269336"/>
              <a:gd name="connsiteY72" fmla="*/ 1500281 h 2323145"/>
              <a:gd name="connsiteX73" fmla="*/ 7062011 w 11269336"/>
              <a:gd name="connsiteY73" fmla="*/ 1509183 h 2323145"/>
              <a:gd name="connsiteX74" fmla="*/ 7040555 w 11269336"/>
              <a:gd name="connsiteY74" fmla="*/ 1511207 h 2323145"/>
              <a:gd name="connsiteX75" fmla="*/ 7033438 w 11269336"/>
              <a:gd name="connsiteY75" fmla="*/ 1506772 h 2323145"/>
              <a:gd name="connsiteX76" fmla="*/ 7020886 w 11269336"/>
              <a:gd name="connsiteY76" fmla="*/ 1510764 h 2323145"/>
              <a:gd name="connsiteX77" fmla="*/ 7017033 w 11269336"/>
              <a:gd name="connsiteY77" fmla="*/ 1510650 h 2323145"/>
              <a:gd name="connsiteX78" fmla="*/ 6995460 w 11269336"/>
              <a:gd name="connsiteY78" fmla="*/ 1511173 h 2323145"/>
              <a:gd name="connsiteX79" fmla="*/ 6962144 w 11269336"/>
              <a:gd name="connsiteY79" fmla="*/ 1541508 h 2323145"/>
              <a:gd name="connsiteX80" fmla="*/ 6910674 w 11269336"/>
              <a:gd name="connsiteY80" fmla="*/ 1554793 h 2323145"/>
              <a:gd name="connsiteX81" fmla="*/ 6732152 w 11269336"/>
              <a:gd name="connsiteY81" fmla="*/ 1642538 h 2323145"/>
              <a:gd name="connsiteX82" fmla="*/ 6694106 w 11269336"/>
              <a:gd name="connsiteY82" fmla="*/ 1632377 h 2323145"/>
              <a:gd name="connsiteX83" fmla="*/ 6617223 w 11269336"/>
              <a:gd name="connsiteY83" fmla="*/ 1659889 h 2323145"/>
              <a:gd name="connsiteX84" fmla="*/ 6521138 w 11269336"/>
              <a:gd name="connsiteY84" fmla="*/ 1744340 h 2323145"/>
              <a:gd name="connsiteX85" fmla="*/ 6380677 w 11269336"/>
              <a:gd name="connsiteY85" fmla="*/ 1796883 h 2323145"/>
              <a:gd name="connsiteX86" fmla="*/ 6374897 w 11269336"/>
              <a:gd name="connsiteY86" fmla="*/ 1809910 h 2323145"/>
              <a:gd name="connsiteX87" fmla="*/ 6364545 w 11269336"/>
              <a:gd name="connsiteY87" fmla="*/ 1820090 h 2323145"/>
              <a:gd name="connsiteX88" fmla="*/ 6362126 w 11269336"/>
              <a:gd name="connsiteY88" fmla="*/ 1819991 h 2323145"/>
              <a:gd name="connsiteX89" fmla="*/ 6346673 w 11269336"/>
              <a:gd name="connsiteY89" fmla="*/ 1827824 h 2323145"/>
              <a:gd name="connsiteX90" fmla="*/ 6345588 w 11269336"/>
              <a:gd name="connsiteY90" fmla="*/ 1832232 h 2323145"/>
              <a:gd name="connsiteX91" fmla="*/ 6335708 w 11269336"/>
              <a:gd name="connsiteY91" fmla="*/ 1838451 h 2323145"/>
              <a:gd name="connsiteX92" fmla="*/ 6318182 w 11269336"/>
              <a:gd name="connsiteY92" fmla="*/ 1852975 h 2323145"/>
              <a:gd name="connsiteX93" fmla="*/ 6313084 w 11269336"/>
              <a:gd name="connsiteY93" fmla="*/ 1853561 h 2323145"/>
              <a:gd name="connsiteX94" fmla="*/ 6283816 w 11269336"/>
              <a:gd name="connsiteY94" fmla="*/ 1872148 h 2323145"/>
              <a:gd name="connsiteX95" fmla="*/ 6282550 w 11269336"/>
              <a:gd name="connsiteY95" fmla="*/ 1871392 h 2323145"/>
              <a:gd name="connsiteX96" fmla="*/ 6270527 w 11269336"/>
              <a:gd name="connsiteY96" fmla="*/ 1872208 h 2323145"/>
              <a:gd name="connsiteX97" fmla="*/ 6249518 w 11269336"/>
              <a:gd name="connsiteY97" fmla="*/ 1876079 h 2323145"/>
              <a:gd name="connsiteX98" fmla="*/ 6190386 w 11269336"/>
              <a:gd name="connsiteY98" fmla="*/ 1872478 h 2323145"/>
              <a:gd name="connsiteX99" fmla="*/ 6159777 w 11269336"/>
              <a:gd name="connsiteY99" fmla="*/ 1891745 h 2323145"/>
              <a:gd name="connsiteX100" fmla="*/ 6153131 w 11269336"/>
              <a:gd name="connsiteY100" fmla="*/ 1895079 h 2323145"/>
              <a:gd name="connsiteX101" fmla="*/ 6152798 w 11269336"/>
              <a:gd name="connsiteY101" fmla="*/ 1894920 h 2323145"/>
              <a:gd name="connsiteX102" fmla="*/ 6145388 w 11269336"/>
              <a:gd name="connsiteY102" fmla="*/ 1897990 h 2323145"/>
              <a:gd name="connsiteX103" fmla="*/ 6141014 w 11269336"/>
              <a:gd name="connsiteY103" fmla="*/ 1901155 h 2323145"/>
              <a:gd name="connsiteX104" fmla="*/ 6128122 w 11269336"/>
              <a:gd name="connsiteY104" fmla="*/ 1907623 h 2323145"/>
              <a:gd name="connsiteX105" fmla="*/ 6122351 w 11269336"/>
              <a:gd name="connsiteY105" fmla="*/ 1908359 h 2323145"/>
              <a:gd name="connsiteX106" fmla="*/ 6064750 w 11269336"/>
              <a:gd name="connsiteY106" fmla="*/ 1896394 h 2323145"/>
              <a:gd name="connsiteX107" fmla="*/ 5964230 w 11269336"/>
              <a:gd name="connsiteY107" fmla="*/ 1910038 h 2323145"/>
              <a:gd name="connsiteX108" fmla="*/ 5865399 w 11269336"/>
              <a:gd name="connsiteY108" fmla="*/ 1926966 h 2323145"/>
              <a:gd name="connsiteX109" fmla="*/ 5829951 w 11269336"/>
              <a:gd name="connsiteY109" fmla="*/ 1934755 h 2323145"/>
              <a:gd name="connsiteX110" fmla="*/ 5765285 w 11269336"/>
              <a:gd name="connsiteY110" fmla="*/ 1941322 h 2323145"/>
              <a:gd name="connsiteX111" fmla="*/ 5734750 w 11269336"/>
              <a:gd name="connsiteY111" fmla="*/ 1939793 h 2323145"/>
              <a:gd name="connsiteX112" fmla="*/ 5733569 w 11269336"/>
              <a:gd name="connsiteY112" fmla="*/ 1940505 h 2323145"/>
              <a:gd name="connsiteX113" fmla="*/ 5730329 w 11269336"/>
              <a:gd name="connsiteY113" fmla="*/ 1937845 h 2323145"/>
              <a:gd name="connsiteX114" fmla="*/ 5724661 w 11269336"/>
              <a:gd name="connsiteY114" fmla="*/ 1937455 h 2323145"/>
              <a:gd name="connsiteX115" fmla="*/ 5710186 w 11269336"/>
              <a:gd name="connsiteY115" fmla="*/ 1941370 h 2323145"/>
              <a:gd name="connsiteX116" fmla="*/ 5704910 w 11269336"/>
              <a:gd name="connsiteY116" fmla="*/ 1943663 h 2323145"/>
              <a:gd name="connsiteX117" fmla="*/ 5696836 w 11269336"/>
              <a:gd name="connsiteY117" fmla="*/ 1945271 h 2323145"/>
              <a:gd name="connsiteX118" fmla="*/ 5696583 w 11269336"/>
              <a:gd name="connsiteY118" fmla="*/ 1945050 h 2323145"/>
              <a:gd name="connsiteX119" fmla="*/ 5689123 w 11269336"/>
              <a:gd name="connsiteY119" fmla="*/ 1947067 h 2323145"/>
              <a:gd name="connsiteX120" fmla="*/ 5653291 w 11269336"/>
              <a:gd name="connsiteY120" fmla="*/ 1960245 h 2323145"/>
              <a:gd name="connsiteX121" fmla="*/ 5599385 w 11269336"/>
              <a:gd name="connsiteY121" fmla="*/ 1945198 h 2323145"/>
              <a:gd name="connsiteX122" fmla="*/ 5578300 w 11269336"/>
              <a:gd name="connsiteY122" fmla="*/ 1944963 h 2323145"/>
              <a:gd name="connsiteX123" fmla="*/ 5566758 w 11269336"/>
              <a:gd name="connsiteY123" fmla="*/ 1943441 h 2323145"/>
              <a:gd name="connsiteX124" fmla="*/ 5565857 w 11269336"/>
              <a:gd name="connsiteY124" fmla="*/ 1942445 h 2323145"/>
              <a:gd name="connsiteX125" fmla="*/ 5531534 w 11269336"/>
              <a:gd name="connsiteY125" fmla="*/ 1955208 h 2323145"/>
              <a:gd name="connsiteX126" fmla="*/ 5526552 w 11269336"/>
              <a:gd name="connsiteY126" fmla="*/ 1954799 h 2323145"/>
              <a:gd name="connsiteX127" fmla="*/ 5504723 w 11269336"/>
              <a:gd name="connsiteY127" fmla="*/ 1965811 h 2323145"/>
              <a:gd name="connsiteX128" fmla="*/ 5493156 w 11269336"/>
              <a:gd name="connsiteY128" fmla="*/ 1970063 h 2323145"/>
              <a:gd name="connsiteX129" fmla="*/ 5490486 w 11269336"/>
              <a:gd name="connsiteY129" fmla="*/ 1974227 h 2323145"/>
              <a:gd name="connsiteX130" fmla="*/ 5473107 w 11269336"/>
              <a:gd name="connsiteY130" fmla="*/ 1979001 h 2323145"/>
              <a:gd name="connsiteX131" fmla="*/ 5470885 w 11269336"/>
              <a:gd name="connsiteY131" fmla="*/ 1978432 h 2323145"/>
              <a:gd name="connsiteX132" fmla="*/ 5457393 w 11269336"/>
              <a:gd name="connsiteY132" fmla="*/ 1986525 h 2323145"/>
              <a:gd name="connsiteX133" fmla="*/ 5447102 w 11269336"/>
              <a:gd name="connsiteY133" fmla="*/ 1998329 h 2323145"/>
              <a:gd name="connsiteX134" fmla="*/ 5159151 w 11269336"/>
              <a:gd name="connsiteY134" fmla="*/ 2029640 h 2323145"/>
              <a:gd name="connsiteX135" fmla="*/ 5041688 w 11269336"/>
              <a:gd name="connsiteY135" fmla="*/ 2022334 h 2323145"/>
              <a:gd name="connsiteX136" fmla="*/ 4860988 w 11269336"/>
              <a:gd name="connsiteY136" fmla="*/ 2135698 h 2323145"/>
              <a:gd name="connsiteX137" fmla="*/ 4807902 w 11269336"/>
              <a:gd name="connsiteY137" fmla="*/ 2138894 h 2323145"/>
              <a:gd name="connsiteX138" fmla="*/ 4765388 w 11269336"/>
              <a:gd name="connsiteY138" fmla="*/ 2162525 h 2323145"/>
              <a:gd name="connsiteX139" fmla="*/ 4745033 w 11269336"/>
              <a:gd name="connsiteY139" fmla="*/ 2158859 h 2323145"/>
              <a:gd name="connsiteX140" fmla="*/ 4741475 w 11269336"/>
              <a:gd name="connsiteY140" fmla="*/ 2157998 h 2323145"/>
              <a:gd name="connsiteX141" fmla="*/ 4728247 w 11269336"/>
              <a:gd name="connsiteY141" fmla="*/ 2159526 h 2323145"/>
              <a:gd name="connsiteX142" fmla="*/ 4723263 w 11269336"/>
              <a:gd name="connsiteY142" fmla="*/ 2153742 h 2323145"/>
              <a:gd name="connsiteX143" fmla="*/ 4702453 w 11269336"/>
              <a:gd name="connsiteY143" fmla="*/ 2151586 h 2323145"/>
              <a:gd name="connsiteX144" fmla="*/ 4678455 w 11269336"/>
              <a:gd name="connsiteY144" fmla="*/ 2156131 h 2323145"/>
              <a:gd name="connsiteX145" fmla="*/ 4593061 w 11269336"/>
              <a:gd name="connsiteY145" fmla="*/ 2171597 h 2323145"/>
              <a:gd name="connsiteX146" fmla="*/ 4579902 w 11269336"/>
              <a:gd name="connsiteY146" fmla="*/ 2177927 h 2323145"/>
              <a:gd name="connsiteX147" fmla="*/ 4533444 w 11269336"/>
              <a:gd name="connsiteY147" fmla="*/ 2181200 h 2323145"/>
              <a:gd name="connsiteX148" fmla="*/ 4492832 w 11269336"/>
              <a:gd name="connsiteY148" fmla="*/ 2188033 h 2323145"/>
              <a:gd name="connsiteX149" fmla="*/ 4467257 w 11269336"/>
              <a:gd name="connsiteY149" fmla="*/ 2196121 h 2323145"/>
              <a:gd name="connsiteX150" fmla="*/ 4459937 w 11269336"/>
              <a:gd name="connsiteY150" fmla="*/ 2195182 h 2323145"/>
              <a:gd name="connsiteX151" fmla="*/ 4433312 w 11269336"/>
              <a:gd name="connsiteY151" fmla="*/ 2199004 h 2323145"/>
              <a:gd name="connsiteX152" fmla="*/ 4420601 w 11269336"/>
              <a:gd name="connsiteY152" fmla="*/ 2205158 h 2323145"/>
              <a:gd name="connsiteX153" fmla="*/ 4405765 w 11269336"/>
              <a:gd name="connsiteY153" fmla="*/ 2199902 h 2323145"/>
              <a:gd name="connsiteX154" fmla="*/ 4401354 w 11269336"/>
              <a:gd name="connsiteY154" fmla="*/ 2194745 h 2323145"/>
              <a:gd name="connsiteX155" fmla="*/ 4383151 w 11269336"/>
              <a:gd name="connsiteY155" fmla="*/ 2201140 h 2323145"/>
              <a:gd name="connsiteX156" fmla="*/ 4366646 w 11269336"/>
              <a:gd name="connsiteY156" fmla="*/ 2198564 h 2323145"/>
              <a:gd name="connsiteX157" fmla="*/ 4354009 w 11269336"/>
              <a:gd name="connsiteY157" fmla="*/ 2204984 h 2323145"/>
              <a:gd name="connsiteX158" fmla="*/ 4348284 w 11269336"/>
              <a:gd name="connsiteY158" fmla="*/ 2205270 h 2323145"/>
              <a:gd name="connsiteX159" fmla="*/ 4333906 w 11269336"/>
              <a:gd name="connsiteY159" fmla="*/ 2205251 h 2323145"/>
              <a:gd name="connsiteX160" fmla="*/ 4308819 w 11269336"/>
              <a:gd name="connsiteY160" fmla="*/ 2203822 h 2323145"/>
              <a:gd name="connsiteX161" fmla="*/ 4301210 w 11269336"/>
              <a:gd name="connsiteY161" fmla="*/ 2204456 h 2323145"/>
              <a:gd name="connsiteX162" fmla="*/ 4283095 w 11269336"/>
              <a:gd name="connsiteY162" fmla="*/ 2198177 h 2323145"/>
              <a:gd name="connsiteX163" fmla="*/ 4250119 w 11269336"/>
              <a:gd name="connsiteY163" fmla="*/ 2196342 h 2323145"/>
              <a:gd name="connsiteX164" fmla="*/ 4189203 w 11269336"/>
              <a:gd name="connsiteY164" fmla="*/ 2178994 h 2323145"/>
              <a:gd name="connsiteX165" fmla="*/ 4154035 w 11269336"/>
              <a:gd name="connsiteY165" fmla="*/ 2171950 h 2323145"/>
              <a:gd name="connsiteX166" fmla="*/ 4129569 w 11269336"/>
              <a:gd name="connsiteY166" fmla="*/ 2163850 h 2323145"/>
              <a:gd name="connsiteX167" fmla="*/ 4061250 w 11269336"/>
              <a:gd name="connsiteY167" fmla="*/ 2159236 h 2323145"/>
              <a:gd name="connsiteX168" fmla="*/ 3945480 w 11269336"/>
              <a:gd name="connsiteY168" fmla="*/ 2158279 h 2323145"/>
              <a:gd name="connsiteX169" fmla="*/ 3921468 w 11269336"/>
              <a:gd name="connsiteY169" fmla="*/ 2156588 h 2323145"/>
              <a:gd name="connsiteX170" fmla="*/ 3903348 w 11269336"/>
              <a:gd name="connsiteY170" fmla="*/ 2149220 h 2323145"/>
              <a:gd name="connsiteX171" fmla="*/ 3901342 w 11269336"/>
              <a:gd name="connsiteY171" fmla="*/ 2142355 h 2323145"/>
              <a:gd name="connsiteX172" fmla="*/ 3888539 w 11269336"/>
              <a:gd name="connsiteY172" fmla="*/ 2140476 h 2323145"/>
              <a:gd name="connsiteX173" fmla="*/ 3885662 w 11269336"/>
              <a:gd name="connsiteY173" fmla="*/ 2138740 h 2323145"/>
              <a:gd name="connsiteX174" fmla="*/ 3868627 w 11269336"/>
              <a:gd name="connsiteY174" fmla="*/ 2130023 h 2323145"/>
              <a:gd name="connsiteX175" fmla="*/ 3819177 w 11269336"/>
              <a:gd name="connsiteY175" fmla="*/ 2142111 h 2323145"/>
              <a:gd name="connsiteX176" fmla="*/ 3769100 w 11269336"/>
              <a:gd name="connsiteY176" fmla="*/ 2131731 h 2323145"/>
              <a:gd name="connsiteX177" fmla="*/ 3562752 w 11269336"/>
              <a:gd name="connsiteY177" fmla="*/ 2131785 h 2323145"/>
              <a:gd name="connsiteX178" fmla="*/ 3541402 w 11269336"/>
              <a:gd name="connsiteY178" fmla="*/ 2106821 h 2323145"/>
              <a:gd name="connsiteX179" fmla="*/ 3365341 w 11269336"/>
              <a:gd name="connsiteY179" fmla="*/ 2077638 h 2323145"/>
              <a:gd name="connsiteX180" fmla="*/ 3170922 w 11269336"/>
              <a:gd name="connsiteY180" fmla="*/ 2115957 h 2323145"/>
              <a:gd name="connsiteX181" fmla="*/ 3156256 w 11269336"/>
              <a:gd name="connsiteY181" fmla="*/ 2124773 h 2323145"/>
              <a:gd name="connsiteX182" fmla="*/ 3140298 w 11269336"/>
              <a:gd name="connsiteY182" fmla="*/ 2129182 h 2323145"/>
              <a:gd name="connsiteX183" fmla="*/ 3138514 w 11269336"/>
              <a:gd name="connsiteY183" fmla="*/ 2128069 h 2323145"/>
              <a:gd name="connsiteX184" fmla="*/ 3120467 w 11269336"/>
              <a:gd name="connsiteY184" fmla="*/ 2128281 h 2323145"/>
              <a:gd name="connsiteX185" fmla="*/ 3116175 w 11269336"/>
              <a:gd name="connsiteY185" fmla="*/ 2131633 h 2323145"/>
              <a:gd name="connsiteX186" fmla="*/ 3103685 w 11269336"/>
              <a:gd name="connsiteY186" fmla="*/ 2132814 h 2323145"/>
              <a:gd name="connsiteX187" fmla="*/ 3078794 w 11269336"/>
              <a:gd name="connsiteY187" fmla="*/ 2137935 h 2323145"/>
              <a:gd name="connsiteX188" fmla="*/ 3074407 w 11269336"/>
              <a:gd name="connsiteY188" fmla="*/ 2136274 h 2323145"/>
              <a:gd name="connsiteX189" fmla="*/ 3037285 w 11269336"/>
              <a:gd name="connsiteY189" fmla="*/ 2139919 h 2323145"/>
              <a:gd name="connsiteX190" fmla="*/ 3036901 w 11269336"/>
              <a:gd name="connsiteY190" fmla="*/ 2138726 h 2323145"/>
              <a:gd name="connsiteX191" fmla="*/ 3026996 w 11269336"/>
              <a:gd name="connsiteY191" fmla="*/ 2134322 h 2323145"/>
              <a:gd name="connsiteX192" fmla="*/ 3007772 w 11269336"/>
              <a:gd name="connsiteY192" fmla="*/ 2128742 h 2323145"/>
              <a:gd name="connsiteX193" fmla="*/ 2965030 w 11269336"/>
              <a:gd name="connsiteY193" fmla="*/ 2100494 h 2323145"/>
              <a:gd name="connsiteX194" fmla="*/ 2926342 w 11269336"/>
              <a:gd name="connsiteY194" fmla="*/ 2104155 h 2323145"/>
              <a:gd name="connsiteX195" fmla="*/ 2918608 w 11269336"/>
              <a:gd name="connsiteY195" fmla="*/ 2104215 h 2323145"/>
              <a:gd name="connsiteX196" fmla="*/ 2918475 w 11269336"/>
              <a:gd name="connsiteY196" fmla="*/ 2103937 h 2323145"/>
              <a:gd name="connsiteX197" fmla="*/ 2910360 w 11269336"/>
              <a:gd name="connsiteY197" fmla="*/ 2103444 h 2323145"/>
              <a:gd name="connsiteX198" fmla="*/ 2904507 w 11269336"/>
              <a:gd name="connsiteY198" fmla="*/ 2104326 h 2323145"/>
              <a:gd name="connsiteX199" fmla="*/ 2889503 w 11269336"/>
              <a:gd name="connsiteY199" fmla="*/ 2104443 h 2323145"/>
              <a:gd name="connsiteX200" fmla="*/ 2884480 w 11269336"/>
              <a:gd name="connsiteY200" fmla="*/ 2102626 h 2323145"/>
              <a:gd name="connsiteX201" fmla="*/ 2882689 w 11269336"/>
              <a:gd name="connsiteY201" fmla="*/ 2099228 h 2323145"/>
              <a:gd name="connsiteX202" fmla="*/ 2881291 w 11269336"/>
              <a:gd name="connsiteY202" fmla="*/ 2099618 h 2323145"/>
              <a:gd name="connsiteX203" fmla="*/ 2853979 w 11269336"/>
              <a:gd name="connsiteY203" fmla="*/ 2090388 h 2323145"/>
              <a:gd name="connsiteX204" fmla="*/ 2791790 w 11269336"/>
              <a:gd name="connsiteY204" fmla="*/ 2080332 h 2323145"/>
              <a:gd name="connsiteX205" fmla="*/ 2755844 w 11269336"/>
              <a:gd name="connsiteY205" fmla="*/ 2078874 h 2323145"/>
              <a:gd name="connsiteX206" fmla="*/ 2657742 w 11269336"/>
              <a:gd name="connsiteY206" fmla="*/ 2070179 h 2323145"/>
              <a:gd name="connsiteX207" fmla="*/ 2559549 w 11269336"/>
              <a:gd name="connsiteY207" fmla="*/ 2057873 h 2323145"/>
              <a:gd name="connsiteX208" fmla="*/ 2512054 w 11269336"/>
              <a:gd name="connsiteY208" fmla="*/ 2031671 h 2323145"/>
              <a:gd name="connsiteX209" fmla="*/ 2506437 w 11269336"/>
              <a:gd name="connsiteY209" fmla="*/ 2030918 h 2323145"/>
              <a:gd name="connsiteX210" fmla="*/ 2491752 w 11269336"/>
              <a:gd name="connsiteY210" fmla="*/ 2033906 h 2323145"/>
              <a:gd name="connsiteX211" fmla="*/ 2486338 w 11269336"/>
              <a:gd name="connsiteY211" fmla="*/ 2035862 h 2323145"/>
              <a:gd name="connsiteX212" fmla="*/ 2478186 w 11269336"/>
              <a:gd name="connsiteY212" fmla="*/ 2036953 h 2323145"/>
              <a:gd name="connsiteX213" fmla="*/ 2477950 w 11269336"/>
              <a:gd name="connsiteY213" fmla="*/ 2036715 h 2323145"/>
              <a:gd name="connsiteX214" fmla="*/ 2470381 w 11269336"/>
              <a:gd name="connsiteY214" fmla="*/ 2038256 h 2323145"/>
              <a:gd name="connsiteX215" fmla="*/ 2433781 w 11269336"/>
              <a:gd name="connsiteY215" fmla="*/ 2049140 h 2323145"/>
              <a:gd name="connsiteX216" fmla="*/ 2381172 w 11269336"/>
              <a:gd name="connsiteY216" fmla="*/ 2030645 h 2323145"/>
              <a:gd name="connsiteX217" fmla="*/ 2360198 w 11269336"/>
              <a:gd name="connsiteY217" fmla="*/ 2029059 h 2323145"/>
              <a:gd name="connsiteX218" fmla="*/ 2348815 w 11269336"/>
              <a:gd name="connsiteY218" fmla="*/ 2026798 h 2323145"/>
              <a:gd name="connsiteX219" fmla="*/ 2347988 w 11269336"/>
              <a:gd name="connsiteY219" fmla="*/ 2025745 h 2323145"/>
              <a:gd name="connsiteX220" fmla="*/ 2312920 w 11269336"/>
              <a:gd name="connsiteY220" fmla="*/ 2036311 h 2323145"/>
              <a:gd name="connsiteX221" fmla="*/ 2307986 w 11269336"/>
              <a:gd name="connsiteY221" fmla="*/ 2035583 h 2323145"/>
              <a:gd name="connsiteX222" fmla="*/ 2285481 w 11269336"/>
              <a:gd name="connsiteY222" fmla="*/ 2045197 h 2323145"/>
              <a:gd name="connsiteX223" fmla="*/ 2273666 w 11269336"/>
              <a:gd name="connsiteY223" fmla="*/ 2048710 h 2323145"/>
              <a:gd name="connsiteX224" fmla="*/ 2270719 w 11269336"/>
              <a:gd name="connsiteY224" fmla="*/ 2052702 h 2323145"/>
              <a:gd name="connsiteX225" fmla="*/ 2253080 w 11269336"/>
              <a:gd name="connsiteY225" fmla="*/ 2056363 h 2323145"/>
              <a:gd name="connsiteX226" fmla="*/ 2250906 w 11269336"/>
              <a:gd name="connsiteY226" fmla="*/ 2055654 h 2323145"/>
              <a:gd name="connsiteX227" fmla="*/ 2236905 w 11269336"/>
              <a:gd name="connsiteY227" fmla="*/ 2062882 h 2323145"/>
              <a:gd name="connsiteX228" fmla="*/ 2225830 w 11269336"/>
              <a:gd name="connsiteY228" fmla="*/ 2074027 h 2323145"/>
              <a:gd name="connsiteX229" fmla="*/ 2073776 w 11269336"/>
              <a:gd name="connsiteY229" fmla="*/ 2089244 h 2323145"/>
              <a:gd name="connsiteX230" fmla="*/ 1948256 w 11269336"/>
              <a:gd name="connsiteY230" fmla="*/ 2146616 h 2323145"/>
              <a:gd name="connsiteX231" fmla="*/ 1865582 w 11269336"/>
              <a:gd name="connsiteY231" fmla="*/ 2153738 h 2323145"/>
              <a:gd name="connsiteX232" fmla="*/ 1835210 w 11269336"/>
              <a:gd name="connsiteY232" fmla="*/ 2134244 h 2323145"/>
              <a:gd name="connsiteX233" fmla="*/ 1632661 w 11269336"/>
              <a:gd name="connsiteY233" fmla="*/ 2173882 h 2323145"/>
              <a:gd name="connsiteX234" fmla="*/ 1579590 w 11269336"/>
              <a:gd name="connsiteY234" fmla="*/ 2173680 h 2323145"/>
              <a:gd name="connsiteX235" fmla="*/ 1535601 w 11269336"/>
              <a:gd name="connsiteY235" fmla="*/ 2194590 h 2323145"/>
              <a:gd name="connsiteX236" fmla="*/ 1515594 w 11269336"/>
              <a:gd name="connsiteY236" fmla="*/ 2189622 h 2323145"/>
              <a:gd name="connsiteX237" fmla="*/ 1512113 w 11269336"/>
              <a:gd name="connsiteY237" fmla="*/ 2188534 h 2323145"/>
              <a:gd name="connsiteX238" fmla="*/ 1498838 w 11269336"/>
              <a:gd name="connsiteY238" fmla="*/ 2189213 h 2323145"/>
              <a:gd name="connsiteX239" fmla="*/ 1494279 w 11269336"/>
              <a:gd name="connsiteY239" fmla="*/ 2183112 h 2323145"/>
              <a:gd name="connsiteX240" fmla="*/ 1473714 w 11269336"/>
              <a:gd name="connsiteY240" fmla="*/ 2179625 h 2323145"/>
              <a:gd name="connsiteX241" fmla="*/ 1449503 w 11269336"/>
              <a:gd name="connsiteY241" fmla="*/ 2182633 h 2323145"/>
              <a:gd name="connsiteX242" fmla="*/ 1266687 w 11269336"/>
              <a:gd name="connsiteY242" fmla="*/ 2212688 h 2323145"/>
              <a:gd name="connsiteX243" fmla="*/ 1239614 w 11269336"/>
              <a:gd name="connsiteY243" fmla="*/ 2209727 h 2323145"/>
              <a:gd name="connsiteX244" fmla="*/ 1202436 w 11269336"/>
              <a:gd name="connsiteY244" fmla="*/ 2209817 h 2323145"/>
              <a:gd name="connsiteX245" fmla="*/ 1136097 w 11269336"/>
              <a:gd name="connsiteY245" fmla="*/ 2205112 h 2323145"/>
              <a:gd name="connsiteX246" fmla="*/ 988232 w 11269336"/>
              <a:gd name="connsiteY246" fmla="*/ 2235635 h 2323145"/>
              <a:gd name="connsiteX247" fmla="*/ 981959 w 11269336"/>
              <a:gd name="connsiteY247" fmla="*/ 2231607 h 2323145"/>
              <a:gd name="connsiteX248" fmla="*/ 938600 w 11269336"/>
              <a:gd name="connsiteY248" fmla="*/ 2238113 h 2323145"/>
              <a:gd name="connsiteX249" fmla="*/ 791788 w 11269336"/>
              <a:gd name="connsiteY249" fmla="*/ 2293224 h 2323145"/>
              <a:gd name="connsiteX250" fmla="*/ 706914 w 11269336"/>
              <a:gd name="connsiteY250" fmla="*/ 2305046 h 2323145"/>
              <a:gd name="connsiteX251" fmla="*/ 675971 w 11269336"/>
              <a:gd name="connsiteY251" fmla="*/ 2304030 h 2323145"/>
              <a:gd name="connsiteX252" fmla="*/ 624180 w 11269336"/>
              <a:gd name="connsiteY252" fmla="*/ 2302650 h 2323145"/>
              <a:gd name="connsiteX253" fmla="*/ 583453 w 11269336"/>
              <a:gd name="connsiteY253" fmla="*/ 2288788 h 2323145"/>
              <a:gd name="connsiteX254" fmla="*/ 540946 w 11269336"/>
              <a:gd name="connsiteY254" fmla="*/ 2292721 h 2323145"/>
              <a:gd name="connsiteX255" fmla="*/ 533680 w 11269336"/>
              <a:gd name="connsiteY255" fmla="*/ 2310233 h 2323145"/>
              <a:gd name="connsiteX256" fmla="*/ 487366 w 11269336"/>
              <a:gd name="connsiteY256" fmla="*/ 2309053 h 2323145"/>
              <a:gd name="connsiteX257" fmla="*/ 416820 w 11269336"/>
              <a:gd name="connsiteY257" fmla="*/ 2305443 h 2323145"/>
              <a:gd name="connsiteX258" fmla="*/ 376805 w 11269336"/>
              <a:gd name="connsiteY258" fmla="*/ 2307647 h 2323145"/>
              <a:gd name="connsiteX259" fmla="*/ 266777 w 11269336"/>
              <a:gd name="connsiteY259" fmla="*/ 2309012 h 2323145"/>
              <a:gd name="connsiteX260" fmla="*/ 156013 w 11269336"/>
              <a:gd name="connsiteY260" fmla="*/ 2306832 h 2323145"/>
              <a:gd name="connsiteX261" fmla="*/ 87258 w 11269336"/>
              <a:gd name="connsiteY261" fmla="*/ 2285511 h 2323145"/>
              <a:gd name="connsiteX262" fmla="*/ 23798 w 11269336"/>
              <a:gd name="connsiteY262" fmla="*/ 2281822 h 2323145"/>
              <a:gd name="connsiteX263" fmla="*/ 0 w 11269336"/>
              <a:gd name="connsiteY263" fmla="*/ 2285369 h 2323145"/>
              <a:gd name="connsiteX264" fmla="*/ 0 w 11269336"/>
              <a:gd name="connsiteY26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9062863 w 11269336"/>
              <a:gd name="connsiteY22" fmla="*/ 754656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33444 w 11269336"/>
              <a:gd name="connsiteY144" fmla="*/ 2181200 h 2323145"/>
              <a:gd name="connsiteX145" fmla="*/ 4492832 w 11269336"/>
              <a:gd name="connsiteY145" fmla="*/ 2188033 h 2323145"/>
              <a:gd name="connsiteX146" fmla="*/ 4467257 w 11269336"/>
              <a:gd name="connsiteY146" fmla="*/ 2196121 h 2323145"/>
              <a:gd name="connsiteX147" fmla="*/ 4459937 w 11269336"/>
              <a:gd name="connsiteY147" fmla="*/ 2195182 h 2323145"/>
              <a:gd name="connsiteX148" fmla="*/ 4433312 w 11269336"/>
              <a:gd name="connsiteY148" fmla="*/ 2199004 h 2323145"/>
              <a:gd name="connsiteX149" fmla="*/ 4420601 w 11269336"/>
              <a:gd name="connsiteY149" fmla="*/ 2205158 h 2323145"/>
              <a:gd name="connsiteX150" fmla="*/ 4405765 w 11269336"/>
              <a:gd name="connsiteY150" fmla="*/ 2199902 h 2323145"/>
              <a:gd name="connsiteX151" fmla="*/ 4401354 w 11269336"/>
              <a:gd name="connsiteY151" fmla="*/ 2194745 h 2323145"/>
              <a:gd name="connsiteX152" fmla="*/ 4383151 w 11269336"/>
              <a:gd name="connsiteY152" fmla="*/ 2201140 h 2323145"/>
              <a:gd name="connsiteX153" fmla="*/ 4366646 w 11269336"/>
              <a:gd name="connsiteY153" fmla="*/ 2198564 h 2323145"/>
              <a:gd name="connsiteX154" fmla="*/ 4354009 w 11269336"/>
              <a:gd name="connsiteY154" fmla="*/ 2204984 h 2323145"/>
              <a:gd name="connsiteX155" fmla="*/ 4348284 w 11269336"/>
              <a:gd name="connsiteY155" fmla="*/ 2205270 h 2323145"/>
              <a:gd name="connsiteX156" fmla="*/ 4333906 w 11269336"/>
              <a:gd name="connsiteY156" fmla="*/ 2205251 h 2323145"/>
              <a:gd name="connsiteX157" fmla="*/ 4308819 w 11269336"/>
              <a:gd name="connsiteY157" fmla="*/ 2203822 h 2323145"/>
              <a:gd name="connsiteX158" fmla="*/ 4301210 w 11269336"/>
              <a:gd name="connsiteY158" fmla="*/ 2204456 h 2323145"/>
              <a:gd name="connsiteX159" fmla="*/ 4283095 w 11269336"/>
              <a:gd name="connsiteY159" fmla="*/ 2198177 h 2323145"/>
              <a:gd name="connsiteX160" fmla="*/ 4250119 w 11269336"/>
              <a:gd name="connsiteY160" fmla="*/ 2196342 h 2323145"/>
              <a:gd name="connsiteX161" fmla="*/ 4189203 w 11269336"/>
              <a:gd name="connsiteY161" fmla="*/ 2178994 h 2323145"/>
              <a:gd name="connsiteX162" fmla="*/ 4154035 w 11269336"/>
              <a:gd name="connsiteY162" fmla="*/ 2171950 h 2323145"/>
              <a:gd name="connsiteX163" fmla="*/ 4129569 w 11269336"/>
              <a:gd name="connsiteY163" fmla="*/ 2163850 h 2323145"/>
              <a:gd name="connsiteX164" fmla="*/ 4061250 w 11269336"/>
              <a:gd name="connsiteY164" fmla="*/ 2159236 h 2323145"/>
              <a:gd name="connsiteX165" fmla="*/ 3945480 w 11269336"/>
              <a:gd name="connsiteY165" fmla="*/ 2158279 h 2323145"/>
              <a:gd name="connsiteX166" fmla="*/ 3921468 w 11269336"/>
              <a:gd name="connsiteY166" fmla="*/ 2156588 h 2323145"/>
              <a:gd name="connsiteX167" fmla="*/ 3903348 w 11269336"/>
              <a:gd name="connsiteY167" fmla="*/ 2149220 h 2323145"/>
              <a:gd name="connsiteX168" fmla="*/ 3901342 w 11269336"/>
              <a:gd name="connsiteY168" fmla="*/ 2142355 h 2323145"/>
              <a:gd name="connsiteX169" fmla="*/ 3888539 w 11269336"/>
              <a:gd name="connsiteY169" fmla="*/ 2140476 h 2323145"/>
              <a:gd name="connsiteX170" fmla="*/ 3885662 w 11269336"/>
              <a:gd name="connsiteY170" fmla="*/ 2138740 h 2323145"/>
              <a:gd name="connsiteX171" fmla="*/ 3868627 w 11269336"/>
              <a:gd name="connsiteY171" fmla="*/ 2130023 h 2323145"/>
              <a:gd name="connsiteX172" fmla="*/ 3819177 w 11269336"/>
              <a:gd name="connsiteY172" fmla="*/ 2142111 h 2323145"/>
              <a:gd name="connsiteX173" fmla="*/ 3769100 w 11269336"/>
              <a:gd name="connsiteY173" fmla="*/ 2131731 h 2323145"/>
              <a:gd name="connsiteX174" fmla="*/ 3562752 w 11269336"/>
              <a:gd name="connsiteY174" fmla="*/ 2131785 h 2323145"/>
              <a:gd name="connsiteX175" fmla="*/ 3541402 w 11269336"/>
              <a:gd name="connsiteY175" fmla="*/ 2106821 h 2323145"/>
              <a:gd name="connsiteX176" fmla="*/ 3365341 w 11269336"/>
              <a:gd name="connsiteY176" fmla="*/ 2077638 h 2323145"/>
              <a:gd name="connsiteX177" fmla="*/ 3170922 w 11269336"/>
              <a:gd name="connsiteY177" fmla="*/ 2115957 h 2323145"/>
              <a:gd name="connsiteX178" fmla="*/ 3156256 w 11269336"/>
              <a:gd name="connsiteY178" fmla="*/ 2124773 h 2323145"/>
              <a:gd name="connsiteX179" fmla="*/ 3140298 w 11269336"/>
              <a:gd name="connsiteY179" fmla="*/ 2129182 h 2323145"/>
              <a:gd name="connsiteX180" fmla="*/ 3138514 w 11269336"/>
              <a:gd name="connsiteY180" fmla="*/ 2128069 h 2323145"/>
              <a:gd name="connsiteX181" fmla="*/ 3120467 w 11269336"/>
              <a:gd name="connsiteY181" fmla="*/ 2128281 h 2323145"/>
              <a:gd name="connsiteX182" fmla="*/ 3116175 w 11269336"/>
              <a:gd name="connsiteY182" fmla="*/ 2131633 h 2323145"/>
              <a:gd name="connsiteX183" fmla="*/ 3103685 w 11269336"/>
              <a:gd name="connsiteY183" fmla="*/ 2132814 h 2323145"/>
              <a:gd name="connsiteX184" fmla="*/ 3078794 w 11269336"/>
              <a:gd name="connsiteY184" fmla="*/ 2137935 h 2323145"/>
              <a:gd name="connsiteX185" fmla="*/ 3074407 w 11269336"/>
              <a:gd name="connsiteY185" fmla="*/ 2136274 h 2323145"/>
              <a:gd name="connsiteX186" fmla="*/ 3037285 w 11269336"/>
              <a:gd name="connsiteY186" fmla="*/ 2139919 h 2323145"/>
              <a:gd name="connsiteX187" fmla="*/ 3036901 w 11269336"/>
              <a:gd name="connsiteY187" fmla="*/ 2138726 h 2323145"/>
              <a:gd name="connsiteX188" fmla="*/ 3026996 w 11269336"/>
              <a:gd name="connsiteY188" fmla="*/ 2134322 h 2323145"/>
              <a:gd name="connsiteX189" fmla="*/ 3007772 w 11269336"/>
              <a:gd name="connsiteY189" fmla="*/ 2128742 h 2323145"/>
              <a:gd name="connsiteX190" fmla="*/ 2965030 w 11269336"/>
              <a:gd name="connsiteY190" fmla="*/ 2100494 h 2323145"/>
              <a:gd name="connsiteX191" fmla="*/ 2926342 w 11269336"/>
              <a:gd name="connsiteY191" fmla="*/ 2104155 h 2323145"/>
              <a:gd name="connsiteX192" fmla="*/ 2918608 w 11269336"/>
              <a:gd name="connsiteY192" fmla="*/ 2104215 h 2323145"/>
              <a:gd name="connsiteX193" fmla="*/ 2918475 w 11269336"/>
              <a:gd name="connsiteY193" fmla="*/ 2103937 h 2323145"/>
              <a:gd name="connsiteX194" fmla="*/ 2910360 w 11269336"/>
              <a:gd name="connsiteY194" fmla="*/ 2103444 h 2323145"/>
              <a:gd name="connsiteX195" fmla="*/ 2904507 w 11269336"/>
              <a:gd name="connsiteY195" fmla="*/ 2104326 h 2323145"/>
              <a:gd name="connsiteX196" fmla="*/ 2889503 w 11269336"/>
              <a:gd name="connsiteY196" fmla="*/ 2104443 h 2323145"/>
              <a:gd name="connsiteX197" fmla="*/ 2884480 w 11269336"/>
              <a:gd name="connsiteY197" fmla="*/ 2102626 h 2323145"/>
              <a:gd name="connsiteX198" fmla="*/ 2882689 w 11269336"/>
              <a:gd name="connsiteY198" fmla="*/ 2099228 h 2323145"/>
              <a:gd name="connsiteX199" fmla="*/ 2881291 w 11269336"/>
              <a:gd name="connsiteY199" fmla="*/ 2099618 h 2323145"/>
              <a:gd name="connsiteX200" fmla="*/ 2853979 w 11269336"/>
              <a:gd name="connsiteY200" fmla="*/ 2090388 h 2323145"/>
              <a:gd name="connsiteX201" fmla="*/ 2791790 w 11269336"/>
              <a:gd name="connsiteY201" fmla="*/ 2080332 h 2323145"/>
              <a:gd name="connsiteX202" fmla="*/ 2755844 w 11269336"/>
              <a:gd name="connsiteY202" fmla="*/ 2078874 h 2323145"/>
              <a:gd name="connsiteX203" fmla="*/ 2657742 w 11269336"/>
              <a:gd name="connsiteY203" fmla="*/ 2070179 h 2323145"/>
              <a:gd name="connsiteX204" fmla="*/ 2559549 w 11269336"/>
              <a:gd name="connsiteY204" fmla="*/ 2057873 h 2323145"/>
              <a:gd name="connsiteX205" fmla="*/ 2512054 w 11269336"/>
              <a:gd name="connsiteY205" fmla="*/ 2031671 h 2323145"/>
              <a:gd name="connsiteX206" fmla="*/ 2506437 w 11269336"/>
              <a:gd name="connsiteY206" fmla="*/ 2030918 h 2323145"/>
              <a:gd name="connsiteX207" fmla="*/ 2491752 w 11269336"/>
              <a:gd name="connsiteY207" fmla="*/ 2033906 h 2323145"/>
              <a:gd name="connsiteX208" fmla="*/ 2486338 w 11269336"/>
              <a:gd name="connsiteY208" fmla="*/ 2035862 h 2323145"/>
              <a:gd name="connsiteX209" fmla="*/ 2478186 w 11269336"/>
              <a:gd name="connsiteY209" fmla="*/ 2036953 h 2323145"/>
              <a:gd name="connsiteX210" fmla="*/ 2477950 w 11269336"/>
              <a:gd name="connsiteY210" fmla="*/ 2036715 h 2323145"/>
              <a:gd name="connsiteX211" fmla="*/ 2470381 w 11269336"/>
              <a:gd name="connsiteY211" fmla="*/ 2038256 h 2323145"/>
              <a:gd name="connsiteX212" fmla="*/ 2433781 w 11269336"/>
              <a:gd name="connsiteY212" fmla="*/ 2049140 h 2323145"/>
              <a:gd name="connsiteX213" fmla="*/ 2381172 w 11269336"/>
              <a:gd name="connsiteY213" fmla="*/ 2030645 h 2323145"/>
              <a:gd name="connsiteX214" fmla="*/ 2360198 w 11269336"/>
              <a:gd name="connsiteY214" fmla="*/ 2029059 h 2323145"/>
              <a:gd name="connsiteX215" fmla="*/ 2348815 w 11269336"/>
              <a:gd name="connsiteY215" fmla="*/ 2026798 h 2323145"/>
              <a:gd name="connsiteX216" fmla="*/ 2347988 w 11269336"/>
              <a:gd name="connsiteY216" fmla="*/ 2025745 h 2323145"/>
              <a:gd name="connsiteX217" fmla="*/ 2312920 w 11269336"/>
              <a:gd name="connsiteY217" fmla="*/ 2036311 h 2323145"/>
              <a:gd name="connsiteX218" fmla="*/ 2307986 w 11269336"/>
              <a:gd name="connsiteY218" fmla="*/ 2035583 h 2323145"/>
              <a:gd name="connsiteX219" fmla="*/ 2285481 w 11269336"/>
              <a:gd name="connsiteY219" fmla="*/ 2045197 h 2323145"/>
              <a:gd name="connsiteX220" fmla="*/ 2273666 w 11269336"/>
              <a:gd name="connsiteY220" fmla="*/ 2048710 h 2323145"/>
              <a:gd name="connsiteX221" fmla="*/ 2270719 w 11269336"/>
              <a:gd name="connsiteY221" fmla="*/ 2052702 h 2323145"/>
              <a:gd name="connsiteX222" fmla="*/ 2253080 w 11269336"/>
              <a:gd name="connsiteY222" fmla="*/ 2056363 h 2323145"/>
              <a:gd name="connsiteX223" fmla="*/ 2250906 w 11269336"/>
              <a:gd name="connsiteY223" fmla="*/ 2055654 h 2323145"/>
              <a:gd name="connsiteX224" fmla="*/ 2236905 w 11269336"/>
              <a:gd name="connsiteY224" fmla="*/ 2062882 h 2323145"/>
              <a:gd name="connsiteX225" fmla="*/ 2225830 w 11269336"/>
              <a:gd name="connsiteY225" fmla="*/ 2074027 h 2323145"/>
              <a:gd name="connsiteX226" fmla="*/ 2073776 w 11269336"/>
              <a:gd name="connsiteY226" fmla="*/ 2089244 h 2323145"/>
              <a:gd name="connsiteX227" fmla="*/ 1948256 w 11269336"/>
              <a:gd name="connsiteY227" fmla="*/ 2146616 h 2323145"/>
              <a:gd name="connsiteX228" fmla="*/ 1865582 w 11269336"/>
              <a:gd name="connsiteY228" fmla="*/ 2153738 h 2323145"/>
              <a:gd name="connsiteX229" fmla="*/ 1835210 w 11269336"/>
              <a:gd name="connsiteY229" fmla="*/ 2134244 h 2323145"/>
              <a:gd name="connsiteX230" fmla="*/ 1632661 w 11269336"/>
              <a:gd name="connsiteY230" fmla="*/ 2173882 h 2323145"/>
              <a:gd name="connsiteX231" fmla="*/ 1579590 w 11269336"/>
              <a:gd name="connsiteY231" fmla="*/ 2173680 h 2323145"/>
              <a:gd name="connsiteX232" fmla="*/ 1535601 w 11269336"/>
              <a:gd name="connsiteY232" fmla="*/ 2194590 h 2323145"/>
              <a:gd name="connsiteX233" fmla="*/ 1515594 w 11269336"/>
              <a:gd name="connsiteY233" fmla="*/ 2189622 h 2323145"/>
              <a:gd name="connsiteX234" fmla="*/ 1512113 w 11269336"/>
              <a:gd name="connsiteY234" fmla="*/ 2188534 h 2323145"/>
              <a:gd name="connsiteX235" fmla="*/ 1498838 w 11269336"/>
              <a:gd name="connsiteY235" fmla="*/ 2189213 h 2323145"/>
              <a:gd name="connsiteX236" fmla="*/ 1494279 w 11269336"/>
              <a:gd name="connsiteY236" fmla="*/ 2183112 h 2323145"/>
              <a:gd name="connsiteX237" fmla="*/ 1473714 w 11269336"/>
              <a:gd name="connsiteY237" fmla="*/ 2179625 h 2323145"/>
              <a:gd name="connsiteX238" fmla="*/ 1449503 w 11269336"/>
              <a:gd name="connsiteY238" fmla="*/ 2182633 h 2323145"/>
              <a:gd name="connsiteX239" fmla="*/ 1266687 w 11269336"/>
              <a:gd name="connsiteY239" fmla="*/ 2212688 h 2323145"/>
              <a:gd name="connsiteX240" fmla="*/ 1239614 w 11269336"/>
              <a:gd name="connsiteY240" fmla="*/ 2209727 h 2323145"/>
              <a:gd name="connsiteX241" fmla="*/ 1202436 w 11269336"/>
              <a:gd name="connsiteY241" fmla="*/ 2209817 h 2323145"/>
              <a:gd name="connsiteX242" fmla="*/ 1136097 w 11269336"/>
              <a:gd name="connsiteY242" fmla="*/ 2205112 h 2323145"/>
              <a:gd name="connsiteX243" fmla="*/ 988232 w 11269336"/>
              <a:gd name="connsiteY243" fmla="*/ 2235635 h 2323145"/>
              <a:gd name="connsiteX244" fmla="*/ 981959 w 11269336"/>
              <a:gd name="connsiteY244" fmla="*/ 2231607 h 2323145"/>
              <a:gd name="connsiteX245" fmla="*/ 938600 w 11269336"/>
              <a:gd name="connsiteY245" fmla="*/ 2238113 h 2323145"/>
              <a:gd name="connsiteX246" fmla="*/ 791788 w 11269336"/>
              <a:gd name="connsiteY246" fmla="*/ 2293224 h 2323145"/>
              <a:gd name="connsiteX247" fmla="*/ 706914 w 11269336"/>
              <a:gd name="connsiteY247" fmla="*/ 2305046 h 2323145"/>
              <a:gd name="connsiteX248" fmla="*/ 675971 w 11269336"/>
              <a:gd name="connsiteY248" fmla="*/ 2304030 h 2323145"/>
              <a:gd name="connsiteX249" fmla="*/ 624180 w 11269336"/>
              <a:gd name="connsiteY249" fmla="*/ 2302650 h 2323145"/>
              <a:gd name="connsiteX250" fmla="*/ 583453 w 11269336"/>
              <a:gd name="connsiteY250" fmla="*/ 2288788 h 2323145"/>
              <a:gd name="connsiteX251" fmla="*/ 540946 w 11269336"/>
              <a:gd name="connsiteY251" fmla="*/ 2292721 h 2323145"/>
              <a:gd name="connsiteX252" fmla="*/ 533680 w 11269336"/>
              <a:gd name="connsiteY252" fmla="*/ 2310233 h 2323145"/>
              <a:gd name="connsiteX253" fmla="*/ 487366 w 11269336"/>
              <a:gd name="connsiteY253" fmla="*/ 2309053 h 2323145"/>
              <a:gd name="connsiteX254" fmla="*/ 416820 w 11269336"/>
              <a:gd name="connsiteY254" fmla="*/ 2305443 h 2323145"/>
              <a:gd name="connsiteX255" fmla="*/ 376805 w 11269336"/>
              <a:gd name="connsiteY255" fmla="*/ 2307647 h 2323145"/>
              <a:gd name="connsiteX256" fmla="*/ 266777 w 11269336"/>
              <a:gd name="connsiteY256" fmla="*/ 2309012 h 2323145"/>
              <a:gd name="connsiteX257" fmla="*/ 156013 w 11269336"/>
              <a:gd name="connsiteY257" fmla="*/ 2306832 h 2323145"/>
              <a:gd name="connsiteX258" fmla="*/ 87258 w 11269336"/>
              <a:gd name="connsiteY258" fmla="*/ 2285511 h 2323145"/>
              <a:gd name="connsiteX259" fmla="*/ 23798 w 11269336"/>
              <a:gd name="connsiteY259" fmla="*/ 2281822 h 2323145"/>
              <a:gd name="connsiteX260" fmla="*/ 0 w 11269336"/>
              <a:gd name="connsiteY260" fmla="*/ 2285369 h 2323145"/>
              <a:gd name="connsiteX261" fmla="*/ 0 w 11269336"/>
              <a:gd name="connsiteY26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593061 w 11269336"/>
              <a:gd name="connsiteY142" fmla="*/ 2171597 h 2323145"/>
              <a:gd name="connsiteX143" fmla="*/ 4533444 w 11269336"/>
              <a:gd name="connsiteY143" fmla="*/ 2181200 h 2323145"/>
              <a:gd name="connsiteX144" fmla="*/ 4492832 w 11269336"/>
              <a:gd name="connsiteY144" fmla="*/ 2188033 h 2323145"/>
              <a:gd name="connsiteX145" fmla="*/ 4467257 w 11269336"/>
              <a:gd name="connsiteY145" fmla="*/ 2196121 h 2323145"/>
              <a:gd name="connsiteX146" fmla="*/ 4459937 w 11269336"/>
              <a:gd name="connsiteY146" fmla="*/ 2195182 h 2323145"/>
              <a:gd name="connsiteX147" fmla="*/ 4433312 w 11269336"/>
              <a:gd name="connsiteY147" fmla="*/ 2199004 h 2323145"/>
              <a:gd name="connsiteX148" fmla="*/ 4420601 w 11269336"/>
              <a:gd name="connsiteY148" fmla="*/ 2205158 h 2323145"/>
              <a:gd name="connsiteX149" fmla="*/ 4405765 w 11269336"/>
              <a:gd name="connsiteY149" fmla="*/ 2199902 h 2323145"/>
              <a:gd name="connsiteX150" fmla="*/ 4401354 w 11269336"/>
              <a:gd name="connsiteY150" fmla="*/ 2194745 h 2323145"/>
              <a:gd name="connsiteX151" fmla="*/ 4383151 w 11269336"/>
              <a:gd name="connsiteY151" fmla="*/ 2201140 h 2323145"/>
              <a:gd name="connsiteX152" fmla="*/ 4366646 w 11269336"/>
              <a:gd name="connsiteY152" fmla="*/ 2198564 h 2323145"/>
              <a:gd name="connsiteX153" fmla="*/ 4354009 w 11269336"/>
              <a:gd name="connsiteY153" fmla="*/ 2204984 h 2323145"/>
              <a:gd name="connsiteX154" fmla="*/ 4348284 w 11269336"/>
              <a:gd name="connsiteY154" fmla="*/ 2205270 h 2323145"/>
              <a:gd name="connsiteX155" fmla="*/ 4333906 w 11269336"/>
              <a:gd name="connsiteY155" fmla="*/ 2205251 h 2323145"/>
              <a:gd name="connsiteX156" fmla="*/ 4308819 w 11269336"/>
              <a:gd name="connsiteY156" fmla="*/ 2203822 h 2323145"/>
              <a:gd name="connsiteX157" fmla="*/ 4301210 w 11269336"/>
              <a:gd name="connsiteY157" fmla="*/ 2204456 h 2323145"/>
              <a:gd name="connsiteX158" fmla="*/ 4283095 w 11269336"/>
              <a:gd name="connsiteY158" fmla="*/ 2198177 h 2323145"/>
              <a:gd name="connsiteX159" fmla="*/ 4250119 w 11269336"/>
              <a:gd name="connsiteY159" fmla="*/ 2196342 h 2323145"/>
              <a:gd name="connsiteX160" fmla="*/ 4189203 w 11269336"/>
              <a:gd name="connsiteY160" fmla="*/ 2178994 h 2323145"/>
              <a:gd name="connsiteX161" fmla="*/ 4154035 w 11269336"/>
              <a:gd name="connsiteY161" fmla="*/ 2171950 h 2323145"/>
              <a:gd name="connsiteX162" fmla="*/ 4129569 w 11269336"/>
              <a:gd name="connsiteY162" fmla="*/ 2163850 h 2323145"/>
              <a:gd name="connsiteX163" fmla="*/ 4061250 w 11269336"/>
              <a:gd name="connsiteY163" fmla="*/ 2159236 h 2323145"/>
              <a:gd name="connsiteX164" fmla="*/ 3945480 w 11269336"/>
              <a:gd name="connsiteY164" fmla="*/ 2158279 h 2323145"/>
              <a:gd name="connsiteX165" fmla="*/ 3921468 w 11269336"/>
              <a:gd name="connsiteY165" fmla="*/ 2156588 h 2323145"/>
              <a:gd name="connsiteX166" fmla="*/ 3903348 w 11269336"/>
              <a:gd name="connsiteY166" fmla="*/ 2149220 h 2323145"/>
              <a:gd name="connsiteX167" fmla="*/ 3901342 w 11269336"/>
              <a:gd name="connsiteY167" fmla="*/ 2142355 h 2323145"/>
              <a:gd name="connsiteX168" fmla="*/ 3888539 w 11269336"/>
              <a:gd name="connsiteY168" fmla="*/ 2140476 h 2323145"/>
              <a:gd name="connsiteX169" fmla="*/ 3885662 w 11269336"/>
              <a:gd name="connsiteY169" fmla="*/ 2138740 h 2323145"/>
              <a:gd name="connsiteX170" fmla="*/ 3868627 w 11269336"/>
              <a:gd name="connsiteY170" fmla="*/ 2130023 h 2323145"/>
              <a:gd name="connsiteX171" fmla="*/ 3819177 w 11269336"/>
              <a:gd name="connsiteY171" fmla="*/ 2142111 h 2323145"/>
              <a:gd name="connsiteX172" fmla="*/ 3769100 w 11269336"/>
              <a:gd name="connsiteY172" fmla="*/ 2131731 h 2323145"/>
              <a:gd name="connsiteX173" fmla="*/ 3562752 w 11269336"/>
              <a:gd name="connsiteY173" fmla="*/ 2131785 h 2323145"/>
              <a:gd name="connsiteX174" fmla="*/ 3541402 w 11269336"/>
              <a:gd name="connsiteY174" fmla="*/ 2106821 h 2323145"/>
              <a:gd name="connsiteX175" fmla="*/ 3365341 w 11269336"/>
              <a:gd name="connsiteY175" fmla="*/ 2077638 h 2323145"/>
              <a:gd name="connsiteX176" fmla="*/ 3170922 w 11269336"/>
              <a:gd name="connsiteY176" fmla="*/ 2115957 h 2323145"/>
              <a:gd name="connsiteX177" fmla="*/ 3156256 w 11269336"/>
              <a:gd name="connsiteY177" fmla="*/ 2124773 h 2323145"/>
              <a:gd name="connsiteX178" fmla="*/ 3140298 w 11269336"/>
              <a:gd name="connsiteY178" fmla="*/ 2129182 h 2323145"/>
              <a:gd name="connsiteX179" fmla="*/ 3138514 w 11269336"/>
              <a:gd name="connsiteY179" fmla="*/ 2128069 h 2323145"/>
              <a:gd name="connsiteX180" fmla="*/ 3120467 w 11269336"/>
              <a:gd name="connsiteY180" fmla="*/ 2128281 h 2323145"/>
              <a:gd name="connsiteX181" fmla="*/ 3116175 w 11269336"/>
              <a:gd name="connsiteY181" fmla="*/ 2131633 h 2323145"/>
              <a:gd name="connsiteX182" fmla="*/ 3103685 w 11269336"/>
              <a:gd name="connsiteY182" fmla="*/ 2132814 h 2323145"/>
              <a:gd name="connsiteX183" fmla="*/ 3078794 w 11269336"/>
              <a:gd name="connsiteY183" fmla="*/ 2137935 h 2323145"/>
              <a:gd name="connsiteX184" fmla="*/ 3074407 w 11269336"/>
              <a:gd name="connsiteY184" fmla="*/ 2136274 h 2323145"/>
              <a:gd name="connsiteX185" fmla="*/ 3037285 w 11269336"/>
              <a:gd name="connsiteY185" fmla="*/ 2139919 h 2323145"/>
              <a:gd name="connsiteX186" fmla="*/ 3036901 w 11269336"/>
              <a:gd name="connsiteY186" fmla="*/ 2138726 h 2323145"/>
              <a:gd name="connsiteX187" fmla="*/ 3026996 w 11269336"/>
              <a:gd name="connsiteY187" fmla="*/ 2134322 h 2323145"/>
              <a:gd name="connsiteX188" fmla="*/ 3007772 w 11269336"/>
              <a:gd name="connsiteY188" fmla="*/ 2128742 h 2323145"/>
              <a:gd name="connsiteX189" fmla="*/ 2965030 w 11269336"/>
              <a:gd name="connsiteY189" fmla="*/ 2100494 h 2323145"/>
              <a:gd name="connsiteX190" fmla="*/ 2926342 w 11269336"/>
              <a:gd name="connsiteY190" fmla="*/ 2104155 h 2323145"/>
              <a:gd name="connsiteX191" fmla="*/ 2918608 w 11269336"/>
              <a:gd name="connsiteY191" fmla="*/ 2104215 h 2323145"/>
              <a:gd name="connsiteX192" fmla="*/ 2918475 w 11269336"/>
              <a:gd name="connsiteY192" fmla="*/ 2103937 h 2323145"/>
              <a:gd name="connsiteX193" fmla="*/ 2910360 w 11269336"/>
              <a:gd name="connsiteY193" fmla="*/ 2103444 h 2323145"/>
              <a:gd name="connsiteX194" fmla="*/ 2904507 w 11269336"/>
              <a:gd name="connsiteY194" fmla="*/ 2104326 h 2323145"/>
              <a:gd name="connsiteX195" fmla="*/ 2889503 w 11269336"/>
              <a:gd name="connsiteY195" fmla="*/ 2104443 h 2323145"/>
              <a:gd name="connsiteX196" fmla="*/ 2884480 w 11269336"/>
              <a:gd name="connsiteY196" fmla="*/ 2102626 h 2323145"/>
              <a:gd name="connsiteX197" fmla="*/ 2882689 w 11269336"/>
              <a:gd name="connsiteY197" fmla="*/ 2099228 h 2323145"/>
              <a:gd name="connsiteX198" fmla="*/ 2881291 w 11269336"/>
              <a:gd name="connsiteY198" fmla="*/ 2099618 h 2323145"/>
              <a:gd name="connsiteX199" fmla="*/ 2853979 w 11269336"/>
              <a:gd name="connsiteY199" fmla="*/ 2090388 h 2323145"/>
              <a:gd name="connsiteX200" fmla="*/ 2791790 w 11269336"/>
              <a:gd name="connsiteY200" fmla="*/ 2080332 h 2323145"/>
              <a:gd name="connsiteX201" fmla="*/ 2755844 w 11269336"/>
              <a:gd name="connsiteY201" fmla="*/ 2078874 h 2323145"/>
              <a:gd name="connsiteX202" fmla="*/ 2657742 w 11269336"/>
              <a:gd name="connsiteY202" fmla="*/ 2070179 h 2323145"/>
              <a:gd name="connsiteX203" fmla="*/ 2559549 w 11269336"/>
              <a:gd name="connsiteY203" fmla="*/ 2057873 h 2323145"/>
              <a:gd name="connsiteX204" fmla="*/ 2512054 w 11269336"/>
              <a:gd name="connsiteY204" fmla="*/ 2031671 h 2323145"/>
              <a:gd name="connsiteX205" fmla="*/ 2506437 w 11269336"/>
              <a:gd name="connsiteY205" fmla="*/ 2030918 h 2323145"/>
              <a:gd name="connsiteX206" fmla="*/ 2491752 w 11269336"/>
              <a:gd name="connsiteY206" fmla="*/ 2033906 h 2323145"/>
              <a:gd name="connsiteX207" fmla="*/ 2486338 w 11269336"/>
              <a:gd name="connsiteY207" fmla="*/ 2035862 h 2323145"/>
              <a:gd name="connsiteX208" fmla="*/ 2478186 w 11269336"/>
              <a:gd name="connsiteY208" fmla="*/ 2036953 h 2323145"/>
              <a:gd name="connsiteX209" fmla="*/ 2477950 w 11269336"/>
              <a:gd name="connsiteY209" fmla="*/ 2036715 h 2323145"/>
              <a:gd name="connsiteX210" fmla="*/ 2470381 w 11269336"/>
              <a:gd name="connsiteY210" fmla="*/ 2038256 h 2323145"/>
              <a:gd name="connsiteX211" fmla="*/ 2433781 w 11269336"/>
              <a:gd name="connsiteY211" fmla="*/ 2049140 h 2323145"/>
              <a:gd name="connsiteX212" fmla="*/ 2381172 w 11269336"/>
              <a:gd name="connsiteY212" fmla="*/ 2030645 h 2323145"/>
              <a:gd name="connsiteX213" fmla="*/ 2360198 w 11269336"/>
              <a:gd name="connsiteY213" fmla="*/ 2029059 h 2323145"/>
              <a:gd name="connsiteX214" fmla="*/ 2348815 w 11269336"/>
              <a:gd name="connsiteY214" fmla="*/ 2026798 h 2323145"/>
              <a:gd name="connsiteX215" fmla="*/ 2347988 w 11269336"/>
              <a:gd name="connsiteY215" fmla="*/ 2025745 h 2323145"/>
              <a:gd name="connsiteX216" fmla="*/ 2312920 w 11269336"/>
              <a:gd name="connsiteY216" fmla="*/ 2036311 h 2323145"/>
              <a:gd name="connsiteX217" fmla="*/ 2307986 w 11269336"/>
              <a:gd name="connsiteY217" fmla="*/ 2035583 h 2323145"/>
              <a:gd name="connsiteX218" fmla="*/ 2285481 w 11269336"/>
              <a:gd name="connsiteY218" fmla="*/ 2045197 h 2323145"/>
              <a:gd name="connsiteX219" fmla="*/ 2273666 w 11269336"/>
              <a:gd name="connsiteY219" fmla="*/ 2048710 h 2323145"/>
              <a:gd name="connsiteX220" fmla="*/ 2270719 w 11269336"/>
              <a:gd name="connsiteY220" fmla="*/ 2052702 h 2323145"/>
              <a:gd name="connsiteX221" fmla="*/ 2253080 w 11269336"/>
              <a:gd name="connsiteY221" fmla="*/ 2056363 h 2323145"/>
              <a:gd name="connsiteX222" fmla="*/ 2250906 w 11269336"/>
              <a:gd name="connsiteY222" fmla="*/ 2055654 h 2323145"/>
              <a:gd name="connsiteX223" fmla="*/ 2236905 w 11269336"/>
              <a:gd name="connsiteY223" fmla="*/ 2062882 h 2323145"/>
              <a:gd name="connsiteX224" fmla="*/ 2225830 w 11269336"/>
              <a:gd name="connsiteY224" fmla="*/ 2074027 h 2323145"/>
              <a:gd name="connsiteX225" fmla="*/ 2073776 w 11269336"/>
              <a:gd name="connsiteY225" fmla="*/ 2089244 h 2323145"/>
              <a:gd name="connsiteX226" fmla="*/ 1948256 w 11269336"/>
              <a:gd name="connsiteY226" fmla="*/ 2146616 h 2323145"/>
              <a:gd name="connsiteX227" fmla="*/ 1865582 w 11269336"/>
              <a:gd name="connsiteY227" fmla="*/ 2153738 h 2323145"/>
              <a:gd name="connsiteX228" fmla="*/ 1835210 w 11269336"/>
              <a:gd name="connsiteY228" fmla="*/ 2134244 h 2323145"/>
              <a:gd name="connsiteX229" fmla="*/ 1632661 w 11269336"/>
              <a:gd name="connsiteY229" fmla="*/ 2173882 h 2323145"/>
              <a:gd name="connsiteX230" fmla="*/ 1579590 w 11269336"/>
              <a:gd name="connsiteY230" fmla="*/ 2173680 h 2323145"/>
              <a:gd name="connsiteX231" fmla="*/ 1535601 w 11269336"/>
              <a:gd name="connsiteY231" fmla="*/ 2194590 h 2323145"/>
              <a:gd name="connsiteX232" fmla="*/ 1515594 w 11269336"/>
              <a:gd name="connsiteY232" fmla="*/ 2189622 h 2323145"/>
              <a:gd name="connsiteX233" fmla="*/ 1512113 w 11269336"/>
              <a:gd name="connsiteY233" fmla="*/ 2188534 h 2323145"/>
              <a:gd name="connsiteX234" fmla="*/ 1498838 w 11269336"/>
              <a:gd name="connsiteY234" fmla="*/ 2189213 h 2323145"/>
              <a:gd name="connsiteX235" fmla="*/ 1494279 w 11269336"/>
              <a:gd name="connsiteY235" fmla="*/ 2183112 h 2323145"/>
              <a:gd name="connsiteX236" fmla="*/ 1473714 w 11269336"/>
              <a:gd name="connsiteY236" fmla="*/ 2179625 h 2323145"/>
              <a:gd name="connsiteX237" fmla="*/ 1449503 w 11269336"/>
              <a:gd name="connsiteY237" fmla="*/ 2182633 h 2323145"/>
              <a:gd name="connsiteX238" fmla="*/ 1266687 w 11269336"/>
              <a:gd name="connsiteY238" fmla="*/ 2212688 h 2323145"/>
              <a:gd name="connsiteX239" fmla="*/ 1239614 w 11269336"/>
              <a:gd name="connsiteY239" fmla="*/ 2209727 h 2323145"/>
              <a:gd name="connsiteX240" fmla="*/ 1202436 w 11269336"/>
              <a:gd name="connsiteY240" fmla="*/ 2209817 h 2323145"/>
              <a:gd name="connsiteX241" fmla="*/ 1136097 w 11269336"/>
              <a:gd name="connsiteY241" fmla="*/ 2205112 h 2323145"/>
              <a:gd name="connsiteX242" fmla="*/ 988232 w 11269336"/>
              <a:gd name="connsiteY242" fmla="*/ 2235635 h 2323145"/>
              <a:gd name="connsiteX243" fmla="*/ 981959 w 11269336"/>
              <a:gd name="connsiteY243" fmla="*/ 2231607 h 2323145"/>
              <a:gd name="connsiteX244" fmla="*/ 938600 w 11269336"/>
              <a:gd name="connsiteY244" fmla="*/ 2238113 h 2323145"/>
              <a:gd name="connsiteX245" fmla="*/ 791788 w 11269336"/>
              <a:gd name="connsiteY245" fmla="*/ 2293224 h 2323145"/>
              <a:gd name="connsiteX246" fmla="*/ 706914 w 11269336"/>
              <a:gd name="connsiteY246" fmla="*/ 2305046 h 2323145"/>
              <a:gd name="connsiteX247" fmla="*/ 675971 w 11269336"/>
              <a:gd name="connsiteY247" fmla="*/ 2304030 h 2323145"/>
              <a:gd name="connsiteX248" fmla="*/ 624180 w 11269336"/>
              <a:gd name="connsiteY248" fmla="*/ 2302650 h 2323145"/>
              <a:gd name="connsiteX249" fmla="*/ 583453 w 11269336"/>
              <a:gd name="connsiteY249" fmla="*/ 2288788 h 2323145"/>
              <a:gd name="connsiteX250" fmla="*/ 540946 w 11269336"/>
              <a:gd name="connsiteY250" fmla="*/ 2292721 h 2323145"/>
              <a:gd name="connsiteX251" fmla="*/ 533680 w 11269336"/>
              <a:gd name="connsiteY251" fmla="*/ 2310233 h 2323145"/>
              <a:gd name="connsiteX252" fmla="*/ 487366 w 11269336"/>
              <a:gd name="connsiteY252" fmla="*/ 2309053 h 2323145"/>
              <a:gd name="connsiteX253" fmla="*/ 416820 w 11269336"/>
              <a:gd name="connsiteY253" fmla="*/ 2305443 h 2323145"/>
              <a:gd name="connsiteX254" fmla="*/ 376805 w 11269336"/>
              <a:gd name="connsiteY254" fmla="*/ 2307647 h 2323145"/>
              <a:gd name="connsiteX255" fmla="*/ 266777 w 11269336"/>
              <a:gd name="connsiteY255" fmla="*/ 2309012 h 2323145"/>
              <a:gd name="connsiteX256" fmla="*/ 156013 w 11269336"/>
              <a:gd name="connsiteY256" fmla="*/ 2306832 h 2323145"/>
              <a:gd name="connsiteX257" fmla="*/ 87258 w 11269336"/>
              <a:gd name="connsiteY257" fmla="*/ 2285511 h 2323145"/>
              <a:gd name="connsiteX258" fmla="*/ 23798 w 11269336"/>
              <a:gd name="connsiteY258" fmla="*/ 2281822 h 2323145"/>
              <a:gd name="connsiteX259" fmla="*/ 0 w 11269336"/>
              <a:gd name="connsiteY259" fmla="*/ 2285369 h 2323145"/>
              <a:gd name="connsiteX260" fmla="*/ 0 w 11269336"/>
              <a:gd name="connsiteY26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593061 w 11269336"/>
              <a:gd name="connsiteY141" fmla="*/ 2171597 h 2323145"/>
              <a:gd name="connsiteX142" fmla="*/ 4533444 w 11269336"/>
              <a:gd name="connsiteY142" fmla="*/ 2181200 h 2323145"/>
              <a:gd name="connsiteX143" fmla="*/ 4492832 w 11269336"/>
              <a:gd name="connsiteY143" fmla="*/ 2188033 h 2323145"/>
              <a:gd name="connsiteX144" fmla="*/ 4467257 w 11269336"/>
              <a:gd name="connsiteY144" fmla="*/ 2196121 h 2323145"/>
              <a:gd name="connsiteX145" fmla="*/ 4459937 w 11269336"/>
              <a:gd name="connsiteY145" fmla="*/ 2195182 h 2323145"/>
              <a:gd name="connsiteX146" fmla="*/ 4433312 w 11269336"/>
              <a:gd name="connsiteY146" fmla="*/ 2199004 h 2323145"/>
              <a:gd name="connsiteX147" fmla="*/ 4420601 w 11269336"/>
              <a:gd name="connsiteY147" fmla="*/ 2205158 h 2323145"/>
              <a:gd name="connsiteX148" fmla="*/ 4405765 w 11269336"/>
              <a:gd name="connsiteY148" fmla="*/ 2199902 h 2323145"/>
              <a:gd name="connsiteX149" fmla="*/ 4401354 w 11269336"/>
              <a:gd name="connsiteY149" fmla="*/ 2194745 h 2323145"/>
              <a:gd name="connsiteX150" fmla="*/ 4383151 w 11269336"/>
              <a:gd name="connsiteY150" fmla="*/ 2201140 h 2323145"/>
              <a:gd name="connsiteX151" fmla="*/ 4366646 w 11269336"/>
              <a:gd name="connsiteY151" fmla="*/ 2198564 h 2323145"/>
              <a:gd name="connsiteX152" fmla="*/ 4354009 w 11269336"/>
              <a:gd name="connsiteY152" fmla="*/ 2204984 h 2323145"/>
              <a:gd name="connsiteX153" fmla="*/ 4348284 w 11269336"/>
              <a:gd name="connsiteY153" fmla="*/ 2205270 h 2323145"/>
              <a:gd name="connsiteX154" fmla="*/ 4333906 w 11269336"/>
              <a:gd name="connsiteY154" fmla="*/ 2205251 h 2323145"/>
              <a:gd name="connsiteX155" fmla="*/ 4308819 w 11269336"/>
              <a:gd name="connsiteY155" fmla="*/ 2203822 h 2323145"/>
              <a:gd name="connsiteX156" fmla="*/ 4301210 w 11269336"/>
              <a:gd name="connsiteY156" fmla="*/ 2204456 h 2323145"/>
              <a:gd name="connsiteX157" fmla="*/ 4283095 w 11269336"/>
              <a:gd name="connsiteY157" fmla="*/ 2198177 h 2323145"/>
              <a:gd name="connsiteX158" fmla="*/ 4250119 w 11269336"/>
              <a:gd name="connsiteY158" fmla="*/ 2196342 h 2323145"/>
              <a:gd name="connsiteX159" fmla="*/ 4189203 w 11269336"/>
              <a:gd name="connsiteY159" fmla="*/ 2178994 h 2323145"/>
              <a:gd name="connsiteX160" fmla="*/ 4154035 w 11269336"/>
              <a:gd name="connsiteY160" fmla="*/ 2171950 h 2323145"/>
              <a:gd name="connsiteX161" fmla="*/ 4129569 w 11269336"/>
              <a:gd name="connsiteY161" fmla="*/ 2163850 h 2323145"/>
              <a:gd name="connsiteX162" fmla="*/ 4061250 w 11269336"/>
              <a:gd name="connsiteY162" fmla="*/ 2159236 h 2323145"/>
              <a:gd name="connsiteX163" fmla="*/ 3945480 w 11269336"/>
              <a:gd name="connsiteY163" fmla="*/ 2158279 h 2323145"/>
              <a:gd name="connsiteX164" fmla="*/ 3921468 w 11269336"/>
              <a:gd name="connsiteY164" fmla="*/ 2156588 h 2323145"/>
              <a:gd name="connsiteX165" fmla="*/ 3903348 w 11269336"/>
              <a:gd name="connsiteY165" fmla="*/ 2149220 h 2323145"/>
              <a:gd name="connsiteX166" fmla="*/ 3901342 w 11269336"/>
              <a:gd name="connsiteY166" fmla="*/ 2142355 h 2323145"/>
              <a:gd name="connsiteX167" fmla="*/ 3888539 w 11269336"/>
              <a:gd name="connsiteY167" fmla="*/ 2140476 h 2323145"/>
              <a:gd name="connsiteX168" fmla="*/ 3885662 w 11269336"/>
              <a:gd name="connsiteY168" fmla="*/ 2138740 h 2323145"/>
              <a:gd name="connsiteX169" fmla="*/ 3868627 w 11269336"/>
              <a:gd name="connsiteY169" fmla="*/ 2130023 h 2323145"/>
              <a:gd name="connsiteX170" fmla="*/ 3819177 w 11269336"/>
              <a:gd name="connsiteY170" fmla="*/ 2142111 h 2323145"/>
              <a:gd name="connsiteX171" fmla="*/ 3769100 w 11269336"/>
              <a:gd name="connsiteY171" fmla="*/ 2131731 h 2323145"/>
              <a:gd name="connsiteX172" fmla="*/ 3562752 w 11269336"/>
              <a:gd name="connsiteY172" fmla="*/ 2131785 h 2323145"/>
              <a:gd name="connsiteX173" fmla="*/ 3541402 w 11269336"/>
              <a:gd name="connsiteY173" fmla="*/ 2106821 h 2323145"/>
              <a:gd name="connsiteX174" fmla="*/ 3365341 w 11269336"/>
              <a:gd name="connsiteY174" fmla="*/ 2077638 h 2323145"/>
              <a:gd name="connsiteX175" fmla="*/ 3170922 w 11269336"/>
              <a:gd name="connsiteY175" fmla="*/ 2115957 h 2323145"/>
              <a:gd name="connsiteX176" fmla="*/ 3156256 w 11269336"/>
              <a:gd name="connsiteY176" fmla="*/ 2124773 h 2323145"/>
              <a:gd name="connsiteX177" fmla="*/ 3140298 w 11269336"/>
              <a:gd name="connsiteY177" fmla="*/ 2129182 h 2323145"/>
              <a:gd name="connsiteX178" fmla="*/ 3138514 w 11269336"/>
              <a:gd name="connsiteY178" fmla="*/ 2128069 h 2323145"/>
              <a:gd name="connsiteX179" fmla="*/ 3120467 w 11269336"/>
              <a:gd name="connsiteY179" fmla="*/ 2128281 h 2323145"/>
              <a:gd name="connsiteX180" fmla="*/ 3116175 w 11269336"/>
              <a:gd name="connsiteY180" fmla="*/ 2131633 h 2323145"/>
              <a:gd name="connsiteX181" fmla="*/ 3103685 w 11269336"/>
              <a:gd name="connsiteY181" fmla="*/ 2132814 h 2323145"/>
              <a:gd name="connsiteX182" fmla="*/ 3078794 w 11269336"/>
              <a:gd name="connsiteY182" fmla="*/ 2137935 h 2323145"/>
              <a:gd name="connsiteX183" fmla="*/ 3074407 w 11269336"/>
              <a:gd name="connsiteY183" fmla="*/ 2136274 h 2323145"/>
              <a:gd name="connsiteX184" fmla="*/ 3037285 w 11269336"/>
              <a:gd name="connsiteY184" fmla="*/ 2139919 h 2323145"/>
              <a:gd name="connsiteX185" fmla="*/ 3036901 w 11269336"/>
              <a:gd name="connsiteY185" fmla="*/ 2138726 h 2323145"/>
              <a:gd name="connsiteX186" fmla="*/ 3026996 w 11269336"/>
              <a:gd name="connsiteY186" fmla="*/ 2134322 h 2323145"/>
              <a:gd name="connsiteX187" fmla="*/ 3007772 w 11269336"/>
              <a:gd name="connsiteY187" fmla="*/ 2128742 h 2323145"/>
              <a:gd name="connsiteX188" fmla="*/ 2965030 w 11269336"/>
              <a:gd name="connsiteY188" fmla="*/ 2100494 h 2323145"/>
              <a:gd name="connsiteX189" fmla="*/ 2926342 w 11269336"/>
              <a:gd name="connsiteY189" fmla="*/ 2104155 h 2323145"/>
              <a:gd name="connsiteX190" fmla="*/ 2918608 w 11269336"/>
              <a:gd name="connsiteY190" fmla="*/ 2104215 h 2323145"/>
              <a:gd name="connsiteX191" fmla="*/ 2918475 w 11269336"/>
              <a:gd name="connsiteY191" fmla="*/ 2103937 h 2323145"/>
              <a:gd name="connsiteX192" fmla="*/ 2910360 w 11269336"/>
              <a:gd name="connsiteY192" fmla="*/ 2103444 h 2323145"/>
              <a:gd name="connsiteX193" fmla="*/ 2904507 w 11269336"/>
              <a:gd name="connsiteY193" fmla="*/ 2104326 h 2323145"/>
              <a:gd name="connsiteX194" fmla="*/ 2889503 w 11269336"/>
              <a:gd name="connsiteY194" fmla="*/ 2104443 h 2323145"/>
              <a:gd name="connsiteX195" fmla="*/ 2884480 w 11269336"/>
              <a:gd name="connsiteY195" fmla="*/ 2102626 h 2323145"/>
              <a:gd name="connsiteX196" fmla="*/ 2882689 w 11269336"/>
              <a:gd name="connsiteY196" fmla="*/ 2099228 h 2323145"/>
              <a:gd name="connsiteX197" fmla="*/ 2881291 w 11269336"/>
              <a:gd name="connsiteY197" fmla="*/ 2099618 h 2323145"/>
              <a:gd name="connsiteX198" fmla="*/ 2853979 w 11269336"/>
              <a:gd name="connsiteY198" fmla="*/ 2090388 h 2323145"/>
              <a:gd name="connsiteX199" fmla="*/ 2791790 w 11269336"/>
              <a:gd name="connsiteY199" fmla="*/ 2080332 h 2323145"/>
              <a:gd name="connsiteX200" fmla="*/ 2755844 w 11269336"/>
              <a:gd name="connsiteY200" fmla="*/ 2078874 h 2323145"/>
              <a:gd name="connsiteX201" fmla="*/ 2657742 w 11269336"/>
              <a:gd name="connsiteY201" fmla="*/ 2070179 h 2323145"/>
              <a:gd name="connsiteX202" fmla="*/ 2559549 w 11269336"/>
              <a:gd name="connsiteY202" fmla="*/ 2057873 h 2323145"/>
              <a:gd name="connsiteX203" fmla="*/ 2512054 w 11269336"/>
              <a:gd name="connsiteY203" fmla="*/ 2031671 h 2323145"/>
              <a:gd name="connsiteX204" fmla="*/ 2506437 w 11269336"/>
              <a:gd name="connsiteY204" fmla="*/ 2030918 h 2323145"/>
              <a:gd name="connsiteX205" fmla="*/ 2491752 w 11269336"/>
              <a:gd name="connsiteY205" fmla="*/ 2033906 h 2323145"/>
              <a:gd name="connsiteX206" fmla="*/ 2486338 w 11269336"/>
              <a:gd name="connsiteY206" fmla="*/ 2035862 h 2323145"/>
              <a:gd name="connsiteX207" fmla="*/ 2478186 w 11269336"/>
              <a:gd name="connsiteY207" fmla="*/ 2036953 h 2323145"/>
              <a:gd name="connsiteX208" fmla="*/ 2477950 w 11269336"/>
              <a:gd name="connsiteY208" fmla="*/ 2036715 h 2323145"/>
              <a:gd name="connsiteX209" fmla="*/ 2470381 w 11269336"/>
              <a:gd name="connsiteY209" fmla="*/ 2038256 h 2323145"/>
              <a:gd name="connsiteX210" fmla="*/ 2433781 w 11269336"/>
              <a:gd name="connsiteY210" fmla="*/ 2049140 h 2323145"/>
              <a:gd name="connsiteX211" fmla="*/ 2381172 w 11269336"/>
              <a:gd name="connsiteY211" fmla="*/ 2030645 h 2323145"/>
              <a:gd name="connsiteX212" fmla="*/ 2360198 w 11269336"/>
              <a:gd name="connsiteY212" fmla="*/ 2029059 h 2323145"/>
              <a:gd name="connsiteX213" fmla="*/ 2348815 w 11269336"/>
              <a:gd name="connsiteY213" fmla="*/ 2026798 h 2323145"/>
              <a:gd name="connsiteX214" fmla="*/ 2347988 w 11269336"/>
              <a:gd name="connsiteY214" fmla="*/ 2025745 h 2323145"/>
              <a:gd name="connsiteX215" fmla="*/ 2312920 w 11269336"/>
              <a:gd name="connsiteY215" fmla="*/ 2036311 h 2323145"/>
              <a:gd name="connsiteX216" fmla="*/ 2307986 w 11269336"/>
              <a:gd name="connsiteY216" fmla="*/ 2035583 h 2323145"/>
              <a:gd name="connsiteX217" fmla="*/ 2285481 w 11269336"/>
              <a:gd name="connsiteY217" fmla="*/ 2045197 h 2323145"/>
              <a:gd name="connsiteX218" fmla="*/ 2273666 w 11269336"/>
              <a:gd name="connsiteY218" fmla="*/ 2048710 h 2323145"/>
              <a:gd name="connsiteX219" fmla="*/ 2270719 w 11269336"/>
              <a:gd name="connsiteY219" fmla="*/ 2052702 h 2323145"/>
              <a:gd name="connsiteX220" fmla="*/ 2253080 w 11269336"/>
              <a:gd name="connsiteY220" fmla="*/ 2056363 h 2323145"/>
              <a:gd name="connsiteX221" fmla="*/ 2250906 w 11269336"/>
              <a:gd name="connsiteY221" fmla="*/ 2055654 h 2323145"/>
              <a:gd name="connsiteX222" fmla="*/ 2236905 w 11269336"/>
              <a:gd name="connsiteY222" fmla="*/ 2062882 h 2323145"/>
              <a:gd name="connsiteX223" fmla="*/ 2225830 w 11269336"/>
              <a:gd name="connsiteY223" fmla="*/ 2074027 h 2323145"/>
              <a:gd name="connsiteX224" fmla="*/ 2073776 w 11269336"/>
              <a:gd name="connsiteY224" fmla="*/ 2089244 h 2323145"/>
              <a:gd name="connsiteX225" fmla="*/ 1948256 w 11269336"/>
              <a:gd name="connsiteY225" fmla="*/ 2146616 h 2323145"/>
              <a:gd name="connsiteX226" fmla="*/ 1865582 w 11269336"/>
              <a:gd name="connsiteY226" fmla="*/ 2153738 h 2323145"/>
              <a:gd name="connsiteX227" fmla="*/ 1835210 w 11269336"/>
              <a:gd name="connsiteY227" fmla="*/ 2134244 h 2323145"/>
              <a:gd name="connsiteX228" fmla="*/ 1632661 w 11269336"/>
              <a:gd name="connsiteY228" fmla="*/ 2173882 h 2323145"/>
              <a:gd name="connsiteX229" fmla="*/ 1579590 w 11269336"/>
              <a:gd name="connsiteY229" fmla="*/ 2173680 h 2323145"/>
              <a:gd name="connsiteX230" fmla="*/ 1535601 w 11269336"/>
              <a:gd name="connsiteY230" fmla="*/ 2194590 h 2323145"/>
              <a:gd name="connsiteX231" fmla="*/ 1515594 w 11269336"/>
              <a:gd name="connsiteY231" fmla="*/ 2189622 h 2323145"/>
              <a:gd name="connsiteX232" fmla="*/ 1512113 w 11269336"/>
              <a:gd name="connsiteY232" fmla="*/ 2188534 h 2323145"/>
              <a:gd name="connsiteX233" fmla="*/ 1498838 w 11269336"/>
              <a:gd name="connsiteY233" fmla="*/ 2189213 h 2323145"/>
              <a:gd name="connsiteX234" fmla="*/ 1494279 w 11269336"/>
              <a:gd name="connsiteY234" fmla="*/ 2183112 h 2323145"/>
              <a:gd name="connsiteX235" fmla="*/ 1473714 w 11269336"/>
              <a:gd name="connsiteY235" fmla="*/ 2179625 h 2323145"/>
              <a:gd name="connsiteX236" fmla="*/ 1449503 w 11269336"/>
              <a:gd name="connsiteY236" fmla="*/ 2182633 h 2323145"/>
              <a:gd name="connsiteX237" fmla="*/ 1266687 w 11269336"/>
              <a:gd name="connsiteY237" fmla="*/ 2212688 h 2323145"/>
              <a:gd name="connsiteX238" fmla="*/ 1239614 w 11269336"/>
              <a:gd name="connsiteY238" fmla="*/ 2209727 h 2323145"/>
              <a:gd name="connsiteX239" fmla="*/ 1202436 w 11269336"/>
              <a:gd name="connsiteY239" fmla="*/ 2209817 h 2323145"/>
              <a:gd name="connsiteX240" fmla="*/ 1136097 w 11269336"/>
              <a:gd name="connsiteY240" fmla="*/ 2205112 h 2323145"/>
              <a:gd name="connsiteX241" fmla="*/ 988232 w 11269336"/>
              <a:gd name="connsiteY241" fmla="*/ 2235635 h 2323145"/>
              <a:gd name="connsiteX242" fmla="*/ 981959 w 11269336"/>
              <a:gd name="connsiteY242" fmla="*/ 2231607 h 2323145"/>
              <a:gd name="connsiteX243" fmla="*/ 938600 w 11269336"/>
              <a:gd name="connsiteY243" fmla="*/ 2238113 h 2323145"/>
              <a:gd name="connsiteX244" fmla="*/ 791788 w 11269336"/>
              <a:gd name="connsiteY244" fmla="*/ 2293224 h 2323145"/>
              <a:gd name="connsiteX245" fmla="*/ 706914 w 11269336"/>
              <a:gd name="connsiteY245" fmla="*/ 2305046 h 2323145"/>
              <a:gd name="connsiteX246" fmla="*/ 675971 w 11269336"/>
              <a:gd name="connsiteY246" fmla="*/ 2304030 h 2323145"/>
              <a:gd name="connsiteX247" fmla="*/ 624180 w 11269336"/>
              <a:gd name="connsiteY247" fmla="*/ 2302650 h 2323145"/>
              <a:gd name="connsiteX248" fmla="*/ 583453 w 11269336"/>
              <a:gd name="connsiteY248" fmla="*/ 2288788 h 2323145"/>
              <a:gd name="connsiteX249" fmla="*/ 540946 w 11269336"/>
              <a:gd name="connsiteY249" fmla="*/ 2292721 h 2323145"/>
              <a:gd name="connsiteX250" fmla="*/ 533680 w 11269336"/>
              <a:gd name="connsiteY250" fmla="*/ 2310233 h 2323145"/>
              <a:gd name="connsiteX251" fmla="*/ 487366 w 11269336"/>
              <a:gd name="connsiteY251" fmla="*/ 2309053 h 2323145"/>
              <a:gd name="connsiteX252" fmla="*/ 416820 w 11269336"/>
              <a:gd name="connsiteY252" fmla="*/ 2305443 h 2323145"/>
              <a:gd name="connsiteX253" fmla="*/ 376805 w 11269336"/>
              <a:gd name="connsiteY253" fmla="*/ 2307647 h 2323145"/>
              <a:gd name="connsiteX254" fmla="*/ 266777 w 11269336"/>
              <a:gd name="connsiteY254" fmla="*/ 2309012 h 2323145"/>
              <a:gd name="connsiteX255" fmla="*/ 156013 w 11269336"/>
              <a:gd name="connsiteY255" fmla="*/ 2306832 h 2323145"/>
              <a:gd name="connsiteX256" fmla="*/ 87258 w 11269336"/>
              <a:gd name="connsiteY256" fmla="*/ 2285511 h 2323145"/>
              <a:gd name="connsiteX257" fmla="*/ 23798 w 11269336"/>
              <a:gd name="connsiteY257" fmla="*/ 2281822 h 2323145"/>
              <a:gd name="connsiteX258" fmla="*/ 0 w 11269336"/>
              <a:gd name="connsiteY258" fmla="*/ 2285369 h 2323145"/>
              <a:gd name="connsiteX259" fmla="*/ 0 w 11269336"/>
              <a:gd name="connsiteY25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83151 w 11269336"/>
              <a:gd name="connsiteY149" fmla="*/ 2201140 h 2323145"/>
              <a:gd name="connsiteX150" fmla="*/ 4366646 w 11269336"/>
              <a:gd name="connsiteY150" fmla="*/ 2198564 h 2323145"/>
              <a:gd name="connsiteX151" fmla="*/ 4354009 w 11269336"/>
              <a:gd name="connsiteY151" fmla="*/ 2204984 h 2323145"/>
              <a:gd name="connsiteX152" fmla="*/ 4348284 w 11269336"/>
              <a:gd name="connsiteY152" fmla="*/ 2205270 h 2323145"/>
              <a:gd name="connsiteX153" fmla="*/ 4333906 w 11269336"/>
              <a:gd name="connsiteY153" fmla="*/ 2205251 h 2323145"/>
              <a:gd name="connsiteX154" fmla="*/ 4308819 w 11269336"/>
              <a:gd name="connsiteY154" fmla="*/ 2203822 h 2323145"/>
              <a:gd name="connsiteX155" fmla="*/ 4301210 w 11269336"/>
              <a:gd name="connsiteY155" fmla="*/ 2204456 h 2323145"/>
              <a:gd name="connsiteX156" fmla="*/ 4283095 w 11269336"/>
              <a:gd name="connsiteY156" fmla="*/ 2198177 h 2323145"/>
              <a:gd name="connsiteX157" fmla="*/ 4250119 w 11269336"/>
              <a:gd name="connsiteY157" fmla="*/ 2196342 h 2323145"/>
              <a:gd name="connsiteX158" fmla="*/ 4189203 w 11269336"/>
              <a:gd name="connsiteY158" fmla="*/ 2178994 h 2323145"/>
              <a:gd name="connsiteX159" fmla="*/ 4154035 w 11269336"/>
              <a:gd name="connsiteY159" fmla="*/ 2171950 h 2323145"/>
              <a:gd name="connsiteX160" fmla="*/ 4129569 w 11269336"/>
              <a:gd name="connsiteY160" fmla="*/ 2163850 h 2323145"/>
              <a:gd name="connsiteX161" fmla="*/ 4061250 w 11269336"/>
              <a:gd name="connsiteY161" fmla="*/ 2159236 h 2323145"/>
              <a:gd name="connsiteX162" fmla="*/ 3945480 w 11269336"/>
              <a:gd name="connsiteY162" fmla="*/ 2158279 h 2323145"/>
              <a:gd name="connsiteX163" fmla="*/ 3921468 w 11269336"/>
              <a:gd name="connsiteY163" fmla="*/ 2156588 h 2323145"/>
              <a:gd name="connsiteX164" fmla="*/ 3903348 w 11269336"/>
              <a:gd name="connsiteY164" fmla="*/ 2149220 h 2323145"/>
              <a:gd name="connsiteX165" fmla="*/ 3901342 w 11269336"/>
              <a:gd name="connsiteY165" fmla="*/ 2142355 h 2323145"/>
              <a:gd name="connsiteX166" fmla="*/ 3888539 w 11269336"/>
              <a:gd name="connsiteY166" fmla="*/ 2140476 h 2323145"/>
              <a:gd name="connsiteX167" fmla="*/ 3885662 w 11269336"/>
              <a:gd name="connsiteY167" fmla="*/ 2138740 h 2323145"/>
              <a:gd name="connsiteX168" fmla="*/ 3868627 w 11269336"/>
              <a:gd name="connsiteY168" fmla="*/ 2130023 h 2323145"/>
              <a:gd name="connsiteX169" fmla="*/ 3819177 w 11269336"/>
              <a:gd name="connsiteY169" fmla="*/ 2142111 h 2323145"/>
              <a:gd name="connsiteX170" fmla="*/ 3769100 w 11269336"/>
              <a:gd name="connsiteY170" fmla="*/ 2131731 h 2323145"/>
              <a:gd name="connsiteX171" fmla="*/ 3562752 w 11269336"/>
              <a:gd name="connsiteY171" fmla="*/ 2131785 h 2323145"/>
              <a:gd name="connsiteX172" fmla="*/ 3541402 w 11269336"/>
              <a:gd name="connsiteY172" fmla="*/ 2106821 h 2323145"/>
              <a:gd name="connsiteX173" fmla="*/ 3365341 w 11269336"/>
              <a:gd name="connsiteY173" fmla="*/ 2077638 h 2323145"/>
              <a:gd name="connsiteX174" fmla="*/ 3170922 w 11269336"/>
              <a:gd name="connsiteY174" fmla="*/ 2115957 h 2323145"/>
              <a:gd name="connsiteX175" fmla="*/ 3156256 w 11269336"/>
              <a:gd name="connsiteY175" fmla="*/ 2124773 h 2323145"/>
              <a:gd name="connsiteX176" fmla="*/ 3140298 w 11269336"/>
              <a:gd name="connsiteY176" fmla="*/ 2129182 h 2323145"/>
              <a:gd name="connsiteX177" fmla="*/ 3138514 w 11269336"/>
              <a:gd name="connsiteY177" fmla="*/ 2128069 h 2323145"/>
              <a:gd name="connsiteX178" fmla="*/ 3120467 w 11269336"/>
              <a:gd name="connsiteY178" fmla="*/ 2128281 h 2323145"/>
              <a:gd name="connsiteX179" fmla="*/ 3116175 w 11269336"/>
              <a:gd name="connsiteY179" fmla="*/ 2131633 h 2323145"/>
              <a:gd name="connsiteX180" fmla="*/ 3103685 w 11269336"/>
              <a:gd name="connsiteY180" fmla="*/ 2132814 h 2323145"/>
              <a:gd name="connsiteX181" fmla="*/ 3078794 w 11269336"/>
              <a:gd name="connsiteY181" fmla="*/ 2137935 h 2323145"/>
              <a:gd name="connsiteX182" fmla="*/ 3074407 w 11269336"/>
              <a:gd name="connsiteY182" fmla="*/ 2136274 h 2323145"/>
              <a:gd name="connsiteX183" fmla="*/ 3037285 w 11269336"/>
              <a:gd name="connsiteY183" fmla="*/ 2139919 h 2323145"/>
              <a:gd name="connsiteX184" fmla="*/ 3036901 w 11269336"/>
              <a:gd name="connsiteY184" fmla="*/ 2138726 h 2323145"/>
              <a:gd name="connsiteX185" fmla="*/ 3026996 w 11269336"/>
              <a:gd name="connsiteY185" fmla="*/ 2134322 h 2323145"/>
              <a:gd name="connsiteX186" fmla="*/ 3007772 w 11269336"/>
              <a:gd name="connsiteY186" fmla="*/ 2128742 h 2323145"/>
              <a:gd name="connsiteX187" fmla="*/ 2965030 w 11269336"/>
              <a:gd name="connsiteY187" fmla="*/ 2100494 h 2323145"/>
              <a:gd name="connsiteX188" fmla="*/ 2926342 w 11269336"/>
              <a:gd name="connsiteY188" fmla="*/ 2104155 h 2323145"/>
              <a:gd name="connsiteX189" fmla="*/ 2918608 w 11269336"/>
              <a:gd name="connsiteY189" fmla="*/ 2104215 h 2323145"/>
              <a:gd name="connsiteX190" fmla="*/ 2918475 w 11269336"/>
              <a:gd name="connsiteY190" fmla="*/ 2103937 h 2323145"/>
              <a:gd name="connsiteX191" fmla="*/ 2910360 w 11269336"/>
              <a:gd name="connsiteY191" fmla="*/ 2103444 h 2323145"/>
              <a:gd name="connsiteX192" fmla="*/ 2904507 w 11269336"/>
              <a:gd name="connsiteY192" fmla="*/ 2104326 h 2323145"/>
              <a:gd name="connsiteX193" fmla="*/ 2889503 w 11269336"/>
              <a:gd name="connsiteY193" fmla="*/ 2104443 h 2323145"/>
              <a:gd name="connsiteX194" fmla="*/ 2884480 w 11269336"/>
              <a:gd name="connsiteY194" fmla="*/ 2102626 h 2323145"/>
              <a:gd name="connsiteX195" fmla="*/ 2882689 w 11269336"/>
              <a:gd name="connsiteY195" fmla="*/ 2099228 h 2323145"/>
              <a:gd name="connsiteX196" fmla="*/ 2881291 w 11269336"/>
              <a:gd name="connsiteY196" fmla="*/ 2099618 h 2323145"/>
              <a:gd name="connsiteX197" fmla="*/ 2853979 w 11269336"/>
              <a:gd name="connsiteY197" fmla="*/ 2090388 h 2323145"/>
              <a:gd name="connsiteX198" fmla="*/ 2791790 w 11269336"/>
              <a:gd name="connsiteY198" fmla="*/ 2080332 h 2323145"/>
              <a:gd name="connsiteX199" fmla="*/ 2755844 w 11269336"/>
              <a:gd name="connsiteY199" fmla="*/ 2078874 h 2323145"/>
              <a:gd name="connsiteX200" fmla="*/ 2657742 w 11269336"/>
              <a:gd name="connsiteY200" fmla="*/ 2070179 h 2323145"/>
              <a:gd name="connsiteX201" fmla="*/ 2559549 w 11269336"/>
              <a:gd name="connsiteY201" fmla="*/ 2057873 h 2323145"/>
              <a:gd name="connsiteX202" fmla="*/ 2512054 w 11269336"/>
              <a:gd name="connsiteY202" fmla="*/ 2031671 h 2323145"/>
              <a:gd name="connsiteX203" fmla="*/ 2506437 w 11269336"/>
              <a:gd name="connsiteY203" fmla="*/ 2030918 h 2323145"/>
              <a:gd name="connsiteX204" fmla="*/ 2491752 w 11269336"/>
              <a:gd name="connsiteY204" fmla="*/ 2033906 h 2323145"/>
              <a:gd name="connsiteX205" fmla="*/ 2486338 w 11269336"/>
              <a:gd name="connsiteY205" fmla="*/ 2035862 h 2323145"/>
              <a:gd name="connsiteX206" fmla="*/ 2478186 w 11269336"/>
              <a:gd name="connsiteY206" fmla="*/ 2036953 h 2323145"/>
              <a:gd name="connsiteX207" fmla="*/ 2477950 w 11269336"/>
              <a:gd name="connsiteY207" fmla="*/ 2036715 h 2323145"/>
              <a:gd name="connsiteX208" fmla="*/ 2470381 w 11269336"/>
              <a:gd name="connsiteY208" fmla="*/ 2038256 h 2323145"/>
              <a:gd name="connsiteX209" fmla="*/ 2433781 w 11269336"/>
              <a:gd name="connsiteY209" fmla="*/ 2049140 h 2323145"/>
              <a:gd name="connsiteX210" fmla="*/ 2381172 w 11269336"/>
              <a:gd name="connsiteY210" fmla="*/ 2030645 h 2323145"/>
              <a:gd name="connsiteX211" fmla="*/ 2360198 w 11269336"/>
              <a:gd name="connsiteY211" fmla="*/ 2029059 h 2323145"/>
              <a:gd name="connsiteX212" fmla="*/ 2348815 w 11269336"/>
              <a:gd name="connsiteY212" fmla="*/ 2026798 h 2323145"/>
              <a:gd name="connsiteX213" fmla="*/ 2347988 w 11269336"/>
              <a:gd name="connsiteY213" fmla="*/ 2025745 h 2323145"/>
              <a:gd name="connsiteX214" fmla="*/ 2312920 w 11269336"/>
              <a:gd name="connsiteY214" fmla="*/ 2036311 h 2323145"/>
              <a:gd name="connsiteX215" fmla="*/ 2307986 w 11269336"/>
              <a:gd name="connsiteY215" fmla="*/ 2035583 h 2323145"/>
              <a:gd name="connsiteX216" fmla="*/ 2285481 w 11269336"/>
              <a:gd name="connsiteY216" fmla="*/ 2045197 h 2323145"/>
              <a:gd name="connsiteX217" fmla="*/ 2273666 w 11269336"/>
              <a:gd name="connsiteY217" fmla="*/ 2048710 h 2323145"/>
              <a:gd name="connsiteX218" fmla="*/ 2270719 w 11269336"/>
              <a:gd name="connsiteY218" fmla="*/ 2052702 h 2323145"/>
              <a:gd name="connsiteX219" fmla="*/ 2253080 w 11269336"/>
              <a:gd name="connsiteY219" fmla="*/ 2056363 h 2323145"/>
              <a:gd name="connsiteX220" fmla="*/ 2250906 w 11269336"/>
              <a:gd name="connsiteY220" fmla="*/ 2055654 h 2323145"/>
              <a:gd name="connsiteX221" fmla="*/ 2236905 w 11269336"/>
              <a:gd name="connsiteY221" fmla="*/ 2062882 h 2323145"/>
              <a:gd name="connsiteX222" fmla="*/ 2225830 w 11269336"/>
              <a:gd name="connsiteY222" fmla="*/ 2074027 h 2323145"/>
              <a:gd name="connsiteX223" fmla="*/ 2073776 w 11269336"/>
              <a:gd name="connsiteY223" fmla="*/ 2089244 h 2323145"/>
              <a:gd name="connsiteX224" fmla="*/ 1948256 w 11269336"/>
              <a:gd name="connsiteY224" fmla="*/ 2146616 h 2323145"/>
              <a:gd name="connsiteX225" fmla="*/ 1865582 w 11269336"/>
              <a:gd name="connsiteY225" fmla="*/ 2153738 h 2323145"/>
              <a:gd name="connsiteX226" fmla="*/ 1835210 w 11269336"/>
              <a:gd name="connsiteY226" fmla="*/ 2134244 h 2323145"/>
              <a:gd name="connsiteX227" fmla="*/ 1632661 w 11269336"/>
              <a:gd name="connsiteY227" fmla="*/ 2173882 h 2323145"/>
              <a:gd name="connsiteX228" fmla="*/ 1579590 w 11269336"/>
              <a:gd name="connsiteY228" fmla="*/ 2173680 h 2323145"/>
              <a:gd name="connsiteX229" fmla="*/ 1535601 w 11269336"/>
              <a:gd name="connsiteY229" fmla="*/ 2194590 h 2323145"/>
              <a:gd name="connsiteX230" fmla="*/ 1515594 w 11269336"/>
              <a:gd name="connsiteY230" fmla="*/ 2189622 h 2323145"/>
              <a:gd name="connsiteX231" fmla="*/ 1512113 w 11269336"/>
              <a:gd name="connsiteY231" fmla="*/ 2188534 h 2323145"/>
              <a:gd name="connsiteX232" fmla="*/ 1498838 w 11269336"/>
              <a:gd name="connsiteY232" fmla="*/ 2189213 h 2323145"/>
              <a:gd name="connsiteX233" fmla="*/ 1494279 w 11269336"/>
              <a:gd name="connsiteY233" fmla="*/ 2183112 h 2323145"/>
              <a:gd name="connsiteX234" fmla="*/ 1473714 w 11269336"/>
              <a:gd name="connsiteY234" fmla="*/ 2179625 h 2323145"/>
              <a:gd name="connsiteX235" fmla="*/ 1449503 w 11269336"/>
              <a:gd name="connsiteY235" fmla="*/ 2182633 h 2323145"/>
              <a:gd name="connsiteX236" fmla="*/ 1266687 w 11269336"/>
              <a:gd name="connsiteY236" fmla="*/ 2212688 h 2323145"/>
              <a:gd name="connsiteX237" fmla="*/ 1239614 w 11269336"/>
              <a:gd name="connsiteY237" fmla="*/ 2209727 h 2323145"/>
              <a:gd name="connsiteX238" fmla="*/ 1202436 w 11269336"/>
              <a:gd name="connsiteY238" fmla="*/ 2209817 h 2323145"/>
              <a:gd name="connsiteX239" fmla="*/ 1136097 w 11269336"/>
              <a:gd name="connsiteY239" fmla="*/ 2205112 h 2323145"/>
              <a:gd name="connsiteX240" fmla="*/ 988232 w 11269336"/>
              <a:gd name="connsiteY240" fmla="*/ 2235635 h 2323145"/>
              <a:gd name="connsiteX241" fmla="*/ 981959 w 11269336"/>
              <a:gd name="connsiteY241" fmla="*/ 2231607 h 2323145"/>
              <a:gd name="connsiteX242" fmla="*/ 938600 w 11269336"/>
              <a:gd name="connsiteY242" fmla="*/ 2238113 h 2323145"/>
              <a:gd name="connsiteX243" fmla="*/ 791788 w 11269336"/>
              <a:gd name="connsiteY243" fmla="*/ 2293224 h 2323145"/>
              <a:gd name="connsiteX244" fmla="*/ 706914 w 11269336"/>
              <a:gd name="connsiteY244" fmla="*/ 2305046 h 2323145"/>
              <a:gd name="connsiteX245" fmla="*/ 675971 w 11269336"/>
              <a:gd name="connsiteY245" fmla="*/ 2304030 h 2323145"/>
              <a:gd name="connsiteX246" fmla="*/ 624180 w 11269336"/>
              <a:gd name="connsiteY246" fmla="*/ 2302650 h 2323145"/>
              <a:gd name="connsiteX247" fmla="*/ 583453 w 11269336"/>
              <a:gd name="connsiteY247" fmla="*/ 2288788 h 2323145"/>
              <a:gd name="connsiteX248" fmla="*/ 540946 w 11269336"/>
              <a:gd name="connsiteY248" fmla="*/ 2292721 h 2323145"/>
              <a:gd name="connsiteX249" fmla="*/ 533680 w 11269336"/>
              <a:gd name="connsiteY249" fmla="*/ 2310233 h 2323145"/>
              <a:gd name="connsiteX250" fmla="*/ 487366 w 11269336"/>
              <a:gd name="connsiteY250" fmla="*/ 2309053 h 2323145"/>
              <a:gd name="connsiteX251" fmla="*/ 416820 w 11269336"/>
              <a:gd name="connsiteY251" fmla="*/ 2305443 h 2323145"/>
              <a:gd name="connsiteX252" fmla="*/ 376805 w 11269336"/>
              <a:gd name="connsiteY252" fmla="*/ 2307647 h 2323145"/>
              <a:gd name="connsiteX253" fmla="*/ 266777 w 11269336"/>
              <a:gd name="connsiteY253" fmla="*/ 2309012 h 2323145"/>
              <a:gd name="connsiteX254" fmla="*/ 156013 w 11269336"/>
              <a:gd name="connsiteY254" fmla="*/ 2306832 h 2323145"/>
              <a:gd name="connsiteX255" fmla="*/ 87258 w 11269336"/>
              <a:gd name="connsiteY255" fmla="*/ 2285511 h 2323145"/>
              <a:gd name="connsiteX256" fmla="*/ 23798 w 11269336"/>
              <a:gd name="connsiteY256" fmla="*/ 2281822 h 2323145"/>
              <a:gd name="connsiteX257" fmla="*/ 0 w 11269336"/>
              <a:gd name="connsiteY257" fmla="*/ 2285369 h 2323145"/>
              <a:gd name="connsiteX258" fmla="*/ 0 w 11269336"/>
              <a:gd name="connsiteY25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66646 w 11269336"/>
              <a:gd name="connsiteY149" fmla="*/ 2198564 h 2323145"/>
              <a:gd name="connsiteX150" fmla="*/ 4354009 w 11269336"/>
              <a:gd name="connsiteY150" fmla="*/ 2204984 h 2323145"/>
              <a:gd name="connsiteX151" fmla="*/ 4348284 w 11269336"/>
              <a:gd name="connsiteY151" fmla="*/ 2205270 h 2323145"/>
              <a:gd name="connsiteX152" fmla="*/ 4333906 w 11269336"/>
              <a:gd name="connsiteY152" fmla="*/ 2205251 h 2323145"/>
              <a:gd name="connsiteX153" fmla="*/ 4308819 w 11269336"/>
              <a:gd name="connsiteY153" fmla="*/ 2203822 h 2323145"/>
              <a:gd name="connsiteX154" fmla="*/ 4301210 w 11269336"/>
              <a:gd name="connsiteY154" fmla="*/ 2204456 h 2323145"/>
              <a:gd name="connsiteX155" fmla="*/ 4283095 w 11269336"/>
              <a:gd name="connsiteY155" fmla="*/ 2198177 h 2323145"/>
              <a:gd name="connsiteX156" fmla="*/ 4250119 w 11269336"/>
              <a:gd name="connsiteY156" fmla="*/ 2196342 h 2323145"/>
              <a:gd name="connsiteX157" fmla="*/ 4189203 w 11269336"/>
              <a:gd name="connsiteY157" fmla="*/ 2178994 h 2323145"/>
              <a:gd name="connsiteX158" fmla="*/ 4154035 w 11269336"/>
              <a:gd name="connsiteY158" fmla="*/ 2171950 h 2323145"/>
              <a:gd name="connsiteX159" fmla="*/ 4129569 w 11269336"/>
              <a:gd name="connsiteY159" fmla="*/ 2163850 h 2323145"/>
              <a:gd name="connsiteX160" fmla="*/ 4061250 w 11269336"/>
              <a:gd name="connsiteY160" fmla="*/ 2159236 h 2323145"/>
              <a:gd name="connsiteX161" fmla="*/ 3945480 w 11269336"/>
              <a:gd name="connsiteY161" fmla="*/ 2158279 h 2323145"/>
              <a:gd name="connsiteX162" fmla="*/ 3921468 w 11269336"/>
              <a:gd name="connsiteY162" fmla="*/ 2156588 h 2323145"/>
              <a:gd name="connsiteX163" fmla="*/ 3903348 w 11269336"/>
              <a:gd name="connsiteY163" fmla="*/ 2149220 h 2323145"/>
              <a:gd name="connsiteX164" fmla="*/ 3901342 w 11269336"/>
              <a:gd name="connsiteY164" fmla="*/ 2142355 h 2323145"/>
              <a:gd name="connsiteX165" fmla="*/ 3888539 w 11269336"/>
              <a:gd name="connsiteY165" fmla="*/ 2140476 h 2323145"/>
              <a:gd name="connsiteX166" fmla="*/ 3885662 w 11269336"/>
              <a:gd name="connsiteY166" fmla="*/ 2138740 h 2323145"/>
              <a:gd name="connsiteX167" fmla="*/ 3868627 w 11269336"/>
              <a:gd name="connsiteY167" fmla="*/ 2130023 h 2323145"/>
              <a:gd name="connsiteX168" fmla="*/ 3819177 w 11269336"/>
              <a:gd name="connsiteY168" fmla="*/ 2142111 h 2323145"/>
              <a:gd name="connsiteX169" fmla="*/ 3769100 w 11269336"/>
              <a:gd name="connsiteY169" fmla="*/ 2131731 h 2323145"/>
              <a:gd name="connsiteX170" fmla="*/ 3562752 w 11269336"/>
              <a:gd name="connsiteY170" fmla="*/ 2131785 h 2323145"/>
              <a:gd name="connsiteX171" fmla="*/ 3541402 w 11269336"/>
              <a:gd name="connsiteY171" fmla="*/ 2106821 h 2323145"/>
              <a:gd name="connsiteX172" fmla="*/ 3365341 w 11269336"/>
              <a:gd name="connsiteY172" fmla="*/ 2077638 h 2323145"/>
              <a:gd name="connsiteX173" fmla="*/ 3170922 w 11269336"/>
              <a:gd name="connsiteY173" fmla="*/ 2115957 h 2323145"/>
              <a:gd name="connsiteX174" fmla="*/ 3156256 w 11269336"/>
              <a:gd name="connsiteY174" fmla="*/ 2124773 h 2323145"/>
              <a:gd name="connsiteX175" fmla="*/ 3140298 w 11269336"/>
              <a:gd name="connsiteY175" fmla="*/ 2129182 h 2323145"/>
              <a:gd name="connsiteX176" fmla="*/ 3138514 w 11269336"/>
              <a:gd name="connsiteY176" fmla="*/ 2128069 h 2323145"/>
              <a:gd name="connsiteX177" fmla="*/ 3120467 w 11269336"/>
              <a:gd name="connsiteY177" fmla="*/ 2128281 h 2323145"/>
              <a:gd name="connsiteX178" fmla="*/ 3116175 w 11269336"/>
              <a:gd name="connsiteY178" fmla="*/ 2131633 h 2323145"/>
              <a:gd name="connsiteX179" fmla="*/ 3103685 w 11269336"/>
              <a:gd name="connsiteY179" fmla="*/ 2132814 h 2323145"/>
              <a:gd name="connsiteX180" fmla="*/ 3078794 w 11269336"/>
              <a:gd name="connsiteY180" fmla="*/ 2137935 h 2323145"/>
              <a:gd name="connsiteX181" fmla="*/ 3074407 w 11269336"/>
              <a:gd name="connsiteY181" fmla="*/ 2136274 h 2323145"/>
              <a:gd name="connsiteX182" fmla="*/ 3037285 w 11269336"/>
              <a:gd name="connsiteY182" fmla="*/ 2139919 h 2323145"/>
              <a:gd name="connsiteX183" fmla="*/ 3036901 w 11269336"/>
              <a:gd name="connsiteY183" fmla="*/ 2138726 h 2323145"/>
              <a:gd name="connsiteX184" fmla="*/ 3026996 w 11269336"/>
              <a:gd name="connsiteY184" fmla="*/ 2134322 h 2323145"/>
              <a:gd name="connsiteX185" fmla="*/ 3007772 w 11269336"/>
              <a:gd name="connsiteY185" fmla="*/ 2128742 h 2323145"/>
              <a:gd name="connsiteX186" fmla="*/ 2965030 w 11269336"/>
              <a:gd name="connsiteY186" fmla="*/ 2100494 h 2323145"/>
              <a:gd name="connsiteX187" fmla="*/ 2926342 w 11269336"/>
              <a:gd name="connsiteY187" fmla="*/ 2104155 h 2323145"/>
              <a:gd name="connsiteX188" fmla="*/ 2918608 w 11269336"/>
              <a:gd name="connsiteY188" fmla="*/ 2104215 h 2323145"/>
              <a:gd name="connsiteX189" fmla="*/ 2918475 w 11269336"/>
              <a:gd name="connsiteY189" fmla="*/ 2103937 h 2323145"/>
              <a:gd name="connsiteX190" fmla="*/ 2910360 w 11269336"/>
              <a:gd name="connsiteY190" fmla="*/ 2103444 h 2323145"/>
              <a:gd name="connsiteX191" fmla="*/ 2904507 w 11269336"/>
              <a:gd name="connsiteY191" fmla="*/ 2104326 h 2323145"/>
              <a:gd name="connsiteX192" fmla="*/ 2889503 w 11269336"/>
              <a:gd name="connsiteY192" fmla="*/ 2104443 h 2323145"/>
              <a:gd name="connsiteX193" fmla="*/ 2884480 w 11269336"/>
              <a:gd name="connsiteY193" fmla="*/ 2102626 h 2323145"/>
              <a:gd name="connsiteX194" fmla="*/ 2882689 w 11269336"/>
              <a:gd name="connsiteY194" fmla="*/ 2099228 h 2323145"/>
              <a:gd name="connsiteX195" fmla="*/ 2881291 w 11269336"/>
              <a:gd name="connsiteY195" fmla="*/ 2099618 h 2323145"/>
              <a:gd name="connsiteX196" fmla="*/ 2853979 w 11269336"/>
              <a:gd name="connsiteY196" fmla="*/ 2090388 h 2323145"/>
              <a:gd name="connsiteX197" fmla="*/ 2791790 w 11269336"/>
              <a:gd name="connsiteY197" fmla="*/ 2080332 h 2323145"/>
              <a:gd name="connsiteX198" fmla="*/ 2755844 w 11269336"/>
              <a:gd name="connsiteY198" fmla="*/ 2078874 h 2323145"/>
              <a:gd name="connsiteX199" fmla="*/ 2657742 w 11269336"/>
              <a:gd name="connsiteY199" fmla="*/ 2070179 h 2323145"/>
              <a:gd name="connsiteX200" fmla="*/ 2559549 w 11269336"/>
              <a:gd name="connsiteY200" fmla="*/ 2057873 h 2323145"/>
              <a:gd name="connsiteX201" fmla="*/ 2512054 w 11269336"/>
              <a:gd name="connsiteY201" fmla="*/ 2031671 h 2323145"/>
              <a:gd name="connsiteX202" fmla="*/ 2506437 w 11269336"/>
              <a:gd name="connsiteY202" fmla="*/ 2030918 h 2323145"/>
              <a:gd name="connsiteX203" fmla="*/ 2491752 w 11269336"/>
              <a:gd name="connsiteY203" fmla="*/ 2033906 h 2323145"/>
              <a:gd name="connsiteX204" fmla="*/ 2486338 w 11269336"/>
              <a:gd name="connsiteY204" fmla="*/ 2035862 h 2323145"/>
              <a:gd name="connsiteX205" fmla="*/ 2478186 w 11269336"/>
              <a:gd name="connsiteY205" fmla="*/ 2036953 h 2323145"/>
              <a:gd name="connsiteX206" fmla="*/ 2477950 w 11269336"/>
              <a:gd name="connsiteY206" fmla="*/ 2036715 h 2323145"/>
              <a:gd name="connsiteX207" fmla="*/ 2470381 w 11269336"/>
              <a:gd name="connsiteY207" fmla="*/ 2038256 h 2323145"/>
              <a:gd name="connsiteX208" fmla="*/ 2433781 w 11269336"/>
              <a:gd name="connsiteY208" fmla="*/ 2049140 h 2323145"/>
              <a:gd name="connsiteX209" fmla="*/ 2381172 w 11269336"/>
              <a:gd name="connsiteY209" fmla="*/ 2030645 h 2323145"/>
              <a:gd name="connsiteX210" fmla="*/ 2360198 w 11269336"/>
              <a:gd name="connsiteY210" fmla="*/ 2029059 h 2323145"/>
              <a:gd name="connsiteX211" fmla="*/ 2348815 w 11269336"/>
              <a:gd name="connsiteY211" fmla="*/ 2026798 h 2323145"/>
              <a:gd name="connsiteX212" fmla="*/ 2347988 w 11269336"/>
              <a:gd name="connsiteY212" fmla="*/ 2025745 h 2323145"/>
              <a:gd name="connsiteX213" fmla="*/ 2312920 w 11269336"/>
              <a:gd name="connsiteY213" fmla="*/ 2036311 h 2323145"/>
              <a:gd name="connsiteX214" fmla="*/ 2307986 w 11269336"/>
              <a:gd name="connsiteY214" fmla="*/ 2035583 h 2323145"/>
              <a:gd name="connsiteX215" fmla="*/ 2285481 w 11269336"/>
              <a:gd name="connsiteY215" fmla="*/ 2045197 h 2323145"/>
              <a:gd name="connsiteX216" fmla="*/ 2273666 w 11269336"/>
              <a:gd name="connsiteY216" fmla="*/ 2048710 h 2323145"/>
              <a:gd name="connsiteX217" fmla="*/ 2270719 w 11269336"/>
              <a:gd name="connsiteY217" fmla="*/ 2052702 h 2323145"/>
              <a:gd name="connsiteX218" fmla="*/ 2253080 w 11269336"/>
              <a:gd name="connsiteY218" fmla="*/ 2056363 h 2323145"/>
              <a:gd name="connsiteX219" fmla="*/ 2250906 w 11269336"/>
              <a:gd name="connsiteY219" fmla="*/ 2055654 h 2323145"/>
              <a:gd name="connsiteX220" fmla="*/ 2236905 w 11269336"/>
              <a:gd name="connsiteY220" fmla="*/ 2062882 h 2323145"/>
              <a:gd name="connsiteX221" fmla="*/ 2225830 w 11269336"/>
              <a:gd name="connsiteY221" fmla="*/ 2074027 h 2323145"/>
              <a:gd name="connsiteX222" fmla="*/ 2073776 w 11269336"/>
              <a:gd name="connsiteY222" fmla="*/ 2089244 h 2323145"/>
              <a:gd name="connsiteX223" fmla="*/ 1948256 w 11269336"/>
              <a:gd name="connsiteY223" fmla="*/ 2146616 h 2323145"/>
              <a:gd name="connsiteX224" fmla="*/ 1865582 w 11269336"/>
              <a:gd name="connsiteY224" fmla="*/ 2153738 h 2323145"/>
              <a:gd name="connsiteX225" fmla="*/ 1835210 w 11269336"/>
              <a:gd name="connsiteY225" fmla="*/ 2134244 h 2323145"/>
              <a:gd name="connsiteX226" fmla="*/ 1632661 w 11269336"/>
              <a:gd name="connsiteY226" fmla="*/ 2173882 h 2323145"/>
              <a:gd name="connsiteX227" fmla="*/ 1579590 w 11269336"/>
              <a:gd name="connsiteY227" fmla="*/ 2173680 h 2323145"/>
              <a:gd name="connsiteX228" fmla="*/ 1535601 w 11269336"/>
              <a:gd name="connsiteY228" fmla="*/ 2194590 h 2323145"/>
              <a:gd name="connsiteX229" fmla="*/ 1515594 w 11269336"/>
              <a:gd name="connsiteY229" fmla="*/ 2189622 h 2323145"/>
              <a:gd name="connsiteX230" fmla="*/ 1512113 w 11269336"/>
              <a:gd name="connsiteY230" fmla="*/ 2188534 h 2323145"/>
              <a:gd name="connsiteX231" fmla="*/ 1498838 w 11269336"/>
              <a:gd name="connsiteY231" fmla="*/ 2189213 h 2323145"/>
              <a:gd name="connsiteX232" fmla="*/ 1494279 w 11269336"/>
              <a:gd name="connsiteY232" fmla="*/ 2183112 h 2323145"/>
              <a:gd name="connsiteX233" fmla="*/ 1473714 w 11269336"/>
              <a:gd name="connsiteY233" fmla="*/ 2179625 h 2323145"/>
              <a:gd name="connsiteX234" fmla="*/ 1449503 w 11269336"/>
              <a:gd name="connsiteY234" fmla="*/ 2182633 h 2323145"/>
              <a:gd name="connsiteX235" fmla="*/ 1266687 w 11269336"/>
              <a:gd name="connsiteY235" fmla="*/ 2212688 h 2323145"/>
              <a:gd name="connsiteX236" fmla="*/ 1239614 w 11269336"/>
              <a:gd name="connsiteY236" fmla="*/ 2209727 h 2323145"/>
              <a:gd name="connsiteX237" fmla="*/ 1202436 w 11269336"/>
              <a:gd name="connsiteY237" fmla="*/ 2209817 h 2323145"/>
              <a:gd name="connsiteX238" fmla="*/ 1136097 w 11269336"/>
              <a:gd name="connsiteY238" fmla="*/ 2205112 h 2323145"/>
              <a:gd name="connsiteX239" fmla="*/ 988232 w 11269336"/>
              <a:gd name="connsiteY239" fmla="*/ 2235635 h 2323145"/>
              <a:gd name="connsiteX240" fmla="*/ 981959 w 11269336"/>
              <a:gd name="connsiteY240" fmla="*/ 2231607 h 2323145"/>
              <a:gd name="connsiteX241" fmla="*/ 938600 w 11269336"/>
              <a:gd name="connsiteY241" fmla="*/ 2238113 h 2323145"/>
              <a:gd name="connsiteX242" fmla="*/ 791788 w 11269336"/>
              <a:gd name="connsiteY242" fmla="*/ 2293224 h 2323145"/>
              <a:gd name="connsiteX243" fmla="*/ 706914 w 11269336"/>
              <a:gd name="connsiteY243" fmla="*/ 2305046 h 2323145"/>
              <a:gd name="connsiteX244" fmla="*/ 675971 w 11269336"/>
              <a:gd name="connsiteY244" fmla="*/ 2304030 h 2323145"/>
              <a:gd name="connsiteX245" fmla="*/ 624180 w 11269336"/>
              <a:gd name="connsiteY245" fmla="*/ 2302650 h 2323145"/>
              <a:gd name="connsiteX246" fmla="*/ 583453 w 11269336"/>
              <a:gd name="connsiteY246" fmla="*/ 2288788 h 2323145"/>
              <a:gd name="connsiteX247" fmla="*/ 540946 w 11269336"/>
              <a:gd name="connsiteY247" fmla="*/ 2292721 h 2323145"/>
              <a:gd name="connsiteX248" fmla="*/ 533680 w 11269336"/>
              <a:gd name="connsiteY248" fmla="*/ 2310233 h 2323145"/>
              <a:gd name="connsiteX249" fmla="*/ 487366 w 11269336"/>
              <a:gd name="connsiteY249" fmla="*/ 2309053 h 2323145"/>
              <a:gd name="connsiteX250" fmla="*/ 416820 w 11269336"/>
              <a:gd name="connsiteY250" fmla="*/ 2305443 h 2323145"/>
              <a:gd name="connsiteX251" fmla="*/ 376805 w 11269336"/>
              <a:gd name="connsiteY251" fmla="*/ 2307647 h 2323145"/>
              <a:gd name="connsiteX252" fmla="*/ 266777 w 11269336"/>
              <a:gd name="connsiteY252" fmla="*/ 2309012 h 2323145"/>
              <a:gd name="connsiteX253" fmla="*/ 156013 w 11269336"/>
              <a:gd name="connsiteY253" fmla="*/ 2306832 h 2323145"/>
              <a:gd name="connsiteX254" fmla="*/ 87258 w 11269336"/>
              <a:gd name="connsiteY254" fmla="*/ 2285511 h 2323145"/>
              <a:gd name="connsiteX255" fmla="*/ 23798 w 11269336"/>
              <a:gd name="connsiteY255" fmla="*/ 2281822 h 2323145"/>
              <a:gd name="connsiteX256" fmla="*/ 0 w 11269336"/>
              <a:gd name="connsiteY256" fmla="*/ 2285369 h 2323145"/>
              <a:gd name="connsiteX257" fmla="*/ 0 w 11269336"/>
              <a:gd name="connsiteY25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05765 w 11269336"/>
              <a:gd name="connsiteY146" fmla="*/ 2199902 h 2323145"/>
              <a:gd name="connsiteX147" fmla="*/ 4401354 w 11269336"/>
              <a:gd name="connsiteY147" fmla="*/ 2194745 h 2323145"/>
              <a:gd name="connsiteX148" fmla="*/ 4366646 w 11269336"/>
              <a:gd name="connsiteY148" fmla="*/ 2198564 h 2323145"/>
              <a:gd name="connsiteX149" fmla="*/ 4354009 w 11269336"/>
              <a:gd name="connsiteY149" fmla="*/ 2204984 h 2323145"/>
              <a:gd name="connsiteX150" fmla="*/ 4348284 w 11269336"/>
              <a:gd name="connsiteY150" fmla="*/ 2205270 h 2323145"/>
              <a:gd name="connsiteX151" fmla="*/ 4333906 w 11269336"/>
              <a:gd name="connsiteY151" fmla="*/ 2205251 h 2323145"/>
              <a:gd name="connsiteX152" fmla="*/ 4308819 w 11269336"/>
              <a:gd name="connsiteY152" fmla="*/ 2203822 h 2323145"/>
              <a:gd name="connsiteX153" fmla="*/ 4301210 w 11269336"/>
              <a:gd name="connsiteY153" fmla="*/ 2204456 h 2323145"/>
              <a:gd name="connsiteX154" fmla="*/ 4283095 w 11269336"/>
              <a:gd name="connsiteY154" fmla="*/ 2198177 h 2323145"/>
              <a:gd name="connsiteX155" fmla="*/ 4250119 w 11269336"/>
              <a:gd name="connsiteY155" fmla="*/ 2196342 h 2323145"/>
              <a:gd name="connsiteX156" fmla="*/ 4189203 w 11269336"/>
              <a:gd name="connsiteY156" fmla="*/ 2178994 h 2323145"/>
              <a:gd name="connsiteX157" fmla="*/ 4154035 w 11269336"/>
              <a:gd name="connsiteY157" fmla="*/ 2171950 h 2323145"/>
              <a:gd name="connsiteX158" fmla="*/ 4129569 w 11269336"/>
              <a:gd name="connsiteY158" fmla="*/ 2163850 h 2323145"/>
              <a:gd name="connsiteX159" fmla="*/ 4061250 w 11269336"/>
              <a:gd name="connsiteY159" fmla="*/ 2159236 h 2323145"/>
              <a:gd name="connsiteX160" fmla="*/ 3945480 w 11269336"/>
              <a:gd name="connsiteY160" fmla="*/ 2158279 h 2323145"/>
              <a:gd name="connsiteX161" fmla="*/ 3921468 w 11269336"/>
              <a:gd name="connsiteY161" fmla="*/ 2156588 h 2323145"/>
              <a:gd name="connsiteX162" fmla="*/ 3903348 w 11269336"/>
              <a:gd name="connsiteY162" fmla="*/ 2149220 h 2323145"/>
              <a:gd name="connsiteX163" fmla="*/ 3901342 w 11269336"/>
              <a:gd name="connsiteY163" fmla="*/ 2142355 h 2323145"/>
              <a:gd name="connsiteX164" fmla="*/ 3888539 w 11269336"/>
              <a:gd name="connsiteY164" fmla="*/ 2140476 h 2323145"/>
              <a:gd name="connsiteX165" fmla="*/ 3885662 w 11269336"/>
              <a:gd name="connsiteY165" fmla="*/ 2138740 h 2323145"/>
              <a:gd name="connsiteX166" fmla="*/ 3868627 w 11269336"/>
              <a:gd name="connsiteY166" fmla="*/ 2130023 h 2323145"/>
              <a:gd name="connsiteX167" fmla="*/ 3819177 w 11269336"/>
              <a:gd name="connsiteY167" fmla="*/ 2142111 h 2323145"/>
              <a:gd name="connsiteX168" fmla="*/ 3769100 w 11269336"/>
              <a:gd name="connsiteY168" fmla="*/ 2131731 h 2323145"/>
              <a:gd name="connsiteX169" fmla="*/ 3562752 w 11269336"/>
              <a:gd name="connsiteY169" fmla="*/ 2131785 h 2323145"/>
              <a:gd name="connsiteX170" fmla="*/ 3541402 w 11269336"/>
              <a:gd name="connsiteY170" fmla="*/ 2106821 h 2323145"/>
              <a:gd name="connsiteX171" fmla="*/ 3365341 w 11269336"/>
              <a:gd name="connsiteY171" fmla="*/ 2077638 h 2323145"/>
              <a:gd name="connsiteX172" fmla="*/ 3170922 w 11269336"/>
              <a:gd name="connsiteY172" fmla="*/ 2115957 h 2323145"/>
              <a:gd name="connsiteX173" fmla="*/ 3156256 w 11269336"/>
              <a:gd name="connsiteY173" fmla="*/ 2124773 h 2323145"/>
              <a:gd name="connsiteX174" fmla="*/ 3140298 w 11269336"/>
              <a:gd name="connsiteY174" fmla="*/ 2129182 h 2323145"/>
              <a:gd name="connsiteX175" fmla="*/ 3138514 w 11269336"/>
              <a:gd name="connsiteY175" fmla="*/ 2128069 h 2323145"/>
              <a:gd name="connsiteX176" fmla="*/ 3120467 w 11269336"/>
              <a:gd name="connsiteY176" fmla="*/ 2128281 h 2323145"/>
              <a:gd name="connsiteX177" fmla="*/ 3116175 w 11269336"/>
              <a:gd name="connsiteY177" fmla="*/ 2131633 h 2323145"/>
              <a:gd name="connsiteX178" fmla="*/ 3103685 w 11269336"/>
              <a:gd name="connsiteY178" fmla="*/ 2132814 h 2323145"/>
              <a:gd name="connsiteX179" fmla="*/ 3078794 w 11269336"/>
              <a:gd name="connsiteY179" fmla="*/ 2137935 h 2323145"/>
              <a:gd name="connsiteX180" fmla="*/ 3074407 w 11269336"/>
              <a:gd name="connsiteY180" fmla="*/ 2136274 h 2323145"/>
              <a:gd name="connsiteX181" fmla="*/ 3037285 w 11269336"/>
              <a:gd name="connsiteY181" fmla="*/ 2139919 h 2323145"/>
              <a:gd name="connsiteX182" fmla="*/ 3036901 w 11269336"/>
              <a:gd name="connsiteY182" fmla="*/ 2138726 h 2323145"/>
              <a:gd name="connsiteX183" fmla="*/ 3026996 w 11269336"/>
              <a:gd name="connsiteY183" fmla="*/ 2134322 h 2323145"/>
              <a:gd name="connsiteX184" fmla="*/ 3007772 w 11269336"/>
              <a:gd name="connsiteY184" fmla="*/ 2128742 h 2323145"/>
              <a:gd name="connsiteX185" fmla="*/ 2965030 w 11269336"/>
              <a:gd name="connsiteY185" fmla="*/ 2100494 h 2323145"/>
              <a:gd name="connsiteX186" fmla="*/ 2926342 w 11269336"/>
              <a:gd name="connsiteY186" fmla="*/ 2104155 h 2323145"/>
              <a:gd name="connsiteX187" fmla="*/ 2918608 w 11269336"/>
              <a:gd name="connsiteY187" fmla="*/ 2104215 h 2323145"/>
              <a:gd name="connsiteX188" fmla="*/ 2918475 w 11269336"/>
              <a:gd name="connsiteY188" fmla="*/ 2103937 h 2323145"/>
              <a:gd name="connsiteX189" fmla="*/ 2910360 w 11269336"/>
              <a:gd name="connsiteY189" fmla="*/ 2103444 h 2323145"/>
              <a:gd name="connsiteX190" fmla="*/ 2904507 w 11269336"/>
              <a:gd name="connsiteY190" fmla="*/ 2104326 h 2323145"/>
              <a:gd name="connsiteX191" fmla="*/ 2889503 w 11269336"/>
              <a:gd name="connsiteY191" fmla="*/ 2104443 h 2323145"/>
              <a:gd name="connsiteX192" fmla="*/ 2884480 w 11269336"/>
              <a:gd name="connsiteY192" fmla="*/ 2102626 h 2323145"/>
              <a:gd name="connsiteX193" fmla="*/ 2882689 w 11269336"/>
              <a:gd name="connsiteY193" fmla="*/ 2099228 h 2323145"/>
              <a:gd name="connsiteX194" fmla="*/ 2881291 w 11269336"/>
              <a:gd name="connsiteY194" fmla="*/ 2099618 h 2323145"/>
              <a:gd name="connsiteX195" fmla="*/ 2853979 w 11269336"/>
              <a:gd name="connsiteY195" fmla="*/ 2090388 h 2323145"/>
              <a:gd name="connsiteX196" fmla="*/ 2791790 w 11269336"/>
              <a:gd name="connsiteY196" fmla="*/ 2080332 h 2323145"/>
              <a:gd name="connsiteX197" fmla="*/ 2755844 w 11269336"/>
              <a:gd name="connsiteY197" fmla="*/ 2078874 h 2323145"/>
              <a:gd name="connsiteX198" fmla="*/ 2657742 w 11269336"/>
              <a:gd name="connsiteY198" fmla="*/ 2070179 h 2323145"/>
              <a:gd name="connsiteX199" fmla="*/ 2559549 w 11269336"/>
              <a:gd name="connsiteY199" fmla="*/ 2057873 h 2323145"/>
              <a:gd name="connsiteX200" fmla="*/ 2512054 w 11269336"/>
              <a:gd name="connsiteY200" fmla="*/ 2031671 h 2323145"/>
              <a:gd name="connsiteX201" fmla="*/ 2506437 w 11269336"/>
              <a:gd name="connsiteY201" fmla="*/ 2030918 h 2323145"/>
              <a:gd name="connsiteX202" fmla="*/ 2491752 w 11269336"/>
              <a:gd name="connsiteY202" fmla="*/ 2033906 h 2323145"/>
              <a:gd name="connsiteX203" fmla="*/ 2486338 w 11269336"/>
              <a:gd name="connsiteY203" fmla="*/ 2035862 h 2323145"/>
              <a:gd name="connsiteX204" fmla="*/ 2478186 w 11269336"/>
              <a:gd name="connsiteY204" fmla="*/ 2036953 h 2323145"/>
              <a:gd name="connsiteX205" fmla="*/ 2477950 w 11269336"/>
              <a:gd name="connsiteY205" fmla="*/ 2036715 h 2323145"/>
              <a:gd name="connsiteX206" fmla="*/ 2470381 w 11269336"/>
              <a:gd name="connsiteY206" fmla="*/ 2038256 h 2323145"/>
              <a:gd name="connsiteX207" fmla="*/ 2433781 w 11269336"/>
              <a:gd name="connsiteY207" fmla="*/ 2049140 h 2323145"/>
              <a:gd name="connsiteX208" fmla="*/ 2381172 w 11269336"/>
              <a:gd name="connsiteY208" fmla="*/ 2030645 h 2323145"/>
              <a:gd name="connsiteX209" fmla="*/ 2360198 w 11269336"/>
              <a:gd name="connsiteY209" fmla="*/ 2029059 h 2323145"/>
              <a:gd name="connsiteX210" fmla="*/ 2348815 w 11269336"/>
              <a:gd name="connsiteY210" fmla="*/ 2026798 h 2323145"/>
              <a:gd name="connsiteX211" fmla="*/ 2347988 w 11269336"/>
              <a:gd name="connsiteY211" fmla="*/ 2025745 h 2323145"/>
              <a:gd name="connsiteX212" fmla="*/ 2312920 w 11269336"/>
              <a:gd name="connsiteY212" fmla="*/ 2036311 h 2323145"/>
              <a:gd name="connsiteX213" fmla="*/ 2307986 w 11269336"/>
              <a:gd name="connsiteY213" fmla="*/ 2035583 h 2323145"/>
              <a:gd name="connsiteX214" fmla="*/ 2285481 w 11269336"/>
              <a:gd name="connsiteY214" fmla="*/ 2045197 h 2323145"/>
              <a:gd name="connsiteX215" fmla="*/ 2273666 w 11269336"/>
              <a:gd name="connsiteY215" fmla="*/ 2048710 h 2323145"/>
              <a:gd name="connsiteX216" fmla="*/ 2270719 w 11269336"/>
              <a:gd name="connsiteY216" fmla="*/ 2052702 h 2323145"/>
              <a:gd name="connsiteX217" fmla="*/ 2253080 w 11269336"/>
              <a:gd name="connsiteY217" fmla="*/ 2056363 h 2323145"/>
              <a:gd name="connsiteX218" fmla="*/ 2250906 w 11269336"/>
              <a:gd name="connsiteY218" fmla="*/ 2055654 h 2323145"/>
              <a:gd name="connsiteX219" fmla="*/ 2236905 w 11269336"/>
              <a:gd name="connsiteY219" fmla="*/ 2062882 h 2323145"/>
              <a:gd name="connsiteX220" fmla="*/ 2225830 w 11269336"/>
              <a:gd name="connsiteY220" fmla="*/ 2074027 h 2323145"/>
              <a:gd name="connsiteX221" fmla="*/ 2073776 w 11269336"/>
              <a:gd name="connsiteY221" fmla="*/ 2089244 h 2323145"/>
              <a:gd name="connsiteX222" fmla="*/ 1948256 w 11269336"/>
              <a:gd name="connsiteY222" fmla="*/ 2146616 h 2323145"/>
              <a:gd name="connsiteX223" fmla="*/ 1865582 w 11269336"/>
              <a:gd name="connsiteY223" fmla="*/ 2153738 h 2323145"/>
              <a:gd name="connsiteX224" fmla="*/ 1835210 w 11269336"/>
              <a:gd name="connsiteY224" fmla="*/ 2134244 h 2323145"/>
              <a:gd name="connsiteX225" fmla="*/ 1632661 w 11269336"/>
              <a:gd name="connsiteY225" fmla="*/ 2173882 h 2323145"/>
              <a:gd name="connsiteX226" fmla="*/ 1579590 w 11269336"/>
              <a:gd name="connsiteY226" fmla="*/ 2173680 h 2323145"/>
              <a:gd name="connsiteX227" fmla="*/ 1535601 w 11269336"/>
              <a:gd name="connsiteY227" fmla="*/ 2194590 h 2323145"/>
              <a:gd name="connsiteX228" fmla="*/ 1515594 w 11269336"/>
              <a:gd name="connsiteY228" fmla="*/ 2189622 h 2323145"/>
              <a:gd name="connsiteX229" fmla="*/ 1512113 w 11269336"/>
              <a:gd name="connsiteY229" fmla="*/ 2188534 h 2323145"/>
              <a:gd name="connsiteX230" fmla="*/ 1498838 w 11269336"/>
              <a:gd name="connsiteY230" fmla="*/ 2189213 h 2323145"/>
              <a:gd name="connsiteX231" fmla="*/ 1494279 w 11269336"/>
              <a:gd name="connsiteY231" fmla="*/ 2183112 h 2323145"/>
              <a:gd name="connsiteX232" fmla="*/ 1473714 w 11269336"/>
              <a:gd name="connsiteY232" fmla="*/ 2179625 h 2323145"/>
              <a:gd name="connsiteX233" fmla="*/ 1449503 w 11269336"/>
              <a:gd name="connsiteY233" fmla="*/ 2182633 h 2323145"/>
              <a:gd name="connsiteX234" fmla="*/ 1266687 w 11269336"/>
              <a:gd name="connsiteY234" fmla="*/ 2212688 h 2323145"/>
              <a:gd name="connsiteX235" fmla="*/ 1239614 w 11269336"/>
              <a:gd name="connsiteY235" fmla="*/ 2209727 h 2323145"/>
              <a:gd name="connsiteX236" fmla="*/ 1202436 w 11269336"/>
              <a:gd name="connsiteY236" fmla="*/ 2209817 h 2323145"/>
              <a:gd name="connsiteX237" fmla="*/ 1136097 w 11269336"/>
              <a:gd name="connsiteY237" fmla="*/ 2205112 h 2323145"/>
              <a:gd name="connsiteX238" fmla="*/ 988232 w 11269336"/>
              <a:gd name="connsiteY238" fmla="*/ 2235635 h 2323145"/>
              <a:gd name="connsiteX239" fmla="*/ 981959 w 11269336"/>
              <a:gd name="connsiteY239" fmla="*/ 2231607 h 2323145"/>
              <a:gd name="connsiteX240" fmla="*/ 938600 w 11269336"/>
              <a:gd name="connsiteY240" fmla="*/ 2238113 h 2323145"/>
              <a:gd name="connsiteX241" fmla="*/ 791788 w 11269336"/>
              <a:gd name="connsiteY241" fmla="*/ 2293224 h 2323145"/>
              <a:gd name="connsiteX242" fmla="*/ 706914 w 11269336"/>
              <a:gd name="connsiteY242" fmla="*/ 2305046 h 2323145"/>
              <a:gd name="connsiteX243" fmla="*/ 675971 w 11269336"/>
              <a:gd name="connsiteY243" fmla="*/ 2304030 h 2323145"/>
              <a:gd name="connsiteX244" fmla="*/ 624180 w 11269336"/>
              <a:gd name="connsiteY244" fmla="*/ 2302650 h 2323145"/>
              <a:gd name="connsiteX245" fmla="*/ 583453 w 11269336"/>
              <a:gd name="connsiteY245" fmla="*/ 2288788 h 2323145"/>
              <a:gd name="connsiteX246" fmla="*/ 540946 w 11269336"/>
              <a:gd name="connsiteY246" fmla="*/ 2292721 h 2323145"/>
              <a:gd name="connsiteX247" fmla="*/ 533680 w 11269336"/>
              <a:gd name="connsiteY247" fmla="*/ 2310233 h 2323145"/>
              <a:gd name="connsiteX248" fmla="*/ 487366 w 11269336"/>
              <a:gd name="connsiteY248" fmla="*/ 2309053 h 2323145"/>
              <a:gd name="connsiteX249" fmla="*/ 416820 w 11269336"/>
              <a:gd name="connsiteY249" fmla="*/ 2305443 h 2323145"/>
              <a:gd name="connsiteX250" fmla="*/ 376805 w 11269336"/>
              <a:gd name="connsiteY250" fmla="*/ 2307647 h 2323145"/>
              <a:gd name="connsiteX251" fmla="*/ 266777 w 11269336"/>
              <a:gd name="connsiteY251" fmla="*/ 2309012 h 2323145"/>
              <a:gd name="connsiteX252" fmla="*/ 156013 w 11269336"/>
              <a:gd name="connsiteY252" fmla="*/ 2306832 h 2323145"/>
              <a:gd name="connsiteX253" fmla="*/ 87258 w 11269336"/>
              <a:gd name="connsiteY253" fmla="*/ 2285511 h 2323145"/>
              <a:gd name="connsiteX254" fmla="*/ 23798 w 11269336"/>
              <a:gd name="connsiteY254" fmla="*/ 2281822 h 2323145"/>
              <a:gd name="connsiteX255" fmla="*/ 0 w 11269336"/>
              <a:gd name="connsiteY255" fmla="*/ 2285369 h 2323145"/>
              <a:gd name="connsiteX256" fmla="*/ 0 w 11269336"/>
              <a:gd name="connsiteY25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05765 w 11269336"/>
              <a:gd name="connsiteY145" fmla="*/ 2199902 h 2323145"/>
              <a:gd name="connsiteX146" fmla="*/ 4401354 w 11269336"/>
              <a:gd name="connsiteY146" fmla="*/ 2194745 h 2323145"/>
              <a:gd name="connsiteX147" fmla="*/ 4366646 w 11269336"/>
              <a:gd name="connsiteY147" fmla="*/ 2198564 h 2323145"/>
              <a:gd name="connsiteX148" fmla="*/ 4354009 w 11269336"/>
              <a:gd name="connsiteY148" fmla="*/ 2204984 h 2323145"/>
              <a:gd name="connsiteX149" fmla="*/ 4348284 w 11269336"/>
              <a:gd name="connsiteY149" fmla="*/ 2205270 h 2323145"/>
              <a:gd name="connsiteX150" fmla="*/ 4333906 w 11269336"/>
              <a:gd name="connsiteY150" fmla="*/ 2205251 h 2323145"/>
              <a:gd name="connsiteX151" fmla="*/ 4308819 w 11269336"/>
              <a:gd name="connsiteY151" fmla="*/ 2203822 h 2323145"/>
              <a:gd name="connsiteX152" fmla="*/ 4301210 w 11269336"/>
              <a:gd name="connsiteY152" fmla="*/ 2204456 h 2323145"/>
              <a:gd name="connsiteX153" fmla="*/ 4283095 w 11269336"/>
              <a:gd name="connsiteY153" fmla="*/ 2198177 h 2323145"/>
              <a:gd name="connsiteX154" fmla="*/ 4250119 w 11269336"/>
              <a:gd name="connsiteY154" fmla="*/ 2196342 h 2323145"/>
              <a:gd name="connsiteX155" fmla="*/ 4189203 w 11269336"/>
              <a:gd name="connsiteY155" fmla="*/ 2178994 h 2323145"/>
              <a:gd name="connsiteX156" fmla="*/ 4154035 w 11269336"/>
              <a:gd name="connsiteY156" fmla="*/ 2171950 h 2323145"/>
              <a:gd name="connsiteX157" fmla="*/ 4129569 w 11269336"/>
              <a:gd name="connsiteY157" fmla="*/ 2163850 h 2323145"/>
              <a:gd name="connsiteX158" fmla="*/ 4061250 w 11269336"/>
              <a:gd name="connsiteY158" fmla="*/ 2159236 h 2323145"/>
              <a:gd name="connsiteX159" fmla="*/ 3945480 w 11269336"/>
              <a:gd name="connsiteY159" fmla="*/ 2158279 h 2323145"/>
              <a:gd name="connsiteX160" fmla="*/ 3921468 w 11269336"/>
              <a:gd name="connsiteY160" fmla="*/ 2156588 h 2323145"/>
              <a:gd name="connsiteX161" fmla="*/ 3903348 w 11269336"/>
              <a:gd name="connsiteY161" fmla="*/ 2149220 h 2323145"/>
              <a:gd name="connsiteX162" fmla="*/ 3901342 w 11269336"/>
              <a:gd name="connsiteY162" fmla="*/ 2142355 h 2323145"/>
              <a:gd name="connsiteX163" fmla="*/ 3888539 w 11269336"/>
              <a:gd name="connsiteY163" fmla="*/ 2140476 h 2323145"/>
              <a:gd name="connsiteX164" fmla="*/ 3885662 w 11269336"/>
              <a:gd name="connsiteY164" fmla="*/ 2138740 h 2323145"/>
              <a:gd name="connsiteX165" fmla="*/ 3868627 w 11269336"/>
              <a:gd name="connsiteY165" fmla="*/ 2130023 h 2323145"/>
              <a:gd name="connsiteX166" fmla="*/ 3819177 w 11269336"/>
              <a:gd name="connsiteY166" fmla="*/ 2142111 h 2323145"/>
              <a:gd name="connsiteX167" fmla="*/ 3769100 w 11269336"/>
              <a:gd name="connsiteY167" fmla="*/ 2131731 h 2323145"/>
              <a:gd name="connsiteX168" fmla="*/ 3562752 w 11269336"/>
              <a:gd name="connsiteY168" fmla="*/ 2131785 h 2323145"/>
              <a:gd name="connsiteX169" fmla="*/ 3541402 w 11269336"/>
              <a:gd name="connsiteY169" fmla="*/ 2106821 h 2323145"/>
              <a:gd name="connsiteX170" fmla="*/ 3365341 w 11269336"/>
              <a:gd name="connsiteY170" fmla="*/ 2077638 h 2323145"/>
              <a:gd name="connsiteX171" fmla="*/ 3170922 w 11269336"/>
              <a:gd name="connsiteY171" fmla="*/ 2115957 h 2323145"/>
              <a:gd name="connsiteX172" fmla="*/ 3156256 w 11269336"/>
              <a:gd name="connsiteY172" fmla="*/ 2124773 h 2323145"/>
              <a:gd name="connsiteX173" fmla="*/ 3140298 w 11269336"/>
              <a:gd name="connsiteY173" fmla="*/ 2129182 h 2323145"/>
              <a:gd name="connsiteX174" fmla="*/ 3138514 w 11269336"/>
              <a:gd name="connsiteY174" fmla="*/ 2128069 h 2323145"/>
              <a:gd name="connsiteX175" fmla="*/ 3120467 w 11269336"/>
              <a:gd name="connsiteY175" fmla="*/ 2128281 h 2323145"/>
              <a:gd name="connsiteX176" fmla="*/ 3116175 w 11269336"/>
              <a:gd name="connsiteY176" fmla="*/ 2131633 h 2323145"/>
              <a:gd name="connsiteX177" fmla="*/ 3103685 w 11269336"/>
              <a:gd name="connsiteY177" fmla="*/ 2132814 h 2323145"/>
              <a:gd name="connsiteX178" fmla="*/ 3078794 w 11269336"/>
              <a:gd name="connsiteY178" fmla="*/ 2137935 h 2323145"/>
              <a:gd name="connsiteX179" fmla="*/ 3074407 w 11269336"/>
              <a:gd name="connsiteY179" fmla="*/ 2136274 h 2323145"/>
              <a:gd name="connsiteX180" fmla="*/ 3037285 w 11269336"/>
              <a:gd name="connsiteY180" fmla="*/ 2139919 h 2323145"/>
              <a:gd name="connsiteX181" fmla="*/ 3036901 w 11269336"/>
              <a:gd name="connsiteY181" fmla="*/ 2138726 h 2323145"/>
              <a:gd name="connsiteX182" fmla="*/ 3026996 w 11269336"/>
              <a:gd name="connsiteY182" fmla="*/ 2134322 h 2323145"/>
              <a:gd name="connsiteX183" fmla="*/ 3007772 w 11269336"/>
              <a:gd name="connsiteY183" fmla="*/ 2128742 h 2323145"/>
              <a:gd name="connsiteX184" fmla="*/ 2965030 w 11269336"/>
              <a:gd name="connsiteY184" fmla="*/ 2100494 h 2323145"/>
              <a:gd name="connsiteX185" fmla="*/ 2926342 w 11269336"/>
              <a:gd name="connsiteY185" fmla="*/ 2104155 h 2323145"/>
              <a:gd name="connsiteX186" fmla="*/ 2918608 w 11269336"/>
              <a:gd name="connsiteY186" fmla="*/ 2104215 h 2323145"/>
              <a:gd name="connsiteX187" fmla="*/ 2918475 w 11269336"/>
              <a:gd name="connsiteY187" fmla="*/ 2103937 h 2323145"/>
              <a:gd name="connsiteX188" fmla="*/ 2910360 w 11269336"/>
              <a:gd name="connsiteY188" fmla="*/ 2103444 h 2323145"/>
              <a:gd name="connsiteX189" fmla="*/ 2904507 w 11269336"/>
              <a:gd name="connsiteY189" fmla="*/ 2104326 h 2323145"/>
              <a:gd name="connsiteX190" fmla="*/ 2889503 w 11269336"/>
              <a:gd name="connsiteY190" fmla="*/ 2104443 h 2323145"/>
              <a:gd name="connsiteX191" fmla="*/ 2884480 w 11269336"/>
              <a:gd name="connsiteY191" fmla="*/ 2102626 h 2323145"/>
              <a:gd name="connsiteX192" fmla="*/ 2882689 w 11269336"/>
              <a:gd name="connsiteY192" fmla="*/ 2099228 h 2323145"/>
              <a:gd name="connsiteX193" fmla="*/ 2881291 w 11269336"/>
              <a:gd name="connsiteY193" fmla="*/ 2099618 h 2323145"/>
              <a:gd name="connsiteX194" fmla="*/ 2853979 w 11269336"/>
              <a:gd name="connsiteY194" fmla="*/ 2090388 h 2323145"/>
              <a:gd name="connsiteX195" fmla="*/ 2791790 w 11269336"/>
              <a:gd name="connsiteY195" fmla="*/ 2080332 h 2323145"/>
              <a:gd name="connsiteX196" fmla="*/ 2755844 w 11269336"/>
              <a:gd name="connsiteY196" fmla="*/ 2078874 h 2323145"/>
              <a:gd name="connsiteX197" fmla="*/ 2657742 w 11269336"/>
              <a:gd name="connsiteY197" fmla="*/ 2070179 h 2323145"/>
              <a:gd name="connsiteX198" fmla="*/ 2559549 w 11269336"/>
              <a:gd name="connsiteY198" fmla="*/ 2057873 h 2323145"/>
              <a:gd name="connsiteX199" fmla="*/ 2512054 w 11269336"/>
              <a:gd name="connsiteY199" fmla="*/ 2031671 h 2323145"/>
              <a:gd name="connsiteX200" fmla="*/ 2506437 w 11269336"/>
              <a:gd name="connsiteY200" fmla="*/ 2030918 h 2323145"/>
              <a:gd name="connsiteX201" fmla="*/ 2491752 w 11269336"/>
              <a:gd name="connsiteY201" fmla="*/ 2033906 h 2323145"/>
              <a:gd name="connsiteX202" fmla="*/ 2486338 w 11269336"/>
              <a:gd name="connsiteY202" fmla="*/ 2035862 h 2323145"/>
              <a:gd name="connsiteX203" fmla="*/ 2478186 w 11269336"/>
              <a:gd name="connsiteY203" fmla="*/ 2036953 h 2323145"/>
              <a:gd name="connsiteX204" fmla="*/ 2477950 w 11269336"/>
              <a:gd name="connsiteY204" fmla="*/ 2036715 h 2323145"/>
              <a:gd name="connsiteX205" fmla="*/ 2470381 w 11269336"/>
              <a:gd name="connsiteY205" fmla="*/ 2038256 h 2323145"/>
              <a:gd name="connsiteX206" fmla="*/ 2433781 w 11269336"/>
              <a:gd name="connsiteY206" fmla="*/ 2049140 h 2323145"/>
              <a:gd name="connsiteX207" fmla="*/ 2381172 w 11269336"/>
              <a:gd name="connsiteY207" fmla="*/ 2030645 h 2323145"/>
              <a:gd name="connsiteX208" fmla="*/ 2360198 w 11269336"/>
              <a:gd name="connsiteY208" fmla="*/ 2029059 h 2323145"/>
              <a:gd name="connsiteX209" fmla="*/ 2348815 w 11269336"/>
              <a:gd name="connsiteY209" fmla="*/ 2026798 h 2323145"/>
              <a:gd name="connsiteX210" fmla="*/ 2347988 w 11269336"/>
              <a:gd name="connsiteY210" fmla="*/ 2025745 h 2323145"/>
              <a:gd name="connsiteX211" fmla="*/ 2312920 w 11269336"/>
              <a:gd name="connsiteY211" fmla="*/ 2036311 h 2323145"/>
              <a:gd name="connsiteX212" fmla="*/ 2307986 w 11269336"/>
              <a:gd name="connsiteY212" fmla="*/ 2035583 h 2323145"/>
              <a:gd name="connsiteX213" fmla="*/ 2285481 w 11269336"/>
              <a:gd name="connsiteY213" fmla="*/ 2045197 h 2323145"/>
              <a:gd name="connsiteX214" fmla="*/ 2273666 w 11269336"/>
              <a:gd name="connsiteY214" fmla="*/ 2048710 h 2323145"/>
              <a:gd name="connsiteX215" fmla="*/ 2270719 w 11269336"/>
              <a:gd name="connsiteY215" fmla="*/ 2052702 h 2323145"/>
              <a:gd name="connsiteX216" fmla="*/ 2253080 w 11269336"/>
              <a:gd name="connsiteY216" fmla="*/ 2056363 h 2323145"/>
              <a:gd name="connsiteX217" fmla="*/ 2250906 w 11269336"/>
              <a:gd name="connsiteY217" fmla="*/ 2055654 h 2323145"/>
              <a:gd name="connsiteX218" fmla="*/ 2236905 w 11269336"/>
              <a:gd name="connsiteY218" fmla="*/ 2062882 h 2323145"/>
              <a:gd name="connsiteX219" fmla="*/ 2225830 w 11269336"/>
              <a:gd name="connsiteY219" fmla="*/ 2074027 h 2323145"/>
              <a:gd name="connsiteX220" fmla="*/ 2073776 w 11269336"/>
              <a:gd name="connsiteY220" fmla="*/ 2089244 h 2323145"/>
              <a:gd name="connsiteX221" fmla="*/ 1948256 w 11269336"/>
              <a:gd name="connsiteY221" fmla="*/ 2146616 h 2323145"/>
              <a:gd name="connsiteX222" fmla="*/ 1865582 w 11269336"/>
              <a:gd name="connsiteY222" fmla="*/ 2153738 h 2323145"/>
              <a:gd name="connsiteX223" fmla="*/ 1835210 w 11269336"/>
              <a:gd name="connsiteY223" fmla="*/ 2134244 h 2323145"/>
              <a:gd name="connsiteX224" fmla="*/ 1632661 w 11269336"/>
              <a:gd name="connsiteY224" fmla="*/ 2173882 h 2323145"/>
              <a:gd name="connsiteX225" fmla="*/ 1579590 w 11269336"/>
              <a:gd name="connsiteY225" fmla="*/ 2173680 h 2323145"/>
              <a:gd name="connsiteX226" fmla="*/ 1535601 w 11269336"/>
              <a:gd name="connsiteY226" fmla="*/ 2194590 h 2323145"/>
              <a:gd name="connsiteX227" fmla="*/ 1515594 w 11269336"/>
              <a:gd name="connsiteY227" fmla="*/ 2189622 h 2323145"/>
              <a:gd name="connsiteX228" fmla="*/ 1512113 w 11269336"/>
              <a:gd name="connsiteY228" fmla="*/ 2188534 h 2323145"/>
              <a:gd name="connsiteX229" fmla="*/ 1498838 w 11269336"/>
              <a:gd name="connsiteY229" fmla="*/ 2189213 h 2323145"/>
              <a:gd name="connsiteX230" fmla="*/ 1494279 w 11269336"/>
              <a:gd name="connsiteY230" fmla="*/ 2183112 h 2323145"/>
              <a:gd name="connsiteX231" fmla="*/ 1473714 w 11269336"/>
              <a:gd name="connsiteY231" fmla="*/ 2179625 h 2323145"/>
              <a:gd name="connsiteX232" fmla="*/ 1449503 w 11269336"/>
              <a:gd name="connsiteY232" fmla="*/ 2182633 h 2323145"/>
              <a:gd name="connsiteX233" fmla="*/ 1266687 w 11269336"/>
              <a:gd name="connsiteY233" fmla="*/ 2212688 h 2323145"/>
              <a:gd name="connsiteX234" fmla="*/ 1239614 w 11269336"/>
              <a:gd name="connsiteY234" fmla="*/ 2209727 h 2323145"/>
              <a:gd name="connsiteX235" fmla="*/ 1202436 w 11269336"/>
              <a:gd name="connsiteY235" fmla="*/ 2209817 h 2323145"/>
              <a:gd name="connsiteX236" fmla="*/ 1136097 w 11269336"/>
              <a:gd name="connsiteY236" fmla="*/ 2205112 h 2323145"/>
              <a:gd name="connsiteX237" fmla="*/ 988232 w 11269336"/>
              <a:gd name="connsiteY237" fmla="*/ 2235635 h 2323145"/>
              <a:gd name="connsiteX238" fmla="*/ 981959 w 11269336"/>
              <a:gd name="connsiteY238" fmla="*/ 2231607 h 2323145"/>
              <a:gd name="connsiteX239" fmla="*/ 938600 w 11269336"/>
              <a:gd name="connsiteY239" fmla="*/ 2238113 h 2323145"/>
              <a:gd name="connsiteX240" fmla="*/ 791788 w 11269336"/>
              <a:gd name="connsiteY240" fmla="*/ 2293224 h 2323145"/>
              <a:gd name="connsiteX241" fmla="*/ 706914 w 11269336"/>
              <a:gd name="connsiteY241" fmla="*/ 2305046 h 2323145"/>
              <a:gd name="connsiteX242" fmla="*/ 675971 w 11269336"/>
              <a:gd name="connsiteY242" fmla="*/ 2304030 h 2323145"/>
              <a:gd name="connsiteX243" fmla="*/ 624180 w 11269336"/>
              <a:gd name="connsiteY243" fmla="*/ 2302650 h 2323145"/>
              <a:gd name="connsiteX244" fmla="*/ 583453 w 11269336"/>
              <a:gd name="connsiteY244" fmla="*/ 2288788 h 2323145"/>
              <a:gd name="connsiteX245" fmla="*/ 540946 w 11269336"/>
              <a:gd name="connsiteY245" fmla="*/ 2292721 h 2323145"/>
              <a:gd name="connsiteX246" fmla="*/ 533680 w 11269336"/>
              <a:gd name="connsiteY246" fmla="*/ 2310233 h 2323145"/>
              <a:gd name="connsiteX247" fmla="*/ 487366 w 11269336"/>
              <a:gd name="connsiteY247" fmla="*/ 2309053 h 2323145"/>
              <a:gd name="connsiteX248" fmla="*/ 416820 w 11269336"/>
              <a:gd name="connsiteY248" fmla="*/ 2305443 h 2323145"/>
              <a:gd name="connsiteX249" fmla="*/ 376805 w 11269336"/>
              <a:gd name="connsiteY249" fmla="*/ 2307647 h 2323145"/>
              <a:gd name="connsiteX250" fmla="*/ 266777 w 11269336"/>
              <a:gd name="connsiteY250" fmla="*/ 2309012 h 2323145"/>
              <a:gd name="connsiteX251" fmla="*/ 156013 w 11269336"/>
              <a:gd name="connsiteY251" fmla="*/ 2306832 h 2323145"/>
              <a:gd name="connsiteX252" fmla="*/ 87258 w 11269336"/>
              <a:gd name="connsiteY252" fmla="*/ 2285511 h 2323145"/>
              <a:gd name="connsiteX253" fmla="*/ 23798 w 11269336"/>
              <a:gd name="connsiteY253" fmla="*/ 2281822 h 2323145"/>
              <a:gd name="connsiteX254" fmla="*/ 0 w 11269336"/>
              <a:gd name="connsiteY254" fmla="*/ 2285369 h 2323145"/>
              <a:gd name="connsiteX255" fmla="*/ 0 w 11269336"/>
              <a:gd name="connsiteY25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05765 w 11269336"/>
              <a:gd name="connsiteY144" fmla="*/ 2199902 h 2323145"/>
              <a:gd name="connsiteX145" fmla="*/ 4401354 w 11269336"/>
              <a:gd name="connsiteY145" fmla="*/ 2194745 h 2323145"/>
              <a:gd name="connsiteX146" fmla="*/ 4366646 w 11269336"/>
              <a:gd name="connsiteY146" fmla="*/ 2198564 h 2323145"/>
              <a:gd name="connsiteX147" fmla="*/ 4354009 w 11269336"/>
              <a:gd name="connsiteY147" fmla="*/ 2204984 h 2323145"/>
              <a:gd name="connsiteX148" fmla="*/ 4348284 w 11269336"/>
              <a:gd name="connsiteY148" fmla="*/ 2205270 h 2323145"/>
              <a:gd name="connsiteX149" fmla="*/ 4333906 w 11269336"/>
              <a:gd name="connsiteY149" fmla="*/ 2205251 h 2323145"/>
              <a:gd name="connsiteX150" fmla="*/ 4308819 w 11269336"/>
              <a:gd name="connsiteY150" fmla="*/ 2203822 h 2323145"/>
              <a:gd name="connsiteX151" fmla="*/ 4301210 w 11269336"/>
              <a:gd name="connsiteY151" fmla="*/ 2204456 h 2323145"/>
              <a:gd name="connsiteX152" fmla="*/ 4283095 w 11269336"/>
              <a:gd name="connsiteY152" fmla="*/ 2198177 h 2323145"/>
              <a:gd name="connsiteX153" fmla="*/ 4250119 w 11269336"/>
              <a:gd name="connsiteY153" fmla="*/ 2196342 h 2323145"/>
              <a:gd name="connsiteX154" fmla="*/ 4189203 w 11269336"/>
              <a:gd name="connsiteY154" fmla="*/ 2178994 h 2323145"/>
              <a:gd name="connsiteX155" fmla="*/ 4154035 w 11269336"/>
              <a:gd name="connsiteY155" fmla="*/ 2171950 h 2323145"/>
              <a:gd name="connsiteX156" fmla="*/ 4129569 w 11269336"/>
              <a:gd name="connsiteY156" fmla="*/ 2163850 h 2323145"/>
              <a:gd name="connsiteX157" fmla="*/ 4061250 w 11269336"/>
              <a:gd name="connsiteY157" fmla="*/ 2159236 h 2323145"/>
              <a:gd name="connsiteX158" fmla="*/ 3945480 w 11269336"/>
              <a:gd name="connsiteY158" fmla="*/ 2158279 h 2323145"/>
              <a:gd name="connsiteX159" fmla="*/ 3921468 w 11269336"/>
              <a:gd name="connsiteY159" fmla="*/ 2156588 h 2323145"/>
              <a:gd name="connsiteX160" fmla="*/ 3903348 w 11269336"/>
              <a:gd name="connsiteY160" fmla="*/ 2149220 h 2323145"/>
              <a:gd name="connsiteX161" fmla="*/ 3901342 w 11269336"/>
              <a:gd name="connsiteY161" fmla="*/ 2142355 h 2323145"/>
              <a:gd name="connsiteX162" fmla="*/ 3888539 w 11269336"/>
              <a:gd name="connsiteY162" fmla="*/ 2140476 h 2323145"/>
              <a:gd name="connsiteX163" fmla="*/ 3885662 w 11269336"/>
              <a:gd name="connsiteY163" fmla="*/ 2138740 h 2323145"/>
              <a:gd name="connsiteX164" fmla="*/ 3868627 w 11269336"/>
              <a:gd name="connsiteY164" fmla="*/ 2130023 h 2323145"/>
              <a:gd name="connsiteX165" fmla="*/ 3819177 w 11269336"/>
              <a:gd name="connsiteY165" fmla="*/ 2142111 h 2323145"/>
              <a:gd name="connsiteX166" fmla="*/ 3769100 w 11269336"/>
              <a:gd name="connsiteY166" fmla="*/ 2131731 h 2323145"/>
              <a:gd name="connsiteX167" fmla="*/ 3562752 w 11269336"/>
              <a:gd name="connsiteY167" fmla="*/ 2131785 h 2323145"/>
              <a:gd name="connsiteX168" fmla="*/ 3541402 w 11269336"/>
              <a:gd name="connsiteY168" fmla="*/ 2106821 h 2323145"/>
              <a:gd name="connsiteX169" fmla="*/ 3365341 w 11269336"/>
              <a:gd name="connsiteY169" fmla="*/ 2077638 h 2323145"/>
              <a:gd name="connsiteX170" fmla="*/ 3170922 w 11269336"/>
              <a:gd name="connsiteY170" fmla="*/ 2115957 h 2323145"/>
              <a:gd name="connsiteX171" fmla="*/ 3156256 w 11269336"/>
              <a:gd name="connsiteY171" fmla="*/ 2124773 h 2323145"/>
              <a:gd name="connsiteX172" fmla="*/ 3140298 w 11269336"/>
              <a:gd name="connsiteY172" fmla="*/ 2129182 h 2323145"/>
              <a:gd name="connsiteX173" fmla="*/ 3138514 w 11269336"/>
              <a:gd name="connsiteY173" fmla="*/ 2128069 h 2323145"/>
              <a:gd name="connsiteX174" fmla="*/ 3120467 w 11269336"/>
              <a:gd name="connsiteY174" fmla="*/ 2128281 h 2323145"/>
              <a:gd name="connsiteX175" fmla="*/ 3116175 w 11269336"/>
              <a:gd name="connsiteY175" fmla="*/ 2131633 h 2323145"/>
              <a:gd name="connsiteX176" fmla="*/ 3103685 w 11269336"/>
              <a:gd name="connsiteY176" fmla="*/ 2132814 h 2323145"/>
              <a:gd name="connsiteX177" fmla="*/ 3078794 w 11269336"/>
              <a:gd name="connsiteY177" fmla="*/ 2137935 h 2323145"/>
              <a:gd name="connsiteX178" fmla="*/ 3074407 w 11269336"/>
              <a:gd name="connsiteY178" fmla="*/ 2136274 h 2323145"/>
              <a:gd name="connsiteX179" fmla="*/ 3037285 w 11269336"/>
              <a:gd name="connsiteY179" fmla="*/ 2139919 h 2323145"/>
              <a:gd name="connsiteX180" fmla="*/ 3036901 w 11269336"/>
              <a:gd name="connsiteY180" fmla="*/ 2138726 h 2323145"/>
              <a:gd name="connsiteX181" fmla="*/ 3026996 w 11269336"/>
              <a:gd name="connsiteY181" fmla="*/ 2134322 h 2323145"/>
              <a:gd name="connsiteX182" fmla="*/ 3007772 w 11269336"/>
              <a:gd name="connsiteY182" fmla="*/ 2128742 h 2323145"/>
              <a:gd name="connsiteX183" fmla="*/ 2965030 w 11269336"/>
              <a:gd name="connsiteY183" fmla="*/ 2100494 h 2323145"/>
              <a:gd name="connsiteX184" fmla="*/ 2926342 w 11269336"/>
              <a:gd name="connsiteY184" fmla="*/ 2104155 h 2323145"/>
              <a:gd name="connsiteX185" fmla="*/ 2918608 w 11269336"/>
              <a:gd name="connsiteY185" fmla="*/ 2104215 h 2323145"/>
              <a:gd name="connsiteX186" fmla="*/ 2918475 w 11269336"/>
              <a:gd name="connsiteY186" fmla="*/ 2103937 h 2323145"/>
              <a:gd name="connsiteX187" fmla="*/ 2910360 w 11269336"/>
              <a:gd name="connsiteY187" fmla="*/ 2103444 h 2323145"/>
              <a:gd name="connsiteX188" fmla="*/ 2904507 w 11269336"/>
              <a:gd name="connsiteY188" fmla="*/ 2104326 h 2323145"/>
              <a:gd name="connsiteX189" fmla="*/ 2889503 w 11269336"/>
              <a:gd name="connsiteY189" fmla="*/ 2104443 h 2323145"/>
              <a:gd name="connsiteX190" fmla="*/ 2884480 w 11269336"/>
              <a:gd name="connsiteY190" fmla="*/ 2102626 h 2323145"/>
              <a:gd name="connsiteX191" fmla="*/ 2882689 w 11269336"/>
              <a:gd name="connsiteY191" fmla="*/ 2099228 h 2323145"/>
              <a:gd name="connsiteX192" fmla="*/ 2881291 w 11269336"/>
              <a:gd name="connsiteY192" fmla="*/ 2099618 h 2323145"/>
              <a:gd name="connsiteX193" fmla="*/ 2853979 w 11269336"/>
              <a:gd name="connsiteY193" fmla="*/ 2090388 h 2323145"/>
              <a:gd name="connsiteX194" fmla="*/ 2791790 w 11269336"/>
              <a:gd name="connsiteY194" fmla="*/ 2080332 h 2323145"/>
              <a:gd name="connsiteX195" fmla="*/ 2755844 w 11269336"/>
              <a:gd name="connsiteY195" fmla="*/ 2078874 h 2323145"/>
              <a:gd name="connsiteX196" fmla="*/ 2657742 w 11269336"/>
              <a:gd name="connsiteY196" fmla="*/ 2070179 h 2323145"/>
              <a:gd name="connsiteX197" fmla="*/ 2559549 w 11269336"/>
              <a:gd name="connsiteY197" fmla="*/ 2057873 h 2323145"/>
              <a:gd name="connsiteX198" fmla="*/ 2512054 w 11269336"/>
              <a:gd name="connsiteY198" fmla="*/ 2031671 h 2323145"/>
              <a:gd name="connsiteX199" fmla="*/ 2506437 w 11269336"/>
              <a:gd name="connsiteY199" fmla="*/ 2030918 h 2323145"/>
              <a:gd name="connsiteX200" fmla="*/ 2491752 w 11269336"/>
              <a:gd name="connsiteY200" fmla="*/ 2033906 h 2323145"/>
              <a:gd name="connsiteX201" fmla="*/ 2486338 w 11269336"/>
              <a:gd name="connsiteY201" fmla="*/ 2035862 h 2323145"/>
              <a:gd name="connsiteX202" fmla="*/ 2478186 w 11269336"/>
              <a:gd name="connsiteY202" fmla="*/ 2036953 h 2323145"/>
              <a:gd name="connsiteX203" fmla="*/ 2477950 w 11269336"/>
              <a:gd name="connsiteY203" fmla="*/ 2036715 h 2323145"/>
              <a:gd name="connsiteX204" fmla="*/ 2470381 w 11269336"/>
              <a:gd name="connsiteY204" fmla="*/ 2038256 h 2323145"/>
              <a:gd name="connsiteX205" fmla="*/ 2433781 w 11269336"/>
              <a:gd name="connsiteY205" fmla="*/ 2049140 h 2323145"/>
              <a:gd name="connsiteX206" fmla="*/ 2381172 w 11269336"/>
              <a:gd name="connsiteY206" fmla="*/ 2030645 h 2323145"/>
              <a:gd name="connsiteX207" fmla="*/ 2360198 w 11269336"/>
              <a:gd name="connsiteY207" fmla="*/ 2029059 h 2323145"/>
              <a:gd name="connsiteX208" fmla="*/ 2348815 w 11269336"/>
              <a:gd name="connsiteY208" fmla="*/ 2026798 h 2323145"/>
              <a:gd name="connsiteX209" fmla="*/ 2347988 w 11269336"/>
              <a:gd name="connsiteY209" fmla="*/ 2025745 h 2323145"/>
              <a:gd name="connsiteX210" fmla="*/ 2312920 w 11269336"/>
              <a:gd name="connsiteY210" fmla="*/ 2036311 h 2323145"/>
              <a:gd name="connsiteX211" fmla="*/ 2307986 w 11269336"/>
              <a:gd name="connsiteY211" fmla="*/ 2035583 h 2323145"/>
              <a:gd name="connsiteX212" fmla="*/ 2285481 w 11269336"/>
              <a:gd name="connsiteY212" fmla="*/ 2045197 h 2323145"/>
              <a:gd name="connsiteX213" fmla="*/ 2273666 w 11269336"/>
              <a:gd name="connsiteY213" fmla="*/ 2048710 h 2323145"/>
              <a:gd name="connsiteX214" fmla="*/ 2270719 w 11269336"/>
              <a:gd name="connsiteY214" fmla="*/ 2052702 h 2323145"/>
              <a:gd name="connsiteX215" fmla="*/ 2253080 w 11269336"/>
              <a:gd name="connsiteY215" fmla="*/ 2056363 h 2323145"/>
              <a:gd name="connsiteX216" fmla="*/ 2250906 w 11269336"/>
              <a:gd name="connsiteY216" fmla="*/ 2055654 h 2323145"/>
              <a:gd name="connsiteX217" fmla="*/ 2236905 w 11269336"/>
              <a:gd name="connsiteY217" fmla="*/ 2062882 h 2323145"/>
              <a:gd name="connsiteX218" fmla="*/ 2225830 w 11269336"/>
              <a:gd name="connsiteY218" fmla="*/ 2074027 h 2323145"/>
              <a:gd name="connsiteX219" fmla="*/ 2073776 w 11269336"/>
              <a:gd name="connsiteY219" fmla="*/ 2089244 h 2323145"/>
              <a:gd name="connsiteX220" fmla="*/ 1948256 w 11269336"/>
              <a:gd name="connsiteY220" fmla="*/ 2146616 h 2323145"/>
              <a:gd name="connsiteX221" fmla="*/ 1865582 w 11269336"/>
              <a:gd name="connsiteY221" fmla="*/ 2153738 h 2323145"/>
              <a:gd name="connsiteX222" fmla="*/ 1835210 w 11269336"/>
              <a:gd name="connsiteY222" fmla="*/ 2134244 h 2323145"/>
              <a:gd name="connsiteX223" fmla="*/ 1632661 w 11269336"/>
              <a:gd name="connsiteY223" fmla="*/ 2173882 h 2323145"/>
              <a:gd name="connsiteX224" fmla="*/ 1579590 w 11269336"/>
              <a:gd name="connsiteY224" fmla="*/ 2173680 h 2323145"/>
              <a:gd name="connsiteX225" fmla="*/ 1535601 w 11269336"/>
              <a:gd name="connsiteY225" fmla="*/ 2194590 h 2323145"/>
              <a:gd name="connsiteX226" fmla="*/ 1515594 w 11269336"/>
              <a:gd name="connsiteY226" fmla="*/ 2189622 h 2323145"/>
              <a:gd name="connsiteX227" fmla="*/ 1512113 w 11269336"/>
              <a:gd name="connsiteY227" fmla="*/ 2188534 h 2323145"/>
              <a:gd name="connsiteX228" fmla="*/ 1498838 w 11269336"/>
              <a:gd name="connsiteY228" fmla="*/ 2189213 h 2323145"/>
              <a:gd name="connsiteX229" fmla="*/ 1494279 w 11269336"/>
              <a:gd name="connsiteY229" fmla="*/ 2183112 h 2323145"/>
              <a:gd name="connsiteX230" fmla="*/ 1473714 w 11269336"/>
              <a:gd name="connsiteY230" fmla="*/ 2179625 h 2323145"/>
              <a:gd name="connsiteX231" fmla="*/ 1449503 w 11269336"/>
              <a:gd name="connsiteY231" fmla="*/ 2182633 h 2323145"/>
              <a:gd name="connsiteX232" fmla="*/ 1266687 w 11269336"/>
              <a:gd name="connsiteY232" fmla="*/ 2212688 h 2323145"/>
              <a:gd name="connsiteX233" fmla="*/ 1239614 w 11269336"/>
              <a:gd name="connsiteY233" fmla="*/ 2209727 h 2323145"/>
              <a:gd name="connsiteX234" fmla="*/ 1202436 w 11269336"/>
              <a:gd name="connsiteY234" fmla="*/ 2209817 h 2323145"/>
              <a:gd name="connsiteX235" fmla="*/ 1136097 w 11269336"/>
              <a:gd name="connsiteY235" fmla="*/ 2205112 h 2323145"/>
              <a:gd name="connsiteX236" fmla="*/ 988232 w 11269336"/>
              <a:gd name="connsiteY236" fmla="*/ 2235635 h 2323145"/>
              <a:gd name="connsiteX237" fmla="*/ 981959 w 11269336"/>
              <a:gd name="connsiteY237" fmla="*/ 2231607 h 2323145"/>
              <a:gd name="connsiteX238" fmla="*/ 938600 w 11269336"/>
              <a:gd name="connsiteY238" fmla="*/ 2238113 h 2323145"/>
              <a:gd name="connsiteX239" fmla="*/ 791788 w 11269336"/>
              <a:gd name="connsiteY239" fmla="*/ 2293224 h 2323145"/>
              <a:gd name="connsiteX240" fmla="*/ 706914 w 11269336"/>
              <a:gd name="connsiteY240" fmla="*/ 2305046 h 2323145"/>
              <a:gd name="connsiteX241" fmla="*/ 675971 w 11269336"/>
              <a:gd name="connsiteY241" fmla="*/ 2304030 h 2323145"/>
              <a:gd name="connsiteX242" fmla="*/ 624180 w 11269336"/>
              <a:gd name="connsiteY242" fmla="*/ 2302650 h 2323145"/>
              <a:gd name="connsiteX243" fmla="*/ 583453 w 11269336"/>
              <a:gd name="connsiteY243" fmla="*/ 2288788 h 2323145"/>
              <a:gd name="connsiteX244" fmla="*/ 540946 w 11269336"/>
              <a:gd name="connsiteY244" fmla="*/ 2292721 h 2323145"/>
              <a:gd name="connsiteX245" fmla="*/ 533680 w 11269336"/>
              <a:gd name="connsiteY245" fmla="*/ 2310233 h 2323145"/>
              <a:gd name="connsiteX246" fmla="*/ 487366 w 11269336"/>
              <a:gd name="connsiteY246" fmla="*/ 2309053 h 2323145"/>
              <a:gd name="connsiteX247" fmla="*/ 416820 w 11269336"/>
              <a:gd name="connsiteY247" fmla="*/ 2305443 h 2323145"/>
              <a:gd name="connsiteX248" fmla="*/ 376805 w 11269336"/>
              <a:gd name="connsiteY248" fmla="*/ 2307647 h 2323145"/>
              <a:gd name="connsiteX249" fmla="*/ 266777 w 11269336"/>
              <a:gd name="connsiteY249" fmla="*/ 2309012 h 2323145"/>
              <a:gd name="connsiteX250" fmla="*/ 156013 w 11269336"/>
              <a:gd name="connsiteY250" fmla="*/ 2306832 h 2323145"/>
              <a:gd name="connsiteX251" fmla="*/ 87258 w 11269336"/>
              <a:gd name="connsiteY251" fmla="*/ 2285511 h 2323145"/>
              <a:gd name="connsiteX252" fmla="*/ 23798 w 11269336"/>
              <a:gd name="connsiteY252" fmla="*/ 2281822 h 2323145"/>
              <a:gd name="connsiteX253" fmla="*/ 0 w 11269336"/>
              <a:gd name="connsiteY253" fmla="*/ 2285369 h 2323145"/>
              <a:gd name="connsiteX254" fmla="*/ 0 w 11269336"/>
              <a:gd name="connsiteY25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67257 w 11269336"/>
              <a:gd name="connsiteY142" fmla="*/ 2196121 h 2323145"/>
              <a:gd name="connsiteX143" fmla="*/ 4405765 w 11269336"/>
              <a:gd name="connsiteY143" fmla="*/ 2199902 h 2323145"/>
              <a:gd name="connsiteX144" fmla="*/ 4401354 w 11269336"/>
              <a:gd name="connsiteY144" fmla="*/ 2194745 h 2323145"/>
              <a:gd name="connsiteX145" fmla="*/ 4366646 w 11269336"/>
              <a:gd name="connsiteY145" fmla="*/ 2198564 h 2323145"/>
              <a:gd name="connsiteX146" fmla="*/ 4354009 w 11269336"/>
              <a:gd name="connsiteY146" fmla="*/ 2204984 h 2323145"/>
              <a:gd name="connsiteX147" fmla="*/ 4348284 w 11269336"/>
              <a:gd name="connsiteY147" fmla="*/ 2205270 h 2323145"/>
              <a:gd name="connsiteX148" fmla="*/ 4333906 w 11269336"/>
              <a:gd name="connsiteY148" fmla="*/ 2205251 h 2323145"/>
              <a:gd name="connsiteX149" fmla="*/ 4308819 w 11269336"/>
              <a:gd name="connsiteY149" fmla="*/ 2203822 h 2323145"/>
              <a:gd name="connsiteX150" fmla="*/ 4301210 w 11269336"/>
              <a:gd name="connsiteY150" fmla="*/ 2204456 h 2323145"/>
              <a:gd name="connsiteX151" fmla="*/ 4283095 w 11269336"/>
              <a:gd name="connsiteY151" fmla="*/ 2198177 h 2323145"/>
              <a:gd name="connsiteX152" fmla="*/ 4250119 w 11269336"/>
              <a:gd name="connsiteY152" fmla="*/ 2196342 h 2323145"/>
              <a:gd name="connsiteX153" fmla="*/ 4189203 w 11269336"/>
              <a:gd name="connsiteY153" fmla="*/ 2178994 h 2323145"/>
              <a:gd name="connsiteX154" fmla="*/ 4154035 w 11269336"/>
              <a:gd name="connsiteY154" fmla="*/ 2171950 h 2323145"/>
              <a:gd name="connsiteX155" fmla="*/ 4129569 w 11269336"/>
              <a:gd name="connsiteY155" fmla="*/ 2163850 h 2323145"/>
              <a:gd name="connsiteX156" fmla="*/ 4061250 w 11269336"/>
              <a:gd name="connsiteY156" fmla="*/ 2159236 h 2323145"/>
              <a:gd name="connsiteX157" fmla="*/ 3945480 w 11269336"/>
              <a:gd name="connsiteY157" fmla="*/ 2158279 h 2323145"/>
              <a:gd name="connsiteX158" fmla="*/ 3921468 w 11269336"/>
              <a:gd name="connsiteY158" fmla="*/ 2156588 h 2323145"/>
              <a:gd name="connsiteX159" fmla="*/ 3903348 w 11269336"/>
              <a:gd name="connsiteY159" fmla="*/ 2149220 h 2323145"/>
              <a:gd name="connsiteX160" fmla="*/ 3901342 w 11269336"/>
              <a:gd name="connsiteY160" fmla="*/ 2142355 h 2323145"/>
              <a:gd name="connsiteX161" fmla="*/ 3888539 w 11269336"/>
              <a:gd name="connsiteY161" fmla="*/ 2140476 h 2323145"/>
              <a:gd name="connsiteX162" fmla="*/ 3885662 w 11269336"/>
              <a:gd name="connsiteY162" fmla="*/ 2138740 h 2323145"/>
              <a:gd name="connsiteX163" fmla="*/ 3868627 w 11269336"/>
              <a:gd name="connsiteY163" fmla="*/ 2130023 h 2323145"/>
              <a:gd name="connsiteX164" fmla="*/ 3819177 w 11269336"/>
              <a:gd name="connsiteY164" fmla="*/ 2142111 h 2323145"/>
              <a:gd name="connsiteX165" fmla="*/ 3769100 w 11269336"/>
              <a:gd name="connsiteY165" fmla="*/ 2131731 h 2323145"/>
              <a:gd name="connsiteX166" fmla="*/ 3562752 w 11269336"/>
              <a:gd name="connsiteY166" fmla="*/ 2131785 h 2323145"/>
              <a:gd name="connsiteX167" fmla="*/ 3541402 w 11269336"/>
              <a:gd name="connsiteY167" fmla="*/ 2106821 h 2323145"/>
              <a:gd name="connsiteX168" fmla="*/ 3365341 w 11269336"/>
              <a:gd name="connsiteY168" fmla="*/ 2077638 h 2323145"/>
              <a:gd name="connsiteX169" fmla="*/ 3170922 w 11269336"/>
              <a:gd name="connsiteY169" fmla="*/ 2115957 h 2323145"/>
              <a:gd name="connsiteX170" fmla="*/ 3156256 w 11269336"/>
              <a:gd name="connsiteY170" fmla="*/ 2124773 h 2323145"/>
              <a:gd name="connsiteX171" fmla="*/ 3140298 w 11269336"/>
              <a:gd name="connsiteY171" fmla="*/ 2129182 h 2323145"/>
              <a:gd name="connsiteX172" fmla="*/ 3138514 w 11269336"/>
              <a:gd name="connsiteY172" fmla="*/ 2128069 h 2323145"/>
              <a:gd name="connsiteX173" fmla="*/ 3120467 w 11269336"/>
              <a:gd name="connsiteY173" fmla="*/ 2128281 h 2323145"/>
              <a:gd name="connsiteX174" fmla="*/ 3116175 w 11269336"/>
              <a:gd name="connsiteY174" fmla="*/ 2131633 h 2323145"/>
              <a:gd name="connsiteX175" fmla="*/ 3103685 w 11269336"/>
              <a:gd name="connsiteY175" fmla="*/ 2132814 h 2323145"/>
              <a:gd name="connsiteX176" fmla="*/ 3078794 w 11269336"/>
              <a:gd name="connsiteY176" fmla="*/ 2137935 h 2323145"/>
              <a:gd name="connsiteX177" fmla="*/ 3074407 w 11269336"/>
              <a:gd name="connsiteY177" fmla="*/ 2136274 h 2323145"/>
              <a:gd name="connsiteX178" fmla="*/ 3037285 w 11269336"/>
              <a:gd name="connsiteY178" fmla="*/ 2139919 h 2323145"/>
              <a:gd name="connsiteX179" fmla="*/ 3036901 w 11269336"/>
              <a:gd name="connsiteY179" fmla="*/ 2138726 h 2323145"/>
              <a:gd name="connsiteX180" fmla="*/ 3026996 w 11269336"/>
              <a:gd name="connsiteY180" fmla="*/ 2134322 h 2323145"/>
              <a:gd name="connsiteX181" fmla="*/ 3007772 w 11269336"/>
              <a:gd name="connsiteY181" fmla="*/ 2128742 h 2323145"/>
              <a:gd name="connsiteX182" fmla="*/ 2965030 w 11269336"/>
              <a:gd name="connsiteY182" fmla="*/ 2100494 h 2323145"/>
              <a:gd name="connsiteX183" fmla="*/ 2926342 w 11269336"/>
              <a:gd name="connsiteY183" fmla="*/ 2104155 h 2323145"/>
              <a:gd name="connsiteX184" fmla="*/ 2918608 w 11269336"/>
              <a:gd name="connsiteY184" fmla="*/ 2104215 h 2323145"/>
              <a:gd name="connsiteX185" fmla="*/ 2918475 w 11269336"/>
              <a:gd name="connsiteY185" fmla="*/ 2103937 h 2323145"/>
              <a:gd name="connsiteX186" fmla="*/ 2910360 w 11269336"/>
              <a:gd name="connsiteY186" fmla="*/ 2103444 h 2323145"/>
              <a:gd name="connsiteX187" fmla="*/ 2904507 w 11269336"/>
              <a:gd name="connsiteY187" fmla="*/ 2104326 h 2323145"/>
              <a:gd name="connsiteX188" fmla="*/ 2889503 w 11269336"/>
              <a:gd name="connsiteY188" fmla="*/ 2104443 h 2323145"/>
              <a:gd name="connsiteX189" fmla="*/ 2884480 w 11269336"/>
              <a:gd name="connsiteY189" fmla="*/ 2102626 h 2323145"/>
              <a:gd name="connsiteX190" fmla="*/ 2882689 w 11269336"/>
              <a:gd name="connsiteY190" fmla="*/ 2099228 h 2323145"/>
              <a:gd name="connsiteX191" fmla="*/ 2881291 w 11269336"/>
              <a:gd name="connsiteY191" fmla="*/ 2099618 h 2323145"/>
              <a:gd name="connsiteX192" fmla="*/ 2853979 w 11269336"/>
              <a:gd name="connsiteY192" fmla="*/ 2090388 h 2323145"/>
              <a:gd name="connsiteX193" fmla="*/ 2791790 w 11269336"/>
              <a:gd name="connsiteY193" fmla="*/ 2080332 h 2323145"/>
              <a:gd name="connsiteX194" fmla="*/ 2755844 w 11269336"/>
              <a:gd name="connsiteY194" fmla="*/ 2078874 h 2323145"/>
              <a:gd name="connsiteX195" fmla="*/ 2657742 w 11269336"/>
              <a:gd name="connsiteY195" fmla="*/ 2070179 h 2323145"/>
              <a:gd name="connsiteX196" fmla="*/ 2559549 w 11269336"/>
              <a:gd name="connsiteY196" fmla="*/ 2057873 h 2323145"/>
              <a:gd name="connsiteX197" fmla="*/ 2512054 w 11269336"/>
              <a:gd name="connsiteY197" fmla="*/ 2031671 h 2323145"/>
              <a:gd name="connsiteX198" fmla="*/ 2506437 w 11269336"/>
              <a:gd name="connsiteY198" fmla="*/ 2030918 h 2323145"/>
              <a:gd name="connsiteX199" fmla="*/ 2491752 w 11269336"/>
              <a:gd name="connsiteY199" fmla="*/ 2033906 h 2323145"/>
              <a:gd name="connsiteX200" fmla="*/ 2486338 w 11269336"/>
              <a:gd name="connsiteY200" fmla="*/ 2035862 h 2323145"/>
              <a:gd name="connsiteX201" fmla="*/ 2478186 w 11269336"/>
              <a:gd name="connsiteY201" fmla="*/ 2036953 h 2323145"/>
              <a:gd name="connsiteX202" fmla="*/ 2477950 w 11269336"/>
              <a:gd name="connsiteY202" fmla="*/ 2036715 h 2323145"/>
              <a:gd name="connsiteX203" fmla="*/ 2470381 w 11269336"/>
              <a:gd name="connsiteY203" fmla="*/ 2038256 h 2323145"/>
              <a:gd name="connsiteX204" fmla="*/ 2433781 w 11269336"/>
              <a:gd name="connsiteY204" fmla="*/ 2049140 h 2323145"/>
              <a:gd name="connsiteX205" fmla="*/ 2381172 w 11269336"/>
              <a:gd name="connsiteY205" fmla="*/ 2030645 h 2323145"/>
              <a:gd name="connsiteX206" fmla="*/ 2360198 w 11269336"/>
              <a:gd name="connsiteY206" fmla="*/ 2029059 h 2323145"/>
              <a:gd name="connsiteX207" fmla="*/ 2348815 w 11269336"/>
              <a:gd name="connsiteY207" fmla="*/ 2026798 h 2323145"/>
              <a:gd name="connsiteX208" fmla="*/ 2347988 w 11269336"/>
              <a:gd name="connsiteY208" fmla="*/ 2025745 h 2323145"/>
              <a:gd name="connsiteX209" fmla="*/ 2312920 w 11269336"/>
              <a:gd name="connsiteY209" fmla="*/ 2036311 h 2323145"/>
              <a:gd name="connsiteX210" fmla="*/ 2307986 w 11269336"/>
              <a:gd name="connsiteY210" fmla="*/ 2035583 h 2323145"/>
              <a:gd name="connsiteX211" fmla="*/ 2285481 w 11269336"/>
              <a:gd name="connsiteY211" fmla="*/ 2045197 h 2323145"/>
              <a:gd name="connsiteX212" fmla="*/ 2273666 w 11269336"/>
              <a:gd name="connsiteY212" fmla="*/ 2048710 h 2323145"/>
              <a:gd name="connsiteX213" fmla="*/ 2270719 w 11269336"/>
              <a:gd name="connsiteY213" fmla="*/ 2052702 h 2323145"/>
              <a:gd name="connsiteX214" fmla="*/ 2253080 w 11269336"/>
              <a:gd name="connsiteY214" fmla="*/ 2056363 h 2323145"/>
              <a:gd name="connsiteX215" fmla="*/ 2250906 w 11269336"/>
              <a:gd name="connsiteY215" fmla="*/ 2055654 h 2323145"/>
              <a:gd name="connsiteX216" fmla="*/ 2236905 w 11269336"/>
              <a:gd name="connsiteY216" fmla="*/ 2062882 h 2323145"/>
              <a:gd name="connsiteX217" fmla="*/ 2225830 w 11269336"/>
              <a:gd name="connsiteY217" fmla="*/ 2074027 h 2323145"/>
              <a:gd name="connsiteX218" fmla="*/ 2073776 w 11269336"/>
              <a:gd name="connsiteY218" fmla="*/ 2089244 h 2323145"/>
              <a:gd name="connsiteX219" fmla="*/ 1948256 w 11269336"/>
              <a:gd name="connsiteY219" fmla="*/ 2146616 h 2323145"/>
              <a:gd name="connsiteX220" fmla="*/ 1865582 w 11269336"/>
              <a:gd name="connsiteY220" fmla="*/ 2153738 h 2323145"/>
              <a:gd name="connsiteX221" fmla="*/ 1835210 w 11269336"/>
              <a:gd name="connsiteY221" fmla="*/ 2134244 h 2323145"/>
              <a:gd name="connsiteX222" fmla="*/ 1632661 w 11269336"/>
              <a:gd name="connsiteY222" fmla="*/ 2173882 h 2323145"/>
              <a:gd name="connsiteX223" fmla="*/ 1579590 w 11269336"/>
              <a:gd name="connsiteY223" fmla="*/ 2173680 h 2323145"/>
              <a:gd name="connsiteX224" fmla="*/ 1535601 w 11269336"/>
              <a:gd name="connsiteY224" fmla="*/ 2194590 h 2323145"/>
              <a:gd name="connsiteX225" fmla="*/ 1515594 w 11269336"/>
              <a:gd name="connsiteY225" fmla="*/ 2189622 h 2323145"/>
              <a:gd name="connsiteX226" fmla="*/ 1512113 w 11269336"/>
              <a:gd name="connsiteY226" fmla="*/ 2188534 h 2323145"/>
              <a:gd name="connsiteX227" fmla="*/ 1498838 w 11269336"/>
              <a:gd name="connsiteY227" fmla="*/ 2189213 h 2323145"/>
              <a:gd name="connsiteX228" fmla="*/ 1494279 w 11269336"/>
              <a:gd name="connsiteY228" fmla="*/ 2183112 h 2323145"/>
              <a:gd name="connsiteX229" fmla="*/ 1473714 w 11269336"/>
              <a:gd name="connsiteY229" fmla="*/ 2179625 h 2323145"/>
              <a:gd name="connsiteX230" fmla="*/ 1449503 w 11269336"/>
              <a:gd name="connsiteY230" fmla="*/ 2182633 h 2323145"/>
              <a:gd name="connsiteX231" fmla="*/ 1266687 w 11269336"/>
              <a:gd name="connsiteY231" fmla="*/ 2212688 h 2323145"/>
              <a:gd name="connsiteX232" fmla="*/ 1239614 w 11269336"/>
              <a:gd name="connsiteY232" fmla="*/ 2209727 h 2323145"/>
              <a:gd name="connsiteX233" fmla="*/ 1202436 w 11269336"/>
              <a:gd name="connsiteY233" fmla="*/ 2209817 h 2323145"/>
              <a:gd name="connsiteX234" fmla="*/ 1136097 w 11269336"/>
              <a:gd name="connsiteY234" fmla="*/ 2205112 h 2323145"/>
              <a:gd name="connsiteX235" fmla="*/ 988232 w 11269336"/>
              <a:gd name="connsiteY235" fmla="*/ 2235635 h 2323145"/>
              <a:gd name="connsiteX236" fmla="*/ 981959 w 11269336"/>
              <a:gd name="connsiteY236" fmla="*/ 2231607 h 2323145"/>
              <a:gd name="connsiteX237" fmla="*/ 938600 w 11269336"/>
              <a:gd name="connsiteY237" fmla="*/ 2238113 h 2323145"/>
              <a:gd name="connsiteX238" fmla="*/ 791788 w 11269336"/>
              <a:gd name="connsiteY238" fmla="*/ 2293224 h 2323145"/>
              <a:gd name="connsiteX239" fmla="*/ 706914 w 11269336"/>
              <a:gd name="connsiteY239" fmla="*/ 2305046 h 2323145"/>
              <a:gd name="connsiteX240" fmla="*/ 675971 w 11269336"/>
              <a:gd name="connsiteY240" fmla="*/ 2304030 h 2323145"/>
              <a:gd name="connsiteX241" fmla="*/ 624180 w 11269336"/>
              <a:gd name="connsiteY241" fmla="*/ 2302650 h 2323145"/>
              <a:gd name="connsiteX242" fmla="*/ 583453 w 11269336"/>
              <a:gd name="connsiteY242" fmla="*/ 2288788 h 2323145"/>
              <a:gd name="connsiteX243" fmla="*/ 540946 w 11269336"/>
              <a:gd name="connsiteY243" fmla="*/ 2292721 h 2323145"/>
              <a:gd name="connsiteX244" fmla="*/ 533680 w 11269336"/>
              <a:gd name="connsiteY244" fmla="*/ 2310233 h 2323145"/>
              <a:gd name="connsiteX245" fmla="*/ 487366 w 11269336"/>
              <a:gd name="connsiteY245" fmla="*/ 2309053 h 2323145"/>
              <a:gd name="connsiteX246" fmla="*/ 416820 w 11269336"/>
              <a:gd name="connsiteY246" fmla="*/ 2305443 h 2323145"/>
              <a:gd name="connsiteX247" fmla="*/ 376805 w 11269336"/>
              <a:gd name="connsiteY247" fmla="*/ 2307647 h 2323145"/>
              <a:gd name="connsiteX248" fmla="*/ 266777 w 11269336"/>
              <a:gd name="connsiteY248" fmla="*/ 2309012 h 2323145"/>
              <a:gd name="connsiteX249" fmla="*/ 156013 w 11269336"/>
              <a:gd name="connsiteY249" fmla="*/ 2306832 h 2323145"/>
              <a:gd name="connsiteX250" fmla="*/ 87258 w 11269336"/>
              <a:gd name="connsiteY250" fmla="*/ 2285511 h 2323145"/>
              <a:gd name="connsiteX251" fmla="*/ 23798 w 11269336"/>
              <a:gd name="connsiteY251" fmla="*/ 2281822 h 2323145"/>
              <a:gd name="connsiteX252" fmla="*/ 0 w 11269336"/>
              <a:gd name="connsiteY252" fmla="*/ 2285369 h 2323145"/>
              <a:gd name="connsiteX253" fmla="*/ 0 w 11269336"/>
              <a:gd name="connsiteY25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67257 w 11269336"/>
              <a:gd name="connsiteY141" fmla="*/ 2196121 h 2323145"/>
              <a:gd name="connsiteX142" fmla="*/ 4405765 w 11269336"/>
              <a:gd name="connsiteY142" fmla="*/ 2199902 h 2323145"/>
              <a:gd name="connsiteX143" fmla="*/ 4401354 w 11269336"/>
              <a:gd name="connsiteY143" fmla="*/ 2194745 h 2323145"/>
              <a:gd name="connsiteX144" fmla="*/ 4366646 w 11269336"/>
              <a:gd name="connsiteY144" fmla="*/ 2198564 h 2323145"/>
              <a:gd name="connsiteX145" fmla="*/ 4354009 w 11269336"/>
              <a:gd name="connsiteY145" fmla="*/ 2204984 h 2323145"/>
              <a:gd name="connsiteX146" fmla="*/ 4348284 w 11269336"/>
              <a:gd name="connsiteY146" fmla="*/ 2205270 h 2323145"/>
              <a:gd name="connsiteX147" fmla="*/ 4333906 w 11269336"/>
              <a:gd name="connsiteY147" fmla="*/ 2205251 h 2323145"/>
              <a:gd name="connsiteX148" fmla="*/ 4308819 w 11269336"/>
              <a:gd name="connsiteY148" fmla="*/ 2203822 h 2323145"/>
              <a:gd name="connsiteX149" fmla="*/ 4301210 w 11269336"/>
              <a:gd name="connsiteY149" fmla="*/ 2204456 h 2323145"/>
              <a:gd name="connsiteX150" fmla="*/ 4283095 w 11269336"/>
              <a:gd name="connsiteY150" fmla="*/ 2198177 h 2323145"/>
              <a:gd name="connsiteX151" fmla="*/ 4250119 w 11269336"/>
              <a:gd name="connsiteY151" fmla="*/ 2196342 h 2323145"/>
              <a:gd name="connsiteX152" fmla="*/ 4189203 w 11269336"/>
              <a:gd name="connsiteY152" fmla="*/ 2178994 h 2323145"/>
              <a:gd name="connsiteX153" fmla="*/ 4154035 w 11269336"/>
              <a:gd name="connsiteY153" fmla="*/ 2171950 h 2323145"/>
              <a:gd name="connsiteX154" fmla="*/ 4129569 w 11269336"/>
              <a:gd name="connsiteY154" fmla="*/ 2163850 h 2323145"/>
              <a:gd name="connsiteX155" fmla="*/ 4061250 w 11269336"/>
              <a:gd name="connsiteY155" fmla="*/ 2159236 h 2323145"/>
              <a:gd name="connsiteX156" fmla="*/ 3945480 w 11269336"/>
              <a:gd name="connsiteY156" fmla="*/ 2158279 h 2323145"/>
              <a:gd name="connsiteX157" fmla="*/ 3921468 w 11269336"/>
              <a:gd name="connsiteY157" fmla="*/ 2156588 h 2323145"/>
              <a:gd name="connsiteX158" fmla="*/ 3903348 w 11269336"/>
              <a:gd name="connsiteY158" fmla="*/ 2149220 h 2323145"/>
              <a:gd name="connsiteX159" fmla="*/ 3901342 w 11269336"/>
              <a:gd name="connsiteY159" fmla="*/ 2142355 h 2323145"/>
              <a:gd name="connsiteX160" fmla="*/ 3888539 w 11269336"/>
              <a:gd name="connsiteY160" fmla="*/ 2140476 h 2323145"/>
              <a:gd name="connsiteX161" fmla="*/ 3885662 w 11269336"/>
              <a:gd name="connsiteY161" fmla="*/ 2138740 h 2323145"/>
              <a:gd name="connsiteX162" fmla="*/ 3868627 w 11269336"/>
              <a:gd name="connsiteY162" fmla="*/ 2130023 h 2323145"/>
              <a:gd name="connsiteX163" fmla="*/ 3819177 w 11269336"/>
              <a:gd name="connsiteY163" fmla="*/ 2142111 h 2323145"/>
              <a:gd name="connsiteX164" fmla="*/ 3769100 w 11269336"/>
              <a:gd name="connsiteY164" fmla="*/ 2131731 h 2323145"/>
              <a:gd name="connsiteX165" fmla="*/ 3562752 w 11269336"/>
              <a:gd name="connsiteY165" fmla="*/ 2131785 h 2323145"/>
              <a:gd name="connsiteX166" fmla="*/ 3541402 w 11269336"/>
              <a:gd name="connsiteY166" fmla="*/ 2106821 h 2323145"/>
              <a:gd name="connsiteX167" fmla="*/ 3365341 w 11269336"/>
              <a:gd name="connsiteY167" fmla="*/ 2077638 h 2323145"/>
              <a:gd name="connsiteX168" fmla="*/ 3170922 w 11269336"/>
              <a:gd name="connsiteY168" fmla="*/ 2115957 h 2323145"/>
              <a:gd name="connsiteX169" fmla="*/ 3156256 w 11269336"/>
              <a:gd name="connsiteY169" fmla="*/ 2124773 h 2323145"/>
              <a:gd name="connsiteX170" fmla="*/ 3140298 w 11269336"/>
              <a:gd name="connsiteY170" fmla="*/ 2129182 h 2323145"/>
              <a:gd name="connsiteX171" fmla="*/ 3138514 w 11269336"/>
              <a:gd name="connsiteY171" fmla="*/ 2128069 h 2323145"/>
              <a:gd name="connsiteX172" fmla="*/ 3120467 w 11269336"/>
              <a:gd name="connsiteY172" fmla="*/ 2128281 h 2323145"/>
              <a:gd name="connsiteX173" fmla="*/ 3116175 w 11269336"/>
              <a:gd name="connsiteY173" fmla="*/ 2131633 h 2323145"/>
              <a:gd name="connsiteX174" fmla="*/ 3103685 w 11269336"/>
              <a:gd name="connsiteY174" fmla="*/ 2132814 h 2323145"/>
              <a:gd name="connsiteX175" fmla="*/ 3078794 w 11269336"/>
              <a:gd name="connsiteY175" fmla="*/ 2137935 h 2323145"/>
              <a:gd name="connsiteX176" fmla="*/ 3074407 w 11269336"/>
              <a:gd name="connsiteY176" fmla="*/ 2136274 h 2323145"/>
              <a:gd name="connsiteX177" fmla="*/ 3037285 w 11269336"/>
              <a:gd name="connsiteY177" fmla="*/ 2139919 h 2323145"/>
              <a:gd name="connsiteX178" fmla="*/ 3036901 w 11269336"/>
              <a:gd name="connsiteY178" fmla="*/ 2138726 h 2323145"/>
              <a:gd name="connsiteX179" fmla="*/ 3026996 w 11269336"/>
              <a:gd name="connsiteY179" fmla="*/ 2134322 h 2323145"/>
              <a:gd name="connsiteX180" fmla="*/ 3007772 w 11269336"/>
              <a:gd name="connsiteY180" fmla="*/ 2128742 h 2323145"/>
              <a:gd name="connsiteX181" fmla="*/ 2965030 w 11269336"/>
              <a:gd name="connsiteY181" fmla="*/ 2100494 h 2323145"/>
              <a:gd name="connsiteX182" fmla="*/ 2926342 w 11269336"/>
              <a:gd name="connsiteY182" fmla="*/ 2104155 h 2323145"/>
              <a:gd name="connsiteX183" fmla="*/ 2918608 w 11269336"/>
              <a:gd name="connsiteY183" fmla="*/ 2104215 h 2323145"/>
              <a:gd name="connsiteX184" fmla="*/ 2918475 w 11269336"/>
              <a:gd name="connsiteY184" fmla="*/ 2103937 h 2323145"/>
              <a:gd name="connsiteX185" fmla="*/ 2910360 w 11269336"/>
              <a:gd name="connsiteY185" fmla="*/ 2103444 h 2323145"/>
              <a:gd name="connsiteX186" fmla="*/ 2904507 w 11269336"/>
              <a:gd name="connsiteY186" fmla="*/ 2104326 h 2323145"/>
              <a:gd name="connsiteX187" fmla="*/ 2889503 w 11269336"/>
              <a:gd name="connsiteY187" fmla="*/ 2104443 h 2323145"/>
              <a:gd name="connsiteX188" fmla="*/ 2884480 w 11269336"/>
              <a:gd name="connsiteY188" fmla="*/ 2102626 h 2323145"/>
              <a:gd name="connsiteX189" fmla="*/ 2882689 w 11269336"/>
              <a:gd name="connsiteY189" fmla="*/ 2099228 h 2323145"/>
              <a:gd name="connsiteX190" fmla="*/ 2881291 w 11269336"/>
              <a:gd name="connsiteY190" fmla="*/ 2099618 h 2323145"/>
              <a:gd name="connsiteX191" fmla="*/ 2853979 w 11269336"/>
              <a:gd name="connsiteY191" fmla="*/ 2090388 h 2323145"/>
              <a:gd name="connsiteX192" fmla="*/ 2791790 w 11269336"/>
              <a:gd name="connsiteY192" fmla="*/ 2080332 h 2323145"/>
              <a:gd name="connsiteX193" fmla="*/ 2755844 w 11269336"/>
              <a:gd name="connsiteY193" fmla="*/ 2078874 h 2323145"/>
              <a:gd name="connsiteX194" fmla="*/ 2657742 w 11269336"/>
              <a:gd name="connsiteY194" fmla="*/ 2070179 h 2323145"/>
              <a:gd name="connsiteX195" fmla="*/ 2559549 w 11269336"/>
              <a:gd name="connsiteY195" fmla="*/ 2057873 h 2323145"/>
              <a:gd name="connsiteX196" fmla="*/ 2512054 w 11269336"/>
              <a:gd name="connsiteY196" fmla="*/ 2031671 h 2323145"/>
              <a:gd name="connsiteX197" fmla="*/ 2506437 w 11269336"/>
              <a:gd name="connsiteY197" fmla="*/ 2030918 h 2323145"/>
              <a:gd name="connsiteX198" fmla="*/ 2491752 w 11269336"/>
              <a:gd name="connsiteY198" fmla="*/ 2033906 h 2323145"/>
              <a:gd name="connsiteX199" fmla="*/ 2486338 w 11269336"/>
              <a:gd name="connsiteY199" fmla="*/ 2035862 h 2323145"/>
              <a:gd name="connsiteX200" fmla="*/ 2478186 w 11269336"/>
              <a:gd name="connsiteY200" fmla="*/ 2036953 h 2323145"/>
              <a:gd name="connsiteX201" fmla="*/ 2477950 w 11269336"/>
              <a:gd name="connsiteY201" fmla="*/ 2036715 h 2323145"/>
              <a:gd name="connsiteX202" fmla="*/ 2470381 w 11269336"/>
              <a:gd name="connsiteY202" fmla="*/ 2038256 h 2323145"/>
              <a:gd name="connsiteX203" fmla="*/ 2433781 w 11269336"/>
              <a:gd name="connsiteY203" fmla="*/ 2049140 h 2323145"/>
              <a:gd name="connsiteX204" fmla="*/ 2381172 w 11269336"/>
              <a:gd name="connsiteY204" fmla="*/ 2030645 h 2323145"/>
              <a:gd name="connsiteX205" fmla="*/ 2360198 w 11269336"/>
              <a:gd name="connsiteY205" fmla="*/ 2029059 h 2323145"/>
              <a:gd name="connsiteX206" fmla="*/ 2348815 w 11269336"/>
              <a:gd name="connsiteY206" fmla="*/ 2026798 h 2323145"/>
              <a:gd name="connsiteX207" fmla="*/ 2347988 w 11269336"/>
              <a:gd name="connsiteY207" fmla="*/ 2025745 h 2323145"/>
              <a:gd name="connsiteX208" fmla="*/ 2312920 w 11269336"/>
              <a:gd name="connsiteY208" fmla="*/ 2036311 h 2323145"/>
              <a:gd name="connsiteX209" fmla="*/ 2307986 w 11269336"/>
              <a:gd name="connsiteY209" fmla="*/ 2035583 h 2323145"/>
              <a:gd name="connsiteX210" fmla="*/ 2285481 w 11269336"/>
              <a:gd name="connsiteY210" fmla="*/ 2045197 h 2323145"/>
              <a:gd name="connsiteX211" fmla="*/ 2273666 w 11269336"/>
              <a:gd name="connsiteY211" fmla="*/ 2048710 h 2323145"/>
              <a:gd name="connsiteX212" fmla="*/ 2270719 w 11269336"/>
              <a:gd name="connsiteY212" fmla="*/ 2052702 h 2323145"/>
              <a:gd name="connsiteX213" fmla="*/ 2253080 w 11269336"/>
              <a:gd name="connsiteY213" fmla="*/ 2056363 h 2323145"/>
              <a:gd name="connsiteX214" fmla="*/ 2250906 w 11269336"/>
              <a:gd name="connsiteY214" fmla="*/ 2055654 h 2323145"/>
              <a:gd name="connsiteX215" fmla="*/ 2236905 w 11269336"/>
              <a:gd name="connsiteY215" fmla="*/ 2062882 h 2323145"/>
              <a:gd name="connsiteX216" fmla="*/ 2225830 w 11269336"/>
              <a:gd name="connsiteY216" fmla="*/ 2074027 h 2323145"/>
              <a:gd name="connsiteX217" fmla="*/ 2073776 w 11269336"/>
              <a:gd name="connsiteY217" fmla="*/ 2089244 h 2323145"/>
              <a:gd name="connsiteX218" fmla="*/ 1948256 w 11269336"/>
              <a:gd name="connsiteY218" fmla="*/ 2146616 h 2323145"/>
              <a:gd name="connsiteX219" fmla="*/ 1865582 w 11269336"/>
              <a:gd name="connsiteY219" fmla="*/ 2153738 h 2323145"/>
              <a:gd name="connsiteX220" fmla="*/ 1835210 w 11269336"/>
              <a:gd name="connsiteY220" fmla="*/ 2134244 h 2323145"/>
              <a:gd name="connsiteX221" fmla="*/ 1632661 w 11269336"/>
              <a:gd name="connsiteY221" fmla="*/ 2173882 h 2323145"/>
              <a:gd name="connsiteX222" fmla="*/ 1579590 w 11269336"/>
              <a:gd name="connsiteY222" fmla="*/ 2173680 h 2323145"/>
              <a:gd name="connsiteX223" fmla="*/ 1535601 w 11269336"/>
              <a:gd name="connsiteY223" fmla="*/ 2194590 h 2323145"/>
              <a:gd name="connsiteX224" fmla="*/ 1515594 w 11269336"/>
              <a:gd name="connsiteY224" fmla="*/ 2189622 h 2323145"/>
              <a:gd name="connsiteX225" fmla="*/ 1512113 w 11269336"/>
              <a:gd name="connsiteY225" fmla="*/ 2188534 h 2323145"/>
              <a:gd name="connsiteX226" fmla="*/ 1498838 w 11269336"/>
              <a:gd name="connsiteY226" fmla="*/ 2189213 h 2323145"/>
              <a:gd name="connsiteX227" fmla="*/ 1494279 w 11269336"/>
              <a:gd name="connsiteY227" fmla="*/ 2183112 h 2323145"/>
              <a:gd name="connsiteX228" fmla="*/ 1473714 w 11269336"/>
              <a:gd name="connsiteY228" fmla="*/ 2179625 h 2323145"/>
              <a:gd name="connsiteX229" fmla="*/ 1449503 w 11269336"/>
              <a:gd name="connsiteY229" fmla="*/ 2182633 h 2323145"/>
              <a:gd name="connsiteX230" fmla="*/ 1266687 w 11269336"/>
              <a:gd name="connsiteY230" fmla="*/ 2212688 h 2323145"/>
              <a:gd name="connsiteX231" fmla="*/ 1239614 w 11269336"/>
              <a:gd name="connsiteY231" fmla="*/ 2209727 h 2323145"/>
              <a:gd name="connsiteX232" fmla="*/ 1202436 w 11269336"/>
              <a:gd name="connsiteY232" fmla="*/ 2209817 h 2323145"/>
              <a:gd name="connsiteX233" fmla="*/ 1136097 w 11269336"/>
              <a:gd name="connsiteY233" fmla="*/ 2205112 h 2323145"/>
              <a:gd name="connsiteX234" fmla="*/ 988232 w 11269336"/>
              <a:gd name="connsiteY234" fmla="*/ 2235635 h 2323145"/>
              <a:gd name="connsiteX235" fmla="*/ 981959 w 11269336"/>
              <a:gd name="connsiteY235" fmla="*/ 2231607 h 2323145"/>
              <a:gd name="connsiteX236" fmla="*/ 938600 w 11269336"/>
              <a:gd name="connsiteY236" fmla="*/ 2238113 h 2323145"/>
              <a:gd name="connsiteX237" fmla="*/ 791788 w 11269336"/>
              <a:gd name="connsiteY237" fmla="*/ 2293224 h 2323145"/>
              <a:gd name="connsiteX238" fmla="*/ 706914 w 11269336"/>
              <a:gd name="connsiteY238" fmla="*/ 2305046 h 2323145"/>
              <a:gd name="connsiteX239" fmla="*/ 675971 w 11269336"/>
              <a:gd name="connsiteY239" fmla="*/ 2304030 h 2323145"/>
              <a:gd name="connsiteX240" fmla="*/ 624180 w 11269336"/>
              <a:gd name="connsiteY240" fmla="*/ 2302650 h 2323145"/>
              <a:gd name="connsiteX241" fmla="*/ 583453 w 11269336"/>
              <a:gd name="connsiteY241" fmla="*/ 2288788 h 2323145"/>
              <a:gd name="connsiteX242" fmla="*/ 540946 w 11269336"/>
              <a:gd name="connsiteY242" fmla="*/ 2292721 h 2323145"/>
              <a:gd name="connsiteX243" fmla="*/ 533680 w 11269336"/>
              <a:gd name="connsiteY243" fmla="*/ 2310233 h 2323145"/>
              <a:gd name="connsiteX244" fmla="*/ 487366 w 11269336"/>
              <a:gd name="connsiteY244" fmla="*/ 2309053 h 2323145"/>
              <a:gd name="connsiteX245" fmla="*/ 416820 w 11269336"/>
              <a:gd name="connsiteY245" fmla="*/ 2305443 h 2323145"/>
              <a:gd name="connsiteX246" fmla="*/ 376805 w 11269336"/>
              <a:gd name="connsiteY246" fmla="*/ 2307647 h 2323145"/>
              <a:gd name="connsiteX247" fmla="*/ 266777 w 11269336"/>
              <a:gd name="connsiteY247" fmla="*/ 2309012 h 2323145"/>
              <a:gd name="connsiteX248" fmla="*/ 156013 w 11269336"/>
              <a:gd name="connsiteY248" fmla="*/ 2306832 h 2323145"/>
              <a:gd name="connsiteX249" fmla="*/ 87258 w 11269336"/>
              <a:gd name="connsiteY249" fmla="*/ 2285511 h 2323145"/>
              <a:gd name="connsiteX250" fmla="*/ 23798 w 11269336"/>
              <a:gd name="connsiteY250" fmla="*/ 2281822 h 2323145"/>
              <a:gd name="connsiteX251" fmla="*/ 0 w 11269336"/>
              <a:gd name="connsiteY251" fmla="*/ 2285369 h 2323145"/>
              <a:gd name="connsiteX252" fmla="*/ 0 w 11269336"/>
              <a:gd name="connsiteY25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05765 w 11269336"/>
              <a:gd name="connsiteY141" fmla="*/ 2199902 h 2323145"/>
              <a:gd name="connsiteX142" fmla="*/ 4401354 w 11269336"/>
              <a:gd name="connsiteY142" fmla="*/ 2194745 h 2323145"/>
              <a:gd name="connsiteX143" fmla="*/ 4366646 w 11269336"/>
              <a:gd name="connsiteY143" fmla="*/ 2198564 h 2323145"/>
              <a:gd name="connsiteX144" fmla="*/ 4354009 w 11269336"/>
              <a:gd name="connsiteY144" fmla="*/ 2204984 h 2323145"/>
              <a:gd name="connsiteX145" fmla="*/ 4348284 w 11269336"/>
              <a:gd name="connsiteY145" fmla="*/ 2205270 h 2323145"/>
              <a:gd name="connsiteX146" fmla="*/ 4333906 w 11269336"/>
              <a:gd name="connsiteY146" fmla="*/ 2205251 h 2323145"/>
              <a:gd name="connsiteX147" fmla="*/ 4308819 w 11269336"/>
              <a:gd name="connsiteY147" fmla="*/ 2203822 h 2323145"/>
              <a:gd name="connsiteX148" fmla="*/ 4301210 w 11269336"/>
              <a:gd name="connsiteY148" fmla="*/ 2204456 h 2323145"/>
              <a:gd name="connsiteX149" fmla="*/ 4283095 w 11269336"/>
              <a:gd name="connsiteY149" fmla="*/ 2198177 h 2323145"/>
              <a:gd name="connsiteX150" fmla="*/ 4250119 w 11269336"/>
              <a:gd name="connsiteY150" fmla="*/ 2196342 h 2323145"/>
              <a:gd name="connsiteX151" fmla="*/ 4189203 w 11269336"/>
              <a:gd name="connsiteY151" fmla="*/ 2178994 h 2323145"/>
              <a:gd name="connsiteX152" fmla="*/ 4154035 w 11269336"/>
              <a:gd name="connsiteY152" fmla="*/ 2171950 h 2323145"/>
              <a:gd name="connsiteX153" fmla="*/ 4129569 w 11269336"/>
              <a:gd name="connsiteY153" fmla="*/ 2163850 h 2323145"/>
              <a:gd name="connsiteX154" fmla="*/ 4061250 w 11269336"/>
              <a:gd name="connsiteY154" fmla="*/ 2159236 h 2323145"/>
              <a:gd name="connsiteX155" fmla="*/ 3945480 w 11269336"/>
              <a:gd name="connsiteY155" fmla="*/ 2158279 h 2323145"/>
              <a:gd name="connsiteX156" fmla="*/ 3921468 w 11269336"/>
              <a:gd name="connsiteY156" fmla="*/ 2156588 h 2323145"/>
              <a:gd name="connsiteX157" fmla="*/ 3903348 w 11269336"/>
              <a:gd name="connsiteY157" fmla="*/ 2149220 h 2323145"/>
              <a:gd name="connsiteX158" fmla="*/ 3901342 w 11269336"/>
              <a:gd name="connsiteY158" fmla="*/ 2142355 h 2323145"/>
              <a:gd name="connsiteX159" fmla="*/ 3888539 w 11269336"/>
              <a:gd name="connsiteY159" fmla="*/ 2140476 h 2323145"/>
              <a:gd name="connsiteX160" fmla="*/ 3885662 w 11269336"/>
              <a:gd name="connsiteY160" fmla="*/ 2138740 h 2323145"/>
              <a:gd name="connsiteX161" fmla="*/ 3868627 w 11269336"/>
              <a:gd name="connsiteY161" fmla="*/ 2130023 h 2323145"/>
              <a:gd name="connsiteX162" fmla="*/ 3819177 w 11269336"/>
              <a:gd name="connsiteY162" fmla="*/ 2142111 h 2323145"/>
              <a:gd name="connsiteX163" fmla="*/ 3769100 w 11269336"/>
              <a:gd name="connsiteY163" fmla="*/ 2131731 h 2323145"/>
              <a:gd name="connsiteX164" fmla="*/ 3562752 w 11269336"/>
              <a:gd name="connsiteY164" fmla="*/ 2131785 h 2323145"/>
              <a:gd name="connsiteX165" fmla="*/ 3541402 w 11269336"/>
              <a:gd name="connsiteY165" fmla="*/ 2106821 h 2323145"/>
              <a:gd name="connsiteX166" fmla="*/ 3365341 w 11269336"/>
              <a:gd name="connsiteY166" fmla="*/ 2077638 h 2323145"/>
              <a:gd name="connsiteX167" fmla="*/ 3170922 w 11269336"/>
              <a:gd name="connsiteY167" fmla="*/ 2115957 h 2323145"/>
              <a:gd name="connsiteX168" fmla="*/ 3156256 w 11269336"/>
              <a:gd name="connsiteY168" fmla="*/ 2124773 h 2323145"/>
              <a:gd name="connsiteX169" fmla="*/ 3140298 w 11269336"/>
              <a:gd name="connsiteY169" fmla="*/ 2129182 h 2323145"/>
              <a:gd name="connsiteX170" fmla="*/ 3138514 w 11269336"/>
              <a:gd name="connsiteY170" fmla="*/ 2128069 h 2323145"/>
              <a:gd name="connsiteX171" fmla="*/ 3120467 w 11269336"/>
              <a:gd name="connsiteY171" fmla="*/ 2128281 h 2323145"/>
              <a:gd name="connsiteX172" fmla="*/ 3116175 w 11269336"/>
              <a:gd name="connsiteY172" fmla="*/ 2131633 h 2323145"/>
              <a:gd name="connsiteX173" fmla="*/ 3103685 w 11269336"/>
              <a:gd name="connsiteY173" fmla="*/ 2132814 h 2323145"/>
              <a:gd name="connsiteX174" fmla="*/ 3078794 w 11269336"/>
              <a:gd name="connsiteY174" fmla="*/ 2137935 h 2323145"/>
              <a:gd name="connsiteX175" fmla="*/ 3074407 w 11269336"/>
              <a:gd name="connsiteY175" fmla="*/ 2136274 h 2323145"/>
              <a:gd name="connsiteX176" fmla="*/ 3037285 w 11269336"/>
              <a:gd name="connsiteY176" fmla="*/ 2139919 h 2323145"/>
              <a:gd name="connsiteX177" fmla="*/ 3036901 w 11269336"/>
              <a:gd name="connsiteY177" fmla="*/ 2138726 h 2323145"/>
              <a:gd name="connsiteX178" fmla="*/ 3026996 w 11269336"/>
              <a:gd name="connsiteY178" fmla="*/ 2134322 h 2323145"/>
              <a:gd name="connsiteX179" fmla="*/ 3007772 w 11269336"/>
              <a:gd name="connsiteY179" fmla="*/ 2128742 h 2323145"/>
              <a:gd name="connsiteX180" fmla="*/ 2965030 w 11269336"/>
              <a:gd name="connsiteY180" fmla="*/ 2100494 h 2323145"/>
              <a:gd name="connsiteX181" fmla="*/ 2926342 w 11269336"/>
              <a:gd name="connsiteY181" fmla="*/ 2104155 h 2323145"/>
              <a:gd name="connsiteX182" fmla="*/ 2918608 w 11269336"/>
              <a:gd name="connsiteY182" fmla="*/ 2104215 h 2323145"/>
              <a:gd name="connsiteX183" fmla="*/ 2918475 w 11269336"/>
              <a:gd name="connsiteY183" fmla="*/ 2103937 h 2323145"/>
              <a:gd name="connsiteX184" fmla="*/ 2910360 w 11269336"/>
              <a:gd name="connsiteY184" fmla="*/ 2103444 h 2323145"/>
              <a:gd name="connsiteX185" fmla="*/ 2904507 w 11269336"/>
              <a:gd name="connsiteY185" fmla="*/ 2104326 h 2323145"/>
              <a:gd name="connsiteX186" fmla="*/ 2889503 w 11269336"/>
              <a:gd name="connsiteY186" fmla="*/ 2104443 h 2323145"/>
              <a:gd name="connsiteX187" fmla="*/ 2884480 w 11269336"/>
              <a:gd name="connsiteY187" fmla="*/ 2102626 h 2323145"/>
              <a:gd name="connsiteX188" fmla="*/ 2882689 w 11269336"/>
              <a:gd name="connsiteY188" fmla="*/ 2099228 h 2323145"/>
              <a:gd name="connsiteX189" fmla="*/ 2881291 w 11269336"/>
              <a:gd name="connsiteY189" fmla="*/ 2099618 h 2323145"/>
              <a:gd name="connsiteX190" fmla="*/ 2853979 w 11269336"/>
              <a:gd name="connsiteY190" fmla="*/ 2090388 h 2323145"/>
              <a:gd name="connsiteX191" fmla="*/ 2791790 w 11269336"/>
              <a:gd name="connsiteY191" fmla="*/ 2080332 h 2323145"/>
              <a:gd name="connsiteX192" fmla="*/ 2755844 w 11269336"/>
              <a:gd name="connsiteY192" fmla="*/ 2078874 h 2323145"/>
              <a:gd name="connsiteX193" fmla="*/ 2657742 w 11269336"/>
              <a:gd name="connsiteY193" fmla="*/ 2070179 h 2323145"/>
              <a:gd name="connsiteX194" fmla="*/ 2559549 w 11269336"/>
              <a:gd name="connsiteY194" fmla="*/ 2057873 h 2323145"/>
              <a:gd name="connsiteX195" fmla="*/ 2512054 w 11269336"/>
              <a:gd name="connsiteY195" fmla="*/ 2031671 h 2323145"/>
              <a:gd name="connsiteX196" fmla="*/ 2506437 w 11269336"/>
              <a:gd name="connsiteY196" fmla="*/ 2030918 h 2323145"/>
              <a:gd name="connsiteX197" fmla="*/ 2491752 w 11269336"/>
              <a:gd name="connsiteY197" fmla="*/ 2033906 h 2323145"/>
              <a:gd name="connsiteX198" fmla="*/ 2486338 w 11269336"/>
              <a:gd name="connsiteY198" fmla="*/ 2035862 h 2323145"/>
              <a:gd name="connsiteX199" fmla="*/ 2478186 w 11269336"/>
              <a:gd name="connsiteY199" fmla="*/ 2036953 h 2323145"/>
              <a:gd name="connsiteX200" fmla="*/ 2477950 w 11269336"/>
              <a:gd name="connsiteY200" fmla="*/ 2036715 h 2323145"/>
              <a:gd name="connsiteX201" fmla="*/ 2470381 w 11269336"/>
              <a:gd name="connsiteY201" fmla="*/ 2038256 h 2323145"/>
              <a:gd name="connsiteX202" fmla="*/ 2433781 w 11269336"/>
              <a:gd name="connsiteY202" fmla="*/ 2049140 h 2323145"/>
              <a:gd name="connsiteX203" fmla="*/ 2381172 w 11269336"/>
              <a:gd name="connsiteY203" fmla="*/ 2030645 h 2323145"/>
              <a:gd name="connsiteX204" fmla="*/ 2360198 w 11269336"/>
              <a:gd name="connsiteY204" fmla="*/ 2029059 h 2323145"/>
              <a:gd name="connsiteX205" fmla="*/ 2348815 w 11269336"/>
              <a:gd name="connsiteY205" fmla="*/ 2026798 h 2323145"/>
              <a:gd name="connsiteX206" fmla="*/ 2347988 w 11269336"/>
              <a:gd name="connsiteY206" fmla="*/ 2025745 h 2323145"/>
              <a:gd name="connsiteX207" fmla="*/ 2312920 w 11269336"/>
              <a:gd name="connsiteY207" fmla="*/ 2036311 h 2323145"/>
              <a:gd name="connsiteX208" fmla="*/ 2307986 w 11269336"/>
              <a:gd name="connsiteY208" fmla="*/ 2035583 h 2323145"/>
              <a:gd name="connsiteX209" fmla="*/ 2285481 w 11269336"/>
              <a:gd name="connsiteY209" fmla="*/ 2045197 h 2323145"/>
              <a:gd name="connsiteX210" fmla="*/ 2273666 w 11269336"/>
              <a:gd name="connsiteY210" fmla="*/ 2048710 h 2323145"/>
              <a:gd name="connsiteX211" fmla="*/ 2270719 w 11269336"/>
              <a:gd name="connsiteY211" fmla="*/ 2052702 h 2323145"/>
              <a:gd name="connsiteX212" fmla="*/ 2253080 w 11269336"/>
              <a:gd name="connsiteY212" fmla="*/ 2056363 h 2323145"/>
              <a:gd name="connsiteX213" fmla="*/ 2250906 w 11269336"/>
              <a:gd name="connsiteY213" fmla="*/ 2055654 h 2323145"/>
              <a:gd name="connsiteX214" fmla="*/ 2236905 w 11269336"/>
              <a:gd name="connsiteY214" fmla="*/ 2062882 h 2323145"/>
              <a:gd name="connsiteX215" fmla="*/ 2225830 w 11269336"/>
              <a:gd name="connsiteY215" fmla="*/ 2074027 h 2323145"/>
              <a:gd name="connsiteX216" fmla="*/ 2073776 w 11269336"/>
              <a:gd name="connsiteY216" fmla="*/ 2089244 h 2323145"/>
              <a:gd name="connsiteX217" fmla="*/ 1948256 w 11269336"/>
              <a:gd name="connsiteY217" fmla="*/ 2146616 h 2323145"/>
              <a:gd name="connsiteX218" fmla="*/ 1865582 w 11269336"/>
              <a:gd name="connsiteY218" fmla="*/ 2153738 h 2323145"/>
              <a:gd name="connsiteX219" fmla="*/ 1835210 w 11269336"/>
              <a:gd name="connsiteY219" fmla="*/ 2134244 h 2323145"/>
              <a:gd name="connsiteX220" fmla="*/ 1632661 w 11269336"/>
              <a:gd name="connsiteY220" fmla="*/ 2173882 h 2323145"/>
              <a:gd name="connsiteX221" fmla="*/ 1579590 w 11269336"/>
              <a:gd name="connsiteY221" fmla="*/ 2173680 h 2323145"/>
              <a:gd name="connsiteX222" fmla="*/ 1535601 w 11269336"/>
              <a:gd name="connsiteY222" fmla="*/ 2194590 h 2323145"/>
              <a:gd name="connsiteX223" fmla="*/ 1515594 w 11269336"/>
              <a:gd name="connsiteY223" fmla="*/ 2189622 h 2323145"/>
              <a:gd name="connsiteX224" fmla="*/ 1512113 w 11269336"/>
              <a:gd name="connsiteY224" fmla="*/ 2188534 h 2323145"/>
              <a:gd name="connsiteX225" fmla="*/ 1498838 w 11269336"/>
              <a:gd name="connsiteY225" fmla="*/ 2189213 h 2323145"/>
              <a:gd name="connsiteX226" fmla="*/ 1494279 w 11269336"/>
              <a:gd name="connsiteY226" fmla="*/ 2183112 h 2323145"/>
              <a:gd name="connsiteX227" fmla="*/ 1473714 w 11269336"/>
              <a:gd name="connsiteY227" fmla="*/ 2179625 h 2323145"/>
              <a:gd name="connsiteX228" fmla="*/ 1449503 w 11269336"/>
              <a:gd name="connsiteY228" fmla="*/ 2182633 h 2323145"/>
              <a:gd name="connsiteX229" fmla="*/ 1266687 w 11269336"/>
              <a:gd name="connsiteY229" fmla="*/ 2212688 h 2323145"/>
              <a:gd name="connsiteX230" fmla="*/ 1239614 w 11269336"/>
              <a:gd name="connsiteY230" fmla="*/ 2209727 h 2323145"/>
              <a:gd name="connsiteX231" fmla="*/ 1202436 w 11269336"/>
              <a:gd name="connsiteY231" fmla="*/ 2209817 h 2323145"/>
              <a:gd name="connsiteX232" fmla="*/ 1136097 w 11269336"/>
              <a:gd name="connsiteY232" fmla="*/ 2205112 h 2323145"/>
              <a:gd name="connsiteX233" fmla="*/ 988232 w 11269336"/>
              <a:gd name="connsiteY233" fmla="*/ 2235635 h 2323145"/>
              <a:gd name="connsiteX234" fmla="*/ 981959 w 11269336"/>
              <a:gd name="connsiteY234" fmla="*/ 2231607 h 2323145"/>
              <a:gd name="connsiteX235" fmla="*/ 938600 w 11269336"/>
              <a:gd name="connsiteY235" fmla="*/ 2238113 h 2323145"/>
              <a:gd name="connsiteX236" fmla="*/ 791788 w 11269336"/>
              <a:gd name="connsiteY236" fmla="*/ 2293224 h 2323145"/>
              <a:gd name="connsiteX237" fmla="*/ 706914 w 11269336"/>
              <a:gd name="connsiteY237" fmla="*/ 2305046 h 2323145"/>
              <a:gd name="connsiteX238" fmla="*/ 675971 w 11269336"/>
              <a:gd name="connsiteY238" fmla="*/ 2304030 h 2323145"/>
              <a:gd name="connsiteX239" fmla="*/ 624180 w 11269336"/>
              <a:gd name="connsiteY239" fmla="*/ 2302650 h 2323145"/>
              <a:gd name="connsiteX240" fmla="*/ 583453 w 11269336"/>
              <a:gd name="connsiteY240" fmla="*/ 2288788 h 2323145"/>
              <a:gd name="connsiteX241" fmla="*/ 540946 w 11269336"/>
              <a:gd name="connsiteY241" fmla="*/ 2292721 h 2323145"/>
              <a:gd name="connsiteX242" fmla="*/ 533680 w 11269336"/>
              <a:gd name="connsiteY242" fmla="*/ 2310233 h 2323145"/>
              <a:gd name="connsiteX243" fmla="*/ 487366 w 11269336"/>
              <a:gd name="connsiteY243" fmla="*/ 2309053 h 2323145"/>
              <a:gd name="connsiteX244" fmla="*/ 416820 w 11269336"/>
              <a:gd name="connsiteY244" fmla="*/ 2305443 h 2323145"/>
              <a:gd name="connsiteX245" fmla="*/ 376805 w 11269336"/>
              <a:gd name="connsiteY245" fmla="*/ 2307647 h 2323145"/>
              <a:gd name="connsiteX246" fmla="*/ 266777 w 11269336"/>
              <a:gd name="connsiteY246" fmla="*/ 2309012 h 2323145"/>
              <a:gd name="connsiteX247" fmla="*/ 156013 w 11269336"/>
              <a:gd name="connsiteY247" fmla="*/ 2306832 h 2323145"/>
              <a:gd name="connsiteX248" fmla="*/ 87258 w 11269336"/>
              <a:gd name="connsiteY248" fmla="*/ 2285511 h 2323145"/>
              <a:gd name="connsiteX249" fmla="*/ 23798 w 11269336"/>
              <a:gd name="connsiteY249" fmla="*/ 2281822 h 2323145"/>
              <a:gd name="connsiteX250" fmla="*/ 0 w 11269336"/>
              <a:gd name="connsiteY250" fmla="*/ 2285369 h 2323145"/>
              <a:gd name="connsiteX251" fmla="*/ 0 w 11269336"/>
              <a:gd name="connsiteY251" fmla="*/ 0 h 23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1269336" h="2323145">
                <a:moveTo>
                  <a:pt x="0" y="0"/>
                </a:moveTo>
                <a:lnTo>
                  <a:pt x="11269336" y="0"/>
                </a:lnTo>
                <a:lnTo>
                  <a:pt x="11268645" y="511"/>
                </a:lnTo>
                <a:cubicBezTo>
                  <a:pt x="11257520" y="14091"/>
                  <a:pt x="11248967" y="32073"/>
                  <a:pt x="11230739" y="37096"/>
                </a:cubicBezTo>
                <a:cubicBezTo>
                  <a:pt x="11194283" y="47141"/>
                  <a:pt x="11124351" y="55013"/>
                  <a:pt x="11082485" y="78590"/>
                </a:cubicBezTo>
                <a:cubicBezTo>
                  <a:pt x="11064655" y="69818"/>
                  <a:pt x="11049588" y="97621"/>
                  <a:pt x="11031776" y="79197"/>
                </a:cubicBezTo>
                <a:cubicBezTo>
                  <a:pt x="11016683" y="85023"/>
                  <a:pt x="11009945" y="92832"/>
                  <a:pt x="10995894" y="83459"/>
                </a:cubicBezTo>
                <a:cubicBezTo>
                  <a:pt x="10971843" y="134740"/>
                  <a:pt x="10888992" y="106042"/>
                  <a:pt x="10861177" y="147419"/>
                </a:cubicBezTo>
                <a:cubicBezTo>
                  <a:pt x="10850370" y="129415"/>
                  <a:pt x="10807086" y="138624"/>
                  <a:pt x="10782732" y="135645"/>
                </a:cubicBezTo>
                <a:cubicBezTo>
                  <a:pt x="10869014" y="196205"/>
                  <a:pt x="10693356" y="147304"/>
                  <a:pt x="10660773" y="179312"/>
                </a:cubicBezTo>
                <a:cubicBezTo>
                  <a:pt x="10667385" y="121467"/>
                  <a:pt x="10595265" y="182241"/>
                  <a:pt x="10564442" y="160738"/>
                </a:cubicBezTo>
                <a:cubicBezTo>
                  <a:pt x="10544419" y="190949"/>
                  <a:pt x="10518436" y="167191"/>
                  <a:pt x="10490200" y="183533"/>
                </a:cubicBezTo>
                <a:cubicBezTo>
                  <a:pt x="10423905" y="202688"/>
                  <a:pt x="10362764" y="244779"/>
                  <a:pt x="10271351" y="243104"/>
                </a:cubicBezTo>
                <a:cubicBezTo>
                  <a:pt x="10247818" y="329775"/>
                  <a:pt x="10135674" y="303068"/>
                  <a:pt x="10061033" y="364937"/>
                </a:cubicBezTo>
                <a:cubicBezTo>
                  <a:pt x="10014289" y="383940"/>
                  <a:pt x="9930032" y="360289"/>
                  <a:pt x="9921770" y="406154"/>
                </a:cubicBezTo>
                <a:cubicBezTo>
                  <a:pt x="9894276" y="384665"/>
                  <a:pt x="9881945" y="430851"/>
                  <a:pt x="9858388" y="439489"/>
                </a:cubicBezTo>
                <a:cubicBezTo>
                  <a:pt x="9835642" y="426888"/>
                  <a:pt x="9828901" y="443125"/>
                  <a:pt x="9811914" y="449865"/>
                </a:cubicBezTo>
                <a:cubicBezTo>
                  <a:pt x="9801869" y="441287"/>
                  <a:pt x="9787055" y="444835"/>
                  <a:pt x="9784394" y="457816"/>
                </a:cubicBezTo>
                <a:cubicBezTo>
                  <a:pt x="9797169" y="483924"/>
                  <a:pt x="9656844" y="450179"/>
                  <a:pt x="9656836" y="469967"/>
                </a:cubicBezTo>
                <a:cubicBezTo>
                  <a:pt x="9589537" y="485301"/>
                  <a:pt x="9662097" y="527310"/>
                  <a:pt x="9561575" y="559978"/>
                </a:cubicBezTo>
                <a:cubicBezTo>
                  <a:pt x="9479149" y="599104"/>
                  <a:pt x="9215234" y="670585"/>
                  <a:pt x="9162278" y="704724"/>
                </a:cubicBezTo>
                <a:cubicBezTo>
                  <a:pt x="9173017" y="730567"/>
                  <a:pt x="9063215" y="727685"/>
                  <a:pt x="9062863" y="754656"/>
                </a:cubicBezTo>
                <a:cubicBezTo>
                  <a:pt x="9021608" y="774940"/>
                  <a:pt x="8924639" y="816390"/>
                  <a:pt x="8914746" y="826428"/>
                </a:cubicBezTo>
                <a:lnTo>
                  <a:pt x="8917778" y="835198"/>
                </a:lnTo>
                <a:lnTo>
                  <a:pt x="8905560" y="838358"/>
                </a:lnTo>
                <a:lnTo>
                  <a:pt x="8897564" y="834287"/>
                </a:lnTo>
                <a:lnTo>
                  <a:pt x="8878040" y="844150"/>
                </a:lnTo>
                <a:cubicBezTo>
                  <a:pt x="8861112" y="848992"/>
                  <a:pt x="8812843" y="856499"/>
                  <a:pt x="8795998" y="863337"/>
                </a:cubicBezTo>
                <a:cubicBezTo>
                  <a:pt x="8792888" y="873975"/>
                  <a:pt x="8786153" y="880792"/>
                  <a:pt x="8776970" y="885177"/>
                </a:cubicBezTo>
                <a:lnTo>
                  <a:pt x="8755719" y="889754"/>
                </a:lnTo>
                <a:lnTo>
                  <a:pt x="8743257" y="904723"/>
                </a:lnTo>
                <a:cubicBezTo>
                  <a:pt x="8737642" y="908108"/>
                  <a:pt x="8730651" y="908759"/>
                  <a:pt x="8721366" y="904711"/>
                </a:cubicBezTo>
                <a:cubicBezTo>
                  <a:pt x="8711895" y="915873"/>
                  <a:pt x="8676250" y="900745"/>
                  <a:pt x="8678353" y="926318"/>
                </a:cubicBezTo>
                <a:cubicBezTo>
                  <a:pt x="8658506" y="928813"/>
                  <a:pt x="8647569" y="933735"/>
                  <a:pt x="8636849" y="937900"/>
                </a:cubicBezTo>
                <a:lnTo>
                  <a:pt x="8620213" y="943068"/>
                </a:lnTo>
                <a:lnTo>
                  <a:pt x="8612581" y="952695"/>
                </a:lnTo>
                <a:cubicBezTo>
                  <a:pt x="8605836" y="959769"/>
                  <a:pt x="8598255" y="964412"/>
                  <a:pt x="8589038" y="963892"/>
                </a:cubicBezTo>
                <a:lnTo>
                  <a:pt x="8579950" y="960899"/>
                </a:lnTo>
                <a:cubicBezTo>
                  <a:pt x="8579740" y="962476"/>
                  <a:pt x="8579529" y="964053"/>
                  <a:pt x="8579319" y="965630"/>
                </a:cubicBezTo>
                <a:cubicBezTo>
                  <a:pt x="8579138" y="972972"/>
                  <a:pt x="8576531" y="980010"/>
                  <a:pt x="8547429" y="984506"/>
                </a:cubicBezTo>
                <a:cubicBezTo>
                  <a:pt x="8529238" y="1001725"/>
                  <a:pt x="8505565" y="1015840"/>
                  <a:pt x="8478704" y="1025490"/>
                </a:cubicBezTo>
                <a:cubicBezTo>
                  <a:pt x="8473109" y="1019545"/>
                  <a:pt x="8465819" y="1032194"/>
                  <a:pt x="8461421" y="1035512"/>
                </a:cubicBezTo>
                <a:cubicBezTo>
                  <a:pt x="8459739" y="1031087"/>
                  <a:pt x="8447663" y="1032074"/>
                  <a:pt x="8445003" y="1036851"/>
                </a:cubicBezTo>
                <a:cubicBezTo>
                  <a:pt x="8366593" y="1075951"/>
                  <a:pt x="8398773" y="1021402"/>
                  <a:pt x="8357350" y="1060213"/>
                </a:cubicBezTo>
                <a:cubicBezTo>
                  <a:pt x="8349366" y="1063843"/>
                  <a:pt x="8342208" y="1063367"/>
                  <a:pt x="8335565" y="1061151"/>
                </a:cubicBezTo>
                <a:lnTo>
                  <a:pt x="8325267" y="1055919"/>
                </a:lnTo>
                <a:lnTo>
                  <a:pt x="8293586" y="1076144"/>
                </a:lnTo>
                <a:cubicBezTo>
                  <a:pt x="8277595" y="1084193"/>
                  <a:pt x="8260401" y="1090863"/>
                  <a:pt x="8242405" y="1095960"/>
                </a:cubicBezTo>
                <a:cubicBezTo>
                  <a:pt x="8226373" y="1101227"/>
                  <a:pt x="8224213" y="1102052"/>
                  <a:pt x="8197391" y="1107746"/>
                </a:cubicBezTo>
                <a:cubicBezTo>
                  <a:pt x="8090266" y="1152133"/>
                  <a:pt x="8141491" y="1082372"/>
                  <a:pt x="8081474" y="1130125"/>
                </a:cubicBezTo>
                <a:cubicBezTo>
                  <a:pt x="8070634" y="1134173"/>
                  <a:pt x="8061619" y="1132810"/>
                  <a:pt x="8053585" y="1129169"/>
                </a:cubicBezTo>
                <a:lnTo>
                  <a:pt x="8038422" y="1119092"/>
                </a:lnTo>
                <a:lnTo>
                  <a:pt x="8029450" y="1125592"/>
                </a:lnTo>
                <a:cubicBezTo>
                  <a:pt x="7992226" y="1133484"/>
                  <a:pt x="7978616" y="1122765"/>
                  <a:pt x="7959552" y="1140188"/>
                </a:cubicBezTo>
                <a:cubicBezTo>
                  <a:pt x="7922008" y="1119572"/>
                  <a:pt x="7937737" y="1141786"/>
                  <a:pt x="7914188" y="1150862"/>
                </a:cubicBezTo>
                <a:cubicBezTo>
                  <a:pt x="7896037" y="1160155"/>
                  <a:pt x="7933463" y="1163411"/>
                  <a:pt x="7914918" y="1168758"/>
                </a:cubicBezTo>
                <a:cubicBezTo>
                  <a:pt x="7893102" y="1165887"/>
                  <a:pt x="7898453" y="1187420"/>
                  <a:pt x="7875510" y="1183153"/>
                </a:cubicBezTo>
                <a:cubicBezTo>
                  <a:pt x="7877354" y="1165743"/>
                  <a:pt x="7834286" y="1194789"/>
                  <a:pt x="7829932" y="1180782"/>
                </a:cubicBezTo>
                <a:cubicBezTo>
                  <a:pt x="7816047" y="1204874"/>
                  <a:pt x="7801901" y="1181513"/>
                  <a:pt x="7779182" y="1192665"/>
                </a:cubicBezTo>
                <a:cubicBezTo>
                  <a:pt x="7769446" y="1202686"/>
                  <a:pt x="7761564" y="1205661"/>
                  <a:pt x="7748774" y="1199586"/>
                </a:cubicBezTo>
                <a:cubicBezTo>
                  <a:pt x="7704339" y="1247771"/>
                  <a:pt x="7717626" y="1207638"/>
                  <a:pt x="7671846" y="1231966"/>
                </a:cubicBezTo>
                <a:cubicBezTo>
                  <a:pt x="7632956" y="1255682"/>
                  <a:pt x="7587383" y="1275180"/>
                  <a:pt x="7554146" y="1319748"/>
                </a:cubicBezTo>
                <a:cubicBezTo>
                  <a:pt x="7548775" y="1331557"/>
                  <a:pt x="7531272" y="1339155"/>
                  <a:pt x="7515052" y="1336718"/>
                </a:cubicBezTo>
                <a:cubicBezTo>
                  <a:pt x="7512260" y="1336298"/>
                  <a:pt x="7509613" y="1335590"/>
                  <a:pt x="7507193" y="1334617"/>
                </a:cubicBezTo>
                <a:cubicBezTo>
                  <a:pt x="7488273" y="1365207"/>
                  <a:pt x="7468925" y="1356298"/>
                  <a:pt x="7461694" y="1375866"/>
                </a:cubicBezTo>
                <a:cubicBezTo>
                  <a:pt x="7422434" y="1391917"/>
                  <a:pt x="7384603" y="1382819"/>
                  <a:pt x="7377571" y="1400128"/>
                </a:cubicBezTo>
                <a:cubicBezTo>
                  <a:pt x="7356236" y="1403926"/>
                  <a:pt x="7322509" y="1393138"/>
                  <a:pt x="7311261" y="1412652"/>
                </a:cubicBezTo>
                <a:cubicBezTo>
                  <a:pt x="7305349" y="1400071"/>
                  <a:pt x="7289966" y="1428039"/>
                  <a:pt x="7275307" y="1422171"/>
                </a:cubicBezTo>
                <a:cubicBezTo>
                  <a:pt x="7264529" y="1416601"/>
                  <a:pt x="7257348" y="1423786"/>
                  <a:pt x="7247783" y="1426330"/>
                </a:cubicBezTo>
                <a:cubicBezTo>
                  <a:pt x="7233839" y="1423056"/>
                  <a:pt x="7194363" y="1442037"/>
                  <a:pt x="7185047" y="1451812"/>
                </a:cubicBezTo>
                <a:cubicBezTo>
                  <a:pt x="7164447" y="1483396"/>
                  <a:pt x="7101577" y="1475742"/>
                  <a:pt x="7084117" y="1500281"/>
                </a:cubicBezTo>
                <a:cubicBezTo>
                  <a:pt x="7076899" y="1504821"/>
                  <a:pt x="7069494" y="1507565"/>
                  <a:pt x="7062011" y="1509183"/>
                </a:cubicBezTo>
                <a:lnTo>
                  <a:pt x="7040555" y="1511207"/>
                </a:lnTo>
                <a:lnTo>
                  <a:pt x="7033438" y="1506772"/>
                </a:lnTo>
                <a:lnTo>
                  <a:pt x="7020886" y="1510764"/>
                </a:lnTo>
                <a:lnTo>
                  <a:pt x="7017033" y="1510650"/>
                </a:lnTo>
                <a:lnTo>
                  <a:pt x="6995460" y="1511173"/>
                </a:lnTo>
                <a:cubicBezTo>
                  <a:pt x="7010208" y="1537643"/>
                  <a:pt x="6938512" y="1522467"/>
                  <a:pt x="6962144" y="1541508"/>
                </a:cubicBezTo>
                <a:cubicBezTo>
                  <a:pt x="6926351" y="1550586"/>
                  <a:pt x="6958236" y="1566326"/>
                  <a:pt x="6910674" y="1554793"/>
                </a:cubicBezTo>
                <a:cubicBezTo>
                  <a:pt x="6859225" y="1589274"/>
                  <a:pt x="6769015" y="1598548"/>
                  <a:pt x="6732152" y="1642538"/>
                </a:cubicBezTo>
                <a:cubicBezTo>
                  <a:pt x="6734901" y="1628031"/>
                  <a:pt x="6709146" y="1622413"/>
                  <a:pt x="6694106" y="1632377"/>
                </a:cubicBezTo>
                <a:cubicBezTo>
                  <a:pt x="6702628" y="1575914"/>
                  <a:pt x="6638899" y="1692862"/>
                  <a:pt x="6617223" y="1659889"/>
                </a:cubicBezTo>
                <a:cubicBezTo>
                  <a:pt x="6623246" y="1693349"/>
                  <a:pt x="6561228" y="1764690"/>
                  <a:pt x="6521138" y="1744340"/>
                </a:cubicBezTo>
                <a:cubicBezTo>
                  <a:pt x="6469831" y="1761656"/>
                  <a:pt x="6438109" y="1796731"/>
                  <a:pt x="6380677" y="1796883"/>
                </a:cubicBezTo>
                <a:cubicBezTo>
                  <a:pt x="6379865" y="1801686"/>
                  <a:pt x="6377810" y="1805986"/>
                  <a:pt x="6374897" y="1809910"/>
                </a:cubicBezTo>
                <a:lnTo>
                  <a:pt x="6364545" y="1820090"/>
                </a:lnTo>
                <a:lnTo>
                  <a:pt x="6362126" y="1819991"/>
                </a:lnTo>
                <a:cubicBezTo>
                  <a:pt x="6353055" y="1821720"/>
                  <a:pt x="6348796" y="1824537"/>
                  <a:pt x="6346673" y="1827824"/>
                </a:cubicBezTo>
                <a:lnTo>
                  <a:pt x="6345588" y="1832232"/>
                </a:lnTo>
                <a:lnTo>
                  <a:pt x="6335708" y="1838451"/>
                </a:lnTo>
                <a:lnTo>
                  <a:pt x="6318182" y="1852975"/>
                </a:lnTo>
                <a:lnTo>
                  <a:pt x="6313084" y="1853561"/>
                </a:lnTo>
                <a:lnTo>
                  <a:pt x="6283816" y="1872148"/>
                </a:lnTo>
                <a:lnTo>
                  <a:pt x="6282550" y="1871392"/>
                </a:lnTo>
                <a:cubicBezTo>
                  <a:pt x="6279041" y="1870121"/>
                  <a:pt x="6275192" y="1869982"/>
                  <a:pt x="6270527" y="1872208"/>
                </a:cubicBezTo>
                <a:cubicBezTo>
                  <a:pt x="6265029" y="1853962"/>
                  <a:pt x="6262790" y="1867903"/>
                  <a:pt x="6249518" y="1876079"/>
                </a:cubicBezTo>
                <a:cubicBezTo>
                  <a:pt x="6238019" y="1849564"/>
                  <a:pt x="6207959" y="1881750"/>
                  <a:pt x="6190386" y="1872478"/>
                </a:cubicBezTo>
                <a:cubicBezTo>
                  <a:pt x="6180893" y="1879083"/>
                  <a:pt x="6170646" y="1885584"/>
                  <a:pt x="6159777" y="1891745"/>
                </a:cubicBezTo>
                <a:lnTo>
                  <a:pt x="6153131" y="1895079"/>
                </a:lnTo>
                <a:lnTo>
                  <a:pt x="6152798" y="1894920"/>
                </a:lnTo>
                <a:cubicBezTo>
                  <a:pt x="6150925" y="1895166"/>
                  <a:pt x="6148578" y="1896082"/>
                  <a:pt x="6145388" y="1897990"/>
                </a:cubicBezTo>
                <a:lnTo>
                  <a:pt x="6141014" y="1901155"/>
                </a:lnTo>
                <a:lnTo>
                  <a:pt x="6128122" y="1907623"/>
                </a:lnTo>
                <a:lnTo>
                  <a:pt x="6122351" y="1908359"/>
                </a:lnTo>
                <a:cubicBezTo>
                  <a:pt x="6099508" y="1905910"/>
                  <a:pt x="6088334" y="1869006"/>
                  <a:pt x="6064750" y="1896394"/>
                </a:cubicBezTo>
                <a:cubicBezTo>
                  <a:pt x="6025977" y="1903785"/>
                  <a:pt x="5997095" y="1889190"/>
                  <a:pt x="5964230" y="1910038"/>
                </a:cubicBezTo>
                <a:cubicBezTo>
                  <a:pt x="5927910" y="1916874"/>
                  <a:pt x="5894873" y="1914928"/>
                  <a:pt x="5865399" y="1926966"/>
                </a:cubicBezTo>
                <a:cubicBezTo>
                  <a:pt x="5851644" y="1923038"/>
                  <a:pt x="5839380" y="1922808"/>
                  <a:pt x="5829951" y="1934755"/>
                </a:cubicBezTo>
                <a:cubicBezTo>
                  <a:pt x="5795498" y="1938369"/>
                  <a:pt x="5784532" y="1926246"/>
                  <a:pt x="5765285" y="1941322"/>
                </a:cubicBezTo>
                <a:cubicBezTo>
                  <a:pt x="5741789" y="1922874"/>
                  <a:pt x="5742385" y="1931607"/>
                  <a:pt x="5734750" y="1939793"/>
                </a:cubicBezTo>
                <a:lnTo>
                  <a:pt x="5733569" y="1940505"/>
                </a:lnTo>
                <a:lnTo>
                  <a:pt x="5730329" y="1937845"/>
                </a:lnTo>
                <a:lnTo>
                  <a:pt x="5724661" y="1937455"/>
                </a:lnTo>
                <a:lnTo>
                  <a:pt x="5710186" y="1941370"/>
                </a:lnTo>
                <a:lnTo>
                  <a:pt x="5704910" y="1943663"/>
                </a:lnTo>
                <a:cubicBezTo>
                  <a:pt x="5701213" y="1944937"/>
                  <a:pt x="5698678" y="1945391"/>
                  <a:pt x="5696836" y="1945271"/>
                </a:cubicBezTo>
                <a:lnTo>
                  <a:pt x="5696583" y="1945050"/>
                </a:lnTo>
                <a:lnTo>
                  <a:pt x="5689123" y="1947067"/>
                </a:lnTo>
                <a:cubicBezTo>
                  <a:pt x="5676655" y="1951072"/>
                  <a:pt x="5664639" y="1955533"/>
                  <a:pt x="5653291" y="1960245"/>
                </a:cubicBezTo>
                <a:cubicBezTo>
                  <a:pt x="5640346" y="1947636"/>
                  <a:pt x="5600180" y="1973739"/>
                  <a:pt x="5599385" y="1945198"/>
                </a:cubicBezTo>
                <a:cubicBezTo>
                  <a:pt x="5583913" y="1950736"/>
                  <a:pt x="5576590" y="1964134"/>
                  <a:pt x="5578300" y="1944963"/>
                </a:cubicBezTo>
                <a:cubicBezTo>
                  <a:pt x="5573104" y="1946266"/>
                  <a:pt x="5569560" y="1945382"/>
                  <a:pt x="5566758" y="1943441"/>
                </a:cubicBezTo>
                <a:lnTo>
                  <a:pt x="5565857" y="1942445"/>
                </a:lnTo>
                <a:lnTo>
                  <a:pt x="5531534" y="1955208"/>
                </a:lnTo>
                <a:lnTo>
                  <a:pt x="5526552" y="1954799"/>
                </a:lnTo>
                <a:lnTo>
                  <a:pt x="5504723" y="1965811"/>
                </a:lnTo>
                <a:lnTo>
                  <a:pt x="5493156" y="1970063"/>
                </a:lnTo>
                <a:lnTo>
                  <a:pt x="5490486" y="1974227"/>
                </a:lnTo>
                <a:cubicBezTo>
                  <a:pt x="5487271" y="1977077"/>
                  <a:pt x="5482233" y="1979045"/>
                  <a:pt x="5473107" y="1979001"/>
                </a:cubicBezTo>
                <a:lnTo>
                  <a:pt x="5470885" y="1978432"/>
                </a:lnTo>
                <a:lnTo>
                  <a:pt x="5457393" y="1986525"/>
                </a:lnTo>
                <a:cubicBezTo>
                  <a:pt x="5453194" y="1989853"/>
                  <a:pt x="5449663" y="1993721"/>
                  <a:pt x="5447102" y="1998329"/>
                </a:cubicBezTo>
                <a:cubicBezTo>
                  <a:pt x="5386283" y="2017364"/>
                  <a:pt x="5223545" y="2015483"/>
                  <a:pt x="5159151" y="2029640"/>
                </a:cubicBezTo>
                <a:cubicBezTo>
                  <a:pt x="5141359" y="2036610"/>
                  <a:pt x="5090827" y="2076822"/>
                  <a:pt x="5098838" y="2062961"/>
                </a:cubicBezTo>
                <a:cubicBezTo>
                  <a:pt x="5047883" y="2099457"/>
                  <a:pt x="4922007" y="2111466"/>
                  <a:pt x="4860988" y="2135698"/>
                </a:cubicBezTo>
                <a:cubicBezTo>
                  <a:pt x="4805413" y="2152292"/>
                  <a:pt x="4784714" y="2158665"/>
                  <a:pt x="4765388" y="2162525"/>
                </a:cubicBezTo>
                <a:cubicBezTo>
                  <a:pt x="4758560" y="2161978"/>
                  <a:pt x="4751823" y="2160531"/>
                  <a:pt x="4745033" y="2158859"/>
                </a:cubicBezTo>
                <a:lnTo>
                  <a:pt x="4741475" y="2157998"/>
                </a:lnTo>
                <a:lnTo>
                  <a:pt x="4728247" y="2159526"/>
                </a:lnTo>
                <a:lnTo>
                  <a:pt x="4723263" y="2153742"/>
                </a:lnTo>
                <a:lnTo>
                  <a:pt x="4593061" y="2171597"/>
                </a:lnTo>
                <a:lnTo>
                  <a:pt x="4405765" y="2199902"/>
                </a:lnTo>
                <a:cubicBezTo>
                  <a:pt x="4403942" y="2198353"/>
                  <a:pt x="4402457" y="2196614"/>
                  <a:pt x="4401354" y="2194745"/>
                </a:cubicBezTo>
                <a:lnTo>
                  <a:pt x="4366646" y="2198564"/>
                </a:lnTo>
                <a:lnTo>
                  <a:pt x="4354009" y="2204984"/>
                </a:lnTo>
                <a:lnTo>
                  <a:pt x="4348284" y="2205270"/>
                </a:lnTo>
                <a:lnTo>
                  <a:pt x="4333906" y="2205251"/>
                </a:lnTo>
                <a:cubicBezTo>
                  <a:pt x="4326429" y="2204713"/>
                  <a:pt x="4318024" y="2203940"/>
                  <a:pt x="4308819" y="2203822"/>
                </a:cubicBezTo>
                <a:lnTo>
                  <a:pt x="4301210" y="2204456"/>
                </a:lnTo>
                <a:lnTo>
                  <a:pt x="4283095" y="2198177"/>
                </a:lnTo>
                <a:cubicBezTo>
                  <a:pt x="4269863" y="2193337"/>
                  <a:pt x="4259612" y="2190345"/>
                  <a:pt x="4250119" y="2196342"/>
                </a:cubicBezTo>
                <a:cubicBezTo>
                  <a:pt x="4230702" y="2190559"/>
                  <a:pt x="4213171" y="2166890"/>
                  <a:pt x="4189203" y="2178994"/>
                </a:cubicBezTo>
                <a:cubicBezTo>
                  <a:pt x="4194512" y="2165594"/>
                  <a:pt x="4160734" y="2183257"/>
                  <a:pt x="4154035" y="2171950"/>
                </a:cubicBezTo>
                <a:cubicBezTo>
                  <a:pt x="4150098" y="2162547"/>
                  <a:pt x="4138934" y="2165714"/>
                  <a:pt x="4129569" y="2163850"/>
                </a:cubicBezTo>
                <a:cubicBezTo>
                  <a:pt x="4121391" y="2155090"/>
                  <a:pt x="4076089" y="2154737"/>
                  <a:pt x="4061250" y="2159236"/>
                </a:cubicBezTo>
                <a:cubicBezTo>
                  <a:pt x="4020618" y="2177811"/>
                  <a:pt x="3978175" y="2144465"/>
                  <a:pt x="3945480" y="2158279"/>
                </a:cubicBezTo>
                <a:cubicBezTo>
                  <a:pt x="3936362" y="2159139"/>
                  <a:pt x="3928502" y="2158369"/>
                  <a:pt x="3921468" y="2156588"/>
                </a:cubicBezTo>
                <a:lnTo>
                  <a:pt x="3903348" y="2149220"/>
                </a:lnTo>
                <a:lnTo>
                  <a:pt x="3901342" y="2142355"/>
                </a:lnTo>
                <a:lnTo>
                  <a:pt x="3888539" y="2140476"/>
                </a:lnTo>
                <a:lnTo>
                  <a:pt x="3885662" y="2138740"/>
                </a:lnTo>
                <a:cubicBezTo>
                  <a:pt x="3880178" y="2135398"/>
                  <a:pt x="3874645" y="2132286"/>
                  <a:pt x="3868627" y="2130023"/>
                </a:cubicBezTo>
                <a:cubicBezTo>
                  <a:pt x="3859240" y="2159198"/>
                  <a:pt x="3815892" y="2115590"/>
                  <a:pt x="3819177" y="2142111"/>
                </a:cubicBezTo>
                <a:cubicBezTo>
                  <a:pt x="3784478" y="2134756"/>
                  <a:pt x="3796708" y="2161930"/>
                  <a:pt x="3769100" y="2131731"/>
                </a:cubicBezTo>
                <a:cubicBezTo>
                  <a:pt x="3702423" y="2139704"/>
                  <a:pt x="3625642" y="2109386"/>
                  <a:pt x="3562752" y="2131785"/>
                </a:cubicBezTo>
                <a:cubicBezTo>
                  <a:pt x="3576244" y="2120400"/>
                  <a:pt x="3560801" y="2104591"/>
                  <a:pt x="3541402" y="2106821"/>
                </a:cubicBezTo>
                <a:cubicBezTo>
                  <a:pt x="3592232" y="2061584"/>
                  <a:pt x="3356194" y="2115384"/>
                  <a:pt x="3365341" y="2077638"/>
                </a:cubicBezTo>
                <a:cubicBezTo>
                  <a:pt x="3303594" y="2079161"/>
                  <a:pt x="3221644" y="2111487"/>
                  <a:pt x="3170922" y="2115957"/>
                </a:cubicBezTo>
                <a:cubicBezTo>
                  <a:pt x="3166532" y="2119769"/>
                  <a:pt x="3161579" y="2122617"/>
                  <a:pt x="3156256" y="2124773"/>
                </a:cubicBezTo>
                <a:lnTo>
                  <a:pt x="3140298" y="2129182"/>
                </a:lnTo>
                <a:lnTo>
                  <a:pt x="3138514" y="2128069"/>
                </a:lnTo>
                <a:cubicBezTo>
                  <a:pt x="3130169" y="2125710"/>
                  <a:pt x="3124679" y="2126336"/>
                  <a:pt x="3120467" y="2128281"/>
                </a:cubicBezTo>
                <a:lnTo>
                  <a:pt x="3116175" y="2131633"/>
                </a:lnTo>
                <a:lnTo>
                  <a:pt x="3103685" y="2132814"/>
                </a:lnTo>
                <a:lnTo>
                  <a:pt x="3078794" y="2137935"/>
                </a:lnTo>
                <a:lnTo>
                  <a:pt x="3074407" y="2136274"/>
                </a:lnTo>
                <a:lnTo>
                  <a:pt x="3037285" y="2139919"/>
                </a:lnTo>
                <a:lnTo>
                  <a:pt x="3036901" y="2138726"/>
                </a:lnTo>
                <a:cubicBezTo>
                  <a:pt x="3035193" y="2136135"/>
                  <a:pt x="3032337" y="2134379"/>
                  <a:pt x="3026996" y="2134322"/>
                </a:cubicBezTo>
                <a:cubicBezTo>
                  <a:pt x="3037063" y="2116196"/>
                  <a:pt x="3024412" y="2127308"/>
                  <a:pt x="3007772" y="2128742"/>
                </a:cubicBezTo>
                <a:cubicBezTo>
                  <a:pt x="3019697" y="2100910"/>
                  <a:pt x="2971305" y="2115987"/>
                  <a:pt x="2965030" y="2100494"/>
                </a:cubicBezTo>
                <a:cubicBezTo>
                  <a:pt x="2952539" y="2102174"/>
                  <a:pt x="2939545" y="2103445"/>
                  <a:pt x="2926342" y="2104155"/>
                </a:cubicBezTo>
                <a:lnTo>
                  <a:pt x="2918608" y="2104215"/>
                </a:lnTo>
                <a:cubicBezTo>
                  <a:pt x="2918564" y="2104122"/>
                  <a:pt x="2918519" y="2104030"/>
                  <a:pt x="2918475" y="2103937"/>
                </a:cubicBezTo>
                <a:cubicBezTo>
                  <a:pt x="2916840" y="2103354"/>
                  <a:pt x="2914314" y="2103149"/>
                  <a:pt x="2910360" y="2103444"/>
                </a:cubicBezTo>
                <a:lnTo>
                  <a:pt x="2904507" y="2104326"/>
                </a:lnTo>
                <a:lnTo>
                  <a:pt x="2889503" y="2104443"/>
                </a:lnTo>
                <a:lnTo>
                  <a:pt x="2884480" y="2102626"/>
                </a:lnTo>
                <a:lnTo>
                  <a:pt x="2882689" y="2099228"/>
                </a:lnTo>
                <a:lnTo>
                  <a:pt x="2881291" y="2099618"/>
                </a:lnTo>
                <a:cubicBezTo>
                  <a:pt x="2870663" y="2105606"/>
                  <a:pt x="2867338" y="2114210"/>
                  <a:pt x="2853979" y="2090388"/>
                </a:cubicBezTo>
                <a:cubicBezTo>
                  <a:pt x="2829652" y="2100099"/>
                  <a:pt x="2824975" y="2085577"/>
                  <a:pt x="2791790" y="2080332"/>
                </a:cubicBezTo>
                <a:cubicBezTo>
                  <a:pt x="2777850" y="2089504"/>
                  <a:pt x="2766709" y="2086170"/>
                  <a:pt x="2755844" y="2078874"/>
                </a:cubicBezTo>
                <a:cubicBezTo>
                  <a:pt x="2723488" y="2083049"/>
                  <a:pt x="2694065" y="2072780"/>
                  <a:pt x="2657742" y="2070179"/>
                </a:cubicBezTo>
                <a:cubicBezTo>
                  <a:pt x="2618372" y="2082020"/>
                  <a:pt x="2598368" y="2060559"/>
                  <a:pt x="2559549" y="2057873"/>
                </a:cubicBezTo>
                <a:cubicBezTo>
                  <a:pt x="2525789" y="2078403"/>
                  <a:pt x="2531908" y="2039838"/>
                  <a:pt x="2512054" y="2031671"/>
                </a:cubicBezTo>
                <a:lnTo>
                  <a:pt x="2506437" y="2030918"/>
                </a:lnTo>
                <a:lnTo>
                  <a:pt x="2491752" y="2033906"/>
                </a:lnTo>
                <a:lnTo>
                  <a:pt x="2486338" y="2035862"/>
                </a:lnTo>
                <a:cubicBezTo>
                  <a:pt x="2482568" y="2036899"/>
                  <a:pt x="2480011" y="2037191"/>
                  <a:pt x="2478186" y="2036953"/>
                </a:cubicBezTo>
                <a:lnTo>
                  <a:pt x="2477950" y="2036715"/>
                </a:lnTo>
                <a:lnTo>
                  <a:pt x="2470381" y="2038256"/>
                </a:lnTo>
                <a:cubicBezTo>
                  <a:pt x="2457686" y="2041461"/>
                  <a:pt x="2445410" y="2045155"/>
                  <a:pt x="2433781" y="2049140"/>
                </a:cubicBezTo>
                <a:cubicBezTo>
                  <a:pt x="2421781" y="2035703"/>
                  <a:pt x="2379959" y="2059234"/>
                  <a:pt x="2381172" y="2030645"/>
                </a:cubicBezTo>
                <a:cubicBezTo>
                  <a:pt x="2365380" y="2035192"/>
                  <a:pt x="2357148" y="2048120"/>
                  <a:pt x="2360198" y="2029059"/>
                </a:cubicBezTo>
                <a:cubicBezTo>
                  <a:pt x="2354933" y="2030031"/>
                  <a:pt x="2351467" y="2028919"/>
                  <a:pt x="2348815" y="2026798"/>
                </a:cubicBezTo>
                <a:lnTo>
                  <a:pt x="2347988" y="2025745"/>
                </a:lnTo>
                <a:lnTo>
                  <a:pt x="2312920" y="2036311"/>
                </a:lnTo>
                <a:lnTo>
                  <a:pt x="2307986" y="2035583"/>
                </a:lnTo>
                <a:lnTo>
                  <a:pt x="2285481" y="2045197"/>
                </a:lnTo>
                <a:lnTo>
                  <a:pt x="2273666" y="2048710"/>
                </a:lnTo>
                <a:lnTo>
                  <a:pt x="2270719" y="2052702"/>
                </a:lnTo>
                <a:cubicBezTo>
                  <a:pt x="2267315" y="2055347"/>
                  <a:pt x="2262161" y="2056992"/>
                  <a:pt x="2253080" y="2056363"/>
                </a:cubicBezTo>
                <a:lnTo>
                  <a:pt x="2250906" y="2055654"/>
                </a:lnTo>
                <a:lnTo>
                  <a:pt x="2236905" y="2062882"/>
                </a:lnTo>
                <a:cubicBezTo>
                  <a:pt x="2232493" y="2065942"/>
                  <a:pt x="2228705" y="2069583"/>
                  <a:pt x="2225830" y="2074027"/>
                </a:cubicBezTo>
                <a:cubicBezTo>
                  <a:pt x="2173117" y="2059597"/>
                  <a:pt x="2128486" y="2085502"/>
                  <a:pt x="2073776" y="2089244"/>
                </a:cubicBezTo>
                <a:cubicBezTo>
                  <a:pt x="2046050" y="2059365"/>
                  <a:pt x="1957570" y="2112693"/>
                  <a:pt x="1948256" y="2146616"/>
                </a:cubicBezTo>
                <a:cubicBezTo>
                  <a:pt x="1943005" y="2109192"/>
                  <a:pt x="1832736" y="2206239"/>
                  <a:pt x="1865582" y="2153738"/>
                </a:cubicBezTo>
                <a:cubicBezTo>
                  <a:pt x="1847376" y="2159567"/>
                  <a:pt x="1826258" y="2147592"/>
                  <a:pt x="1835210" y="2134244"/>
                </a:cubicBezTo>
                <a:cubicBezTo>
                  <a:pt x="1781916" y="2167476"/>
                  <a:pt x="1695112" y="2153556"/>
                  <a:pt x="1632661" y="2173882"/>
                </a:cubicBezTo>
                <a:cubicBezTo>
                  <a:pt x="1594177" y="2150642"/>
                  <a:pt x="1616426" y="2173975"/>
                  <a:pt x="1579590" y="2173680"/>
                </a:cubicBezTo>
                <a:cubicBezTo>
                  <a:pt x="1592812" y="2198112"/>
                  <a:pt x="1533818" y="2165220"/>
                  <a:pt x="1535601" y="2194590"/>
                </a:cubicBezTo>
                <a:cubicBezTo>
                  <a:pt x="1528840" y="2193608"/>
                  <a:pt x="1522236" y="2191728"/>
                  <a:pt x="1515594" y="2189622"/>
                </a:cubicBezTo>
                <a:lnTo>
                  <a:pt x="1512113" y="2188534"/>
                </a:lnTo>
                <a:lnTo>
                  <a:pt x="1498838" y="2189213"/>
                </a:lnTo>
                <a:lnTo>
                  <a:pt x="1494279" y="2183112"/>
                </a:lnTo>
                <a:lnTo>
                  <a:pt x="1473714" y="2179625"/>
                </a:lnTo>
                <a:cubicBezTo>
                  <a:pt x="1466138" y="2179292"/>
                  <a:pt x="1458132" y="2180071"/>
                  <a:pt x="1449503" y="2182633"/>
                </a:cubicBezTo>
                <a:lnTo>
                  <a:pt x="1266687" y="2212688"/>
                </a:lnTo>
                <a:cubicBezTo>
                  <a:pt x="1256792" y="2212722"/>
                  <a:pt x="1247024" y="2217857"/>
                  <a:pt x="1239614" y="2209727"/>
                </a:cubicBezTo>
                <a:cubicBezTo>
                  <a:pt x="1228778" y="2200326"/>
                  <a:pt x="1202276" y="2223497"/>
                  <a:pt x="1202436" y="2209817"/>
                </a:cubicBezTo>
                <a:cubicBezTo>
                  <a:pt x="1183471" y="2225854"/>
                  <a:pt x="1157340" y="2206849"/>
                  <a:pt x="1136097" y="2205112"/>
                </a:cubicBezTo>
                <a:cubicBezTo>
                  <a:pt x="1100396" y="2209415"/>
                  <a:pt x="1013922" y="2231219"/>
                  <a:pt x="988232" y="2235635"/>
                </a:cubicBezTo>
                <a:cubicBezTo>
                  <a:pt x="986445" y="2234079"/>
                  <a:pt x="984332" y="2232722"/>
                  <a:pt x="981959" y="2231607"/>
                </a:cubicBezTo>
                <a:cubicBezTo>
                  <a:pt x="968170" y="2225130"/>
                  <a:pt x="948759" y="2228043"/>
                  <a:pt x="938600" y="2238113"/>
                </a:cubicBezTo>
                <a:cubicBezTo>
                  <a:pt x="888371" y="2272824"/>
                  <a:pt x="837950" y="2280135"/>
                  <a:pt x="791788" y="2293224"/>
                </a:cubicBezTo>
                <a:cubicBezTo>
                  <a:pt x="739035" y="2305159"/>
                  <a:pt x="769009" y="2269676"/>
                  <a:pt x="706914" y="2305046"/>
                </a:cubicBezTo>
                <a:cubicBezTo>
                  <a:pt x="697882" y="2295919"/>
                  <a:pt x="689339" y="2296797"/>
                  <a:pt x="675971" y="2304030"/>
                </a:cubicBezTo>
                <a:cubicBezTo>
                  <a:pt x="650201" y="2309060"/>
                  <a:pt x="647591" y="2282853"/>
                  <a:pt x="624180" y="2302650"/>
                </a:cubicBezTo>
                <a:cubicBezTo>
                  <a:pt x="626400" y="2287987"/>
                  <a:pt x="574045" y="2305175"/>
                  <a:pt x="583453" y="2288788"/>
                </a:cubicBezTo>
                <a:cubicBezTo>
                  <a:pt x="564313" y="2278832"/>
                  <a:pt x="559671" y="2301039"/>
                  <a:pt x="540946" y="2292721"/>
                </a:cubicBezTo>
                <a:cubicBezTo>
                  <a:pt x="521576" y="2293191"/>
                  <a:pt x="554439" y="2305843"/>
                  <a:pt x="533680" y="2310233"/>
                </a:cubicBezTo>
                <a:cubicBezTo>
                  <a:pt x="508069" y="2313043"/>
                  <a:pt x="512638" y="2338541"/>
                  <a:pt x="487366" y="2309053"/>
                </a:cubicBezTo>
                <a:cubicBezTo>
                  <a:pt x="462164" y="2321083"/>
                  <a:pt x="454441" y="2307251"/>
                  <a:pt x="416820" y="2305443"/>
                </a:cubicBezTo>
                <a:cubicBezTo>
                  <a:pt x="403012" y="2315890"/>
                  <a:pt x="390105" y="2313733"/>
                  <a:pt x="376805" y="2307647"/>
                </a:cubicBezTo>
                <a:cubicBezTo>
                  <a:pt x="341751" y="2315035"/>
                  <a:pt x="307408" y="2307897"/>
                  <a:pt x="266777" y="2309012"/>
                </a:cubicBezTo>
                <a:cubicBezTo>
                  <a:pt x="225310" y="2324664"/>
                  <a:pt x="199419" y="2305548"/>
                  <a:pt x="156013" y="2306832"/>
                </a:cubicBezTo>
                <a:cubicBezTo>
                  <a:pt x="117457" y="2333851"/>
                  <a:pt x="122965" y="2279562"/>
                  <a:pt x="87258" y="2285511"/>
                </a:cubicBezTo>
                <a:cubicBezTo>
                  <a:pt x="38977" y="2309189"/>
                  <a:pt x="74043" y="2277969"/>
                  <a:pt x="23798" y="2281822"/>
                </a:cubicBezTo>
                <a:lnTo>
                  <a:pt x="0" y="2285369"/>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994763F7-F859-093B-2F47-9CE67E50190C}"/>
              </a:ext>
            </a:extLst>
          </p:cNvPr>
          <p:cNvSpPr>
            <a:spLocks noGrp="1"/>
          </p:cNvSpPr>
          <p:nvPr>
            <p:ph type="title"/>
          </p:nvPr>
        </p:nvSpPr>
        <p:spPr>
          <a:xfrm>
            <a:off x="497973" y="524349"/>
            <a:ext cx="3095334" cy="739881"/>
          </a:xfrm>
        </p:spPr>
        <p:txBody>
          <a:bodyPr vert="horz" lIns="91440" tIns="45720" rIns="91440" bIns="45720" rtlCol="0" anchor="b">
            <a:normAutofit/>
          </a:bodyPr>
          <a:lstStyle/>
          <a:p>
            <a:r>
              <a:rPr lang="en-US" sz="4000" dirty="0">
                <a:latin typeface="Times New Roman"/>
                <a:cs typeface="Times New Roman"/>
              </a:rPr>
              <a:t>Decision Tree</a:t>
            </a:r>
          </a:p>
        </p:txBody>
      </p:sp>
      <p:pic>
        <p:nvPicPr>
          <p:cNvPr id="4" name="Content Placeholder 3" descr="A diagram of decision tree&#10;&#10;Description automatically generated">
            <a:extLst>
              <a:ext uri="{FF2B5EF4-FFF2-40B4-BE49-F238E27FC236}">
                <a16:creationId xmlns:a16="http://schemas.microsoft.com/office/drawing/2014/main" id="{846DADA2-A7B5-099C-0FF1-98443B60DC21}"/>
              </a:ext>
            </a:extLst>
          </p:cNvPr>
          <p:cNvPicPr>
            <a:picLocks noGrp="1" noChangeAspect="1"/>
          </p:cNvPicPr>
          <p:nvPr>
            <p:ph idx="1"/>
          </p:nvPr>
        </p:nvPicPr>
        <p:blipFill>
          <a:blip r:embed="rId2"/>
          <a:stretch>
            <a:fillRect/>
          </a:stretch>
        </p:blipFill>
        <p:spPr>
          <a:xfrm>
            <a:off x="500062" y="2013643"/>
            <a:ext cx="5578884" cy="3727192"/>
          </a:xfrm>
          <a:prstGeom prst="rect">
            <a:avLst/>
          </a:prstGeom>
        </p:spPr>
      </p:pic>
      <p:pic>
        <p:nvPicPr>
          <p:cNvPr id="5" name="Picture 4" descr="A graph with a blue rectangle&#10;&#10;Description automatically generated">
            <a:extLst>
              <a:ext uri="{FF2B5EF4-FFF2-40B4-BE49-F238E27FC236}">
                <a16:creationId xmlns:a16="http://schemas.microsoft.com/office/drawing/2014/main" id="{875AB74B-0958-C4A8-E01E-2C0B233D7C38}"/>
              </a:ext>
            </a:extLst>
          </p:cNvPr>
          <p:cNvPicPr>
            <a:picLocks noChangeAspect="1"/>
          </p:cNvPicPr>
          <p:nvPr/>
        </p:nvPicPr>
        <p:blipFill>
          <a:blip r:embed="rId3"/>
          <a:stretch>
            <a:fillRect/>
          </a:stretch>
        </p:blipFill>
        <p:spPr>
          <a:xfrm>
            <a:off x="6549438" y="2220601"/>
            <a:ext cx="5174072" cy="3313277"/>
          </a:xfrm>
          <a:prstGeom prst="rect">
            <a:avLst/>
          </a:prstGeom>
        </p:spPr>
      </p:pic>
      <p:sp>
        <p:nvSpPr>
          <p:cNvPr id="21" name="Freeform: Shape 20">
            <a:extLst>
              <a:ext uri="{FF2B5EF4-FFF2-40B4-BE49-F238E27FC236}">
                <a16:creationId xmlns:a16="http://schemas.microsoft.com/office/drawing/2014/main" id="{CFDF195F-784B-4D00-8C92-6FC1B0499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277971"/>
            <a:ext cx="6884912" cy="580030"/>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2C1A24B-C12D-69C7-7FEA-7EE960C2E54A}"/>
              </a:ext>
            </a:extLst>
          </p:cNvPr>
          <p:cNvSpPr txBox="1"/>
          <p:nvPr/>
        </p:nvSpPr>
        <p:spPr>
          <a:xfrm>
            <a:off x="2565796" y="6084093"/>
            <a:ext cx="1464468" cy="3812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cs typeface="Times New Roman"/>
              </a:rPr>
              <a:t> </a:t>
            </a:r>
            <a:r>
              <a:rPr lang="en-US" dirty="0">
                <a:latin typeface="Times New Roman"/>
                <a:ea typeface="+mn-lt"/>
                <a:cs typeface="+mn-lt"/>
              </a:rPr>
              <a:t>Architecture</a:t>
            </a:r>
            <a:endParaRPr lang="en-US">
              <a:latin typeface="Times New Roman"/>
              <a:cs typeface="Times New Roman"/>
            </a:endParaRPr>
          </a:p>
        </p:txBody>
      </p:sp>
      <p:sp>
        <p:nvSpPr>
          <p:cNvPr id="7" name="TextBox 6">
            <a:extLst>
              <a:ext uri="{FF2B5EF4-FFF2-40B4-BE49-F238E27FC236}">
                <a16:creationId xmlns:a16="http://schemas.microsoft.com/office/drawing/2014/main" id="{9A65584D-78DB-394B-8BAB-C42D2B2B6E18}"/>
              </a:ext>
            </a:extLst>
          </p:cNvPr>
          <p:cNvSpPr txBox="1"/>
          <p:nvPr/>
        </p:nvSpPr>
        <p:spPr>
          <a:xfrm>
            <a:off x="7381875" y="6081117"/>
            <a:ext cx="3265289" cy="3812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cs typeface="Times New Roman"/>
              </a:rPr>
              <a:t>Box Plot(5 times model training)</a:t>
            </a:r>
          </a:p>
        </p:txBody>
      </p:sp>
    </p:spTree>
    <p:extLst>
      <p:ext uri="{BB962C8B-B14F-4D97-AF65-F5344CB8AC3E}">
        <p14:creationId xmlns:p14="http://schemas.microsoft.com/office/powerpoint/2010/main" val="10357098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8BA5F19-D5E1-4ECC-BEC2-DF7AEDFD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0CC88A9-A661-4C48-866E-8734E511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1269336" cy="2008639"/>
          </a:xfrm>
          <a:custGeom>
            <a:avLst/>
            <a:gdLst>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174645 w 11269336"/>
              <a:gd name="connsiteY140" fmla="*/ 2088358 h 2323145"/>
              <a:gd name="connsiteX141" fmla="*/ 5092476 w 11269336"/>
              <a:gd name="connsiteY141" fmla="*/ 2100737 h 2323145"/>
              <a:gd name="connsiteX142" fmla="*/ 5060738 w 11269336"/>
              <a:gd name="connsiteY142" fmla="*/ 2083274 h 2323145"/>
              <a:gd name="connsiteX143" fmla="*/ 4860988 w 11269336"/>
              <a:gd name="connsiteY143" fmla="*/ 2135698 h 2323145"/>
              <a:gd name="connsiteX144" fmla="*/ 4807902 w 11269336"/>
              <a:gd name="connsiteY144" fmla="*/ 2138894 h 2323145"/>
              <a:gd name="connsiteX145" fmla="*/ 4765388 w 11269336"/>
              <a:gd name="connsiteY145" fmla="*/ 2162525 h 2323145"/>
              <a:gd name="connsiteX146" fmla="*/ 4745033 w 11269336"/>
              <a:gd name="connsiteY146" fmla="*/ 2158859 h 2323145"/>
              <a:gd name="connsiteX147" fmla="*/ 4741475 w 11269336"/>
              <a:gd name="connsiteY147" fmla="*/ 2157998 h 2323145"/>
              <a:gd name="connsiteX148" fmla="*/ 4728247 w 11269336"/>
              <a:gd name="connsiteY148" fmla="*/ 2159526 h 2323145"/>
              <a:gd name="connsiteX149" fmla="*/ 4723263 w 11269336"/>
              <a:gd name="connsiteY149" fmla="*/ 2153742 h 2323145"/>
              <a:gd name="connsiteX150" fmla="*/ 4702453 w 11269336"/>
              <a:gd name="connsiteY150" fmla="*/ 2151586 h 2323145"/>
              <a:gd name="connsiteX151" fmla="*/ 4678455 w 11269336"/>
              <a:gd name="connsiteY151" fmla="*/ 2156131 h 2323145"/>
              <a:gd name="connsiteX152" fmla="*/ 4593061 w 11269336"/>
              <a:gd name="connsiteY152" fmla="*/ 2171597 h 2323145"/>
              <a:gd name="connsiteX153" fmla="*/ 4579902 w 11269336"/>
              <a:gd name="connsiteY153" fmla="*/ 2177927 h 2323145"/>
              <a:gd name="connsiteX154" fmla="*/ 4533444 w 11269336"/>
              <a:gd name="connsiteY154" fmla="*/ 2181200 h 2323145"/>
              <a:gd name="connsiteX155" fmla="*/ 4492832 w 11269336"/>
              <a:gd name="connsiteY155" fmla="*/ 2188033 h 2323145"/>
              <a:gd name="connsiteX156" fmla="*/ 4467257 w 11269336"/>
              <a:gd name="connsiteY156" fmla="*/ 2196121 h 2323145"/>
              <a:gd name="connsiteX157" fmla="*/ 4459937 w 11269336"/>
              <a:gd name="connsiteY157" fmla="*/ 2195182 h 2323145"/>
              <a:gd name="connsiteX158" fmla="*/ 4433312 w 11269336"/>
              <a:gd name="connsiteY158" fmla="*/ 2199004 h 2323145"/>
              <a:gd name="connsiteX159" fmla="*/ 4420601 w 11269336"/>
              <a:gd name="connsiteY159" fmla="*/ 2205158 h 2323145"/>
              <a:gd name="connsiteX160" fmla="*/ 4405765 w 11269336"/>
              <a:gd name="connsiteY160" fmla="*/ 2199902 h 2323145"/>
              <a:gd name="connsiteX161" fmla="*/ 4401354 w 11269336"/>
              <a:gd name="connsiteY161" fmla="*/ 2194745 h 2323145"/>
              <a:gd name="connsiteX162" fmla="*/ 4383151 w 11269336"/>
              <a:gd name="connsiteY162" fmla="*/ 2201140 h 2323145"/>
              <a:gd name="connsiteX163" fmla="*/ 4366646 w 11269336"/>
              <a:gd name="connsiteY163" fmla="*/ 2198564 h 2323145"/>
              <a:gd name="connsiteX164" fmla="*/ 4354009 w 11269336"/>
              <a:gd name="connsiteY164" fmla="*/ 2204984 h 2323145"/>
              <a:gd name="connsiteX165" fmla="*/ 4348284 w 11269336"/>
              <a:gd name="connsiteY165" fmla="*/ 2205270 h 2323145"/>
              <a:gd name="connsiteX166" fmla="*/ 4333906 w 11269336"/>
              <a:gd name="connsiteY166" fmla="*/ 2205251 h 2323145"/>
              <a:gd name="connsiteX167" fmla="*/ 4308819 w 11269336"/>
              <a:gd name="connsiteY167" fmla="*/ 2203822 h 2323145"/>
              <a:gd name="connsiteX168" fmla="*/ 4301210 w 11269336"/>
              <a:gd name="connsiteY168" fmla="*/ 2204456 h 2323145"/>
              <a:gd name="connsiteX169" fmla="*/ 4283095 w 11269336"/>
              <a:gd name="connsiteY169" fmla="*/ 2198177 h 2323145"/>
              <a:gd name="connsiteX170" fmla="*/ 4250119 w 11269336"/>
              <a:gd name="connsiteY170" fmla="*/ 2196342 h 2323145"/>
              <a:gd name="connsiteX171" fmla="*/ 4189203 w 11269336"/>
              <a:gd name="connsiteY171" fmla="*/ 2178994 h 2323145"/>
              <a:gd name="connsiteX172" fmla="*/ 4154035 w 11269336"/>
              <a:gd name="connsiteY172" fmla="*/ 2171950 h 2323145"/>
              <a:gd name="connsiteX173" fmla="*/ 4129569 w 11269336"/>
              <a:gd name="connsiteY173" fmla="*/ 2163850 h 2323145"/>
              <a:gd name="connsiteX174" fmla="*/ 4061250 w 11269336"/>
              <a:gd name="connsiteY174" fmla="*/ 2159236 h 2323145"/>
              <a:gd name="connsiteX175" fmla="*/ 3945480 w 11269336"/>
              <a:gd name="connsiteY175" fmla="*/ 2158279 h 2323145"/>
              <a:gd name="connsiteX176" fmla="*/ 3921468 w 11269336"/>
              <a:gd name="connsiteY176" fmla="*/ 2156588 h 2323145"/>
              <a:gd name="connsiteX177" fmla="*/ 3903348 w 11269336"/>
              <a:gd name="connsiteY177" fmla="*/ 2149220 h 2323145"/>
              <a:gd name="connsiteX178" fmla="*/ 3901342 w 11269336"/>
              <a:gd name="connsiteY178" fmla="*/ 2142355 h 2323145"/>
              <a:gd name="connsiteX179" fmla="*/ 3888539 w 11269336"/>
              <a:gd name="connsiteY179" fmla="*/ 2140476 h 2323145"/>
              <a:gd name="connsiteX180" fmla="*/ 3885662 w 11269336"/>
              <a:gd name="connsiteY180" fmla="*/ 2138740 h 2323145"/>
              <a:gd name="connsiteX181" fmla="*/ 3868627 w 11269336"/>
              <a:gd name="connsiteY181" fmla="*/ 2130023 h 2323145"/>
              <a:gd name="connsiteX182" fmla="*/ 3819177 w 11269336"/>
              <a:gd name="connsiteY182" fmla="*/ 2142111 h 2323145"/>
              <a:gd name="connsiteX183" fmla="*/ 3769100 w 11269336"/>
              <a:gd name="connsiteY183" fmla="*/ 2131731 h 2323145"/>
              <a:gd name="connsiteX184" fmla="*/ 3562752 w 11269336"/>
              <a:gd name="connsiteY184" fmla="*/ 2131785 h 2323145"/>
              <a:gd name="connsiteX185" fmla="*/ 3541402 w 11269336"/>
              <a:gd name="connsiteY185" fmla="*/ 2106821 h 2323145"/>
              <a:gd name="connsiteX186" fmla="*/ 3460591 w 11269336"/>
              <a:gd name="connsiteY186" fmla="*/ 2097951 h 2323145"/>
              <a:gd name="connsiteX187" fmla="*/ 3320348 w 11269336"/>
              <a:gd name="connsiteY187" fmla="*/ 2130191 h 2323145"/>
              <a:gd name="connsiteX188" fmla="*/ 3170922 w 11269336"/>
              <a:gd name="connsiteY188" fmla="*/ 2115957 h 2323145"/>
              <a:gd name="connsiteX189" fmla="*/ 3156256 w 11269336"/>
              <a:gd name="connsiteY189" fmla="*/ 2124773 h 2323145"/>
              <a:gd name="connsiteX190" fmla="*/ 3140298 w 11269336"/>
              <a:gd name="connsiteY190" fmla="*/ 2129182 h 2323145"/>
              <a:gd name="connsiteX191" fmla="*/ 3138514 w 11269336"/>
              <a:gd name="connsiteY191" fmla="*/ 2128069 h 2323145"/>
              <a:gd name="connsiteX192" fmla="*/ 3120467 w 11269336"/>
              <a:gd name="connsiteY192" fmla="*/ 2128281 h 2323145"/>
              <a:gd name="connsiteX193" fmla="*/ 3116175 w 11269336"/>
              <a:gd name="connsiteY193" fmla="*/ 2131633 h 2323145"/>
              <a:gd name="connsiteX194" fmla="*/ 3103685 w 11269336"/>
              <a:gd name="connsiteY194" fmla="*/ 2132814 h 2323145"/>
              <a:gd name="connsiteX195" fmla="*/ 3078794 w 11269336"/>
              <a:gd name="connsiteY195" fmla="*/ 2137935 h 2323145"/>
              <a:gd name="connsiteX196" fmla="*/ 3074407 w 11269336"/>
              <a:gd name="connsiteY196" fmla="*/ 2136274 h 2323145"/>
              <a:gd name="connsiteX197" fmla="*/ 3037285 w 11269336"/>
              <a:gd name="connsiteY197" fmla="*/ 2139919 h 2323145"/>
              <a:gd name="connsiteX198" fmla="*/ 3036901 w 11269336"/>
              <a:gd name="connsiteY198" fmla="*/ 2138726 h 2323145"/>
              <a:gd name="connsiteX199" fmla="*/ 3026996 w 11269336"/>
              <a:gd name="connsiteY199" fmla="*/ 2134322 h 2323145"/>
              <a:gd name="connsiteX200" fmla="*/ 3007772 w 11269336"/>
              <a:gd name="connsiteY200" fmla="*/ 2128742 h 2323145"/>
              <a:gd name="connsiteX201" fmla="*/ 2965030 w 11269336"/>
              <a:gd name="connsiteY201" fmla="*/ 2100494 h 2323145"/>
              <a:gd name="connsiteX202" fmla="*/ 2926342 w 11269336"/>
              <a:gd name="connsiteY202" fmla="*/ 2104155 h 2323145"/>
              <a:gd name="connsiteX203" fmla="*/ 2918608 w 11269336"/>
              <a:gd name="connsiteY203" fmla="*/ 2104215 h 2323145"/>
              <a:gd name="connsiteX204" fmla="*/ 2918475 w 11269336"/>
              <a:gd name="connsiteY204" fmla="*/ 2103937 h 2323145"/>
              <a:gd name="connsiteX205" fmla="*/ 2910360 w 11269336"/>
              <a:gd name="connsiteY205" fmla="*/ 2103444 h 2323145"/>
              <a:gd name="connsiteX206" fmla="*/ 2904507 w 11269336"/>
              <a:gd name="connsiteY206" fmla="*/ 2104326 h 2323145"/>
              <a:gd name="connsiteX207" fmla="*/ 2889503 w 11269336"/>
              <a:gd name="connsiteY207" fmla="*/ 2104443 h 2323145"/>
              <a:gd name="connsiteX208" fmla="*/ 2884480 w 11269336"/>
              <a:gd name="connsiteY208" fmla="*/ 2102626 h 2323145"/>
              <a:gd name="connsiteX209" fmla="*/ 2882689 w 11269336"/>
              <a:gd name="connsiteY209" fmla="*/ 2099228 h 2323145"/>
              <a:gd name="connsiteX210" fmla="*/ 2881291 w 11269336"/>
              <a:gd name="connsiteY210" fmla="*/ 2099618 h 2323145"/>
              <a:gd name="connsiteX211" fmla="*/ 2853979 w 11269336"/>
              <a:gd name="connsiteY211" fmla="*/ 2090388 h 2323145"/>
              <a:gd name="connsiteX212" fmla="*/ 2791790 w 11269336"/>
              <a:gd name="connsiteY212" fmla="*/ 2080332 h 2323145"/>
              <a:gd name="connsiteX213" fmla="*/ 2755844 w 11269336"/>
              <a:gd name="connsiteY213" fmla="*/ 2078874 h 2323145"/>
              <a:gd name="connsiteX214" fmla="*/ 2657742 w 11269336"/>
              <a:gd name="connsiteY214" fmla="*/ 2070179 h 2323145"/>
              <a:gd name="connsiteX215" fmla="*/ 2559549 w 11269336"/>
              <a:gd name="connsiteY215" fmla="*/ 2057873 h 2323145"/>
              <a:gd name="connsiteX216" fmla="*/ 2512054 w 11269336"/>
              <a:gd name="connsiteY216" fmla="*/ 2031671 h 2323145"/>
              <a:gd name="connsiteX217" fmla="*/ 2506437 w 11269336"/>
              <a:gd name="connsiteY217" fmla="*/ 2030918 h 2323145"/>
              <a:gd name="connsiteX218" fmla="*/ 2491752 w 11269336"/>
              <a:gd name="connsiteY218" fmla="*/ 2033906 h 2323145"/>
              <a:gd name="connsiteX219" fmla="*/ 2486338 w 11269336"/>
              <a:gd name="connsiteY219" fmla="*/ 2035862 h 2323145"/>
              <a:gd name="connsiteX220" fmla="*/ 2478186 w 11269336"/>
              <a:gd name="connsiteY220" fmla="*/ 2036953 h 2323145"/>
              <a:gd name="connsiteX221" fmla="*/ 2477950 w 11269336"/>
              <a:gd name="connsiteY221" fmla="*/ 2036715 h 2323145"/>
              <a:gd name="connsiteX222" fmla="*/ 2470381 w 11269336"/>
              <a:gd name="connsiteY222" fmla="*/ 2038256 h 2323145"/>
              <a:gd name="connsiteX223" fmla="*/ 2433781 w 11269336"/>
              <a:gd name="connsiteY223" fmla="*/ 2049140 h 2323145"/>
              <a:gd name="connsiteX224" fmla="*/ 2381172 w 11269336"/>
              <a:gd name="connsiteY224" fmla="*/ 2030645 h 2323145"/>
              <a:gd name="connsiteX225" fmla="*/ 2360198 w 11269336"/>
              <a:gd name="connsiteY225" fmla="*/ 2029059 h 2323145"/>
              <a:gd name="connsiteX226" fmla="*/ 2348815 w 11269336"/>
              <a:gd name="connsiteY226" fmla="*/ 2026798 h 2323145"/>
              <a:gd name="connsiteX227" fmla="*/ 2347988 w 11269336"/>
              <a:gd name="connsiteY227" fmla="*/ 2025745 h 2323145"/>
              <a:gd name="connsiteX228" fmla="*/ 2312920 w 11269336"/>
              <a:gd name="connsiteY228" fmla="*/ 2036311 h 2323145"/>
              <a:gd name="connsiteX229" fmla="*/ 2307986 w 11269336"/>
              <a:gd name="connsiteY229" fmla="*/ 2035583 h 2323145"/>
              <a:gd name="connsiteX230" fmla="*/ 2285481 w 11269336"/>
              <a:gd name="connsiteY230" fmla="*/ 2045197 h 2323145"/>
              <a:gd name="connsiteX231" fmla="*/ 2273666 w 11269336"/>
              <a:gd name="connsiteY231" fmla="*/ 2048710 h 2323145"/>
              <a:gd name="connsiteX232" fmla="*/ 2270719 w 11269336"/>
              <a:gd name="connsiteY232" fmla="*/ 2052702 h 2323145"/>
              <a:gd name="connsiteX233" fmla="*/ 2253080 w 11269336"/>
              <a:gd name="connsiteY233" fmla="*/ 2056363 h 2323145"/>
              <a:gd name="connsiteX234" fmla="*/ 2250906 w 11269336"/>
              <a:gd name="connsiteY234" fmla="*/ 2055654 h 2323145"/>
              <a:gd name="connsiteX235" fmla="*/ 2236905 w 11269336"/>
              <a:gd name="connsiteY235" fmla="*/ 2062882 h 2323145"/>
              <a:gd name="connsiteX236" fmla="*/ 2225830 w 11269336"/>
              <a:gd name="connsiteY236" fmla="*/ 2074027 h 2323145"/>
              <a:gd name="connsiteX237" fmla="*/ 2073776 w 11269336"/>
              <a:gd name="connsiteY237" fmla="*/ 2089244 h 2323145"/>
              <a:gd name="connsiteX238" fmla="*/ 1948256 w 11269336"/>
              <a:gd name="connsiteY238" fmla="*/ 2146616 h 2323145"/>
              <a:gd name="connsiteX239" fmla="*/ 1865582 w 11269336"/>
              <a:gd name="connsiteY239" fmla="*/ 2153738 h 2323145"/>
              <a:gd name="connsiteX240" fmla="*/ 1835210 w 11269336"/>
              <a:gd name="connsiteY240" fmla="*/ 2134244 h 2323145"/>
              <a:gd name="connsiteX241" fmla="*/ 1632661 w 11269336"/>
              <a:gd name="connsiteY241" fmla="*/ 2173882 h 2323145"/>
              <a:gd name="connsiteX242" fmla="*/ 1579590 w 11269336"/>
              <a:gd name="connsiteY242" fmla="*/ 2173680 h 2323145"/>
              <a:gd name="connsiteX243" fmla="*/ 1535601 w 11269336"/>
              <a:gd name="connsiteY243" fmla="*/ 2194590 h 2323145"/>
              <a:gd name="connsiteX244" fmla="*/ 1515594 w 11269336"/>
              <a:gd name="connsiteY244" fmla="*/ 2189622 h 2323145"/>
              <a:gd name="connsiteX245" fmla="*/ 1512113 w 11269336"/>
              <a:gd name="connsiteY245" fmla="*/ 2188534 h 2323145"/>
              <a:gd name="connsiteX246" fmla="*/ 1498838 w 11269336"/>
              <a:gd name="connsiteY246" fmla="*/ 2189213 h 2323145"/>
              <a:gd name="connsiteX247" fmla="*/ 1494279 w 11269336"/>
              <a:gd name="connsiteY247" fmla="*/ 2183112 h 2323145"/>
              <a:gd name="connsiteX248" fmla="*/ 1473714 w 11269336"/>
              <a:gd name="connsiteY248" fmla="*/ 2179625 h 2323145"/>
              <a:gd name="connsiteX249" fmla="*/ 1449503 w 11269336"/>
              <a:gd name="connsiteY249" fmla="*/ 2182633 h 2323145"/>
              <a:gd name="connsiteX250" fmla="*/ 1335495 w 11269336"/>
              <a:gd name="connsiteY250" fmla="*/ 2203940 h 2323145"/>
              <a:gd name="connsiteX251" fmla="*/ 1266687 w 11269336"/>
              <a:gd name="connsiteY251" fmla="*/ 2212688 h 2323145"/>
              <a:gd name="connsiteX252" fmla="*/ 1239614 w 11269336"/>
              <a:gd name="connsiteY252" fmla="*/ 2209727 h 2323145"/>
              <a:gd name="connsiteX253" fmla="*/ 1202436 w 11269336"/>
              <a:gd name="connsiteY253" fmla="*/ 2209817 h 2323145"/>
              <a:gd name="connsiteX254" fmla="*/ 1136097 w 11269336"/>
              <a:gd name="connsiteY254" fmla="*/ 2205112 h 2323145"/>
              <a:gd name="connsiteX255" fmla="*/ 1048229 w 11269336"/>
              <a:gd name="connsiteY255" fmla="*/ 2207249 h 2323145"/>
              <a:gd name="connsiteX256" fmla="*/ 988232 w 11269336"/>
              <a:gd name="connsiteY256" fmla="*/ 2235635 h 2323145"/>
              <a:gd name="connsiteX257" fmla="*/ 981959 w 11269336"/>
              <a:gd name="connsiteY257" fmla="*/ 2231607 h 2323145"/>
              <a:gd name="connsiteX258" fmla="*/ 938600 w 11269336"/>
              <a:gd name="connsiteY258" fmla="*/ 2238113 h 2323145"/>
              <a:gd name="connsiteX259" fmla="*/ 791788 w 11269336"/>
              <a:gd name="connsiteY259" fmla="*/ 2293224 h 2323145"/>
              <a:gd name="connsiteX260" fmla="*/ 706914 w 11269336"/>
              <a:gd name="connsiteY260" fmla="*/ 2305046 h 2323145"/>
              <a:gd name="connsiteX261" fmla="*/ 675971 w 11269336"/>
              <a:gd name="connsiteY261" fmla="*/ 2304030 h 2323145"/>
              <a:gd name="connsiteX262" fmla="*/ 624180 w 11269336"/>
              <a:gd name="connsiteY262" fmla="*/ 2302650 h 2323145"/>
              <a:gd name="connsiteX263" fmla="*/ 583453 w 11269336"/>
              <a:gd name="connsiteY263" fmla="*/ 2288788 h 2323145"/>
              <a:gd name="connsiteX264" fmla="*/ 540946 w 11269336"/>
              <a:gd name="connsiteY264" fmla="*/ 2292721 h 2323145"/>
              <a:gd name="connsiteX265" fmla="*/ 533680 w 11269336"/>
              <a:gd name="connsiteY265" fmla="*/ 2310233 h 2323145"/>
              <a:gd name="connsiteX266" fmla="*/ 487366 w 11269336"/>
              <a:gd name="connsiteY266" fmla="*/ 2309053 h 2323145"/>
              <a:gd name="connsiteX267" fmla="*/ 416820 w 11269336"/>
              <a:gd name="connsiteY267" fmla="*/ 2305443 h 2323145"/>
              <a:gd name="connsiteX268" fmla="*/ 376805 w 11269336"/>
              <a:gd name="connsiteY268" fmla="*/ 2307647 h 2323145"/>
              <a:gd name="connsiteX269" fmla="*/ 266777 w 11269336"/>
              <a:gd name="connsiteY269" fmla="*/ 2309012 h 2323145"/>
              <a:gd name="connsiteX270" fmla="*/ 156013 w 11269336"/>
              <a:gd name="connsiteY270" fmla="*/ 2306832 h 2323145"/>
              <a:gd name="connsiteX271" fmla="*/ 87258 w 11269336"/>
              <a:gd name="connsiteY271" fmla="*/ 2285511 h 2323145"/>
              <a:gd name="connsiteX272" fmla="*/ 23798 w 11269336"/>
              <a:gd name="connsiteY272" fmla="*/ 2281822 h 2323145"/>
              <a:gd name="connsiteX273" fmla="*/ 0 w 11269336"/>
              <a:gd name="connsiteY273" fmla="*/ 2285369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092476 w 11269336"/>
              <a:gd name="connsiteY140" fmla="*/ 2100737 h 2323145"/>
              <a:gd name="connsiteX141" fmla="*/ 5060738 w 11269336"/>
              <a:gd name="connsiteY141" fmla="*/ 2083274 h 2323145"/>
              <a:gd name="connsiteX142" fmla="*/ 4860988 w 11269336"/>
              <a:gd name="connsiteY142" fmla="*/ 2135698 h 2323145"/>
              <a:gd name="connsiteX143" fmla="*/ 4807902 w 11269336"/>
              <a:gd name="connsiteY143" fmla="*/ 2138894 h 2323145"/>
              <a:gd name="connsiteX144" fmla="*/ 4765388 w 11269336"/>
              <a:gd name="connsiteY144" fmla="*/ 2162525 h 2323145"/>
              <a:gd name="connsiteX145" fmla="*/ 4745033 w 11269336"/>
              <a:gd name="connsiteY145" fmla="*/ 2158859 h 2323145"/>
              <a:gd name="connsiteX146" fmla="*/ 4741475 w 11269336"/>
              <a:gd name="connsiteY146" fmla="*/ 2157998 h 2323145"/>
              <a:gd name="connsiteX147" fmla="*/ 4728247 w 11269336"/>
              <a:gd name="connsiteY147" fmla="*/ 2159526 h 2323145"/>
              <a:gd name="connsiteX148" fmla="*/ 4723263 w 11269336"/>
              <a:gd name="connsiteY148" fmla="*/ 2153742 h 2323145"/>
              <a:gd name="connsiteX149" fmla="*/ 4702453 w 11269336"/>
              <a:gd name="connsiteY149" fmla="*/ 2151586 h 2323145"/>
              <a:gd name="connsiteX150" fmla="*/ 4678455 w 11269336"/>
              <a:gd name="connsiteY150" fmla="*/ 2156131 h 2323145"/>
              <a:gd name="connsiteX151" fmla="*/ 4593061 w 11269336"/>
              <a:gd name="connsiteY151" fmla="*/ 2171597 h 2323145"/>
              <a:gd name="connsiteX152" fmla="*/ 4579902 w 11269336"/>
              <a:gd name="connsiteY152" fmla="*/ 2177927 h 2323145"/>
              <a:gd name="connsiteX153" fmla="*/ 4533444 w 11269336"/>
              <a:gd name="connsiteY153" fmla="*/ 2181200 h 2323145"/>
              <a:gd name="connsiteX154" fmla="*/ 4492832 w 11269336"/>
              <a:gd name="connsiteY154" fmla="*/ 2188033 h 2323145"/>
              <a:gd name="connsiteX155" fmla="*/ 4467257 w 11269336"/>
              <a:gd name="connsiteY155" fmla="*/ 2196121 h 2323145"/>
              <a:gd name="connsiteX156" fmla="*/ 4459937 w 11269336"/>
              <a:gd name="connsiteY156" fmla="*/ 2195182 h 2323145"/>
              <a:gd name="connsiteX157" fmla="*/ 4433312 w 11269336"/>
              <a:gd name="connsiteY157" fmla="*/ 2199004 h 2323145"/>
              <a:gd name="connsiteX158" fmla="*/ 4420601 w 11269336"/>
              <a:gd name="connsiteY158" fmla="*/ 2205158 h 2323145"/>
              <a:gd name="connsiteX159" fmla="*/ 4405765 w 11269336"/>
              <a:gd name="connsiteY159" fmla="*/ 2199902 h 2323145"/>
              <a:gd name="connsiteX160" fmla="*/ 4401354 w 11269336"/>
              <a:gd name="connsiteY160" fmla="*/ 2194745 h 2323145"/>
              <a:gd name="connsiteX161" fmla="*/ 4383151 w 11269336"/>
              <a:gd name="connsiteY161" fmla="*/ 2201140 h 2323145"/>
              <a:gd name="connsiteX162" fmla="*/ 4366646 w 11269336"/>
              <a:gd name="connsiteY162" fmla="*/ 2198564 h 2323145"/>
              <a:gd name="connsiteX163" fmla="*/ 4354009 w 11269336"/>
              <a:gd name="connsiteY163" fmla="*/ 2204984 h 2323145"/>
              <a:gd name="connsiteX164" fmla="*/ 4348284 w 11269336"/>
              <a:gd name="connsiteY164" fmla="*/ 2205270 h 2323145"/>
              <a:gd name="connsiteX165" fmla="*/ 4333906 w 11269336"/>
              <a:gd name="connsiteY165" fmla="*/ 2205251 h 2323145"/>
              <a:gd name="connsiteX166" fmla="*/ 4308819 w 11269336"/>
              <a:gd name="connsiteY166" fmla="*/ 2203822 h 2323145"/>
              <a:gd name="connsiteX167" fmla="*/ 4301210 w 11269336"/>
              <a:gd name="connsiteY167" fmla="*/ 2204456 h 2323145"/>
              <a:gd name="connsiteX168" fmla="*/ 4283095 w 11269336"/>
              <a:gd name="connsiteY168" fmla="*/ 2198177 h 2323145"/>
              <a:gd name="connsiteX169" fmla="*/ 4250119 w 11269336"/>
              <a:gd name="connsiteY169" fmla="*/ 2196342 h 2323145"/>
              <a:gd name="connsiteX170" fmla="*/ 4189203 w 11269336"/>
              <a:gd name="connsiteY170" fmla="*/ 2178994 h 2323145"/>
              <a:gd name="connsiteX171" fmla="*/ 4154035 w 11269336"/>
              <a:gd name="connsiteY171" fmla="*/ 2171950 h 2323145"/>
              <a:gd name="connsiteX172" fmla="*/ 4129569 w 11269336"/>
              <a:gd name="connsiteY172" fmla="*/ 2163850 h 2323145"/>
              <a:gd name="connsiteX173" fmla="*/ 4061250 w 11269336"/>
              <a:gd name="connsiteY173" fmla="*/ 2159236 h 2323145"/>
              <a:gd name="connsiteX174" fmla="*/ 3945480 w 11269336"/>
              <a:gd name="connsiteY174" fmla="*/ 2158279 h 2323145"/>
              <a:gd name="connsiteX175" fmla="*/ 3921468 w 11269336"/>
              <a:gd name="connsiteY175" fmla="*/ 2156588 h 2323145"/>
              <a:gd name="connsiteX176" fmla="*/ 3903348 w 11269336"/>
              <a:gd name="connsiteY176" fmla="*/ 2149220 h 2323145"/>
              <a:gd name="connsiteX177" fmla="*/ 3901342 w 11269336"/>
              <a:gd name="connsiteY177" fmla="*/ 2142355 h 2323145"/>
              <a:gd name="connsiteX178" fmla="*/ 3888539 w 11269336"/>
              <a:gd name="connsiteY178" fmla="*/ 2140476 h 2323145"/>
              <a:gd name="connsiteX179" fmla="*/ 3885662 w 11269336"/>
              <a:gd name="connsiteY179" fmla="*/ 2138740 h 2323145"/>
              <a:gd name="connsiteX180" fmla="*/ 3868627 w 11269336"/>
              <a:gd name="connsiteY180" fmla="*/ 2130023 h 2323145"/>
              <a:gd name="connsiteX181" fmla="*/ 3819177 w 11269336"/>
              <a:gd name="connsiteY181" fmla="*/ 2142111 h 2323145"/>
              <a:gd name="connsiteX182" fmla="*/ 3769100 w 11269336"/>
              <a:gd name="connsiteY182" fmla="*/ 2131731 h 2323145"/>
              <a:gd name="connsiteX183" fmla="*/ 3562752 w 11269336"/>
              <a:gd name="connsiteY183" fmla="*/ 2131785 h 2323145"/>
              <a:gd name="connsiteX184" fmla="*/ 3541402 w 11269336"/>
              <a:gd name="connsiteY184" fmla="*/ 2106821 h 2323145"/>
              <a:gd name="connsiteX185" fmla="*/ 3460591 w 11269336"/>
              <a:gd name="connsiteY185" fmla="*/ 2097951 h 2323145"/>
              <a:gd name="connsiteX186" fmla="*/ 3320348 w 11269336"/>
              <a:gd name="connsiteY186" fmla="*/ 2130191 h 2323145"/>
              <a:gd name="connsiteX187" fmla="*/ 3170922 w 11269336"/>
              <a:gd name="connsiteY187" fmla="*/ 2115957 h 2323145"/>
              <a:gd name="connsiteX188" fmla="*/ 3156256 w 11269336"/>
              <a:gd name="connsiteY188" fmla="*/ 2124773 h 2323145"/>
              <a:gd name="connsiteX189" fmla="*/ 3140298 w 11269336"/>
              <a:gd name="connsiteY189" fmla="*/ 2129182 h 2323145"/>
              <a:gd name="connsiteX190" fmla="*/ 3138514 w 11269336"/>
              <a:gd name="connsiteY190" fmla="*/ 2128069 h 2323145"/>
              <a:gd name="connsiteX191" fmla="*/ 3120467 w 11269336"/>
              <a:gd name="connsiteY191" fmla="*/ 2128281 h 2323145"/>
              <a:gd name="connsiteX192" fmla="*/ 3116175 w 11269336"/>
              <a:gd name="connsiteY192" fmla="*/ 2131633 h 2323145"/>
              <a:gd name="connsiteX193" fmla="*/ 3103685 w 11269336"/>
              <a:gd name="connsiteY193" fmla="*/ 2132814 h 2323145"/>
              <a:gd name="connsiteX194" fmla="*/ 3078794 w 11269336"/>
              <a:gd name="connsiteY194" fmla="*/ 2137935 h 2323145"/>
              <a:gd name="connsiteX195" fmla="*/ 3074407 w 11269336"/>
              <a:gd name="connsiteY195" fmla="*/ 2136274 h 2323145"/>
              <a:gd name="connsiteX196" fmla="*/ 3037285 w 11269336"/>
              <a:gd name="connsiteY196" fmla="*/ 2139919 h 2323145"/>
              <a:gd name="connsiteX197" fmla="*/ 3036901 w 11269336"/>
              <a:gd name="connsiteY197" fmla="*/ 2138726 h 2323145"/>
              <a:gd name="connsiteX198" fmla="*/ 3026996 w 11269336"/>
              <a:gd name="connsiteY198" fmla="*/ 2134322 h 2323145"/>
              <a:gd name="connsiteX199" fmla="*/ 3007772 w 11269336"/>
              <a:gd name="connsiteY199" fmla="*/ 2128742 h 2323145"/>
              <a:gd name="connsiteX200" fmla="*/ 2965030 w 11269336"/>
              <a:gd name="connsiteY200" fmla="*/ 2100494 h 2323145"/>
              <a:gd name="connsiteX201" fmla="*/ 2926342 w 11269336"/>
              <a:gd name="connsiteY201" fmla="*/ 2104155 h 2323145"/>
              <a:gd name="connsiteX202" fmla="*/ 2918608 w 11269336"/>
              <a:gd name="connsiteY202" fmla="*/ 2104215 h 2323145"/>
              <a:gd name="connsiteX203" fmla="*/ 2918475 w 11269336"/>
              <a:gd name="connsiteY203" fmla="*/ 2103937 h 2323145"/>
              <a:gd name="connsiteX204" fmla="*/ 2910360 w 11269336"/>
              <a:gd name="connsiteY204" fmla="*/ 2103444 h 2323145"/>
              <a:gd name="connsiteX205" fmla="*/ 2904507 w 11269336"/>
              <a:gd name="connsiteY205" fmla="*/ 2104326 h 2323145"/>
              <a:gd name="connsiteX206" fmla="*/ 2889503 w 11269336"/>
              <a:gd name="connsiteY206" fmla="*/ 2104443 h 2323145"/>
              <a:gd name="connsiteX207" fmla="*/ 2884480 w 11269336"/>
              <a:gd name="connsiteY207" fmla="*/ 2102626 h 2323145"/>
              <a:gd name="connsiteX208" fmla="*/ 2882689 w 11269336"/>
              <a:gd name="connsiteY208" fmla="*/ 2099228 h 2323145"/>
              <a:gd name="connsiteX209" fmla="*/ 2881291 w 11269336"/>
              <a:gd name="connsiteY209" fmla="*/ 2099618 h 2323145"/>
              <a:gd name="connsiteX210" fmla="*/ 2853979 w 11269336"/>
              <a:gd name="connsiteY210" fmla="*/ 2090388 h 2323145"/>
              <a:gd name="connsiteX211" fmla="*/ 2791790 w 11269336"/>
              <a:gd name="connsiteY211" fmla="*/ 2080332 h 2323145"/>
              <a:gd name="connsiteX212" fmla="*/ 2755844 w 11269336"/>
              <a:gd name="connsiteY212" fmla="*/ 2078874 h 2323145"/>
              <a:gd name="connsiteX213" fmla="*/ 2657742 w 11269336"/>
              <a:gd name="connsiteY213" fmla="*/ 2070179 h 2323145"/>
              <a:gd name="connsiteX214" fmla="*/ 2559549 w 11269336"/>
              <a:gd name="connsiteY214" fmla="*/ 2057873 h 2323145"/>
              <a:gd name="connsiteX215" fmla="*/ 2512054 w 11269336"/>
              <a:gd name="connsiteY215" fmla="*/ 2031671 h 2323145"/>
              <a:gd name="connsiteX216" fmla="*/ 2506437 w 11269336"/>
              <a:gd name="connsiteY216" fmla="*/ 2030918 h 2323145"/>
              <a:gd name="connsiteX217" fmla="*/ 2491752 w 11269336"/>
              <a:gd name="connsiteY217" fmla="*/ 2033906 h 2323145"/>
              <a:gd name="connsiteX218" fmla="*/ 2486338 w 11269336"/>
              <a:gd name="connsiteY218" fmla="*/ 2035862 h 2323145"/>
              <a:gd name="connsiteX219" fmla="*/ 2478186 w 11269336"/>
              <a:gd name="connsiteY219" fmla="*/ 2036953 h 2323145"/>
              <a:gd name="connsiteX220" fmla="*/ 2477950 w 11269336"/>
              <a:gd name="connsiteY220" fmla="*/ 2036715 h 2323145"/>
              <a:gd name="connsiteX221" fmla="*/ 2470381 w 11269336"/>
              <a:gd name="connsiteY221" fmla="*/ 2038256 h 2323145"/>
              <a:gd name="connsiteX222" fmla="*/ 2433781 w 11269336"/>
              <a:gd name="connsiteY222" fmla="*/ 2049140 h 2323145"/>
              <a:gd name="connsiteX223" fmla="*/ 2381172 w 11269336"/>
              <a:gd name="connsiteY223" fmla="*/ 2030645 h 2323145"/>
              <a:gd name="connsiteX224" fmla="*/ 2360198 w 11269336"/>
              <a:gd name="connsiteY224" fmla="*/ 2029059 h 2323145"/>
              <a:gd name="connsiteX225" fmla="*/ 2348815 w 11269336"/>
              <a:gd name="connsiteY225" fmla="*/ 2026798 h 2323145"/>
              <a:gd name="connsiteX226" fmla="*/ 2347988 w 11269336"/>
              <a:gd name="connsiteY226" fmla="*/ 2025745 h 2323145"/>
              <a:gd name="connsiteX227" fmla="*/ 2312920 w 11269336"/>
              <a:gd name="connsiteY227" fmla="*/ 2036311 h 2323145"/>
              <a:gd name="connsiteX228" fmla="*/ 2307986 w 11269336"/>
              <a:gd name="connsiteY228" fmla="*/ 2035583 h 2323145"/>
              <a:gd name="connsiteX229" fmla="*/ 2285481 w 11269336"/>
              <a:gd name="connsiteY229" fmla="*/ 2045197 h 2323145"/>
              <a:gd name="connsiteX230" fmla="*/ 2273666 w 11269336"/>
              <a:gd name="connsiteY230" fmla="*/ 2048710 h 2323145"/>
              <a:gd name="connsiteX231" fmla="*/ 2270719 w 11269336"/>
              <a:gd name="connsiteY231" fmla="*/ 2052702 h 2323145"/>
              <a:gd name="connsiteX232" fmla="*/ 2253080 w 11269336"/>
              <a:gd name="connsiteY232" fmla="*/ 2056363 h 2323145"/>
              <a:gd name="connsiteX233" fmla="*/ 2250906 w 11269336"/>
              <a:gd name="connsiteY233" fmla="*/ 2055654 h 2323145"/>
              <a:gd name="connsiteX234" fmla="*/ 2236905 w 11269336"/>
              <a:gd name="connsiteY234" fmla="*/ 2062882 h 2323145"/>
              <a:gd name="connsiteX235" fmla="*/ 2225830 w 11269336"/>
              <a:gd name="connsiteY235" fmla="*/ 2074027 h 2323145"/>
              <a:gd name="connsiteX236" fmla="*/ 2073776 w 11269336"/>
              <a:gd name="connsiteY236" fmla="*/ 2089244 h 2323145"/>
              <a:gd name="connsiteX237" fmla="*/ 1948256 w 11269336"/>
              <a:gd name="connsiteY237" fmla="*/ 2146616 h 2323145"/>
              <a:gd name="connsiteX238" fmla="*/ 1865582 w 11269336"/>
              <a:gd name="connsiteY238" fmla="*/ 2153738 h 2323145"/>
              <a:gd name="connsiteX239" fmla="*/ 1835210 w 11269336"/>
              <a:gd name="connsiteY239" fmla="*/ 2134244 h 2323145"/>
              <a:gd name="connsiteX240" fmla="*/ 1632661 w 11269336"/>
              <a:gd name="connsiteY240" fmla="*/ 2173882 h 2323145"/>
              <a:gd name="connsiteX241" fmla="*/ 1579590 w 11269336"/>
              <a:gd name="connsiteY241" fmla="*/ 2173680 h 2323145"/>
              <a:gd name="connsiteX242" fmla="*/ 1535601 w 11269336"/>
              <a:gd name="connsiteY242" fmla="*/ 2194590 h 2323145"/>
              <a:gd name="connsiteX243" fmla="*/ 1515594 w 11269336"/>
              <a:gd name="connsiteY243" fmla="*/ 2189622 h 2323145"/>
              <a:gd name="connsiteX244" fmla="*/ 1512113 w 11269336"/>
              <a:gd name="connsiteY244" fmla="*/ 2188534 h 2323145"/>
              <a:gd name="connsiteX245" fmla="*/ 1498838 w 11269336"/>
              <a:gd name="connsiteY245" fmla="*/ 2189213 h 2323145"/>
              <a:gd name="connsiteX246" fmla="*/ 1494279 w 11269336"/>
              <a:gd name="connsiteY246" fmla="*/ 2183112 h 2323145"/>
              <a:gd name="connsiteX247" fmla="*/ 1473714 w 11269336"/>
              <a:gd name="connsiteY247" fmla="*/ 2179625 h 2323145"/>
              <a:gd name="connsiteX248" fmla="*/ 1449503 w 11269336"/>
              <a:gd name="connsiteY248" fmla="*/ 2182633 h 2323145"/>
              <a:gd name="connsiteX249" fmla="*/ 1335495 w 11269336"/>
              <a:gd name="connsiteY249" fmla="*/ 2203940 h 2323145"/>
              <a:gd name="connsiteX250" fmla="*/ 1266687 w 11269336"/>
              <a:gd name="connsiteY250" fmla="*/ 2212688 h 2323145"/>
              <a:gd name="connsiteX251" fmla="*/ 1239614 w 11269336"/>
              <a:gd name="connsiteY251" fmla="*/ 2209727 h 2323145"/>
              <a:gd name="connsiteX252" fmla="*/ 1202436 w 11269336"/>
              <a:gd name="connsiteY252" fmla="*/ 2209817 h 2323145"/>
              <a:gd name="connsiteX253" fmla="*/ 1136097 w 11269336"/>
              <a:gd name="connsiteY253" fmla="*/ 2205112 h 2323145"/>
              <a:gd name="connsiteX254" fmla="*/ 1048229 w 11269336"/>
              <a:gd name="connsiteY254" fmla="*/ 2207249 h 2323145"/>
              <a:gd name="connsiteX255" fmla="*/ 988232 w 11269336"/>
              <a:gd name="connsiteY255" fmla="*/ 2235635 h 2323145"/>
              <a:gd name="connsiteX256" fmla="*/ 981959 w 11269336"/>
              <a:gd name="connsiteY256" fmla="*/ 2231607 h 2323145"/>
              <a:gd name="connsiteX257" fmla="*/ 938600 w 11269336"/>
              <a:gd name="connsiteY257" fmla="*/ 2238113 h 2323145"/>
              <a:gd name="connsiteX258" fmla="*/ 791788 w 11269336"/>
              <a:gd name="connsiteY258" fmla="*/ 2293224 h 2323145"/>
              <a:gd name="connsiteX259" fmla="*/ 706914 w 11269336"/>
              <a:gd name="connsiteY259" fmla="*/ 2305046 h 2323145"/>
              <a:gd name="connsiteX260" fmla="*/ 675971 w 11269336"/>
              <a:gd name="connsiteY260" fmla="*/ 2304030 h 2323145"/>
              <a:gd name="connsiteX261" fmla="*/ 624180 w 11269336"/>
              <a:gd name="connsiteY261" fmla="*/ 2302650 h 2323145"/>
              <a:gd name="connsiteX262" fmla="*/ 583453 w 11269336"/>
              <a:gd name="connsiteY262" fmla="*/ 2288788 h 2323145"/>
              <a:gd name="connsiteX263" fmla="*/ 540946 w 11269336"/>
              <a:gd name="connsiteY263" fmla="*/ 2292721 h 2323145"/>
              <a:gd name="connsiteX264" fmla="*/ 533680 w 11269336"/>
              <a:gd name="connsiteY264" fmla="*/ 2310233 h 2323145"/>
              <a:gd name="connsiteX265" fmla="*/ 487366 w 11269336"/>
              <a:gd name="connsiteY265" fmla="*/ 2309053 h 2323145"/>
              <a:gd name="connsiteX266" fmla="*/ 416820 w 11269336"/>
              <a:gd name="connsiteY266" fmla="*/ 2305443 h 2323145"/>
              <a:gd name="connsiteX267" fmla="*/ 376805 w 11269336"/>
              <a:gd name="connsiteY267" fmla="*/ 2307647 h 2323145"/>
              <a:gd name="connsiteX268" fmla="*/ 266777 w 11269336"/>
              <a:gd name="connsiteY268" fmla="*/ 2309012 h 2323145"/>
              <a:gd name="connsiteX269" fmla="*/ 156013 w 11269336"/>
              <a:gd name="connsiteY269" fmla="*/ 2306832 h 2323145"/>
              <a:gd name="connsiteX270" fmla="*/ 87258 w 11269336"/>
              <a:gd name="connsiteY270" fmla="*/ 2285511 h 2323145"/>
              <a:gd name="connsiteX271" fmla="*/ 23798 w 11269336"/>
              <a:gd name="connsiteY271" fmla="*/ 2281822 h 2323145"/>
              <a:gd name="connsiteX272" fmla="*/ 0 w 11269336"/>
              <a:gd name="connsiteY272" fmla="*/ 2285369 h 2323145"/>
              <a:gd name="connsiteX273" fmla="*/ 0 w 11269336"/>
              <a:gd name="connsiteY27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092476 w 11269336"/>
              <a:gd name="connsiteY139" fmla="*/ 2100737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988232 w 11269336"/>
              <a:gd name="connsiteY252" fmla="*/ 2235635 h 2323145"/>
              <a:gd name="connsiteX253" fmla="*/ 981959 w 11269336"/>
              <a:gd name="connsiteY253" fmla="*/ 2231607 h 2323145"/>
              <a:gd name="connsiteX254" fmla="*/ 938600 w 11269336"/>
              <a:gd name="connsiteY254" fmla="*/ 2238113 h 2323145"/>
              <a:gd name="connsiteX255" fmla="*/ 791788 w 11269336"/>
              <a:gd name="connsiteY255" fmla="*/ 2293224 h 2323145"/>
              <a:gd name="connsiteX256" fmla="*/ 706914 w 11269336"/>
              <a:gd name="connsiteY256" fmla="*/ 2305046 h 2323145"/>
              <a:gd name="connsiteX257" fmla="*/ 675971 w 11269336"/>
              <a:gd name="connsiteY257" fmla="*/ 2304030 h 2323145"/>
              <a:gd name="connsiteX258" fmla="*/ 624180 w 11269336"/>
              <a:gd name="connsiteY258" fmla="*/ 2302650 h 2323145"/>
              <a:gd name="connsiteX259" fmla="*/ 583453 w 11269336"/>
              <a:gd name="connsiteY259" fmla="*/ 2288788 h 2323145"/>
              <a:gd name="connsiteX260" fmla="*/ 540946 w 11269336"/>
              <a:gd name="connsiteY260" fmla="*/ 2292721 h 2323145"/>
              <a:gd name="connsiteX261" fmla="*/ 533680 w 11269336"/>
              <a:gd name="connsiteY261" fmla="*/ 2310233 h 2323145"/>
              <a:gd name="connsiteX262" fmla="*/ 487366 w 11269336"/>
              <a:gd name="connsiteY262" fmla="*/ 2309053 h 2323145"/>
              <a:gd name="connsiteX263" fmla="*/ 416820 w 11269336"/>
              <a:gd name="connsiteY263" fmla="*/ 2305443 h 2323145"/>
              <a:gd name="connsiteX264" fmla="*/ 376805 w 11269336"/>
              <a:gd name="connsiteY264" fmla="*/ 2307647 h 2323145"/>
              <a:gd name="connsiteX265" fmla="*/ 266777 w 11269336"/>
              <a:gd name="connsiteY265" fmla="*/ 2309012 h 2323145"/>
              <a:gd name="connsiteX266" fmla="*/ 156013 w 11269336"/>
              <a:gd name="connsiteY266" fmla="*/ 2306832 h 2323145"/>
              <a:gd name="connsiteX267" fmla="*/ 87258 w 11269336"/>
              <a:gd name="connsiteY267" fmla="*/ 2285511 h 2323145"/>
              <a:gd name="connsiteX268" fmla="*/ 23798 w 11269336"/>
              <a:gd name="connsiteY268" fmla="*/ 2281822 h 2323145"/>
              <a:gd name="connsiteX269" fmla="*/ 0 w 11269336"/>
              <a:gd name="connsiteY269" fmla="*/ 2285369 h 2323145"/>
              <a:gd name="connsiteX270" fmla="*/ 0 w 11269336"/>
              <a:gd name="connsiteY27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266687 w 11269336"/>
              <a:gd name="connsiteY247" fmla="*/ 2212688 h 2323145"/>
              <a:gd name="connsiteX248" fmla="*/ 1239614 w 11269336"/>
              <a:gd name="connsiteY248" fmla="*/ 2209727 h 2323145"/>
              <a:gd name="connsiteX249" fmla="*/ 1202436 w 11269336"/>
              <a:gd name="connsiteY249" fmla="*/ 2209817 h 2323145"/>
              <a:gd name="connsiteX250" fmla="*/ 1136097 w 11269336"/>
              <a:gd name="connsiteY250" fmla="*/ 2205112 h 2323145"/>
              <a:gd name="connsiteX251" fmla="*/ 988232 w 11269336"/>
              <a:gd name="connsiteY251" fmla="*/ 2235635 h 2323145"/>
              <a:gd name="connsiteX252" fmla="*/ 981959 w 11269336"/>
              <a:gd name="connsiteY252" fmla="*/ 2231607 h 2323145"/>
              <a:gd name="connsiteX253" fmla="*/ 938600 w 11269336"/>
              <a:gd name="connsiteY253" fmla="*/ 2238113 h 2323145"/>
              <a:gd name="connsiteX254" fmla="*/ 791788 w 11269336"/>
              <a:gd name="connsiteY254" fmla="*/ 2293224 h 2323145"/>
              <a:gd name="connsiteX255" fmla="*/ 706914 w 11269336"/>
              <a:gd name="connsiteY255" fmla="*/ 2305046 h 2323145"/>
              <a:gd name="connsiteX256" fmla="*/ 675971 w 11269336"/>
              <a:gd name="connsiteY256" fmla="*/ 2304030 h 2323145"/>
              <a:gd name="connsiteX257" fmla="*/ 624180 w 11269336"/>
              <a:gd name="connsiteY257" fmla="*/ 2302650 h 2323145"/>
              <a:gd name="connsiteX258" fmla="*/ 583453 w 11269336"/>
              <a:gd name="connsiteY258" fmla="*/ 2288788 h 2323145"/>
              <a:gd name="connsiteX259" fmla="*/ 540946 w 11269336"/>
              <a:gd name="connsiteY259" fmla="*/ 2292721 h 2323145"/>
              <a:gd name="connsiteX260" fmla="*/ 533680 w 11269336"/>
              <a:gd name="connsiteY260" fmla="*/ 2310233 h 2323145"/>
              <a:gd name="connsiteX261" fmla="*/ 487366 w 11269336"/>
              <a:gd name="connsiteY261" fmla="*/ 2309053 h 2323145"/>
              <a:gd name="connsiteX262" fmla="*/ 416820 w 11269336"/>
              <a:gd name="connsiteY262" fmla="*/ 2305443 h 2323145"/>
              <a:gd name="connsiteX263" fmla="*/ 376805 w 11269336"/>
              <a:gd name="connsiteY263" fmla="*/ 2307647 h 2323145"/>
              <a:gd name="connsiteX264" fmla="*/ 266777 w 11269336"/>
              <a:gd name="connsiteY264" fmla="*/ 2309012 h 2323145"/>
              <a:gd name="connsiteX265" fmla="*/ 156013 w 11269336"/>
              <a:gd name="connsiteY265" fmla="*/ 2306832 h 2323145"/>
              <a:gd name="connsiteX266" fmla="*/ 87258 w 11269336"/>
              <a:gd name="connsiteY266" fmla="*/ 2285511 h 2323145"/>
              <a:gd name="connsiteX267" fmla="*/ 23798 w 11269336"/>
              <a:gd name="connsiteY267" fmla="*/ 2281822 h 2323145"/>
              <a:gd name="connsiteX268" fmla="*/ 0 w 11269336"/>
              <a:gd name="connsiteY268" fmla="*/ 2285369 h 2323145"/>
              <a:gd name="connsiteX269" fmla="*/ 0 w 11269336"/>
              <a:gd name="connsiteY26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197391 w 11269336"/>
              <a:gd name="connsiteY54" fmla="*/ 1107746 h 2323145"/>
              <a:gd name="connsiteX55" fmla="*/ 8081474 w 11269336"/>
              <a:gd name="connsiteY55" fmla="*/ 1130125 h 2323145"/>
              <a:gd name="connsiteX56" fmla="*/ 8053585 w 11269336"/>
              <a:gd name="connsiteY56" fmla="*/ 1129169 h 2323145"/>
              <a:gd name="connsiteX57" fmla="*/ 8038422 w 11269336"/>
              <a:gd name="connsiteY57" fmla="*/ 1119092 h 2323145"/>
              <a:gd name="connsiteX58" fmla="*/ 8029450 w 11269336"/>
              <a:gd name="connsiteY58" fmla="*/ 1125592 h 2323145"/>
              <a:gd name="connsiteX59" fmla="*/ 7959552 w 11269336"/>
              <a:gd name="connsiteY59" fmla="*/ 1140188 h 2323145"/>
              <a:gd name="connsiteX60" fmla="*/ 7914188 w 11269336"/>
              <a:gd name="connsiteY60" fmla="*/ 1150862 h 2323145"/>
              <a:gd name="connsiteX61" fmla="*/ 7914918 w 11269336"/>
              <a:gd name="connsiteY61" fmla="*/ 1168758 h 2323145"/>
              <a:gd name="connsiteX62" fmla="*/ 7875510 w 11269336"/>
              <a:gd name="connsiteY62" fmla="*/ 1183153 h 2323145"/>
              <a:gd name="connsiteX63" fmla="*/ 7829932 w 11269336"/>
              <a:gd name="connsiteY63" fmla="*/ 1180782 h 2323145"/>
              <a:gd name="connsiteX64" fmla="*/ 7779182 w 11269336"/>
              <a:gd name="connsiteY64" fmla="*/ 1192665 h 2323145"/>
              <a:gd name="connsiteX65" fmla="*/ 7748774 w 11269336"/>
              <a:gd name="connsiteY65" fmla="*/ 1199586 h 2323145"/>
              <a:gd name="connsiteX66" fmla="*/ 7671846 w 11269336"/>
              <a:gd name="connsiteY66" fmla="*/ 1231966 h 2323145"/>
              <a:gd name="connsiteX67" fmla="*/ 7554146 w 11269336"/>
              <a:gd name="connsiteY67" fmla="*/ 1319748 h 2323145"/>
              <a:gd name="connsiteX68" fmla="*/ 7515052 w 11269336"/>
              <a:gd name="connsiteY68" fmla="*/ 1336718 h 2323145"/>
              <a:gd name="connsiteX69" fmla="*/ 7507193 w 11269336"/>
              <a:gd name="connsiteY69" fmla="*/ 1334617 h 2323145"/>
              <a:gd name="connsiteX70" fmla="*/ 7461694 w 11269336"/>
              <a:gd name="connsiteY70" fmla="*/ 1375866 h 2323145"/>
              <a:gd name="connsiteX71" fmla="*/ 7377571 w 11269336"/>
              <a:gd name="connsiteY71" fmla="*/ 1400128 h 2323145"/>
              <a:gd name="connsiteX72" fmla="*/ 7311261 w 11269336"/>
              <a:gd name="connsiteY72" fmla="*/ 1412652 h 2323145"/>
              <a:gd name="connsiteX73" fmla="*/ 7275307 w 11269336"/>
              <a:gd name="connsiteY73" fmla="*/ 1422171 h 2323145"/>
              <a:gd name="connsiteX74" fmla="*/ 7247783 w 11269336"/>
              <a:gd name="connsiteY74" fmla="*/ 1426330 h 2323145"/>
              <a:gd name="connsiteX75" fmla="*/ 7185047 w 11269336"/>
              <a:gd name="connsiteY75" fmla="*/ 1451812 h 2323145"/>
              <a:gd name="connsiteX76" fmla="*/ 7084117 w 11269336"/>
              <a:gd name="connsiteY76" fmla="*/ 1500281 h 2323145"/>
              <a:gd name="connsiteX77" fmla="*/ 7062011 w 11269336"/>
              <a:gd name="connsiteY77" fmla="*/ 1509183 h 2323145"/>
              <a:gd name="connsiteX78" fmla="*/ 7040555 w 11269336"/>
              <a:gd name="connsiteY78" fmla="*/ 1511207 h 2323145"/>
              <a:gd name="connsiteX79" fmla="*/ 7033438 w 11269336"/>
              <a:gd name="connsiteY79" fmla="*/ 1506772 h 2323145"/>
              <a:gd name="connsiteX80" fmla="*/ 7020886 w 11269336"/>
              <a:gd name="connsiteY80" fmla="*/ 1510764 h 2323145"/>
              <a:gd name="connsiteX81" fmla="*/ 7017033 w 11269336"/>
              <a:gd name="connsiteY81" fmla="*/ 1510650 h 2323145"/>
              <a:gd name="connsiteX82" fmla="*/ 6995460 w 11269336"/>
              <a:gd name="connsiteY82" fmla="*/ 1511173 h 2323145"/>
              <a:gd name="connsiteX83" fmla="*/ 6962144 w 11269336"/>
              <a:gd name="connsiteY83" fmla="*/ 1541508 h 2323145"/>
              <a:gd name="connsiteX84" fmla="*/ 6910674 w 11269336"/>
              <a:gd name="connsiteY84" fmla="*/ 1554793 h 2323145"/>
              <a:gd name="connsiteX85" fmla="*/ 6732152 w 11269336"/>
              <a:gd name="connsiteY85" fmla="*/ 1642538 h 2323145"/>
              <a:gd name="connsiteX86" fmla="*/ 6694106 w 11269336"/>
              <a:gd name="connsiteY86" fmla="*/ 1632377 h 2323145"/>
              <a:gd name="connsiteX87" fmla="*/ 6617223 w 11269336"/>
              <a:gd name="connsiteY87" fmla="*/ 1659889 h 2323145"/>
              <a:gd name="connsiteX88" fmla="*/ 6521138 w 11269336"/>
              <a:gd name="connsiteY88" fmla="*/ 1744340 h 2323145"/>
              <a:gd name="connsiteX89" fmla="*/ 6380677 w 11269336"/>
              <a:gd name="connsiteY89" fmla="*/ 1796883 h 2323145"/>
              <a:gd name="connsiteX90" fmla="*/ 6374897 w 11269336"/>
              <a:gd name="connsiteY90" fmla="*/ 1809910 h 2323145"/>
              <a:gd name="connsiteX91" fmla="*/ 6364545 w 11269336"/>
              <a:gd name="connsiteY91" fmla="*/ 1820090 h 2323145"/>
              <a:gd name="connsiteX92" fmla="*/ 6362126 w 11269336"/>
              <a:gd name="connsiteY92" fmla="*/ 1819991 h 2323145"/>
              <a:gd name="connsiteX93" fmla="*/ 6346673 w 11269336"/>
              <a:gd name="connsiteY93" fmla="*/ 1827824 h 2323145"/>
              <a:gd name="connsiteX94" fmla="*/ 6345588 w 11269336"/>
              <a:gd name="connsiteY94" fmla="*/ 1832232 h 2323145"/>
              <a:gd name="connsiteX95" fmla="*/ 6335708 w 11269336"/>
              <a:gd name="connsiteY95" fmla="*/ 1838451 h 2323145"/>
              <a:gd name="connsiteX96" fmla="*/ 6318182 w 11269336"/>
              <a:gd name="connsiteY96" fmla="*/ 1852975 h 2323145"/>
              <a:gd name="connsiteX97" fmla="*/ 6313084 w 11269336"/>
              <a:gd name="connsiteY97" fmla="*/ 1853561 h 2323145"/>
              <a:gd name="connsiteX98" fmla="*/ 6283816 w 11269336"/>
              <a:gd name="connsiteY98" fmla="*/ 1872148 h 2323145"/>
              <a:gd name="connsiteX99" fmla="*/ 6282550 w 11269336"/>
              <a:gd name="connsiteY99" fmla="*/ 1871392 h 2323145"/>
              <a:gd name="connsiteX100" fmla="*/ 6270527 w 11269336"/>
              <a:gd name="connsiteY100" fmla="*/ 1872208 h 2323145"/>
              <a:gd name="connsiteX101" fmla="*/ 6249518 w 11269336"/>
              <a:gd name="connsiteY101" fmla="*/ 1876079 h 2323145"/>
              <a:gd name="connsiteX102" fmla="*/ 6190386 w 11269336"/>
              <a:gd name="connsiteY102" fmla="*/ 1872478 h 2323145"/>
              <a:gd name="connsiteX103" fmla="*/ 6159777 w 11269336"/>
              <a:gd name="connsiteY103" fmla="*/ 1891745 h 2323145"/>
              <a:gd name="connsiteX104" fmla="*/ 6153131 w 11269336"/>
              <a:gd name="connsiteY104" fmla="*/ 1895079 h 2323145"/>
              <a:gd name="connsiteX105" fmla="*/ 6152798 w 11269336"/>
              <a:gd name="connsiteY105" fmla="*/ 1894920 h 2323145"/>
              <a:gd name="connsiteX106" fmla="*/ 6145388 w 11269336"/>
              <a:gd name="connsiteY106" fmla="*/ 1897990 h 2323145"/>
              <a:gd name="connsiteX107" fmla="*/ 6141014 w 11269336"/>
              <a:gd name="connsiteY107" fmla="*/ 1901155 h 2323145"/>
              <a:gd name="connsiteX108" fmla="*/ 6128122 w 11269336"/>
              <a:gd name="connsiteY108" fmla="*/ 1907623 h 2323145"/>
              <a:gd name="connsiteX109" fmla="*/ 6122351 w 11269336"/>
              <a:gd name="connsiteY109" fmla="*/ 1908359 h 2323145"/>
              <a:gd name="connsiteX110" fmla="*/ 6064750 w 11269336"/>
              <a:gd name="connsiteY110" fmla="*/ 1896394 h 2323145"/>
              <a:gd name="connsiteX111" fmla="*/ 5964230 w 11269336"/>
              <a:gd name="connsiteY111" fmla="*/ 1910038 h 2323145"/>
              <a:gd name="connsiteX112" fmla="*/ 5865399 w 11269336"/>
              <a:gd name="connsiteY112" fmla="*/ 1926966 h 2323145"/>
              <a:gd name="connsiteX113" fmla="*/ 5829951 w 11269336"/>
              <a:gd name="connsiteY113" fmla="*/ 1934755 h 2323145"/>
              <a:gd name="connsiteX114" fmla="*/ 5765285 w 11269336"/>
              <a:gd name="connsiteY114" fmla="*/ 1941322 h 2323145"/>
              <a:gd name="connsiteX115" fmla="*/ 5734750 w 11269336"/>
              <a:gd name="connsiteY115" fmla="*/ 1939793 h 2323145"/>
              <a:gd name="connsiteX116" fmla="*/ 5733569 w 11269336"/>
              <a:gd name="connsiteY116" fmla="*/ 1940505 h 2323145"/>
              <a:gd name="connsiteX117" fmla="*/ 5730329 w 11269336"/>
              <a:gd name="connsiteY117" fmla="*/ 1937845 h 2323145"/>
              <a:gd name="connsiteX118" fmla="*/ 5724661 w 11269336"/>
              <a:gd name="connsiteY118" fmla="*/ 1937455 h 2323145"/>
              <a:gd name="connsiteX119" fmla="*/ 5710186 w 11269336"/>
              <a:gd name="connsiteY119" fmla="*/ 1941370 h 2323145"/>
              <a:gd name="connsiteX120" fmla="*/ 5704910 w 11269336"/>
              <a:gd name="connsiteY120" fmla="*/ 1943663 h 2323145"/>
              <a:gd name="connsiteX121" fmla="*/ 5696836 w 11269336"/>
              <a:gd name="connsiteY121" fmla="*/ 1945271 h 2323145"/>
              <a:gd name="connsiteX122" fmla="*/ 5696583 w 11269336"/>
              <a:gd name="connsiteY122" fmla="*/ 1945050 h 2323145"/>
              <a:gd name="connsiteX123" fmla="*/ 5689123 w 11269336"/>
              <a:gd name="connsiteY123" fmla="*/ 1947067 h 2323145"/>
              <a:gd name="connsiteX124" fmla="*/ 5653291 w 11269336"/>
              <a:gd name="connsiteY124" fmla="*/ 1960245 h 2323145"/>
              <a:gd name="connsiteX125" fmla="*/ 5599385 w 11269336"/>
              <a:gd name="connsiteY125" fmla="*/ 1945198 h 2323145"/>
              <a:gd name="connsiteX126" fmla="*/ 5578300 w 11269336"/>
              <a:gd name="connsiteY126" fmla="*/ 1944963 h 2323145"/>
              <a:gd name="connsiteX127" fmla="*/ 5566758 w 11269336"/>
              <a:gd name="connsiteY127" fmla="*/ 1943441 h 2323145"/>
              <a:gd name="connsiteX128" fmla="*/ 5565857 w 11269336"/>
              <a:gd name="connsiteY128" fmla="*/ 1942445 h 2323145"/>
              <a:gd name="connsiteX129" fmla="*/ 5531534 w 11269336"/>
              <a:gd name="connsiteY129" fmla="*/ 1955208 h 2323145"/>
              <a:gd name="connsiteX130" fmla="*/ 5526552 w 11269336"/>
              <a:gd name="connsiteY130" fmla="*/ 1954799 h 2323145"/>
              <a:gd name="connsiteX131" fmla="*/ 5504723 w 11269336"/>
              <a:gd name="connsiteY131" fmla="*/ 1965811 h 2323145"/>
              <a:gd name="connsiteX132" fmla="*/ 5493156 w 11269336"/>
              <a:gd name="connsiteY132" fmla="*/ 1970063 h 2323145"/>
              <a:gd name="connsiteX133" fmla="*/ 5490486 w 11269336"/>
              <a:gd name="connsiteY133" fmla="*/ 1974227 h 2323145"/>
              <a:gd name="connsiteX134" fmla="*/ 5473107 w 11269336"/>
              <a:gd name="connsiteY134" fmla="*/ 1979001 h 2323145"/>
              <a:gd name="connsiteX135" fmla="*/ 5470885 w 11269336"/>
              <a:gd name="connsiteY135" fmla="*/ 1978432 h 2323145"/>
              <a:gd name="connsiteX136" fmla="*/ 5457393 w 11269336"/>
              <a:gd name="connsiteY136" fmla="*/ 1986525 h 2323145"/>
              <a:gd name="connsiteX137" fmla="*/ 5447102 w 11269336"/>
              <a:gd name="connsiteY137" fmla="*/ 1998329 h 2323145"/>
              <a:gd name="connsiteX138" fmla="*/ 5159151 w 11269336"/>
              <a:gd name="connsiteY138" fmla="*/ 2029640 h 2323145"/>
              <a:gd name="connsiteX139" fmla="*/ 5041688 w 11269336"/>
              <a:gd name="connsiteY139" fmla="*/ 2022334 h 2323145"/>
              <a:gd name="connsiteX140" fmla="*/ 4860988 w 11269336"/>
              <a:gd name="connsiteY140" fmla="*/ 2135698 h 2323145"/>
              <a:gd name="connsiteX141" fmla="*/ 4807902 w 11269336"/>
              <a:gd name="connsiteY141" fmla="*/ 2138894 h 2323145"/>
              <a:gd name="connsiteX142" fmla="*/ 4765388 w 11269336"/>
              <a:gd name="connsiteY142" fmla="*/ 2162525 h 2323145"/>
              <a:gd name="connsiteX143" fmla="*/ 4745033 w 11269336"/>
              <a:gd name="connsiteY143" fmla="*/ 2158859 h 2323145"/>
              <a:gd name="connsiteX144" fmla="*/ 4741475 w 11269336"/>
              <a:gd name="connsiteY144" fmla="*/ 2157998 h 2323145"/>
              <a:gd name="connsiteX145" fmla="*/ 4728247 w 11269336"/>
              <a:gd name="connsiteY145" fmla="*/ 2159526 h 2323145"/>
              <a:gd name="connsiteX146" fmla="*/ 4723263 w 11269336"/>
              <a:gd name="connsiteY146" fmla="*/ 2153742 h 2323145"/>
              <a:gd name="connsiteX147" fmla="*/ 4702453 w 11269336"/>
              <a:gd name="connsiteY147" fmla="*/ 2151586 h 2323145"/>
              <a:gd name="connsiteX148" fmla="*/ 4678455 w 11269336"/>
              <a:gd name="connsiteY148" fmla="*/ 2156131 h 2323145"/>
              <a:gd name="connsiteX149" fmla="*/ 4593061 w 11269336"/>
              <a:gd name="connsiteY149" fmla="*/ 2171597 h 2323145"/>
              <a:gd name="connsiteX150" fmla="*/ 4579902 w 11269336"/>
              <a:gd name="connsiteY150" fmla="*/ 2177927 h 2323145"/>
              <a:gd name="connsiteX151" fmla="*/ 4533444 w 11269336"/>
              <a:gd name="connsiteY151" fmla="*/ 2181200 h 2323145"/>
              <a:gd name="connsiteX152" fmla="*/ 4492832 w 11269336"/>
              <a:gd name="connsiteY152" fmla="*/ 2188033 h 2323145"/>
              <a:gd name="connsiteX153" fmla="*/ 4467257 w 11269336"/>
              <a:gd name="connsiteY153" fmla="*/ 2196121 h 2323145"/>
              <a:gd name="connsiteX154" fmla="*/ 4459937 w 11269336"/>
              <a:gd name="connsiteY154" fmla="*/ 2195182 h 2323145"/>
              <a:gd name="connsiteX155" fmla="*/ 4433312 w 11269336"/>
              <a:gd name="connsiteY155" fmla="*/ 2199004 h 2323145"/>
              <a:gd name="connsiteX156" fmla="*/ 4420601 w 11269336"/>
              <a:gd name="connsiteY156" fmla="*/ 2205158 h 2323145"/>
              <a:gd name="connsiteX157" fmla="*/ 4405765 w 11269336"/>
              <a:gd name="connsiteY157" fmla="*/ 2199902 h 2323145"/>
              <a:gd name="connsiteX158" fmla="*/ 4401354 w 11269336"/>
              <a:gd name="connsiteY158" fmla="*/ 2194745 h 2323145"/>
              <a:gd name="connsiteX159" fmla="*/ 4383151 w 11269336"/>
              <a:gd name="connsiteY159" fmla="*/ 2201140 h 2323145"/>
              <a:gd name="connsiteX160" fmla="*/ 4366646 w 11269336"/>
              <a:gd name="connsiteY160" fmla="*/ 2198564 h 2323145"/>
              <a:gd name="connsiteX161" fmla="*/ 4354009 w 11269336"/>
              <a:gd name="connsiteY161" fmla="*/ 2204984 h 2323145"/>
              <a:gd name="connsiteX162" fmla="*/ 4348284 w 11269336"/>
              <a:gd name="connsiteY162" fmla="*/ 2205270 h 2323145"/>
              <a:gd name="connsiteX163" fmla="*/ 4333906 w 11269336"/>
              <a:gd name="connsiteY163" fmla="*/ 2205251 h 2323145"/>
              <a:gd name="connsiteX164" fmla="*/ 4308819 w 11269336"/>
              <a:gd name="connsiteY164" fmla="*/ 2203822 h 2323145"/>
              <a:gd name="connsiteX165" fmla="*/ 4301210 w 11269336"/>
              <a:gd name="connsiteY165" fmla="*/ 2204456 h 2323145"/>
              <a:gd name="connsiteX166" fmla="*/ 4283095 w 11269336"/>
              <a:gd name="connsiteY166" fmla="*/ 2198177 h 2323145"/>
              <a:gd name="connsiteX167" fmla="*/ 4250119 w 11269336"/>
              <a:gd name="connsiteY167" fmla="*/ 2196342 h 2323145"/>
              <a:gd name="connsiteX168" fmla="*/ 4189203 w 11269336"/>
              <a:gd name="connsiteY168" fmla="*/ 2178994 h 2323145"/>
              <a:gd name="connsiteX169" fmla="*/ 4154035 w 11269336"/>
              <a:gd name="connsiteY169" fmla="*/ 2171950 h 2323145"/>
              <a:gd name="connsiteX170" fmla="*/ 4129569 w 11269336"/>
              <a:gd name="connsiteY170" fmla="*/ 2163850 h 2323145"/>
              <a:gd name="connsiteX171" fmla="*/ 4061250 w 11269336"/>
              <a:gd name="connsiteY171" fmla="*/ 2159236 h 2323145"/>
              <a:gd name="connsiteX172" fmla="*/ 3945480 w 11269336"/>
              <a:gd name="connsiteY172" fmla="*/ 2158279 h 2323145"/>
              <a:gd name="connsiteX173" fmla="*/ 3921468 w 11269336"/>
              <a:gd name="connsiteY173" fmla="*/ 2156588 h 2323145"/>
              <a:gd name="connsiteX174" fmla="*/ 3903348 w 11269336"/>
              <a:gd name="connsiteY174" fmla="*/ 2149220 h 2323145"/>
              <a:gd name="connsiteX175" fmla="*/ 3901342 w 11269336"/>
              <a:gd name="connsiteY175" fmla="*/ 2142355 h 2323145"/>
              <a:gd name="connsiteX176" fmla="*/ 3888539 w 11269336"/>
              <a:gd name="connsiteY176" fmla="*/ 2140476 h 2323145"/>
              <a:gd name="connsiteX177" fmla="*/ 3885662 w 11269336"/>
              <a:gd name="connsiteY177" fmla="*/ 2138740 h 2323145"/>
              <a:gd name="connsiteX178" fmla="*/ 3868627 w 11269336"/>
              <a:gd name="connsiteY178" fmla="*/ 2130023 h 2323145"/>
              <a:gd name="connsiteX179" fmla="*/ 3819177 w 11269336"/>
              <a:gd name="connsiteY179" fmla="*/ 2142111 h 2323145"/>
              <a:gd name="connsiteX180" fmla="*/ 3769100 w 11269336"/>
              <a:gd name="connsiteY180" fmla="*/ 2131731 h 2323145"/>
              <a:gd name="connsiteX181" fmla="*/ 3562752 w 11269336"/>
              <a:gd name="connsiteY181" fmla="*/ 2131785 h 2323145"/>
              <a:gd name="connsiteX182" fmla="*/ 3541402 w 11269336"/>
              <a:gd name="connsiteY182" fmla="*/ 2106821 h 2323145"/>
              <a:gd name="connsiteX183" fmla="*/ 3365341 w 11269336"/>
              <a:gd name="connsiteY183" fmla="*/ 2077638 h 2323145"/>
              <a:gd name="connsiteX184" fmla="*/ 3170922 w 11269336"/>
              <a:gd name="connsiteY184" fmla="*/ 2115957 h 2323145"/>
              <a:gd name="connsiteX185" fmla="*/ 3156256 w 11269336"/>
              <a:gd name="connsiteY185" fmla="*/ 2124773 h 2323145"/>
              <a:gd name="connsiteX186" fmla="*/ 3140298 w 11269336"/>
              <a:gd name="connsiteY186" fmla="*/ 2129182 h 2323145"/>
              <a:gd name="connsiteX187" fmla="*/ 3138514 w 11269336"/>
              <a:gd name="connsiteY187" fmla="*/ 2128069 h 2323145"/>
              <a:gd name="connsiteX188" fmla="*/ 3120467 w 11269336"/>
              <a:gd name="connsiteY188" fmla="*/ 2128281 h 2323145"/>
              <a:gd name="connsiteX189" fmla="*/ 3116175 w 11269336"/>
              <a:gd name="connsiteY189" fmla="*/ 2131633 h 2323145"/>
              <a:gd name="connsiteX190" fmla="*/ 3103685 w 11269336"/>
              <a:gd name="connsiteY190" fmla="*/ 2132814 h 2323145"/>
              <a:gd name="connsiteX191" fmla="*/ 3078794 w 11269336"/>
              <a:gd name="connsiteY191" fmla="*/ 2137935 h 2323145"/>
              <a:gd name="connsiteX192" fmla="*/ 3074407 w 11269336"/>
              <a:gd name="connsiteY192" fmla="*/ 2136274 h 2323145"/>
              <a:gd name="connsiteX193" fmla="*/ 3037285 w 11269336"/>
              <a:gd name="connsiteY193" fmla="*/ 2139919 h 2323145"/>
              <a:gd name="connsiteX194" fmla="*/ 3036901 w 11269336"/>
              <a:gd name="connsiteY194" fmla="*/ 2138726 h 2323145"/>
              <a:gd name="connsiteX195" fmla="*/ 3026996 w 11269336"/>
              <a:gd name="connsiteY195" fmla="*/ 2134322 h 2323145"/>
              <a:gd name="connsiteX196" fmla="*/ 3007772 w 11269336"/>
              <a:gd name="connsiteY196" fmla="*/ 2128742 h 2323145"/>
              <a:gd name="connsiteX197" fmla="*/ 2965030 w 11269336"/>
              <a:gd name="connsiteY197" fmla="*/ 2100494 h 2323145"/>
              <a:gd name="connsiteX198" fmla="*/ 2926342 w 11269336"/>
              <a:gd name="connsiteY198" fmla="*/ 2104155 h 2323145"/>
              <a:gd name="connsiteX199" fmla="*/ 2918608 w 11269336"/>
              <a:gd name="connsiteY199" fmla="*/ 2104215 h 2323145"/>
              <a:gd name="connsiteX200" fmla="*/ 2918475 w 11269336"/>
              <a:gd name="connsiteY200" fmla="*/ 2103937 h 2323145"/>
              <a:gd name="connsiteX201" fmla="*/ 2910360 w 11269336"/>
              <a:gd name="connsiteY201" fmla="*/ 2103444 h 2323145"/>
              <a:gd name="connsiteX202" fmla="*/ 2904507 w 11269336"/>
              <a:gd name="connsiteY202" fmla="*/ 2104326 h 2323145"/>
              <a:gd name="connsiteX203" fmla="*/ 2889503 w 11269336"/>
              <a:gd name="connsiteY203" fmla="*/ 2104443 h 2323145"/>
              <a:gd name="connsiteX204" fmla="*/ 2884480 w 11269336"/>
              <a:gd name="connsiteY204" fmla="*/ 2102626 h 2323145"/>
              <a:gd name="connsiteX205" fmla="*/ 2882689 w 11269336"/>
              <a:gd name="connsiteY205" fmla="*/ 2099228 h 2323145"/>
              <a:gd name="connsiteX206" fmla="*/ 2881291 w 11269336"/>
              <a:gd name="connsiteY206" fmla="*/ 2099618 h 2323145"/>
              <a:gd name="connsiteX207" fmla="*/ 2853979 w 11269336"/>
              <a:gd name="connsiteY207" fmla="*/ 2090388 h 2323145"/>
              <a:gd name="connsiteX208" fmla="*/ 2791790 w 11269336"/>
              <a:gd name="connsiteY208" fmla="*/ 2080332 h 2323145"/>
              <a:gd name="connsiteX209" fmla="*/ 2755844 w 11269336"/>
              <a:gd name="connsiteY209" fmla="*/ 2078874 h 2323145"/>
              <a:gd name="connsiteX210" fmla="*/ 2657742 w 11269336"/>
              <a:gd name="connsiteY210" fmla="*/ 2070179 h 2323145"/>
              <a:gd name="connsiteX211" fmla="*/ 2559549 w 11269336"/>
              <a:gd name="connsiteY211" fmla="*/ 2057873 h 2323145"/>
              <a:gd name="connsiteX212" fmla="*/ 2512054 w 11269336"/>
              <a:gd name="connsiteY212" fmla="*/ 2031671 h 2323145"/>
              <a:gd name="connsiteX213" fmla="*/ 2506437 w 11269336"/>
              <a:gd name="connsiteY213" fmla="*/ 2030918 h 2323145"/>
              <a:gd name="connsiteX214" fmla="*/ 2491752 w 11269336"/>
              <a:gd name="connsiteY214" fmla="*/ 2033906 h 2323145"/>
              <a:gd name="connsiteX215" fmla="*/ 2486338 w 11269336"/>
              <a:gd name="connsiteY215" fmla="*/ 2035862 h 2323145"/>
              <a:gd name="connsiteX216" fmla="*/ 2478186 w 11269336"/>
              <a:gd name="connsiteY216" fmla="*/ 2036953 h 2323145"/>
              <a:gd name="connsiteX217" fmla="*/ 2477950 w 11269336"/>
              <a:gd name="connsiteY217" fmla="*/ 2036715 h 2323145"/>
              <a:gd name="connsiteX218" fmla="*/ 2470381 w 11269336"/>
              <a:gd name="connsiteY218" fmla="*/ 2038256 h 2323145"/>
              <a:gd name="connsiteX219" fmla="*/ 2433781 w 11269336"/>
              <a:gd name="connsiteY219" fmla="*/ 2049140 h 2323145"/>
              <a:gd name="connsiteX220" fmla="*/ 2381172 w 11269336"/>
              <a:gd name="connsiteY220" fmla="*/ 2030645 h 2323145"/>
              <a:gd name="connsiteX221" fmla="*/ 2360198 w 11269336"/>
              <a:gd name="connsiteY221" fmla="*/ 2029059 h 2323145"/>
              <a:gd name="connsiteX222" fmla="*/ 2348815 w 11269336"/>
              <a:gd name="connsiteY222" fmla="*/ 2026798 h 2323145"/>
              <a:gd name="connsiteX223" fmla="*/ 2347988 w 11269336"/>
              <a:gd name="connsiteY223" fmla="*/ 2025745 h 2323145"/>
              <a:gd name="connsiteX224" fmla="*/ 2312920 w 11269336"/>
              <a:gd name="connsiteY224" fmla="*/ 2036311 h 2323145"/>
              <a:gd name="connsiteX225" fmla="*/ 2307986 w 11269336"/>
              <a:gd name="connsiteY225" fmla="*/ 2035583 h 2323145"/>
              <a:gd name="connsiteX226" fmla="*/ 2285481 w 11269336"/>
              <a:gd name="connsiteY226" fmla="*/ 2045197 h 2323145"/>
              <a:gd name="connsiteX227" fmla="*/ 2273666 w 11269336"/>
              <a:gd name="connsiteY227" fmla="*/ 2048710 h 2323145"/>
              <a:gd name="connsiteX228" fmla="*/ 2270719 w 11269336"/>
              <a:gd name="connsiteY228" fmla="*/ 2052702 h 2323145"/>
              <a:gd name="connsiteX229" fmla="*/ 2253080 w 11269336"/>
              <a:gd name="connsiteY229" fmla="*/ 2056363 h 2323145"/>
              <a:gd name="connsiteX230" fmla="*/ 2250906 w 11269336"/>
              <a:gd name="connsiteY230" fmla="*/ 2055654 h 2323145"/>
              <a:gd name="connsiteX231" fmla="*/ 2236905 w 11269336"/>
              <a:gd name="connsiteY231" fmla="*/ 2062882 h 2323145"/>
              <a:gd name="connsiteX232" fmla="*/ 2225830 w 11269336"/>
              <a:gd name="connsiteY232" fmla="*/ 2074027 h 2323145"/>
              <a:gd name="connsiteX233" fmla="*/ 2073776 w 11269336"/>
              <a:gd name="connsiteY233" fmla="*/ 2089244 h 2323145"/>
              <a:gd name="connsiteX234" fmla="*/ 1948256 w 11269336"/>
              <a:gd name="connsiteY234" fmla="*/ 2146616 h 2323145"/>
              <a:gd name="connsiteX235" fmla="*/ 1865582 w 11269336"/>
              <a:gd name="connsiteY235" fmla="*/ 2153738 h 2323145"/>
              <a:gd name="connsiteX236" fmla="*/ 1835210 w 11269336"/>
              <a:gd name="connsiteY236" fmla="*/ 2134244 h 2323145"/>
              <a:gd name="connsiteX237" fmla="*/ 1632661 w 11269336"/>
              <a:gd name="connsiteY237" fmla="*/ 2173882 h 2323145"/>
              <a:gd name="connsiteX238" fmla="*/ 1579590 w 11269336"/>
              <a:gd name="connsiteY238" fmla="*/ 2173680 h 2323145"/>
              <a:gd name="connsiteX239" fmla="*/ 1535601 w 11269336"/>
              <a:gd name="connsiteY239" fmla="*/ 2194590 h 2323145"/>
              <a:gd name="connsiteX240" fmla="*/ 1515594 w 11269336"/>
              <a:gd name="connsiteY240" fmla="*/ 2189622 h 2323145"/>
              <a:gd name="connsiteX241" fmla="*/ 1512113 w 11269336"/>
              <a:gd name="connsiteY241" fmla="*/ 2188534 h 2323145"/>
              <a:gd name="connsiteX242" fmla="*/ 1498838 w 11269336"/>
              <a:gd name="connsiteY242" fmla="*/ 2189213 h 2323145"/>
              <a:gd name="connsiteX243" fmla="*/ 1494279 w 11269336"/>
              <a:gd name="connsiteY243" fmla="*/ 2183112 h 2323145"/>
              <a:gd name="connsiteX244" fmla="*/ 1473714 w 11269336"/>
              <a:gd name="connsiteY244" fmla="*/ 2179625 h 2323145"/>
              <a:gd name="connsiteX245" fmla="*/ 1449503 w 11269336"/>
              <a:gd name="connsiteY245" fmla="*/ 2182633 h 2323145"/>
              <a:gd name="connsiteX246" fmla="*/ 1266687 w 11269336"/>
              <a:gd name="connsiteY246" fmla="*/ 2212688 h 2323145"/>
              <a:gd name="connsiteX247" fmla="*/ 1239614 w 11269336"/>
              <a:gd name="connsiteY247" fmla="*/ 2209727 h 2323145"/>
              <a:gd name="connsiteX248" fmla="*/ 1202436 w 11269336"/>
              <a:gd name="connsiteY248" fmla="*/ 2209817 h 2323145"/>
              <a:gd name="connsiteX249" fmla="*/ 1136097 w 11269336"/>
              <a:gd name="connsiteY249" fmla="*/ 2205112 h 2323145"/>
              <a:gd name="connsiteX250" fmla="*/ 988232 w 11269336"/>
              <a:gd name="connsiteY250" fmla="*/ 2235635 h 2323145"/>
              <a:gd name="connsiteX251" fmla="*/ 981959 w 11269336"/>
              <a:gd name="connsiteY251" fmla="*/ 2231607 h 2323145"/>
              <a:gd name="connsiteX252" fmla="*/ 938600 w 11269336"/>
              <a:gd name="connsiteY252" fmla="*/ 2238113 h 2323145"/>
              <a:gd name="connsiteX253" fmla="*/ 791788 w 11269336"/>
              <a:gd name="connsiteY253" fmla="*/ 2293224 h 2323145"/>
              <a:gd name="connsiteX254" fmla="*/ 706914 w 11269336"/>
              <a:gd name="connsiteY254" fmla="*/ 2305046 h 2323145"/>
              <a:gd name="connsiteX255" fmla="*/ 675971 w 11269336"/>
              <a:gd name="connsiteY255" fmla="*/ 2304030 h 2323145"/>
              <a:gd name="connsiteX256" fmla="*/ 624180 w 11269336"/>
              <a:gd name="connsiteY256" fmla="*/ 2302650 h 2323145"/>
              <a:gd name="connsiteX257" fmla="*/ 583453 w 11269336"/>
              <a:gd name="connsiteY257" fmla="*/ 2288788 h 2323145"/>
              <a:gd name="connsiteX258" fmla="*/ 540946 w 11269336"/>
              <a:gd name="connsiteY258" fmla="*/ 2292721 h 2323145"/>
              <a:gd name="connsiteX259" fmla="*/ 533680 w 11269336"/>
              <a:gd name="connsiteY259" fmla="*/ 2310233 h 2323145"/>
              <a:gd name="connsiteX260" fmla="*/ 487366 w 11269336"/>
              <a:gd name="connsiteY260" fmla="*/ 2309053 h 2323145"/>
              <a:gd name="connsiteX261" fmla="*/ 416820 w 11269336"/>
              <a:gd name="connsiteY261" fmla="*/ 2305443 h 2323145"/>
              <a:gd name="connsiteX262" fmla="*/ 376805 w 11269336"/>
              <a:gd name="connsiteY262" fmla="*/ 2307647 h 2323145"/>
              <a:gd name="connsiteX263" fmla="*/ 266777 w 11269336"/>
              <a:gd name="connsiteY263" fmla="*/ 2309012 h 2323145"/>
              <a:gd name="connsiteX264" fmla="*/ 156013 w 11269336"/>
              <a:gd name="connsiteY264" fmla="*/ 2306832 h 2323145"/>
              <a:gd name="connsiteX265" fmla="*/ 87258 w 11269336"/>
              <a:gd name="connsiteY265" fmla="*/ 2285511 h 2323145"/>
              <a:gd name="connsiteX266" fmla="*/ 23798 w 11269336"/>
              <a:gd name="connsiteY266" fmla="*/ 2281822 h 2323145"/>
              <a:gd name="connsiteX267" fmla="*/ 0 w 11269336"/>
              <a:gd name="connsiteY267" fmla="*/ 2285369 h 2323145"/>
              <a:gd name="connsiteX268" fmla="*/ 0 w 11269336"/>
              <a:gd name="connsiteY26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795998 w 11269336"/>
              <a:gd name="connsiteY32" fmla="*/ 863337 h 2323145"/>
              <a:gd name="connsiteX33" fmla="*/ 8776970 w 11269336"/>
              <a:gd name="connsiteY33" fmla="*/ 885177 h 2323145"/>
              <a:gd name="connsiteX34" fmla="*/ 8755719 w 11269336"/>
              <a:gd name="connsiteY34" fmla="*/ 889754 h 2323145"/>
              <a:gd name="connsiteX35" fmla="*/ 8743257 w 11269336"/>
              <a:gd name="connsiteY35" fmla="*/ 904723 h 2323145"/>
              <a:gd name="connsiteX36" fmla="*/ 8721366 w 11269336"/>
              <a:gd name="connsiteY36" fmla="*/ 904711 h 2323145"/>
              <a:gd name="connsiteX37" fmla="*/ 8678353 w 11269336"/>
              <a:gd name="connsiteY37" fmla="*/ 926318 h 2323145"/>
              <a:gd name="connsiteX38" fmla="*/ 8636849 w 11269336"/>
              <a:gd name="connsiteY38" fmla="*/ 937900 h 2323145"/>
              <a:gd name="connsiteX39" fmla="*/ 8620213 w 11269336"/>
              <a:gd name="connsiteY39" fmla="*/ 943068 h 2323145"/>
              <a:gd name="connsiteX40" fmla="*/ 8612581 w 11269336"/>
              <a:gd name="connsiteY40" fmla="*/ 952695 h 2323145"/>
              <a:gd name="connsiteX41" fmla="*/ 8589038 w 11269336"/>
              <a:gd name="connsiteY41" fmla="*/ 963892 h 2323145"/>
              <a:gd name="connsiteX42" fmla="*/ 8579950 w 11269336"/>
              <a:gd name="connsiteY42" fmla="*/ 960899 h 2323145"/>
              <a:gd name="connsiteX43" fmla="*/ 8579319 w 11269336"/>
              <a:gd name="connsiteY43" fmla="*/ 965630 h 2323145"/>
              <a:gd name="connsiteX44" fmla="*/ 8547429 w 11269336"/>
              <a:gd name="connsiteY44" fmla="*/ 984506 h 2323145"/>
              <a:gd name="connsiteX45" fmla="*/ 8478704 w 11269336"/>
              <a:gd name="connsiteY45" fmla="*/ 1025490 h 2323145"/>
              <a:gd name="connsiteX46" fmla="*/ 8461421 w 11269336"/>
              <a:gd name="connsiteY46" fmla="*/ 1035512 h 2323145"/>
              <a:gd name="connsiteX47" fmla="*/ 8445003 w 11269336"/>
              <a:gd name="connsiteY47" fmla="*/ 1036851 h 2323145"/>
              <a:gd name="connsiteX48" fmla="*/ 8357350 w 11269336"/>
              <a:gd name="connsiteY48" fmla="*/ 1060213 h 2323145"/>
              <a:gd name="connsiteX49" fmla="*/ 8335565 w 11269336"/>
              <a:gd name="connsiteY49" fmla="*/ 1061151 h 2323145"/>
              <a:gd name="connsiteX50" fmla="*/ 8325267 w 11269336"/>
              <a:gd name="connsiteY50" fmla="*/ 1055919 h 2323145"/>
              <a:gd name="connsiteX51" fmla="*/ 8293586 w 11269336"/>
              <a:gd name="connsiteY51" fmla="*/ 1076144 h 2323145"/>
              <a:gd name="connsiteX52" fmla="*/ 8242405 w 11269336"/>
              <a:gd name="connsiteY52" fmla="*/ 1095960 h 2323145"/>
              <a:gd name="connsiteX53" fmla="*/ 8197391 w 11269336"/>
              <a:gd name="connsiteY53" fmla="*/ 1107746 h 2323145"/>
              <a:gd name="connsiteX54" fmla="*/ 8081474 w 11269336"/>
              <a:gd name="connsiteY54" fmla="*/ 1130125 h 2323145"/>
              <a:gd name="connsiteX55" fmla="*/ 8053585 w 11269336"/>
              <a:gd name="connsiteY55" fmla="*/ 1129169 h 2323145"/>
              <a:gd name="connsiteX56" fmla="*/ 8038422 w 11269336"/>
              <a:gd name="connsiteY56" fmla="*/ 1119092 h 2323145"/>
              <a:gd name="connsiteX57" fmla="*/ 8029450 w 11269336"/>
              <a:gd name="connsiteY57" fmla="*/ 1125592 h 2323145"/>
              <a:gd name="connsiteX58" fmla="*/ 7959552 w 11269336"/>
              <a:gd name="connsiteY58" fmla="*/ 1140188 h 2323145"/>
              <a:gd name="connsiteX59" fmla="*/ 7914188 w 11269336"/>
              <a:gd name="connsiteY59" fmla="*/ 1150862 h 2323145"/>
              <a:gd name="connsiteX60" fmla="*/ 7914918 w 11269336"/>
              <a:gd name="connsiteY60" fmla="*/ 1168758 h 2323145"/>
              <a:gd name="connsiteX61" fmla="*/ 7875510 w 11269336"/>
              <a:gd name="connsiteY61" fmla="*/ 1183153 h 2323145"/>
              <a:gd name="connsiteX62" fmla="*/ 7829932 w 11269336"/>
              <a:gd name="connsiteY62" fmla="*/ 1180782 h 2323145"/>
              <a:gd name="connsiteX63" fmla="*/ 7779182 w 11269336"/>
              <a:gd name="connsiteY63" fmla="*/ 1192665 h 2323145"/>
              <a:gd name="connsiteX64" fmla="*/ 7748774 w 11269336"/>
              <a:gd name="connsiteY64" fmla="*/ 1199586 h 2323145"/>
              <a:gd name="connsiteX65" fmla="*/ 7671846 w 11269336"/>
              <a:gd name="connsiteY65" fmla="*/ 1231966 h 2323145"/>
              <a:gd name="connsiteX66" fmla="*/ 7554146 w 11269336"/>
              <a:gd name="connsiteY66" fmla="*/ 1319748 h 2323145"/>
              <a:gd name="connsiteX67" fmla="*/ 7515052 w 11269336"/>
              <a:gd name="connsiteY67" fmla="*/ 1336718 h 2323145"/>
              <a:gd name="connsiteX68" fmla="*/ 7507193 w 11269336"/>
              <a:gd name="connsiteY68" fmla="*/ 1334617 h 2323145"/>
              <a:gd name="connsiteX69" fmla="*/ 7461694 w 11269336"/>
              <a:gd name="connsiteY69" fmla="*/ 1375866 h 2323145"/>
              <a:gd name="connsiteX70" fmla="*/ 7377571 w 11269336"/>
              <a:gd name="connsiteY70" fmla="*/ 1400128 h 2323145"/>
              <a:gd name="connsiteX71" fmla="*/ 7311261 w 11269336"/>
              <a:gd name="connsiteY71" fmla="*/ 1412652 h 2323145"/>
              <a:gd name="connsiteX72" fmla="*/ 7275307 w 11269336"/>
              <a:gd name="connsiteY72" fmla="*/ 1422171 h 2323145"/>
              <a:gd name="connsiteX73" fmla="*/ 7247783 w 11269336"/>
              <a:gd name="connsiteY73" fmla="*/ 1426330 h 2323145"/>
              <a:gd name="connsiteX74" fmla="*/ 7185047 w 11269336"/>
              <a:gd name="connsiteY74" fmla="*/ 1451812 h 2323145"/>
              <a:gd name="connsiteX75" fmla="*/ 7084117 w 11269336"/>
              <a:gd name="connsiteY75" fmla="*/ 1500281 h 2323145"/>
              <a:gd name="connsiteX76" fmla="*/ 7062011 w 11269336"/>
              <a:gd name="connsiteY76" fmla="*/ 1509183 h 2323145"/>
              <a:gd name="connsiteX77" fmla="*/ 7040555 w 11269336"/>
              <a:gd name="connsiteY77" fmla="*/ 1511207 h 2323145"/>
              <a:gd name="connsiteX78" fmla="*/ 7033438 w 11269336"/>
              <a:gd name="connsiteY78" fmla="*/ 1506772 h 2323145"/>
              <a:gd name="connsiteX79" fmla="*/ 7020886 w 11269336"/>
              <a:gd name="connsiteY79" fmla="*/ 1510764 h 2323145"/>
              <a:gd name="connsiteX80" fmla="*/ 7017033 w 11269336"/>
              <a:gd name="connsiteY80" fmla="*/ 1510650 h 2323145"/>
              <a:gd name="connsiteX81" fmla="*/ 6995460 w 11269336"/>
              <a:gd name="connsiteY81" fmla="*/ 1511173 h 2323145"/>
              <a:gd name="connsiteX82" fmla="*/ 6962144 w 11269336"/>
              <a:gd name="connsiteY82" fmla="*/ 1541508 h 2323145"/>
              <a:gd name="connsiteX83" fmla="*/ 6910674 w 11269336"/>
              <a:gd name="connsiteY83" fmla="*/ 1554793 h 2323145"/>
              <a:gd name="connsiteX84" fmla="*/ 6732152 w 11269336"/>
              <a:gd name="connsiteY84" fmla="*/ 1642538 h 2323145"/>
              <a:gd name="connsiteX85" fmla="*/ 6694106 w 11269336"/>
              <a:gd name="connsiteY85" fmla="*/ 1632377 h 2323145"/>
              <a:gd name="connsiteX86" fmla="*/ 6617223 w 11269336"/>
              <a:gd name="connsiteY86" fmla="*/ 1659889 h 2323145"/>
              <a:gd name="connsiteX87" fmla="*/ 6521138 w 11269336"/>
              <a:gd name="connsiteY87" fmla="*/ 1744340 h 2323145"/>
              <a:gd name="connsiteX88" fmla="*/ 6380677 w 11269336"/>
              <a:gd name="connsiteY88" fmla="*/ 1796883 h 2323145"/>
              <a:gd name="connsiteX89" fmla="*/ 6374897 w 11269336"/>
              <a:gd name="connsiteY89" fmla="*/ 1809910 h 2323145"/>
              <a:gd name="connsiteX90" fmla="*/ 6364545 w 11269336"/>
              <a:gd name="connsiteY90" fmla="*/ 1820090 h 2323145"/>
              <a:gd name="connsiteX91" fmla="*/ 6362126 w 11269336"/>
              <a:gd name="connsiteY91" fmla="*/ 1819991 h 2323145"/>
              <a:gd name="connsiteX92" fmla="*/ 6346673 w 11269336"/>
              <a:gd name="connsiteY92" fmla="*/ 1827824 h 2323145"/>
              <a:gd name="connsiteX93" fmla="*/ 6345588 w 11269336"/>
              <a:gd name="connsiteY93" fmla="*/ 1832232 h 2323145"/>
              <a:gd name="connsiteX94" fmla="*/ 6335708 w 11269336"/>
              <a:gd name="connsiteY94" fmla="*/ 1838451 h 2323145"/>
              <a:gd name="connsiteX95" fmla="*/ 6318182 w 11269336"/>
              <a:gd name="connsiteY95" fmla="*/ 1852975 h 2323145"/>
              <a:gd name="connsiteX96" fmla="*/ 6313084 w 11269336"/>
              <a:gd name="connsiteY96" fmla="*/ 1853561 h 2323145"/>
              <a:gd name="connsiteX97" fmla="*/ 6283816 w 11269336"/>
              <a:gd name="connsiteY97" fmla="*/ 1872148 h 2323145"/>
              <a:gd name="connsiteX98" fmla="*/ 6282550 w 11269336"/>
              <a:gd name="connsiteY98" fmla="*/ 1871392 h 2323145"/>
              <a:gd name="connsiteX99" fmla="*/ 6270527 w 11269336"/>
              <a:gd name="connsiteY99" fmla="*/ 1872208 h 2323145"/>
              <a:gd name="connsiteX100" fmla="*/ 6249518 w 11269336"/>
              <a:gd name="connsiteY100" fmla="*/ 1876079 h 2323145"/>
              <a:gd name="connsiteX101" fmla="*/ 6190386 w 11269336"/>
              <a:gd name="connsiteY101" fmla="*/ 1872478 h 2323145"/>
              <a:gd name="connsiteX102" fmla="*/ 6159777 w 11269336"/>
              <a:gd name="connsiteY102" fmla="*/ 1891745 h 2323145"/>
              <a:gd name="connsiteX103" fmla="*/ 6153131 w 11269336"/>
              <a:gd name="connsiteY103" fmla="*/ 1895079 h 2323145"/>
              <a:gd name="connsiteX104" fmla="*/ 6152798 w 11269336"/>
              <a:gd name="connsiteY104" fmla="*/ 1894920 h 2323145"/>
              <a:gd name="connsiteX105" fmla="*/ 6145388 w 11269336"/>
              <a:gd name="connsiteY105" fmla="*/ 1897990 h 2323145"/>
              <a:gd name="connsiteX106" fmla="*/ 6141014 w 11269336"/>
              <a:gd name="connsiteY106" fmla="*/ 1901155 h 2323145"/>
              <a:gd name="connsiteX107" fmla="*/ 6128122 w 11269336"/>
              <a:gd name="connsiteY107" fmla="*/ 1907623 h 2323145"/>
              <a:gd name="connsiteX108" fmla="*/ 6122351 w 11269336"/>
              <a:gd name="connsiteY108" fmla="*/ 1908359 h 2323145"/>
              <a:gd name="connsiteX109" fmla="*/ 6064750 w 11269336"/>
              <a:gd name="connsiteY109" fmla="*/ 1896394 h 2323145"/>
              <a:gd name="connsiteX110" fmla="*/ 5964230 w 11269336"/>
              <a:gd name="connsiteY110" fmla="*/ 1910038 h 2323145"/>
              <a:gd name="connsiteX111" fmla="*/ 5865399 w 11269336"/>
              <a:gd name="connsiteY111" fmla="*/ 1926966 h 2323145"/>
              <a:gd name="connsiteX112" fmla="*/ 5829951 w 11269336"/>
              <a:gd name="connsiteY112" fmla="*/ 1934755 h 2323145"/>
              <a:gd name="connsiteX113" fmla="*/ 5765285 w 11269336"/>
              <a:gd name="connsiteY113" fmla="*/ 1941322 h 2323145"/>
              <a:gd name="connsiteX114" fmla="*/ 5734750 w 11269336"/>
              <a:gd name="connsiteY114" fmla="*/ 1939793 h 2323145"/>
              <a:gd name="connsiteX115" fmla="*/ 5733569 w 11269336"/>
              <a:gd name="connsiteY115" fmla="*/ 1940505 h 2323145"/>
              <a:gd name="connsiteX116" fmla="*/ 5730329 w 11269336"/>
              <a:gd name="connsiteY116" fmla="*/ 1937845 h 2323145"/>
              <a:gd name="connsiteX117" fmla="*/ 5724661 w 11269336"/>
              <a:gd name="connsiteY117" fmla="*/ 1937455 h 2323145"/>
              <a:gd name="connsiteX118" fmla="*/ 5710186 w 11269336"/>
              <a:gd name="connsiteY118" fmla="*/ 1941370 h 2323145"/>
              <a:gd name="connsiteX119" fmla="*/ 5704910 w 11269336"/>
              <a:gd name="connsiteY119" fmla="*/ 1943663 h 2323145"/>
              <a:gd name="connsiteX120" fmla="*/ 5696836 w 11269336"/>
              <a:gd name="connsiteY120" fmla="*/ 1945271 h 2323145"/>
              <a:gd name="connsiteX121" fmla="*/ 5696583 w 11269336"/>
              <a:gd name="connsiteY121" fmla="*/ 1945050 h 2323145"/>
              <a:gd name="connsiteX122" fmla="*/ 5689123 w 11269336"/>
              <a:gd name="connsiteY122" fmla="*/ 1947067 h 2323145"/>
              <a:gd name="connsiteX123" fmla="*/ 5653291 w 11269336"/>
              <a:gd name="connsiteY123" fmla="*/ 1960245 h 2323145"/>
              <a:gd name="connsiteX124" fmla="*/ 5599385 w 11269336"/>
              <a:gd name="connsiteY124" fmla="*/ 1945198 h 2323145"/>
              <a:gd name="connsiteX125" fmla="*/ 5578300 w 11269336"/>
              <a:gd name="connsiteY125" fmla="*/ 1944963 h 2323145"/>
              <a:gd name="connsiteX126" fmla="*/ 5566758 w 11269336"/>
              <a:gd name="connsiteY126" fmla="*/ 1943441 h 2323145"/>
              <a:gd name="connsiteX127" fmla="*/ 5565857 w 11269336"/>
              <a:gd name="connsiteY127" fmla="*/ 1942445 h 2323145"/>
              <a:gd name="connsiteX128" fmla="*/ 5531534 w 11269336"/>
              <a:gd name="connsiteY128" fmla="*/ 1955208 h 2323145"/>
              <a:gd name="connsiteX129" fmla="*/ 5526552 w 11269336"/>
              <a:gd name="connsiteY129" fmla="*/ 1954799 h 2323145"/>
              <a:gd name="connsiteX130" fmla="*/ 5504723 w 11269336"/>
              <a:gd name="connsiteY130" fmla="*/ 1965811 h 2323145"/>
              <a:gd name="connsiteX131" fmla="*/ 5493156 w 11269336"/>
              <a:gd name="connsiteY131" fmla="*/ 1970063 h 2323145"/>
              <a:gd name="connsiteX132" fmla="*/ 5490486 w 11269336"/>
              <a:gd name="connsiteY132" fmla="*/ 1974227 h 2323145"/>
              <a:gd name="connsiteX133" fmla="*/ 5473107 w 11269336"/>
              <a:gd name="connsiteY133" fmla="*/ 1979001 h 2323145"/>
              <a:gd name="connsiteX134" fmla="*/ 5470885 w 11269336"/>
              <a:gd name="connsiteY134" fmla="*/ 1978432 h 2323145"/>
              <a:gd name="connsiteX135" fmla="*/ 5457393 w 11269336"/>
              <a:gd name="connsiteY135" fmla="*/ 1986525 h 2323145"/>
              <a:gd name="connsiteX136" fmla="*/ 5447102 w 11269336"/>
              <a:gd name="connsiteY136" fmla="*/ 1998329 h 2323145"/>
              <a:gd name="connsiteX137" fmla="*/ 5159151 w 11269336"/>
              <a:gd name="connsiteY137" fmla="*/ 2029640 h 2323145"/>
              <a:gd name="connsiteX138" fmla="*/ 5041688 w 11269336"/>
              <a:gd name="connsiteY138" fmla="*/ 2022334 h 2323145"/>
              <a:gd name="connsiteX139" fmla="*/ 4860988 w 11269336"/>
              <a:gd name="connsiteY139" fmla="*/ 2135698 h 2323145"/>
              <a:gd name="connsiteX140" fmla="*/ 4807902 w 11269336"/>
              <a:gd name="connsiteY140" fmla="*/ 2138894 h 2323145"/>
              <a:gd name="connsiteX141" fmla="*/ 4765388 w 11269336"/>
              <a:gd name="connsiteY141" fmla="*/ 2162525 h 2323145"/>
              <a:gd name="connsiteX142" fmla="*/ 4745033 w 11269336"/>
              <a:gd name="connsiteY142" fmla="*/ 2158859 h 2323145"/>
              <a:gd name="connsiteX143" fmla="*/ 4741475 w 11269336"/>
              <a:gd name="connsiteY143" fmla="*/ 2157998 h 2323145"/>
              <a:gd name="connsiteX144" fmla="*/ 4728247 w 11269336"/>
              <a:gd name="connsiteY144" fmla="*/ 2159526 h 2323145"/>
              <a:gd name="connsiteX145" fmla="*/ 4723263 w 11269336"/>
              <a:gd name="connsiteY145" fmla="*/ 2153742 h 2323145"/>
              <a:gd name="connsiteX146" fmla="*/ 4702453 w 11269336"/>
              <a:gd name="connsiteY146" fmla="*/ 2151586 h 2323145"/>
              <a:gd name="connsiteX147" fmla="*/ 4678455 w 11269336"/>
              <a:gd name="connsiteY147" fmla="*/ 2156131 h 2323145"/>
              <a:gd name="connsiteX148" fmla="*/ 4593061 w 11269336"/>
              <a:gd name="connsiteY148" fmla="*/ 2171597 h 2323145"/>
              <a:gd name="connsiteX149" fmla="*/ 4579902 w 11269336"/>
              <a:gd name="connsiteY149" fmla="*/ 2177927 h 2323145"/>
              <a:gd name="connsiteX150" fmla="*/ 4533444 w 11269336"/>
              <a:gd name="connsiteY150" fmla="*/ 2181200 h 2323145"/>
              <a:gd name="connsiteX151" fmla="*/ 4492832 w 11269336"/>
              <a:gd name="connsiteY151" fmla="*/ 2188033 h 2323145"/>
              <a:gd name="connsiteX152" fmla="*/ 4467257 w 11269336"/>
              <a:gd name="connsiteY152" fmla="*/ 2196121 h 2323145"/>
              <a:gd name="connsiteX153" fmla="*/ 4459937 w 11269336"/>
              <a:gd name="connsiteY153" fmla="*/ 2195182 h 2323145"/>
              <a:gd name="connsiteX154" fmla="*/ 4433312 w 11269336"/>
              <a:gd name="connsiteY154" fmla="*/ 2199004 h 2323145"/>
              <a:gd name="connsiteX155" fmla="*/ 4420601 w 11269336"/>
              <a:gd name="connsiteY155" fmla="*/ 2205158 h 2323145"/>
              <a:gd name="connsiteX156" fmla="*/ 4405765 w 11269336"/>
              <a:gd name="connsiteY156" fmla="*/ 2199902 h 2323145"/>
              <a:gd name="connsiteX157" fmla="*/ 4401354 w 11269336"/>
              <a:gd name="connsiteY157" fmla="*/ 2194745 h 2323145"/>
              <a:gd name="connsiteX158" fmla="*/ 4383151 w 11269336"/>
              <a:gd name="connsiteY158" fmla="*/ 2201140 h 2323145"/>
              <a:gd name="connsiteX159" fmla="*/ 4366646 w 11269336"/>
              <a:gd name="connsiteY159" fmla="*/ 2198564 h 2323145"/>
              <a:gd name="connsiteX160" fmla="*/ 4354009 w 11269336"/>
              <a:gd name="connsiteY160" fmla="*/ 2204984 h 2323145"/>
              <a:gd name="connsiteX161" fmla="*/ 4348284 w 11269336"/>
              <a:gd name="connsiteY161" fmla="*/ 2205270 h 2323145"/>
              <a:gd name="connsiteX162" fmla="*/ 4333906 w 11269336"/>
              <a:gd name="connsiteY162" fmla="*/ 2205251 h 2323145"/>
              <a:gd name="connsiteX163" fmla="*/ 4308819 w 11269336"/>
              <a:gd name="connsiteY163" fmla="*/ 2203822 h 2323145"/>
              <a:gd name="connsiteX164" fmla="*/ 4301210 w 11269336"/>
              <a:gd name="connsiteY164" fmla="*/ 2204456 h 2323145"/>
              <a:gd name="connsiteX165" fmla="*/ 4283095 w 11269336"/>
              <a:gd name="connsiteY165" fmla="*/ 2198177 h 2323145"/>
              <a:gd name="connsiteX166" fmla="*/ 4250119 w 11269336"/>
              <a:gd name="connsiteY166" fmla="*/ 2196342 h 2323145"/>
              <a:gd name="connsiteX167" fmla="*/ 4189203 w 11269336"/>
              <a:gd name="connsiteY167" fmla="*/ 2178994 h 2323145"/>
              <a:gd name="connsiteX168" fmla="*/ 4154035 w 11269336"/>
              <a:gd name="connsiteY168" fmla="*/ 2171950 h 2323145"/>
              <a:gd name="connsiteX169" fmla="*/ 4129569 w 11269336"/>
              <a:gd name="connsiteY169" fmla="*/ 2163850 h 2323145"/>
              <a:gd name="connsiteX170" fmla="*/ 4061250 w 11269336"/>
              <a:gd name="connsiteY170" fmla="*/ 2159236 h 2323145"/>
              <a:gd name="connsiteX171" fmla="*/ 3945480 w 11269336"/>
              <a:gd name="connsiteY171" fmla="*/ 2158279 h 2323145"/>
              <a:gd name="connsiteX172" fmla="*/ 3921468 w 11269336"/>
              <a:gd name="connsiteY172" fmla="*/ 2156588 h 2323145"/>
              <a:gd name="connsiteX173" fmla="*/ 3903348 w 11269336"/>
              <a:gd name="connsiteY173" fmla="*/ 2149220 h 2323145"/>
              <a:gd name="connsiteX174" fmla="*/ 3901342 w 11269336"/>
              <a:gd name="connsiteY174" fmla="*/ 2142355 h 2323145"/>
              <a:gd name="connsiteX175" fmla="*/ 3888539 w 11269336"/>
              <a:gd name="connsiteY175" fmla="*/ 2140476 h 2323145"/>
              <a:gd name="connsiteX176" fmla="*/ 3885662 w 11269336"/>
              <a:gd name="connsiteY176" fmla="*/ 2138740 h 2323145"/>
              <a:gd name="connsiteX177" fmla="*/ 3868627 w 11269336"/>
              <a:gd name="connsiteY177" fmla="*/ 2130023 h 2323145"/>
              <a:gd name="connsiteX178" fmla="*/ 3819177 w 11269336"/>
              <a:gd name="connsiteY178" fmla="*/ 2142111 h 2323145"/>
              <a:gd name="connsiteX179" fmla="*/ 3769100 w 11269336"/>
              <a:gd name="connsiteY179" fmla="*/ 2131731 h 2323145"/>
              <a:gd name="connsiteX180" fmla="*/ 3562752 w 11269336"/>
              <a:gd name="connsiteY180" fmla="*/ 2131785 h 2323145"/>
              <a:gd name="connsiteX181" fmla="*/ 3541402 w 11269336"/>
              <a:gd name="connsiteY181" fmla="*/ 2106821 h 2323145"/>
              <a:gd name="connsiteX182" fmla="*/ 3365341 w 11269336"/>
              <a:gd name="connsiteY182" fmla="*/ 2077638 h 2323145"/>
              <a:gd name="connsiteX183" fmla="*/ 3170922 w 11269336"/>
              <a:gd name="connsiteY183" fmla="*/ 2115957 h 2323145"/>
              <a:gd name="connsiteX184" fmla="*/ 3156256 w 11269336"/>
              <a:gd name="connsiteY184" fmla="*/ 2124773 h 2323145"/>
              <a:gd name="connsiteX185" fmla="*/ 3140298 w 11269336"/>
              <a:gd name="connsiteY185" fmla="*/ 2129182 h 2323145"/>
              <a:gd name="connsiteX186" fmla="*/ 3138514 w 11269336"/>
              <a:gd name="connsiteY186" fmla="*/ 2128069 h 2323145"/>
              <a:gd name="connsiteX187" fmla="*/ 3120467 w 11269336"/>
              <a:gd name="connsiteY187" fmla="*/ 2128281 h 2323145"/>
              <a:gd name="connsiteX188" fmla="*/ 3116175 w 11269336"/>
              <a:gd name="connsiteY188" fmla="*/ 2131633 h 2323145"/>
              <a:gd name="connsiteX189" fmla="*/ 3103685 w 11269336"/>
              <a:gd name="connsiteY189" fmla="*/ 2132814 h 2323145"/>
              <a:gd name="connsiteX190" fmla="*/ 3078794 w 11269336"/>
              <a:gd name="connsiteY190" fmla="*/ 2137935 h 2323145"/>
              <a:gd name="connsiteX191" fmla="*/ 3074407 w 11269336"/>
              <a:gd name="connsiteY191" fmla="*/ 2136274 h 2323145"/>
              <a:gd name="connsiteX192" fmla="*/ 3037285 w 11269336"/>
              <a:gd name="connsiteY192" fmla="*/ 2139919 h 2323145"/>
              <a:gd name="connsiteX193" fmla="*/ 3036901 w 11269336"/>
              <a:gd name="connsiteY193" fmla="*/ 2138726 h 2323145"/>
              <a:gd name="connsiteX194" fmla="*/ 3026996 w 11269336"/>
              <a:gd name="connsiteY194" fmla="*/ 2134322 h 2323145"/>
              <a:gd name="connsiteX195" fmla="*/ 3007772 w 11269336"/>
              <a:gd name="connsiteY195" fmla="*/ 2128742 h 2323145"/>
              <a:gd name="connsiteX196" fmla="*/ 2965030 w 11269336"/>
              <a:gd name="connsiteY196" fmla="*/ 2100494 h 2323145"/>
              <a:gd name="connsiteX197" fmla="*/ 2926342 w 11269336"/>
              <a:gd name="connsiteY197" fmla="*/ 2104155 h 2323145"/>
              <a:gd name="connsiteX198" fmla="*/ 2918608 w 11269336"/>
              <a:gd name="connsiteY198" fmla="*/ 2104215 h 2323145"/>
              <a:gd name="connsiteX199" fmla="*/ 2918475 w 11269336"/>
              <a:gd name="connsiteY199" fmla="*/ 2103937 h 2323145"/>
              <a:gd name="connsiteX200" fmla="*/ 2910360 w 11269336"/>
              <a:gd name="connsiteY200" fmla="*/ 2103444 h 2323145"/>
              <a:gd name="connsiteX201" fmla="*/ 2904507 w 11269336"/>
              <a:gd name="connsiteY201" fmla="*/ 2104326 h 2323145"/>
              <a:gd name="connsiteX202" fmla="*/ 2889503 w 11269336"/>
              <a:gd name="connsiteY202" fmla="*/ 2104443 h 2323145"/>
              <a:gd name="connsiteX203" fmla="*/ 2884480 w 11269336"/>
              <a:gd name="connsiteY203" fmla="*/ 2102626 h 2323145"/>
              <a:gd name="connsiteX204" fmla="*/ 2882689 w 11269336"/>
              <a:gd name="connsiteY204" fmla="*/ 2099228 h 2323145"/>
              <a:gd name="connsiteX205" fmla="*/ 2881291 w 11269336"/>
              <a:gd name="connsiteY205" fmla="*/ 2099618 h 2323145"/>
              <a:gd name="connsiteX206" fmla="*/ 2853979 w 11269336"/>
              <a:gd name="connsiteY206" fmla="*/ 2090388 h 2323145"/>
              <a:gd name="connsiteX207" fmla="*/ 2791790 w 11269336"/>
              <a:gd name="connsiteY207" fmla="*/ 2080332 h 2323145"/>
              <a:gd name="connsiteX208" fmla="*/ 2755844 w 11269336"/>
              <a:gd name="connsiteY208" fmla="*/ 2078874 h 2323145"/>
              <a:gd name="connsiteX209" fmla="*/ 2657742 w 11269336"/>
              <a:gd name="connsiteY209" fmla="*/ 2070179 h 2323145"/>
              <a:gd name="connsiteX210" fmla="*/ 2559549 w 11269336"/>
              <a:gd name="connsiteY210" fmla="*/ 2057873 h 2323145"/>
              <a:gd name="connsiteX211" fmla="*/ 2512054 w 11269336"/>
              <a:gd name="connsiteY211" fmla="*/ 2031671 h 2323145"/>
              <a:gd name="connsiteX212" fmla="*/ 2506437 w 11269336"/>
              <a:gd name="connsiteY212" fmla="*/ 2030918 h 2323145"/>
              <a:gd name="connsiteX213" fmla="*/ 2491752 w 11269336"/>
              <a:gd name="connsiteY213" fmla="*/ 2033906 h 2323145"/>
              <a:gd name="connsiteX214" fmla="*/ 2486338 w 11269336"/>
              <a:gd name="connsiteY214" fmla="*/ 2035862 h 2323145"/>
              <a:gd name="connsiteX215" fmla="*/ 2478186 w 11269336"/>
              <a:gd name="connsiteY215" fmla="*/ 2036953 h 2323145"/>
              <a:gd name="connsiteX216" fmla="*/ 2477950 w 11269336"/>
              <a:gd name="connsiteY216" fmla="*/ 2036715 h 2323145"/>
              <a:gd name="connsiteX217" fmla="*/ 2470381 w 11269336"/>
              <a:gd name="connsiteY217" fmla="*/ 2038256 h 2323145"/>
              <a:gd name="connsiteX218" fmla="*/ 2433781 w 11269336"/>
              <a:gd name="connsiteY218" fmla="*/ 2049140 h 2323145"/>
              <a:gd name="connsiteX219" fmla="*/ 2381172 w 11269336"/>
              <a:gd name="connsiteY219" fmla="*/ 2030645 h 2323145"/>
              <a:gd name="connsiteX220" fmla="*/ 2360198 w 11269336"/>
              <a:gd name="connsiteY220" fmla="*/ 2029059 h 2323145"/>
              <a:gd name="connsiteX221" fmla="*/ 2348815 w 11269336"/>
              <a:gd name="connsiteY221" fmla="*/ 2026798 h 2323145"/>
              <a:gd name="connsiteX222" fmla="*/ 2347988 w 11269336"/>
              <a:gd name="connsiteY222" fmla="*/ 2025745 h 2323145"/>
              <a:gd name="connsiteX223" fmla="*/ 2312920 w 11269336"/>
              <a:gd name="connsiteY223" fmla="*/ 2036311 h 2323145"/>
              <a:gd name="connsiteX224" fmla="*/ 2307986 w 11269336"/>
              <a:gd name="connsiteY224" fmla="*/ 2035583 h 2323145"/>
              <a:gd name="connsiteX225" fmla="*/ 2285481 w 11269336"/>
              <a:gd name="connsiteY225" fmla="*/ 2045197 h 2323145"/>
              <a:gd name="connsiteX226" fmla="*/ 2273666 w 11269336"/>
              <a:gd name="connsiteY226" fmla="*/ 2048710 h 2323145"/>
              <a:gd name="connsiteX227" fmla="*/ 2270719 w 11269336"/>
              <a:gd name="connsiteY227" fmla="*/ 2052702 h 2323145"/>
              <a:gd name="connsiteX228" fmla="*/ 2253080 w 11269336"/>
              <a:gd name="connsiteY228" fmla="*/ 2056363 h 2323145"/>
              <a:gd name="connsiteX229" fmla="*/ 2250906 w 11269336"/>
              <a:gd name="connsiteY229" fmla="*/ 2055654 h 2323145"/>
              <a:gd name="connsiteX230" fmla="*/ 2236905 w 11269336"/>
              <a:gd name="connsiteY230" fmla="*/ 2062882 h 2323145"/>
              <a:gd name="connsiteX231" fmla="*/ 2225830 w 11269336"/>
              <a:gd name="connsiteY231" fmla="*/ 2074027 h 2323145"/>
              <a:gd name="connsiteX232" fmla="*/ 2073776 w 11269336"/>
              <a:gd name="connsiteY232" fmla="*/ 2089244 h 2323145"/>
              <a:gd name="connsiteX233" fmla="*/ 1948256 w 11269336"/>
              <a:gd name="connsiteY233" fmla="*/ 2146616 h 2323145"/>
              <a:gd name="connsiteX234" fmla="*/ 1865582 w 11269336"/>
              <a:gd name="connsiteY234" fmla="*/ 2153738 h 2323145"/>
              <a:gd name="connsiteX235" fmla="*/ 1835210 w 11269336"/>
              <a:gd name="connsiteY235" fmla="*/ 2134244 h 2323145"/>
              <a:gd name="connsiteX236" fmla="*/ 1632661 w 11269336"/>
              <a:gd name="connsiteY236" fmla="*/ 2173882 h 2323145"/>
              <a:gd name="connsiteX237" fmla="*/ 1579590 w 11269336"/>
              <a:gd name="connsiteY237" fmla="*/ 2173680 h 2323145"/>
              <a:gd name="connsiteX238" fmla="*/ 1535601 w 11269336"/>
              <a:gd name="connsiteY238" fmla="*/ 2194590 h 2323145"/>
              <a:gd name="connsiteX239" fmla="*/ 1515594 w 11269336"/>
              <a:gd name="connsiteY239" fmla="*/ 2189622 h 2323145"/>
              <a:gd name="connsiteX240" fmla="*/ 1512113 w 11269336"/>
              <a:gd name="connsiteY240" fmla="*/ 2188534 h 2323145"/>
              <a:gd name="connsiteX241" fmla="*/ 1498838 w 11269336"/>
              <a:gd name="connsiteY241" fmla="*/ 2189213 h 2323145"/>
              <a:gd name="connsiteX242" fmla="*/ 1494279 w 11269336"/>
              <a:gd name="connsiteY242" fmla="*/ 2183112 h 2323145"/>
              <a:gd name="connsiteX243" fmla="*/ 1473714 w 11269336"/>
              <a:gd name="connsiteY243" fmla="*/ 2179625 h 2323145"/>
              <a:gd name="connsiteX244" fmla="*/ 1449503 w 11269336"/>
              <a:gd name="connsiteY244" fmla="*/ 2182633 h 2323145"/>
              <a:gd name="connsiteX245" fmla="*/ 1266687 w 11269336"/>
              <a:gd name="connsiteY245" fmla="*/ 2212688 h 2323145"/>
              <a:gd name="connsiteX246" fmla="*/ 1239614 w 11269336"/>
              <a:gd name="connsiteY246" fmla="*/ 2209727 h 2323145"/>
              <a:gd name="connsiteX247" fmla="*/ 1202436 w 11269336"/>
              <a:gd name="connsiteY247" fmla="*/ 2209817 h 2323145"/>
              <a:gd name="connsiteX248" fmla="*/ 1136097 w 11269336"/>
              <a:gd name="connsiteY248" fmla="*/ 2205112 h 2323145"/>
              <a:gd name="connsiteX249" fmla="*/ 988232 w 11269336"/>
              <a:gd name="connsiteY249" fmla="*/ 2235635 h 2323145"/>
              <a:gd name="connsiteX250" fmla="*/ 981959 w 11269336"/>
              <a:gd name="connsiteY250" fmla="*/ 2231607 h 2323145"/>
              <a:gd name="connsiteX251" fmla="*/ 938600 w 11269336"/>
              <a:gd name="connsiteY251" fmla="*/ 2238113 h 2323145"/>
              <a:gd name="connsiteX252" fmla="*/ 791788 w 11269336"/>
              <a:gd name="connsiteY252" fmla="*/ 2293224 h 2323145"/>
              <a:gd name="connsiteX253" fmla="*/ 706914 w 11269336"/>
              <a:gd name="connsiteY253" fmla="*/ 2305046 h 2323145"/>
              <a:gd name="connsiteX254" fmla="*/ 675971 w 11269336"/>
              <a:gd name="connsiteY254" fmla="*/ 2304030 h 2323145"/>
              <a:gd name="connsiteX255" fmla="*/ 624180 w 11269336"/>
              <a:gd name="connsiteY255" fmla="*/ 2302650 h 2323145"/>
              <a:gd name="connsiteX256" fmla="*/ 583453 w 11269336"/>
              <a:gd name="connsiteY256" fmla="*/ 2288788 h 2323145"/>
              <a:gd name="connsiteX257" fmla="*/ 540946 w 11269336"/>
              <a:gd name="connsiteY257" fmla="*/ 2292721 h 2323145"/>
              <a:gd name="connsiteX258" fmla="*/ 533680 w 11269336"/>
              <a:gd name="connsiteY258" fmla="*/ 2310233 h 2323145"/>
              <a:gd name="connsiteX259" fmla="*/ 487366 w 11269336"/>
              <a:gd name="connsiteY259" fmla="*/ 2309053 h 2323145"/>
              <a:gd name="connsiteX260" fmla="*/ 416820 w 11269336"/>
              <a:gd name="connsiteY260" fmla="*/ 2305443 h 2323145"/>
              <a:gd name="connsiteX261" fmla="*/ 376805 w 11269336"/>
              <a:gd name="connsiteY261" fmla="*/ 2307647 h 2323145"/>
              <a:gd name="connsiteX262" fmla="*/ 266777 w 11269336"/>
              <a:gd name="connsiteY262" fmla="*/ 2309012 h 2323145"/>
              <a:gd name="connsiteX263" fmla="*/ 156013 w 11269336"/>
              <a:gd name="connsiteY263" fmla="*/ 2306832 h 2323145"/>
              <a:gd name="connsiteX264" fmla="*/ 87258 w 11269336"/>
              <a:gd name="connsiteY264" fmla="*/ 2285511 h 2323145"/>
              <a:gd name="connsiteX265" fmla="*/ 23798 w 11269336"/>
              <a:gd name="connsiteY265" fmla="*/ 2281822 h 2323145"/>
              <a:gd name="connsiteX266" fmla="*/ 0 w 11269336"/>
              <a:gd name="connsiteY266" fmla="*/ 2285369 h 2323145"/>
              <a:gd name="connsiteX267" fmla="*/ 0 w 11269336"/>
              <a:gd name="connsiteY26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795998 w 11269336"/>
              <a:gd name="connsiteY29" fmla="*/ 863337 h 2323145"/>
              <a:gd name="connsiteX30" fmla="*/ 8776970 w 11269336"/>
              <a:gd name="connsiteY30" fmla="*/ 885177 h 2323145"/>
              <a:gd name="connsiteX31" fmla="*/ 8755719 w 11269336"/>
              <a:gd name="connsiteY31" fmla="*/ 889754 h 2323145"/>
              <a:gd name="connsiteX32" fmla="*/ 8743257 w 11269336"/>
              <a:gd name="connsiteY32" fmla="*/ 904723 h 2323145"/>
              <a:gd name="connsiteX33" fmla="*/ 8721366 w 11269336"/>
              <a:gd name="connsiteY33" fmla="*/ 904711 h 2323145"/>
              <a:gd name="connsiteX34" fmla="*/ 8678353 w 11269336"/>
              <a:gd name="connsiteY34" fmla="*/ 926318 h 2323145"/>
              <a:gd name="connsiteX35" fmla="*/ 8636849 w 11269336"/>
              <a:gd name="connsiteY35" fmla="*/ 937900 h 2323145"/>
              <a:gd name="connsiteX36" fmla="*/ 8620213 w 11269336"/>
              <a:gd name="connsiteY36" fmla="*/ 943068 h 2323145"/>
              <a:gd name="connsiteX37" fmla="*/ 8612581 w 11269336"/>
              <a:gd name="connsiteY37" fmla="*/ 952695 h 2323145"/>
              <a:gd name="connsiteX38" fmla="*/ 8589038 w 11269336"/>
              <a:gd name="connsiteY38" fmla="*/ 963892 h 2323145"/>
              <a:gd name="connsiteX39" fmla="*/ 8579950 w 11269336"/>
              <a:gd name="connsiteY39" fmla="*/ 960899 h 2323145"/>
              <a:gd name="connsiteX40" fmla="*/ 8579319 w 11269336"/>
              <a:gd name="connsiteY40" fmla="*/ 965630 h 2323145"/>
              <a:gd name="connsiteX41" fmla="*/ 8547429 w 11269336"/>
              <a:gd name="connsiteY41" fmla="*/ 984506 h 2323145"/>
              <a:gd name="connsiteX42" fmla="*/ 8478704 w 11269336"/>
              <a:gd name="connsiteY42" fmla="*/ 1025490 h 2323145"/>
              <a:gd name="connsiteX43" fmla="*/ 8461421 w 11269336"/>
              <a:gd name="connsiteY43" fmla="*/ 1035512 h 2323145"/>
              <a:gd name="connsiteX44" fmla="*/ 8445003 w 11269336"/>
              <a:gd name="connsiteY44" fmla="*/ 1036851 h 2323145"/>
              <a:gd name="connsiteX45" fmla="*/ 8357350 w 11269336"/>
              <a:gd name="connsiteY45" fmla="*/ 1060213 h 2323145"/>
              <a:gd name="connsiteX46" fmla="*/ 8335565 w 11269336"/>
              <a:gd name="connsiteY46" fmla="*/ 1061151 h 2323145"/>
              <a:gd name="connsiteX47" fmla="*/ 8325267 w 11269336"/>
              <a:gd name="connsiteY47" fmla="*/ 1055919 h 2323145"/>
              <a:gd name="connsiteX48" fmla="*/ 8293586 w 11269336"/>
              <a:gd name="connsiteY48" fmla="*/ 1076144 h 2323145"/>
              <a:gd name="connsiteX49" fmla="*/ 8242405 w 11269336"/>
              <a:gd name="connsiteY49" fmla="*/ 1095960 h 2323145"/>
              <a:gd name="connsiteX50" fmla="*/ 8197391 w 11269336"/>
              <a:gd name="connsiteY50" fmla="*/ 1107746 h 2323145"/>
              <a:gd name="connsiteX51" fmla="*/ 8081474 w 11269336"/>
              <a:gd name="connsiteY51" fmla="*/ 1130125 h 2323145"/>
              <a:gd name="connsiteX52" fmla="*/ 8053585 w 11269336"/>
              <a:gd name="connsiteY52" fmla="*/ 1129169 h 2323145"/>
              <a:gd name="connsiteX53" fmla="*/ 8038422 w 11269336"/>
              <a:gd name="connsiteY53" fmla="*/ 1119092 h 2323145"/>
              <a:gd name="connsiteX54" fmla="*/ 8029450 w 11269336"/>
              <a:gd name="connsiteY54" fmla="*/ 1125592 h 2323145"/>
              <a:gd name="connsiteX55" fmla="*/ 7959552 w 11269336"/>
              <a:gd name="connsiteY55" fmla="*/ 1140188 h 2323145"/>
              <a:gd name="connsiteX56" fmla="*/ 7914188 w 11269336"/>
              <a:gd name="connsiteY56" fmla="*/ 1150862 h 2323145"/>
              <a:gd name="connsiteX57" fmla="*/ 7914918 w 11269336"/>
              <a:gd name="connsiteY57" fmla="*/ 1168758 h 2323145"/>
              <a:gd name="connsiteX58" fmla="*/ 7875510 w 11269336"/>
              <a:gd name="connsiteY58" fmla="*/ 1183153 h 2323145"/>
              <a:gd name="connsiteX59" fmla="*/ 7829932 w 11269336"/>
              <a:gd name="connsiteY59" fmla="*/ 1180782 h 2323145"/>
              <a:gd name="connsiteX60" fmla="*/ 7779182 w 11269336"/>
              <a:gd name="connsiteY60" fmla="*/ 1192665 h 2323145"/>
              <a:gd name="connsiteX61" fmla="*/ 7748774 w 11269336"/>
              <a:gd name="connsiteY61" fmla="*/ 1199586 h 2323145"/>
              <a:gd name="connsiteX62" fmla="*/ 7671846 w 11269336"/>
              <a:gd name="connsiteY62" fmla="*/ 1231966 h 2323145"/>
              <a:gd name="connsiteX63" fmla="*/ 7554146 w 11269336"/>
              <a:gd name="connsiteY63" fmla="*/ 1319748 h 2323145"/>
              <a:gd name="connsiteX64" fmla="*/ 7515052 w 11269336"/>
              <a:gd name="connsiteY64" fmla="*/ 1336718 h 2323145"/>
              <a:gd name="connsiteX65" fmla="*/ 7507193 w 11269336"/>
              <a:gd name="connsiteY65" fmla="*/ 1334617 h 2323145"/>
              <a:gd name="connsiteX66" fmla="*/ 7461694 w 11269336"/>
              <a:gd name="connsiteY66" fmla="*/ 1375866 h 2323145"/>
              <a:gd name="connsiteX67" fmla="*/ 7377571 w 11269336"/>
              <a:gd name="connsiteY67" fmla="*/ 1400128 h 2323145"/>
              <a:gd name="connsiteX68" fmla="*/ 7311261 w 11269336"/>
              <a:gd name="connsiteY68" fmla="*/ 1412652 h 2323145"/>
              <a:gd name="connsiteX69" fmla="*/ 7275307 w 11269336"/>
              <a:gd name="connsiteY69" fmla="*/ 1422171 h 2323145"/>
              <a:gd name="connsiteX70" fmla="*/ 7247783 w 11269336"/>
              <a:gd name="connsiteY70" fmla="*/ 1426330 h 2323145"/>
              <a:gd name="connsiteX71" fmla="*/ 7185047 w 11269336"/>
              <a:gd name="connsiteY71" fmla="*/ 1451812 h 2323145"/>
              <a:gd name="connsiteX72" fmla="*/ 7084117 w 11269336"/>
              <a:gd name="connsiteY72" fmla="*/ 1500281 h 2323145"/>
              <a:gd name="connsiteX73" fmla="*/ 7062011 w 11269336"/>
              <a:gd name="connsiteY73" fmla="*/ 1509183 h 2323145"/>
              <a:gd name="connsiteX74" fmla="*/ 7040555 w 11269336"/>
              <a:gd name="connsiteY74" fmla="*/ 1511207 h 2323145"/>
              <a:gd name="connsiteX75" fmla="*/ 7033438 w 11269336"/>
              <a:gd name="connsiteY75" fmla="*/ 1506772 h 2323145"/>
              <a:gd name="connsiteX76" fmla="*/ 7020886 w 11269336"/>
              <a:gd name="connsiteY76" fmla="*/ 1510764 h 2323145"/>
              <a:gd name="connsiteX77" fmla="*/ 7017033 w 11269336"/>
              <a:gd name="connsiteY77" fmla="*/ 1510650 h 2323145"/>
              <a:gd name="connsiteX78" fmla="*/ 6995460 w 11269336"/>
              <a:gd name="connsiteY78" fmla="*/ 1511173 h 2323145"/>
              <a:gd name="connsiteX79" fmla="*/ 6962144 w 11269336"/>
              <a:gd name="connsiteY79" fmla="*/ 1541508 h 2323145"/>
              <a:gd name="connsiteX80" fmla="*/ 6910674 w 11269336"/>
              <a:gd name="connsiteY80" fmla="*/ 1554793 h 2323145"/>
              <a:gd name="connsiteX81" fmla="*/ 6732152 w 11269336"/>
              <a:gd name="connsiteY81" fmla="*/ 1642538 h 2323145"/>
              <a:gd name="connsiteX82" fmla="*/ 6694106 w 11269336"/>
              <a:gd name="connsiteY82" fmla="*/ 1632377 h 2323145"/>
              <a:gd name="connsiteX83" fmla="*/ 6617223 w 11269336"/>
              <a:gd name="connsiteY83" fmla="*/ 1659889 h 2323145"/>
              <a:gd name="connsiteX84" fmla="*/ 6521138 w 11269336"/>
              <a:gd name="connsiteY84" fmla="*/ 1744340 h 2323145"/>
              <a:gd name="connsiteX85" fmla="*/ 6380677 w 11269336"/>
              <a:gd name="connsiteY85" fmla="*/ 1796883 h 2323145"/>
              <a:gd name="connsiteX86" fmla="*/ 6374897 w 11269336"/>
              <a:gd name="connsiteY86" fmla="*/ 1809910 h 2323145"/>
              <a:gd name="connsiteX87" fmla="*/ 6364545 w 11269336"/>
              <a:gd name="connsiteY87" fmla="*/ 1820090 h 2323145"/>
              <a:gd name="connsiteX88" fmla="*/ 6362126 w 11269336"/>
              <a:gd name="connsiteY88" fmla="*/ 1819991 h 2323145"/>
              <a:gd name="connsiteX89" fmla="*/ 6346673 w 11269336"/>
              <a:gd name="connsiteY89" fmla="*/ 1827824 h 2323145"/>
              <a:gd name="connsiteX90" fmla="*/ 6345588 w 11269336"/>
              <a:gd name="connsiteY90" fmla="*/ 1832232 h 2323145"/>
              <a:gd name="connsiteX91" fmla="*/ 6335708 w 11269336"/>
              <a:gd name="connsiteY91" fmla="*/ 1838451 h 2323145"/>
              <a:gd name="connsiteX92" fmla="*/ 6318182 w 11269336"/>
              <a:gd name="connsiteY92" fmla="*/ 1852975 h 2323145"/>
              <a:gd name="connsiteX93" fmla="*/ 6313084 w 11269336"/>
              <a:gd name="connsiteY93" fmla="*/ 1853561 h 2323145"/>
              <a:gd name="connsiteX94" fmla="*/ 6283816 w 11269336"/>
              <a:gd name="connsiteY94" fmla="*/ 1872148 h 2323145"/>
              <a:gd name="connsiteX95" fmla="*/ 6282550 w 11269336"/>
              <a:gd name="connsiteY95" fmla="*/ 1871392 h 2323145"/>
              <a:gd name="connsiteX96" fmla="*/ 6270527 w 11269336"/>
              <a:gd name="connsiteY96" fmla="*/ 1872208 h 2323145"/>
              <a:gd name="connsiteX97" fmla="*/ 6249518 w 11269336"/>
              <a:gd name="connsiteY97" fmla="*/ 1876079 h 2323145"/>
              <a:gd name="connsiteX98" fmla="*/ 6190386 w 11269336"/>
              <a:gd name="connsiteY98" fmla="*/ 1872478 h 2323145"/>
              <a:gd name="connsiteX99" fmla="*/ 6159777 w 11269336"/>
              <a:gd name="connsiteY99" fmla="*/ 1891745 h 2323145"/>
              <a:gd name="connsiteX100" fmla="*/ 6153131 w 11269336"/>
              <a:gd name="connsiteY100" fmla="*/ 1895079 h 2323145"/>
              <a:gd name="connsiteX101" fmla="*/ 6152798 w 11269336"/>
              <a:gd name="connsiteY101" fmla="*/ 1894920 h 2323145"/>
              <a:gd name="connsiteX102" fmla="*/ 6145388 w 11269336"/>
              <a:gd name="connsiteY102" fmla="*/ 1897990 h 2323145"/>
              <a:gd name="connsiteX103" fmla="*/ 6141014 w 11269336"/>
              <a:gd name="connsiteY103" fmla="*/ 1901155 h 2323145"/>
              <a:gd name="connsiteX104" fmla="*/ 6128122 w 11269336"/>
              <a:gd name="connsiteY104" fmla="*/ 1907623 h 2323145"/>
              <a:gd name="connsiteX105" fmla="*/ 6122351 w 11269336"/>
              <a:gd name="connsiteY105" fmla="*/ 1908359 h 2323145"/>
              <a:gd name="connsiteX106" fmla="*/ 6064750 w 11269336"/>
              <a:gd name="connsiteY106" fmla="*/ 1896394 h 2323145"/>
              <a:gd name="connsiteX107" fmla="*/ 5964230 w 11269336"/>
              <a:gd name="connsiteY107" fmla="*/ 1910038 h 2323145"/>
              <a:gd name="connsiteX108" fmla="*/ 5865399 w 11269336"/>
              <a:gd name="connsiteY108" fmla="*/ 1926966 h 2323145"/>
              <a:gd name="connsiteX109" fmla="*/ 5829951 w 11269336"/>
              <a:gd name="connsiteY109" fmla="*/ 1934755 h 2323145"/>
              <a:gd name="connsiteX110" fmla="*/ 5765285 w 11269336"/>
              <a:gd name="connsiteY110" fmla="*/ 1941322 h 2323145"/>
              <a:gd name="connsiteX111" fmla="*/ 5734750 w 11269336"/>
              <a:gd name="connsiteY111" fmla="*/ 1939793 h 2323145"/>
              <a:gd name="connsiteX112" fmla="*/ 5733569 w 11269336"/>
              <a:gd name="connsiteY112" fmla="*/ 1940505 h 2323145"/>
              <a:gd name="connsiteX113" fmla="*/ 5730329 w 11269336"/>
              <a:gd name="connsiteY113" fmla="*/ 1937845 h 2323145"/>
              <a:gd name="connsiteX114" fmla="*/ 5724661 w 11269336"/>
              <a:gd name="connsiteY114" fmla="*/ 1937455 h 2323145"/>
              <a:gd name="connsiteX115" fmla="*/ 5710186 w 11269336"/>
              <a:gd name="connsiteY115" fmla="*/ 1941370 h 2323145"/>
              <a:gd name="connsiteX116" fmla="*/ 5704910 w 11269336"/>
              <a:gd name="connsiteY116" fmla="*/ 1943663 h 2323145"/>
              <a:gd name="connsiteX117" fmla="*/ 5696836 w 11269336"/>
              <a:gd name="connsiteY117" fmla="*/ 1945271 h 2323145"/>
              <a:gd name="connsiteX118" fmla="*/ 5696583 w 11269336"/>
              <a:gd name="connsiteY118" fmla="*/ 1945050 h 2323145"/>
              <a:gd name="connsiteX119" fmla="*/ 5689123 w 11269336"/>
              <a:gd name="connsiteY119" fmla="*/ 1947067 h 2323145"/>
              <a:gd name="connsiteX120" fmla="*/ 5653291 w 11269336"/>
              <a:gd name="connsiteY120" fmla="*/ 1960245 h 2323145"/>
              <a:gd name="connsiteX121" fmla="*/ 5599385 w 11269336"/>
              <a:gd name="connsiteY121" fmla="*/ 1945198 h 2323145"/>
              <a:gd name="connsiteX122" fmla="*/ 5578300 w 11269336"/>
              <a:gd name="connsiteY122" fmla="*/ 1944963 h 2323145"/>
              <a:gd name="connsiteX123" fmla="*/ 5566758 w 11269336"/>
              <a:gd name="connsiteY123" fmla="*/ 1943441 h 2323145"/>
              <a:gd name="connsiteX124" fmla="*/ 5565857 w 11269336"/>
              <a:gd name="connsiteY124" fmla="*/ 1942445 h 2323145"/>
              <a:gd name="connsiteX125" fmla="*/ 5531534 w 11269336"/>
              <a:gd name="connsiteY125" fmla="*/ 1955208 h 2323145"/>
              <a:gd name="connsiteX126" fmla="*/ 5526552 w 11269336"/>
              <a:gd name="connsiteY126" fmla="*/ 1954799 h 2323145"/>
              <a:gd name="connsiteX127" fmla="*/ 5504723 w 11269336"/>
              <a:gd name="connsiteY127" fmla="*/ 1965811 h 2323145"/>
              <a:gd name="connsiteX128" fmla="*/ 5493156 w 11269336"/>
              <a:gd name="connsiteY128" fmla="*/ 1970063 h 2323145"/>
              <a:gd name="connsiteX129" fmla="*/ 5490486 w 11269336"/>
              <a:gd name="connsiteY129" fmla="*/ 1974227 h 2323145"/>
              <a:gd name="connsiteX130" fmla="*/ 5473107 w 11269336"/>
              <a:gd name="connsiteY130" fmla="*/ 1979001 h 2323145"/>
              <a:gd name="connsiteX131" fmla="*/ 5470885 w 11269336"/>
              <a:gd name="connsiteY131" fmla="*/ 1978432 h 2323145"/>
              <a:gd name="connsiteX132" fmla="*/ 5457393 w 11269336"/>
              <a:gd name="connsiteY132" fmla="*/ 1986525 h 2323145"/>
              <a:gd name="connsiteX133" fmla="*/ 5447102 w 11269336"/>
              <a:gd name="connsiteY133" fmla="*/ 1998329 h 2323145"/>
              <a:gd name="connsiteX134" fmla="*/ 5159151 w 11269336"/>
              <a:gd name="connsiteY134" fmla="*/ 2029640 h 2323145"/>
              <a:gd name="connsiteX135" fmla="*/ 5041688 w 11269336"/>
              <a:gd name="connsiteY135" fmla="*/ 2022334 h 2323145"/>
              <a:gd name="connsiteX136" fmla="*/ 4860988 w 11269336"/>
              <a:gd name="connsiteY136" fmla="*/ 2135698 h 2323145"/>
              <a:gd name="connsiteX137" fmla="*/ 4807902 w 11269336"/>
              <a:gd name="connsiteY137" fmla="*/ 2138894 h 2323145"/>
              <a:gd name="connsiteX138" fmla="*/ 4765388 w 11269336"/>
              <a:gd name="connsiteY138" fmla="*/ 2162525 h 2323145"/>
              <a:gd name="connsiteX139" fmla="*/ 4745033 w 11269336"/>
              <a:gd name="connsiteY139" fmla="*/ 2158859 h 2323145"/>
              <a:gd name="connsiteX140" fmla="*/ 4741475 w 11269336"/>
              <a:gd name="connsiteY140" fmla="*/ 2157998 h 2323145"/>
              <a:gd name="connsiteX141" fmla="*/ 4728247 w 11269336"/>
              <a:gd name="connsiteY141" fmla="*/ 2159526 h 2323145"/>
              <a:gd name="connsiteX142" fmla="*/ 4723263 w 11269336"/>
              <a:gd name="connsiteY142" fmla="*/ 2153742 h 2323145"/>
              <a:gd name="connsiteX143" fmla="*/ 4702453 w 11269336"/>
              <a:gd name="connsiteY143" fmla="*/ 2151586 h 2323145"/>
              <a:gd name="connsiteX144" fmla="*/ 4678455 w 11269336"/>
              <a:gd name="connsiteY144" fmla="*/ 2156131 h 2323145"/>
              <a:gd name="connsiteX145" fmla="*/ 4593061 w 11269336"/>
              <a:gd name="connsiteY145" fmla="*/ 2171597 h 2323145"/>
              <a:gd name="connsiteX146" fmla="*/ 4579902 w 11269336"/>
              <a:gd name="connsiteY146" fmla="*/ 2177927 h 2323145"/>
              <a:gd name="connsiteX147" fmla="*/ 4533444 w 11269336"/>
              <a:gd name="connsiteY147" fmla="*/ 2181200 h 2323145"/>
              <a:gd name="connsiteX148" fmla="*/ 4492832 w 11269336"/>
              <a:gd name="connsiteY148" fmla="*/ 2188033 h 2323145"/>
              <a:gd name="connsiteX149" fmla="*/ 4467257 w 11269336"/>
              <a:gd name="connsiteY149" fmla="*/ 2196121 h 2323145"/>
              <a:gd name="connsiteX150" fmla="*/ 4459937 w 11269336"/>
              <a:gd name="connsiteY150" fmla="*/ 2195182 h 2323145"/>
              <a:gd name="connsiteX151" fmla="*/ 4433312 w 11269336"/>
              <a:gd name="connsiteY151" fmla="*/ 2199004 h 2323145"/>
              <a:gd name="connsiteX152" fmla="*/ 4420601 w 11269336"/>
              <a:gd name="connsiteY152" fmla="*/ 2205158 h 2323145"/>
              <a:gd name="connsiteX153" fmla="*/ 4405765 w 11269336"/>
              <a:gd name="connsiteY153" fmla="*/ 2199902 h 2323145"/>
              <a:gd name="connsiteX154" fmla="*/ 4401354 w 11269336"/>
              <a:gd name="connsiteY154" fmla="*/ 2194745 h 2323145"/>
              <a:gd name="connsiteX155" fmla="*/ 4383151 w 11269336"/>
              <a:gd name="connsiteY155" fmla="*/ 2201140 h 2323145"/>
              <a:gd name="connsiteX156" fmla="*/ 4366646 w 11269336"/>
              <a:gd name="connsiteY156" fmla="*/ 2198564 h 2323145"/>
              <a:gd name="connsiteX157" fmla="*/ 4354009 w 11269336"/>
              <a:gd name="connsiteY157" fmla="*/ 2204984 h 2323145"/>
              <a:gd name="connsiteX158" fmla="*/ 4348284 w 11269336"/>
              <a:gd name="connsiteY158" fmla="*/ 2205270 h 2323145"/>
              <a:gd name="connsiteX159" fmla="*/ 4333906 w 11269336"/>
              <a:gd name="connsiteY159" fmla="*/ 2205251 h 2323145"/>
              <a:gd name="connsiteX160" fmla="*/ 4308819 w 11269336"/>
              <a:gd name="connsiteY160" fmla="*/ 2203822 h 2323145"/>
              <a:gd name="connsiteX161" fmla="*/ 4301210 w 11269336"/>
              <a:gd name="connsiteY161" fmla="*/ 2204456 h 2323145"/>
              <a:gd name="connsiteX162" fmla="*/ 4283095 w 11269336"/>
              <a:gd name="connsiteY162" fmla="*/ 2198177 h 2323145"/>
              <a:gd name="connsiteX163" fmla="*/ 4250119 w 11269336"/>
              <a:gd name="connsiteY163" fmla="*/ 2196342 h 2323145"/>
              <a:gd name="connsiteX164" fmla="*/ 4189203 w 11269336"/>
              <a:gd name="connsiteY164" fmla="*/ 2178994 h 2323145"/>
              <a:gd name="connsiteX165" fmla="*/ 4154035 w 11269336"/>
              <a:gd name="connsiteY165" fmla="*/ 2171950 h 2323145"/>
              <a:gd name="connsiteX166" fmla="*/ 4129569 w 11269336"/>
              <a:gd name="connsiteY166" fmla="*/ 2163850 h 2323145"/>
              <a:gd name="connsiteX167" fmla="*/ 4061250 w 11269336"/>
              <a:gd name="connsiteY167" fmla="*/ 2159236 h 2323145"/>
              <a:gd name="connsiteX168" fmla="*/ 3945480 w 11269336"/>
              <a:gd name="connsiteY168" fmla="*/ 2158279 h 2323145"/>
              <a:gd name="connsiteX169" fmla="*/ 3921468 w 11269336"/>
              <a:gd name="connsiteY169" fmla="*/ 2156588 h 2323145"/>
              <a:gd name="connsiteX170" fmla="*/ 3903348 w 11269336"/>
              <a:gd name="connsiteY170" fmla="*/ 2149220 h 2323145"/>
              <a:gd name="connsiteX171" fmla="*/ 3901342 w 11269336"/>
              <a:gd name="connsiteY171" fmla="*/ 2142355 h 2323145"/>
              <a:gd name="connsiteX172" fmla="*/ 3888539 w 11269336"/>
              <a:gd name="connsiteY172" fmla="*/ 2140476 h 2323145"/>
              <a:gd name="connsiteX173" fmla="*/ 3885662 w 11269336"/>
              <a:gd name="connsiteY173" fmla="*/ 2138740 h 2323145"/>
              <a:gd name="connsiteX174" fmla="*/ 3868627 w 11269336"/>
              <a:gd name="connsiteY174" fmla="*/ 2130023 h 2323145"/>
              <a:gd name="connsiteX175" fmla="*/ 3819177 w 11269336"/>
              <a:gd name="connsiteY175" fmla="*/ 2142111 h 2323145"/>
              <a:gd name="connsiteX176" fmla="*/ 3769100 w 11269336"/>
              <a:gd name="connsiteY176" fmla="*/ 2131731 h 2323145"/>
              <a:gd name="connsiteX177" fmla="*/ 3562752 w 11269336"/>
              <a:gd name="connsiteY177" fmla="*/ 2131785 h 2323145"/>
              <a:gd name="connsiteX178" fmla="*/ 3541402 w 11269336"/>
              <a:gd name="connsiteY178" fmla="*/ 2106821 h 2323145"/>
              <a:gd name="connsiteX179" fmla="*/ 3365341 w 11269336"/>
              <a:gd name="connsiteY179" fmla="*/ 2077638 h 2323145"/>
              <a:gd name="connsiteX180" fmla="*/ 3170922 w 11269336"/>
              <a:gd name="connsiteY180" fmla="*/ 2115957 h 2323145"/>
              <a:gd name="connsiteX181" fmla="*/ 3156256 w 11269336"/>
              <a:gd name="connsiteY181" fmla="*/ 2124773 h 2323145"/>
              <a:gd name="connsiteX182" fmla="*/ 3140298 w 11269336"/>
              <a:gd name="connsiteY182" fmla="*/ 2129182 h 2323145"/>
              <a:gd name="connsiteX183" fmla="*/ 3138514 w 11269336"/>
              <a:gd name="connsiteY183" fmla="*/ 2128069 h 2323145"/>
              <a:gd name="connsiteX184" fmla="*/ 3120467 w 11269336"/>
              <a:gd name="connsiteY184" fmla="*/ 2128281 h 2323145"/>
              <a:gd name="connsiteX185" fmla="*/ 3116175 w 11269336"/>
              <a:gd name="connsiteY185" fmla="*/ 2131633 h 2323145"/>
              <a:gd name="connsiteX186" fmla="*/ 3103685 w 11269336"/>
              <a:gd name="connsiteY186" fmla="*/ 2132814 h 2323145"/>
              <a:gd name="connsiteX187" fmla="*/ 3078794 w 11269336"/>
              <a:gd name="connsiteY187" fmla="*/ 2137935 h 2323145"/>
              <a:gd name="connsiteX188" fmla="*/ 3074407 w 11269336"/>
              <a:gd name="connsiteY188" fmla="*/ 2136274 h 2323145"/>
              <a:gd name="connsiteX189" fmla="*/ 3037285 w 11269336"/>
              <a:gd name="connsiteY189" fmla="*/ 2139919 h 2323145"/>
              <a:gd name="connsiteX190" fmla="*/ 3036901 w 11269336"/>
              <a:gd name="connsiteY190" fmla="*/ 2138726 h 2323145"/>
              <a:gd name="connsiteX191" fmla="*/ 3026996 w 11269336"/>
              <a:gd name="connsiteY191" fmla="*/ 2134322 h 2323145"/>
              <a:gd name="connsiteX192" fmla="*/ 3007772 w 11269336"/>
              <a:gd name="connsiteY192" fmla="*/ 2128742 h 2323145"/>
              <a:gd name="connsiteX193" fmla="*/ 2965030 w 11269336"/>
              <a:gd name="connsiteY193" fmla="*/ 2100494 h 2323145"/>
              <a:gd name="connsiteX194" fmla="*/ 2926342 w 11269336"/>
              <a:gd name="connsiteY194" fmla="*/ 2104155 h 2323145"/>
              <a:gd name="connsiteX195" fmla="*/ 2918608 w 11269336"/>
              <a:gd name="connsiteY195" fmla="*/ 2104215 h 2323145"/>
              <a:gd name="connsiteX196" fmla="*/ 2918475 w 11269336"/>
              <a:gd name="connsiteY196" fmla="*/ 2103937 h 2323145"/>
              <a:gd name="connsiteX197" fmla="*/ 2910360 w 11269336"/>
              <a:gd name="connsiteY197" fmla="*/ 2103444 h 2323145"/>
              <a:gd name="connsiteX198" fmla="*/ 2904507 w 11269336"/>
              <a:gd name="connsiteY198" fmla="*/ 2104326 h 2323145"/>
              <a:gd name="connsiteX199" fmla="*/ 2889503 w 11269336"/>
              <a:gd name="connsiteY199" fmla="*/ 2104443 h 2323145"/>
              <a:gd name="connsiteX200" fmla="*/ 2884480 w 11269336"/>
              <a:gd name="connsiteY200" fmla="*/ 2102626 h 2323145"/>
              <a:gd name="connsiteX201" fmla="*/ 2882689 w 11269336"/>
              <a:gd name="connsiteY201" fmla="*/ 2099228 h 2323145"/>
              <a:gd name="connsiteX202" fmla="*/ 2881291 w 11269336"/>
              <a:gd name="connsiteY202" fmla="*/ 2099618 h 2323145"/>
              <a:gd name="connsiteX203" fmla="*/ 2853979 w 11269336"/>
              <a:gd name="connsiteY203" fmla="*/ 2090388 h 2323145"/>
              <a:gd name="connsiteX204" fmla="*/ 2791790 w 11269336"/>
              <a:gd name="connsiteY204" fmla="*/ 2080332 h 2323145"/>
              <a:gd name="connsiteX205" fmla="*/ 2755844 w 11269336"/>
              <a:gd name="connsiteY205" fmla="*/ 2078874 h 2323145"/>
              <a:gd name="connsiteX206" fmla="*/ 2657742 w 11269336"/>
              <a:gd name="connsiteY206" fmla="*/ 2070179 h 2323145"/>
              <a:gd name="connsiteX207" fmla="*/ 2559549 w 11269336"/>
              <a:gd name="connsiteY207" fmla="*/ 2057873 h 2323145"/>
              <a:gd name="connsiteX208" fmla="*/ 2512054 w 11269336"/>
              <a:gd name="connsiteY208" fmla="*/ 2031671 h 2323145"/>
              <a:gd name="connsiteX209" fmla="*/ 2506437 w 11269336"/>
              <a:gd name="connsiteY209" fmla="*/ 2030918 h 2323145"/>
              <a:gd name="connsiteX210" fmla="*/ 2491752 w 11269336"/>
              <a:gd name="connsiteY210" fmla="*/ 2033906 h 2323145"/>
              <a:gd name="connsiteX211" fmla="*/ 2486338 w 11269336"/>
              <a:gd name="connsiteY211" fmla="*/ 2035862 h 2323145"/>
              <a:gd name="connsiteX212" fmla="*/ 2478186 w 11269336"/>
              <a:gd name="connsiteY212" fmla="*/ 2036953 h 2323145"/>
              <a:gd name="connsiteX213" fmla="*/ 2477950 w 11269336"/>
              <a:gd name="connsiteY213" fmla="*/ 2036715 h 2323145"/>
              <a:gd name="connsiteX214" fmla="*/ 2470381 w 11269336"/>
              <a:gd name="connsiteY214" fmla="*/ 2038256 h 2323145"/>
              <a:gd name="connsiteX215" fmla="*/ 2433781 w 11269336"/>
              <a:gd name="connsiteY215" fmla="*/ 2049140 h 2323145"/>
              <a:gd name="connsiteX216" fmla="*/ 2381172 w 11269336"/>
              <a:gd name="connsiteY216" fmla="*/ 2030645 h 2323145"/>
              <a:gd name="connsiteX217" fmla="*/ 2360198 w 11269336"/>
              <a:gd name="connsiteY217" fmla="*/ 2029059 h 2323145"/>
              <a:gd name="connsiteX218" fmla="*/ 2348815 w 11269336"/>
              <a:gd name="connsiteY218" fmla="*/ 2026798 h 2323145"/>
              <a:gd name="connsiteX219" fmla="*/ 2347988 w 11269336"/>
              <a:gd name="connsiteY219" fmla="*/ 2025745 h 2323145"/>
              <a:gd name="connsiteX220" fmla="*/ 2312920 w 11269336"/>
              <a:gd name="connsiteY220" fmla="*/ 2036311 h 2323145"/>
              <a:gd name="connsiteX221" fmla="*/ 2307986 w 11269336"/>
              <a:gd name="connsiteY221" fmla="*/ 2035583 h 2323145"/>
              <a:gd name="connsiteX222" fmla="*/ 2285481 w 11269336"/>
              <a:gd name="connsiteY222" fmla="*/ 2045197 h 2323145"/>
              <a:gd name="connsiteX223" fmla="*/ 2273666 w 11269336"/>
              <a:gd name="connsiteY223" fmla="*/ 2048710 h 2323145"/>
              <a:gd name="connsiteX224" fmla="*/ 2270719 w 11269336"/>
              <a:gd name="connsiteY224" fmla="*/ 2052702 h 2323145"/>
              <a:gd name="connsiteX225" fmla="*/ 2253080 w 11269336"/>
              <a:gd name="connsiteY225" fmla="*/ 2056363 h 2323145"/>
              <a:gd name="connsiteX226" fmla="*/ 2250906 w 11269336"/>
              <a:gd name="connsiteY226" fmla="*/ 2055654 h 2323145"/>
              <a:gd name="connsiteX227" fmla="*/ 2236905 w 11269336"/>
              <a:gd name="connsiteY227" fmla="*/ 2062882 h 2323145"/>
              <a:gd name="connsiteX228" fmla="*/ 2225830 w 11269336"/>
              <a:gd name="connsiteY228" fmla="*/ 2074027 h 2323145"/>
              <a:gd name="connsiteX229" fmla="*/ 2073776 w 11269336"/>
              <a:gd name="connsiteY229" fmla="*/ 2089244 h 2323145"/>
              <a:gd name="connsiteX230" fmla="*/ 1948256 w 11269336"/>
              <a:gd name="connsiteY230" fmla="*/ 2146616 h 2323145"/>
              <a:gd name="connsiteX231" fmla="*/ 1865582 w 11269336"/>
              <a:gd name="connsiteY231" fmla="*/ 2153738 h 2323145"/>
              <a:gd name="connsiteX232" fmla="*/ 1835210 w 11269336"/>
              <a:gd name="connsiteY232" fmla="*/ 2134244 h 2323145"/>
              <a:gd name="connsiteX233" fmla="*/ 1632661 w 11269336"/>
              <a:gd name="connsiteY233" fmla="*/ 2173882 h 2323145"/>
              <a:gd name="connsiteX234" fmla="*/ 1579590 w 11269336"/>
              <a:gd name="connsiteY234" fmla="*/ 2173680 h 2323145"/>
              <a:gd name="connsiteX235" fmla="*/ 1535601 w 11269336"/>
              <a:gd name="connsiteY235" fmla="*/ 2194590 h 2323145"/>
              <a:gd name="connsiteX236" fmla="*/ 1515594 w 11269336"/>
              <a:gd name="connsiteY236" fmla="*/ 2189622 h 2323145"/>
              <a:gd name="connsiteX237" fmla="*/ 1512113 w 11269336"/>
              <a:gd name="connsiteY237" fmla="*/ 2188534 h 2323145"/>
              <a:gd name="connsiteX238" fmla="*/ 1498838 w 11269336"/>
              <a:gd name="connsiteY238" fmla="*/ 2189213 h 2323145"/>
              <a:gd name="connsiteX239" fmla="*/ 1494279 w 11269336"/>
              <a:gd name="connsiteY239" fmla="*/ 2183112 h 2323145"/>
              <a:gd name="connsiteX240" fmla="*/ 1473714 w 11269336"/>
              <a:gd name="connsiteY240" fmla="*/ 2179625 h 2323145"/>
              <a:gd name="connsiteX241" fmla="*/ 1449503 w 11269336"/>
              <a:gd name="connsiteY241" fmla="*/ 2182633 h 2323145"/>
              <a:gd name="connsiteX242" fmla="*/ 1266687 w 11269336"/>
              <a:gd name="connsiteY242" fmla="*/ 2212688 h 2323145"/>
              <a:gd name="connsiteX243" fmla="*/ 1239614 w 11269336"/>
              <a:gd name="connsiteY243" fmla="*/ 2209727 h 2323145"/>
              <a:gd name="connsiteX244" fmla="*/ 1202436 w 11269336"/>
              <a:gd name="connsiteY244" fmla="*/ 2209817 h 2323145"/>
              <a:gd name="connsiteX245" fmla="*/ 1136097 w 11269336"/>
              <a:gd name="connsiteY245" fmla="*/ 2205112 h 2323145"/>
              <a:gd name="connsiteX246" fmla="*/ 988232 w 11269336"/>
              <a:gd name="connsiteY246" fmla="*/ 2235635 h 2323145"/>
              <a:gd name="connsiteX247" fmla="*/ 981959 w 11269336"/>
              <a:gd name="connsiteY247" fmla="*/ 2231607 h 2323145"/>
              <a:gd name="connsiteX248" fmla="*/ 938600 w 11269336"/>
              <a:gd name="connsiteY248" fmla="*/ 2238113 h 2323145"/>
              <a:gd name="connsiteX249" fmla="*/ 791788 w 11269336"/>
              <a:gd name="connsiteY249" fmla="*/ 2293224 h 2323145"/>
              <a:gd name="connsiteX250" fmla="*/ 706914 w 11269336"/>
              <a:gd name="connsiteY250" fmla="*/ 2305046 h 2323145"/>
              <a:gd name="connsiteX251" fmla="*/ 675971 w 11269336"/>
              <a:gd name="connsiteY251" fmla="*/ 2304030 h 2323145"/>
              <a:gd name="connsiteX252" fmla="*/ 624180 w 11269336"/>
              <a:gd name="connsiteY252" fmla="*/ 2302650 h 2323145"/>
              <a:gd name="connsiteX253" fmla="*/ 583453 w 11269336"/>
              <a:gd name="connsiteY253" fmla="*/ 2288788 h 2323145"/>
              <a:gd name="connsiteX254" fmla="*/ 540946 w 11269336"/>
              <a:gd name="connsiteY254" fmla="*/ 2292721 h 2323145"/>
              <a:gd name="connsiteX255" fmla="*/ 533680 w 11269336"/>
              <a:gd name="connsiteY255" fmla="*/ 2310233 h 2323145"/>
              <a:gd name="connsiteX256" fmla="*/ 487366 w 11269336"/>
              <a:gd name="connsiteY256" fmla="*/ 2309053 h 2323145"/>
              <a:gd name="connsiteX257" fmla="*/ 416820 w 11269336"/>
              <a:gd name="connsiteY257" fmla="*/ 2305443 h 2323145"/>
              <a:gd name="connsiteX258" fmla="*/ 376805 w 11269336"/>
              <a:gd name="connsiteY258" fmla="*/ 2307647 h 2323145"/>
              <a:gd name="connsiteX259" fmla="*/ 266777 w 11269336"/>
              <a:gd name="connsiteY259" fmla="*/ 2309012 h 2323145"/>
              <a:gd name="connsiteX260" fmla="*/ 156013 w 11269336"/>
              <a:gd name="connsiteY260" fmla="*/ 2306832 h 2323145"/>
              <a:gd name="connsiteX261" fmla="*/ 87258 w 11269336"/>
              <a:gd name="connsiteY261" fmla="*/ 2285511 h 2323145"/>
              <a:gd name="connsiteX262" fmla="*/ 23798 w 11269336"/>
              <a:gd name="connsiteY262" fmla="*/ 2281822 h 2323145"/>
              <a:gd name="connsiteX263" fmla="*/ 0 w 11269336"/>
              <a:gd name="connsiteY263" fmla="*/ 2285369 h 2323145"/>
              <a:gd name="connsiteX264" fmla="*/ 0 w 11269336"/>
              <a:gd name="connsiteY26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9062863 w 11269336"/>
              <a:gd name="connsiteY22" fmla="*/ 754656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33444 w 11269336"/>
              <a:gd name="connsiteY144" fmla="*/ 2181200 h 2323145"/>
              <a:gd name="connsiteX145" fmla="*/ 4492832 w 11269336"/>
              <a:gd name="connsiteY145" fmla="*/ 2188033 h 2323145"/>
              <a:gd name="connsiteX146" fmla="*/ 4467257 w 11269336"/>
              <a:gd name="connsiteY146" fmla="*/ 2196121 h 2323145"/>
              <a:gd name="connsiteX147" fmla="*/ 4459937 w 11269336"/>
              <a:gd name="connsiteY147" fmla="*/ 2195182 h 2323145"/>
              <a:gd name="connsiteX148" fmla="*/ 4433312 w 11269336"/>
              <a:gd name="connsiteY148" fmla="*/ 2199004 h 2323145"/>
              <a:gd name="connsiteX149" fmla="*/ 4420601 w 11269336"/>
              <a:gd name="connsiteY149" fmla="*/ 2205158 h 2323145"/>
              <a:gd name="connsiteX150" fmla="*/ 4405765 w 11269336"/>
              <a:gd name="connsiteY150" fmla="*/ 2199902 h 2323145"/>
              <a:gd name="connsiteX151" fmla="*/ 4401354 w 11269336"/>
              <a:gd name="connsiteY151" fmla="*/ 2194745 h 2323145"/>
              <a:gd name="connsiteX152" fmla="*/ 4383151 w 11269336"/>
              <a:gd name="connsiteY152" fmla="*/ 2201140 h 2323145"/>
              <a:gd name="connsiteX153" fmla="*/ 4366646 w 11269336"/>
              <a:gd name="connsiteY153" fmla="*/ 2198564 h 2323145"/>
              <a:gd name="connsiteX154" fmla="*/ 4354009 w 11269336"/>
              <a:gd name="connsiteY154" fmla="*/ 2204984 h 2323145"/>
              <a:gd name="connsiteX155" fmla="*/ 4348284 w 11269336"/>
              <a:gd name="connsiteY155" fmla="*/ 2205270 h 2323145"/>
              <a:gd name="connsiteX156" fmla="*/ 4333906 w 11269336"/>
              <a:gd name="connsiteY156" fmla="*/ 2205251 h 2323145"/>
              <a:gd name="connsiteX157" fmla="*/ 4308819 w 11269336"/>
              <a:gd name="connsiteY157" fmla="*/ 2203822 h 2323145"/>
              <a:gd name="connsiteX158" fmla="*/ 4301210 w 11269336"/>
              <a:gd name="connsiteY158" fmla="*/ 2204456 h 2323145"/>
              <a:gd name="connsiteX159" fmla="*/ 4283095 w 11269336"/>
              <a:gd name="connsiteY159" fmla="*/ 2198177 h 2323145"/>
              <a:gd name="connsiteX160" fmla="*/ 4250119 w 11269336"/>
              <a:gd name="connsiteY160" fmla="*/ 2196342 h 2323145"/>
              <a:gd name="connsiteX161" fmla="*/ 4189203 w 11269336"/>
              <a:gd name="connsiteY161" fmla="*/ 2178994 h 2323145"/>
              <a:gd name="connsiteX162" fmla="*/ 4154035 w 11269336"/>
              <a:gd name="connsiteY162" fmla="*/ 2171950 h 2323145"/>
              <a:gd name="connsiteX163" fmla="*/ 4129569 w 11269336"/>
              <a:gd name="connsiteY163" fmla="*/ 2163850 h 2323145"/>
              <a:gd name="connsiteX164" fmla="*/ 4061250 w 11269336"/>
              <a:gd name="connsiteY164" fmla="*/ 2159236 h 2323145"/>
              <a:gd name="connsiteX165" fmla="*/ 3945480 w 11269336"/>
              <a:gd name="connsiteY165" fmla="*/ 2158279 h 2323145"/>
              <a:gd name="connsiteX166" fmla="*/ 3921468 w 11269336"/>
              <a:gd name="connsiteY166" fmla="*/ 2156588 h 2323145"/>
              <a:gd name="connsiteX167" fmla="*/ 3903348 w 11269336"/>
              <a:gd name="connsiteY167" fmla="*/ 2149220 h 2323145"/>
              <a:gd name="connsiteX168" fmla="*/ 3901342 w 11269336"/>
              <a:gd name="connsiteY168" fmla="*/ 2142355 h 2323145"/>
              <a:gd name="connsiteX169" fmla="*/ 3888539 w 11269336"/>
              <a:gd name="connsiteY169" fmla="*/ 2140476 h 2323145"/>
              <a:gd name="connsiteX170" fmla="*/ 3885662 w 11269336"/>
              <a:gd name="connsiteY170" fmla="*/ 2138740 h 2323145"/>
              <a:gd name="connsiteX171" fmla="*/ 3868627 w 11269336"/>
              <a:gd name="connsiteY171" fmla="*/ 2130023 h 2323145"/>
              <a:gd name="connsiteX172" fmla="*/ 3819177 w 11269336"/>
              <a:gd name="connsiteY172" fmla="*/ 2142111 h 2323145"/>
              <a:gd name="connsiteX173" fmla="*/ 3769100 w 11269336"/>
              <a:gd name="connsiteY173" fmla="*/ 2131731 h 2323145"/>
              <a:gd name="connsiteX174" fmla="*/ 3562752 w 11269336"/>
              <a:gd name="connsiteY174" fmla="*/ 2131785 h 2323145"/>
              <a:gd name="connsiteX175" fmla="*/ 3541402 w 11269336"/>
              <a:gd name="connsiteY175" fmla="*/ 2106821 h 2323145"/>
              <a:gd name="connsiteX176" fmla="*/ 3365341 w 11269336"/>
              <a:gd name="connsiteY176" fmla="*/ 2077638 h 2323145"/>
              <a:gd name="connsiteX177" fmla="*/ 3170922 w 11269336"/>
              <a:gd name="connsiteY177" fmla="*/ 2115957 h 2323145"/>
              <a:gd name="connsiteX178" fmla="*/ 3156256 w 11269336"/>
              <a:gd name="connsiteY178" fmla="*/ 2124773 h 2323145"/>
              <a:gd name="connsiteX179" fmla="*/ 3140298 w 11269336"/>
              <a:gd name="connsiteY179" fmla="*/ 2129182 h 2323145"/>
              <a:gd name="connsiteX180" fmla="*/ 3138514 w 11269336"/>
              <a:gd name="connsiteY180" fmla="*/ 2128069 h 2323145"/>
              <a:gd name="connsiteX181" fmla="*/ 3120467 w 11269336"/>
              <a:gd name="connsiteY181" fmla="*/ 2128281 h 2323145"/>
              <a:gd name="connsiteX182" fmla="*/ 3116175 w 11269336"/>
              <a:gd name="connsiteY182" fmla="*/ 2131633 h 2323145"/>
              <a:gd name="connsiteX183" fmla="*/ 3103685 w 11269336"/>
              <a:gd name="connsiteY183" fmla="*/ 2132814 h 2323145"/>
              <a:gd name="connsiteX184" fmla="*/ 3078794 w 11269336"/>
              <a:gd name="connsiteY184" fmla="*/ 2137935 h 2323145"/>
              <a:gd name="connsiteX185" fmla="*/ 3074407 w 11269336"/>
              <a:gd name="connsiteY185" fmla="*/ 2136274 h 2323145"/>
              <a:gd name="connsiteX186" fmla="*/ 3037285 w 11269336"/>
              <a:gd name="connsiteY186" fmla="*/ 2139919 h 2323145"/>
              <a:gd name="connsiteX187" fmla="*/ 3036901 w 11269336"/>
              <a:gd name="connsiteY187" fmla="*/ 2138726 h 2323145"/>
              <a:gd name="connsiteX188" fmla="*/ 3026996 w 11269336"/>
              <a:gd name="connsiteY188" fmla="*/ 2134322 h 2323145"/>
              <a:gd name="connsiteX189" fmla="*/ 3007772 w 11269336"/>
              <a:gd name="connsiteY189" fmla="*/ 2128742 h 2323145"/>
              <a:gd name="connsiteX190" fmla="*/ 2965030 w 11269336"/>
              <a:gd name="connsiteY190" fmla="*/ 2100494 h 2323145"/>
              <a:gd name="connsiteX191" fmla="*/ 2926342 w 11269336"/>
              <a:gd name="connsiteY191" fmla="*/ 2104155 h 2323145"/>
              <a:gd name="connsiteX192" fmla="*/ 2918608 w 11269336"/>
              <a:gd name="connsiteY192" fmla="*/ 2104215 h 2323145"/>
              <a:gd name="connsiteX193" fmla="*/ 2918475 w 11269336"/>
              <a:gd name="connsiteY193" fmla="*/ 2103937 h 2323145"/>
              <a:gd name="connsiteX194" fmla="*/ 2910360 w 11269336"/>
              <a:gd name="connsiteY194" fmla="*/ 2103444 h 2323145"/>
              <a:gd name="connsiteX195" fmla="*/ 2904507 w 11269336"/>
              <a:gd name="connsiteY195" fmla="*/ 2104326 h 2323145"/>
              <a:gd name="connsiteX196" fmla="*/ 2889503 w 11269336"/>
              <a:gd name="connsiteY196" fmla="*/ 2104443 h 2323145"/>
              <a:gd name="connsiteX197" fmla="*/ 2884480 w 11269336"/>
              <a:gd name="connsiteY197" fmla="*/ 2102626 h 2323145"/>
              <a:gd name="connsiteX198" fmla="*/ 2882689 w 11269336"/>
              <a:gd name="connsiteY198" fmla="*/ 2099228 h 2323145"/>
              <a:gd name="connsiteX199" fmla="*/ 2881291 w 11269336"/>
              <a:gd name="connsiteY199" fmla="*/ 2099618 h 2323145"/>
              <a:gd name="connsiteX200" fmla="*/ 2853979 w 11269336"/>
              <a:gd name="connsiteY200" fmla="*/ 2090388 h 2323145"/>
              <a:gd name="connsiteX201" fmla="*/ 2791790 w 11269336"/>
              <a:gd name="connsiteY201" fmla="*/ 2080332 h 2323145"/>
              <a:gd name="connsiteX202" fmla="*/ 2755844 w 11269336"/>
              <a:gd name="connsiteY202" fmla="*/ 2078874 h 2323145"/>
              <a:gd name="connsiteX203" fmla="*/ 2657742 w 11269336"/>
              <a:gd name="connsiteY203" fmla="*/ 2070179 h 2323145"/>
              <a:gd name="connsiteX204" fmla="*/ 2559549 w 11269336"/>
              <a:gd name="connsiteY204" fmla="*/ 2057873 h 2323145"/>
              <a:gd name="connsiteX205" fmla="*/ 2512054 w 11269336"/>
              <a:gd name="connsiteY205" fmla="*/ 2031671 h 2323145"/>
              <a:gd name="connsiteX206" fmla="*/ 2506437 w 11269336"/>
              <a:gd name="connsiteY206" fmla="*/ 2030918 h 2323145"/>
              <a:gd name="connsiteX207" fmla="*/ 2491752 w 11269336"/>
              <a:gd name="connsiteY207" fmla="*/ 2033906 h 2323145"/>
              <a:gd name="connsiteX208" fmla="*/ 2486338 w 11269336"/>
              <a:gd name="connsiteY208" fmla="*/ 2035862 h 2323145"/>
              <a:gd name="connsiteX209" fmla="*/ 2478186 w 11269336"/>
              <a:gd name="connsiteY209" fmla="*/ 2036953 h 2323145"/>
              <a:gd name="connsiteX210" fmla="*/ 2477950 w 11269336"/>
              <a:gd name="connsiteY210" fmla="*/ 2036715 h 2323145"/>
              <a:gd name="connsiteX211" fmla="*/ 2470381 w 11269336"/>
              <a:gd name="connsiteY211" fmla="*/ 2038256 h 2323145"/>
              <a:gd name="connsiteX212" fmla="*/ 2433781 w 11269336"/>
              <a:gd name="connsiteY212" fmla="*/ 2049140 h 2323145"/>
              <a:gd name="connsiteX213" fmla="*/ 2381172 w 11269336"/>
              <a:gd name="connsiteY213" fmla="*/ 2030645 h 2323145"/>
              <a:gd name="connsiteX214" fmla="*/ 2360198 w 11269336"/>
              <a:gd name="connsiteY214" fmla="*/ 2029059 h 2323145"/>
              <a:gd name="connsiteX215" fmla="*/ 2348815 w 11269336"/>
              <a:gd name="connsiteY215" fmla="*/ 2026798 h 2323145"/>
              <a:gd name="connsiteX216" fmla="*/ 2347988 w 11269336"/>
              <a:gd name="connsiteY216" fmla="*/ 2025745 h 2323145"/>
              <a:gd name="connsiteX217" fmla="*/ 2312920 w 11269336"/>
              <a:gd name="connsiteY217" fmla="*/ 2036311 h 2323145"/>
              <a:gd name="connsiteX218" fmla="*/ 2307986 w 11269336"/>
              <a:gd name="connsiteY218" fmla="*/ 2035583 h 2323145"/>
              <a:gd name="connsiteX219" fmla="*/ 2285481 w 11269336"/>
              <a:gd name="connsiteY219" fmla="*/ 2045197 h 2323145"/>
              <a:gd name="connsiteX220" fmla="*/ 2273666 w 11269336"/>
              <a:gd name="connsiteY220" fmla="*/ 2048710 h 2323145"/>
              <a:gd name="connsiteX221" fmla="*/ 2270719 w 11269336"/>
              <a:gd name="connsiteY221" fmla="*/ 2052702 h 2323145"/>
              <a:gd name="connsiteX222" fmla="*/ 2253080 w 11269336"/>
              <a:gd name="connsiteY222" fmla="*/ 2056363 h 2323145"/>
              <a:gd name="connsiteX223" fmla="*/ 2250906 w 11269336"/>
              <a:gd name="connsiteY223" fmla="*/ 2055654 h 2323145"/>
              <a:gd name="connsiteX224" fmla="*/ 2236905 w 11269336"/>
              <a:gd name="connsiteY224" fmla="*/ 2062882 h 2323145"/>
              <a:gd name="connsiteX225" fmla="*/ 2225830 w 11269336"/>
              <a:gd name="connsiteY225" fmla="*/ 2074027 h 2323145"/>
              <a:gd name="connsiteX226" fmla="*/ 2073776 w 11269336"/>
              <a:gd name="connsiteY226" fmla="*/ 2089244 h 2323145"/>
              <a:gd name="connsiteX227" fmla="*/ 1948256 w 11269336"/>
              <a:gd name="connsiteY227" fmla="*/ 2146616 h 2323145"/>
              <a:gd name="connsiteX228" fmla="*/ 1865582 w 11269336"/>
              <a:gd name="connsiteY228" fmla="*/ 2153738 h 2323145"/>
              <a:gd name="connsiteX229" fmla="*/ 1835210 w 11269336"/>
              <a:gd name="connsiteY229" fmla="*/ 2134244 h 2323145"/>
              <a:gd name="connsiteX230" fmla="*/ 1632661 w 11269336"/>
              <a:gd name="connsiteY230" fmla="*/ 2173882 h 2323145"/>
              <a:gd name="connsiteX231" fmla="*/ 1579590 w 11269336"/>
              <a:gd name="connsiteY231" fmla="*/ 2173680 h 2323145"/>
              <a:gd name="connsiteX232" fmla="*/ 1535601 w 11269336"/>
              <a:gd name="connsiteY232" fmla="*/ 2194590 h 2323145"/>
              <a:gd name="connsiteX233" fmla="*/ 1515594 w 11269336"/>
              <a:gd name="connsiteY233" fmla="*/ 2189622 h 2323145"/>
              <a:gd name="connsiteX234" fmla="*/ 1512113 w 11269336"/>
              <a:gd name="connsiteY234" fmla="*/ 2188534 h 2323145"/>
              <a:gd name="connsiteX235" fmla="*/ 1498838 w 11269336"/>
              <a:gd name="connsiteY235" fmla="*/ 2189213 h 2323145"/>
              <a:gd name="connsiteX236" fmla="*/ 1494279 w 11269336"/>
              <a:gd name="connsiteY236" fmla="*/ 2183112 h 2323145"/>
              <a:gd name="connsiteX237" fmla="*/ 1473714 w 11269336"/>
              <a:gd name="connsiteY237" fmla="*/ 2179625 h 2323145"/>
              <a:gd name="connsiteX238" fmla="*/ 1449503 w 11269336"/>
              <a:gd name="connsiteY238" fmla="*/ 2182633 h 2323145"/>
              <a:gd name="connsiteX239" fmla="*/ 1266687 w 11269336"/>
              <a:gd name="connsiteY239" fmla="*/ 2212688 h 2323145"/>
              <a:gd name="connsiteX240" fmla="*/ 1239614 w 11269336"/>
              <a:gd name="connsiteY240" fmla="*/ 2209727 h 2323145"/>
              <a:gd name="connsiteX241" fmla="*/ 1202436 w 11269336"/>
              <a:gd name="connsiteY241" fmla="*/ 2209817 h 2323145"/>
              <a:gd name="connsiteX242" fmla="*/ 1136097 w 11269336"/>
              <a:gd name="connsiteY242" fmla="*/ 2205112 h 2323145"/>
              <a:gd name="connsiteX243" fmla="*/ 988232 w 11269336"/>
              <a:gd name="connsiteY243" fmla="*/ 2235635 h 2323145"/>
              <a:gd name="connsiteX244" fmla="*/ 981959 w 11269336"/>
              <a:gd name="connsiteY244" fmla="*/ 2231607 h 2323145"/>
              <a:gd name="connsiteX245" fmla="*/ 938600 w 11269336"/>
              <a:gd name="connsiteY245" fmla="*/ 2238113 h 2323145"/>
              <a:gd name="connsiteX246" fmla="*/ 791788 w 11269336"/>
              <a:gd name="connsiteY246" fmla="*/ 2293224 h 2323145"/>
              <a:gd name="connsiteX247" fmla="*/ 706914 w 11269336"/>
              <a:gd name="connsiteY247" fmla="*/ 2305046 h 2323145"/>
              <a:gd name="connsiteX248" fmla="*/ 675971 w 11269336"/>
              <a:gd name="connsiteY248" fmla="*/ 2304030 h 2323145"/>
              <a:gd name="connsiteX249" fmla="*/ 624180 w 11269336"/>
              <a:gd name="connsiteY249" fmla="*/ 2302650 h 2323145"/>
              <a:gd name="connsiteX250" fmla="*/ 583453 w 11269336"/>
              <a:gd name="connsiteY250" fmla="*/ 2288788 h 2323145"/>
              <a:gd name="connsiteX251" fmla="*/ 540946 w 11269336"/>
              <a:gd name="connsiteY251" fmla="*/ 2292721 h 2323145"/>
              <a:gd name="connsiteX252" fmla="*/ 533680 w 11269336"/>
              <a:gd name="connsiteY252" fmla="*/ 2310233 h 2323145"/>
              <a:gd name="connsiteX253" fmla="*/ 487366 w 11269336"/>
              <a:gd name="connsiteY253" fmla="*/ 2309053 h 2323145"/>
              <a:gd name="connsiteX254" fmla="*/ 416820 w 11269336"/>
              <a:gd name="connsiteY254" fmla="*/ 2305443 h 2323145"/>
              <a:gd name="connsiteX255" fmla="*/ 376805 w 11269336"/>
              <a:gd name="connsiteY255" fmla="*/ 2307647 h 2323145"/>
              <a:gd name="connsiteX256" fmla="*/ 266777 w 11269336"/>
              <a:gd name="connsiteY256" fmla="*/ 2309012 h 2323145"/>
              <a:gd name="connsiteX257" fmla="*/ 156013 w 11269336"/>
              <a:gd name="connsiteY257" fmla="*/ 2306832 h 2323145"/>
              <a:gd name="connsiteX258" fmla="*/ 87258 w 11269336"/>
              <a:gd name="connsiteY258" fmla="*/ 2285511 h 2323145"/>
              <a:gd name="connsiteX259" fmla="*/ 23798 w 11269336"/>
              <a:gd name="connsiteY259" fmla="*/ 2281822 h 2323145"/>
              <a:gd name="connsiteX260" fmla="*/ 0 w 11269336"/>
              <a:gd name="connsiteY260" fmla="*/ 2285369 h 2323145"/>
              <a:gd name="connsiteX261" fmla="*/ 0 w 11269336"/>
              <a:gd name="connsiteY26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593061 w 11269336"/>
              <a:gd name="connsiteY142" fmla="*/ 2171597 h 2323145"/>
              <a:gd name="connsiteX143" fmla="*/ 4533444 w 11269336"/>
              <a:gd name="connsiteY143" fmla="*/ 2181200 h 2323145"/>
              <a:gd name="connsiteX144" fmla="*/ 4492832 w 11269336"/>
              <a:gd name="connsiteY144" fmla="*/ 2188033 h 2323145"/>
              <a:gd name="connsiteX145" fmla="*/ 4467257 w 11269336"/>
              <a:gd name="connsiteY145" fmla="*/ 2196121 h 2323145"/>
              <a:gd name="connsiteX146" fmla="*/ 4459937 w 11269336"/>
              <a:gd name="connsiteY146" fmla="*/ 2195182 h 2323145"/>
              <a:gd name="connsiteX147" fmla="*/ 4433312 w 11269336"/>
              <a:gd name="connsiteY147" fmla="*/ 2199004 h 2323145"/>
              <a:gd name="connsiteX148" fmla="*/ 4420601 w 11269336"/>
              <a:gd name="connsiteY148" fmla="*/ 2205158 h 2323145"/>
              <a:gd name="connsiteX149" fmla="*/ 4405765 w 11269336"/>
              <a:gd name="connsiteY149" fmla="*/ 2199902 h 2323145"/>
              <a:gd name="connsiteX150" fmla="*/ 4401354 w 11269336"/>
              <a:gd name="connsiteY150" fmla="*/ 2194745 h 2323145"/>
              <a:gd name="connsiteX151" fmla="*/ 4383151 w 11269336"/>
              <a:gd name="connsiteY151" fmla="*/ 2201140 h 2323145"/>
              <a:gd name="connsiteX152" fmla="*/ 4366646 w 11269336"/>
              <a:gd name="connsiteY152" fmla="*/ 2198564 h 2323145"/>
              <a:gd name="connsiteX153" fmla="*/ 4354009 w 11269336"/>
              <a:gd name="connsiteY153" fmla="*/ 2204984 h 2323145"/>
              <a:gd name="connsiteX154" fmla="*/ 4348284 w 11269336"/>
              <a:gd name="connsiteY154" fmla="*/ 2205270 h 2323145"/>
              <a:gd name="connsiteX155" fmla="*/ 4333906 w 11269336"/>
              <a:gd name="connsiteY155" fmla="*/ 2205251 h 2323145"/>
              <a:gd name="connsiteX156" fmla="*/ 4308819 w 11269336"/>
              <a:gd name="connsiteY156" fmla="*/ 2203822 h 2323145"/>
              <a:gd name="connsiteX157" fmla="*/ 4301210 w 11269336"/>
              <a:gd name="connsiteY157" fmla="*/ 2204456 h 2323145"/>
              <a:gd name="connsiteX158" fmla="*/ 4283095 w 11269336"/>
              <a:gd name="connsiteY158" fmla="*/ 2198177 h 2323145"/>
              <a:gd name="connsiteX159" fmla="*/ 4250119 w 11269336"/>
              <a:gd name="connsiteY159" fmla="*/ 2196342 h 2323145"/>
              <a:gd name="connsiteX160" fmla="*/ 4189203 w 11269336"/>
              <a:gd name="connsiteY160" fmla="*/ 2178994 h 2323145"/>
              <a:gd name="connsiteX161" fmla="*/ 4154035 w 11269336"/>
              <a:gd name="connsiteY161" fmla="*/ 2171950 h 2323145"/>
              <a:gd name="connsiteX162" fmla="*/ 4129569 w 11269336"/>
              <a:gd name="connsiteY162" fmla="*/ 2163850 h 2323145"/>
              <a:gd name="connsiteX163" fmla="*/ 4061250 w 11269336"/>
              <a:gd name="connsiteY163" fmla="*/ 2159236 h 2323145"/>
              <a:gd name="connsiteX164" fmla="*/ 3945480 w 11269336"/>
              <a:gd name="connsiteY164" fmla="*/ 2158279 h 2323145"/>
              <a:gd name="connsiteX165" fmla="*/ 3921468 w 11269336"/>
              <a:gd name="connsiteY165" fmla="*/ 2156588 h 2323145"/>
              <a:gd name="connsiteX166" fmla="*/ 3903348 w 11269336"/>
              <a:gd name="connsiteY166" fmla="*/ 2149220 h 2323145"/>
              <a:gd name="connsiteX167" fmla="*/ 3901342 w 11269336"/>
              <a:gd name="connsiteY167" fmla="*/ 2142355 h 2323145"/>
              <a:gd name="connsiteX168" fmla="*/ 3888539 w 11269336"/>
              <a:gd name="connsiteY168" fmla="*/ 2140476 h 2323145"/>
              <a:gd name="connsiteX169" fmla="*/ 3885662 w 11269336"/>
              <a:gd name="connsiteY169" fmla="*/ 2138740 h 2323145"/>
              <a:gd name="connsiteX170" fmla="*/ 3868627 w 11269336"/>
              <a:gd name="connsiteY170" fmla="*/ 2130023 h 2323145"/>
              <a:gd name="connsiteX171" fmla="*/ 3819177 w 11269336"/>
              <a:gd name="connsiteY171" fmla="*/ 2142111 h 2323145"/>
              <a:gd name="connsiteX172" fmla="*/ 3769100 w 11269336"/>
              <a:gd name="connsiteY172" fmla="*/ 2131731 h 2323145"/>
              <a:gd name="connsiteX173" fmla="*/ 3562752 w 11269336"/>
              <a:gd name="connsiteY173" fmla="*/ 2131785 h 2323145"/>
              <a:gd name="connsiteX174" fmla="*/ 3541402 w 11269336"/>
              <a:gd name="connsiteY174" fmla="*/ 2106821 h 2323145"/>
              <a:gd name="connsiteX175" fmla="*/ 3365341 w 11269336"/>
              <a:gd name="connsiteY175" fmla="*/ 2077638 h 2323145"/>
              <a:gd name="connsiteX176" fmla="*/ 3170922 w 11269336"/>
              <a:gd name="connsiteY176" fmla="*/ 2115957 h 2323145"/>
              <a:gd name="connsiteX177" fmla="*/ 3156256 w 11269336"/>
              <a:gd name="connsiteY177" fmla="*/ 2124773 h 2323145"/>
              <a:gd name="connsiteX178" fmla="*/ 3140298 w 11269336"/>
              <a:gd name="connsiteY178" fmla="*/ 2129182 h 2323145"/>
              <a:gd name="connsiteX179" fmla="*/ 3138514 w 11269336"/>
              <a:gd name="connsiteY179" fmla="*/ 2128069 h 2323145"/>
              <a:gd name="connsiteX180" fmla="*/ 3120467 w 11269336"/>
              <a:gd name="connsiteY180" fmla="*/ 2128281 h 2323145"/>
              <a:gd name="connsiteX181" fmla="*/ 3116175 w 11269336"/>
              <a:gd name="connsiteY181" fmla="*/ 2131633 h 2323145"/>
              <a:gd name="connsiteX182" fmla="*/ 3103685 w 11269336"/>
              <a:gd name="connsiteY182" fmla="*/ 2132814 h 2323145"/>
              <a:gd name="connsiteX183" fmla="*/ 3078794 w 11269336"/>
              <a:gd name="connsiteY183" fmla="*/ 2137935 h 2323145"/>
              <a:gd name="connsiteX184" fmla="*/ 3074407 w 11269336"/>
              <a:gd name="connsiteY184" fmla="*/ 2136274 h 2323145"/>
              <a:gd name="connsiteX185" fmla="*/ 3037285 w 11269336"/>
              <a:gd name="connsiteY185" fmla="*/ 2139919 h 2323145"/>
              <a:gd name="connsiteX186" fmla="*/ 3036901 w 11269336"/>
              <a:gd name="connsiteY186" fmla="*/ 2138726 h 2323145"/>
              <a:gd name="connsiteX187" fmla="*/ 3026996 w 11269336"/>
              <a:gd name="connsiteY187" fmla="*/ 2134322 h 2323145"/>
              <a:gd name="connsiteX188" fmla="*/ 3007772 w 11269336"/>
              <a:gd name="connsiteY188" fmla="*/ 2128742 h 2323145"/>
              <a:gd name="connsiteX189" fmla="*/ 2965030 w 11269336"/>
              <a:gd name="connsiteY189" fmla="*/ 2100494 h 2323145"/>
              <a:gd name="connsiteX190" fmla="*/ 2926342 w 11269336"/>
              <a:gd name="connsiteY190" fmla="*/ 2104155 h 2323145"/>
              <a:gd name="connsiteX191" fmla="*/ 2918608 w 11269336"/>
              <a:gd name="connsiteY191" fmla="*/ 2104215 h 2323145"/>
              <a:gd name="connsiteX192" fmla="*/ 2918475 w 11269336"/>
              <a:gd name="connsiteY192" fmla="*/ 2103937 h 2323145"/>
              <a:gd name="connsiteX193" fmla="*/ 2910360 w 11269336"/>
              <a:gd name="connsiteY193" fmla="*/ 2103444 h 2323145"/>
              <a:gd name="connsiteX194" fmla="*/ 2904507 w 11269336"/>
              <a:gd name="connsiteY194" fmla="*/ 2104326 h 2323145"/>
              <a:gd name="connsiteX195" fmla="*/ 2889503 w 11269336"/>
              <a:gd name="connsiteY195" fmla="*/ 2104443 h 2323145"/>
              <a:gd name="connsiteX196" fmla="*/ 2884480 w 11269336"/>
              <a:gd name="connsiteY196" fmla="*/ 2102626 h 2323145"/>
              <a:gd name="connsiteX197" fmla="*/ 2882689 w 11269336"/>
              <a:gd name="connsiteY197" fmla="*/ 2099228 h 2323145"/>
              <a:gd name="connsiteX198" fmla="*/ 2881291 w 11269336"/>
              <a:gd name="connsiteY198" fmla="*/ 2099618 h 2323145"/>
              <a:gd name="connsiteX199" fmla="*/ 2853979 w 11269336"/>
              <a:gd name="connsiteY199" fmla="*/ 2090388 h 2323145"/>
              <a:gd name="connsiteX200" fmla="*/ 2791790 w 11269336"/>
              <a:gd name="connsiteY200" fmla="*/ 2080332 h 2323145"/>
              <a:gd name="connsiteX201" fmla="*/ 2755844 w 11269336"/>
              <a:gd name="connsiteY201" fmla="*/ 2078874 h 2323145"/>
              <a:gd name="connsiteX202" fmla="*/ 2657742 w 11269336"/>
              <a:gd name="connsiteY202" fmla="*/ 2070179 h 2323145"/>
              <a:gd name="connsiteX203" fmla="*/ 2559549 w 11269336"/>
              <a:gd name="connsiteY203" fmla="*/ 2057873 h 2323145"/>
              <a:gd name="connsiteX204" fmla="*/ 2512054 w 11269336"/>
              <a:gd name="connsiteY204" fmla="*/ 2031671 h 2323145"/>
              <a:gd name="connsiteX205" fmla="*/ 2506437 w 11269336"/>
              <a:gd name="connsiteY205" fmla="*/ 2030918 h 2323145"/>
              <a:gd name="connsiteX206" fmla="*/ 2491752 w 11269336"/>
              <a:gd name="connsiteY206" fmla="*/ 2033906 h 2323145"/>
              <a:gd name="connsiteX207" fmla="*/ 2486338 w 11269336"/>
              <a:gd name="connsiteY207" fmla="*/ 2035862 h 2323145"/>
              <a:gd name="connsiteX208" fmla="*/ 2478186 w 11269336"/>
              <a:gd name="connsiteY208" fmla="*/ 2036953 h 2323145"/>
              <a:gd name="connsiteX209" fmla="*/ 2477950 w 11269336"/>
              <a:gd name="connsiteY209" fmla="*/ 2036715 h 2323145"/>
              <a:gd name="connsiteX210" fmla="*/ 2470381 w 11269336"/>
              <a:gd name="connsiteY210" fmla="*/ 2038256 h 2323145"/>
              <a:gd name="connsiteX211" fmla="*/ 2433781 w 11269336"/>
              <a:gd name="connsiteY211" fmla="*/ 2049140 h 2323145"/>
              <a:gd name="connsiteX212" fmla="*/ 2381172 w 11269336"/>
              <a:gd name="connsiteY212" fmla="*/ 2030645 h 2323145"/>
              <a:gd name="connsiteX213" fmla="*/ 2360198 w 11269336"/>
              <a:gd name="connsiteY213" fmla="*/ 2029059 h 2323145"/>
              <a:gd name="connsiteX214" fmla="*/ 2348815 w 11269336"/>
              <a:gd name="connsiteY214" fmla="*/ 2026798 h 2323145"/>
              <a:gd name="connsiteX215" fmla="*/ 2347988 w 11269336"/>
              <a:gd name="connsiteY215" fmla="*/ 2025745 h 2323145"/>
              <a:gd name="connsiteX216" fmla="*/ 2312920 w 11269336"/>
              <a:gd name="connsiteY216" fmla="*/ 2036311 h 2323145"/>
              <a:gd name="connsiteX217" fmla="*/ 2307986 w 11269336"/>
              <a:gd name="connsiteY217" fmla="*/ 2035583 h 2323145"/>
              <a:gd name="connsiteX218" fmla="*/ 2285481 w 11269336"/>
              <a:gd name="connsiteY218" fmla="*/ 2045197 h 2323145"/>
              <a:gd name="connsiteX219" fmla="*/ 2273666 w 11269336"/>
              <a:gd name="connsiteY219" fmla="*/ 2048710 h 2323145"/>
              <a:gd name="connsiteX220" fmla="*/ 2270719 w 11269336"/>
              <a:gd name="connsiteY220" fmla="*/ 2052702 h 2323145"/>
              <a:gd name="connsiteX221" fmla="*/ 2253080 w 11269336"/>
              <a:gd name="connsiteY221" fmla="*/ 2056363 h 2323145"/>
              <a:gd name="connsiteX222" fmla="*/ 2250906 w 11269336"/>
              <a:gd name="connsiteY222" fmla="*/ 2055654 h 2323145"/>
              <a:gd name="connsiteX223" fmla="*/ 2236905 w 11269336"/>
              <a:gd name="connsiteY223" fmla="*/ 2062882 h 2323145"/>
              <a:gd name="connsiteX224" fmla="*/ 2225830 w 11269336"/>
              <a:gd name="connsiteY224" fmla="*/ 2074027 h 2323145"/>
              <a:gd name="connsiteX225" fmla="*/ 2073776 w 11269336"/>
              <a:gd name="connsiteY225" fmla="*/ 2089244 h 2323145"/>
              <a:gd name="connsiteX226" fmla="*/ 1948256 w 11269336"/>
              <a:gd name="connsiteY226" fmla="*/ 2146616 h 2323145"/>
              <a:gd name="connsiteX227" fmla="*/ 1865582 w 11269336"/>
              <a:gd name="connsiteY227" fmla="*/ 2153738 h 2323145"/>
              <a:gd name="connsiteX228" fmla="*/ 1835210 w 11269336"/>
              <a:gd name="connsiteY228" fmla="*/ 2134244 h 2323145"/>
              <a:gd name="connsiteX229" fmla="*/ 1632661 w 11269336"/>
              <a:gd name="connsiteY229" fmla="*/ 2173882 h 2323145"/>
              <a:gd name="connsiteX230" fmla="*/ 1579590 w 11269336"/>
              <a:gd name="connsiteY230" fmla="*/ 2173680 h 2323145"/>
              <a:gd name="connsiteX231" fmla="*/ 1535601 w 11269336"/>
              <a:gd name="connsiteY231" fmla="*/ 2194590 h 2323145"/>
              <a:gd name="connsiteX232" fmla="*/ 1515594 w 11269336"/>
              <a:gd name="connsiteY232" fmla="*/ 2189622 h 2323145"/>
              <a:gd name="connsiteX233" fmla="*/ 1512113 w 11269336"/>
              <a:gd name="connsiteY233" fmla="*/ 2188534 h 2323145"/>
              <a:gd name="connsiteX234" fmla="*/ 1498838 w 11269336"/>
              <a:gd name="connsiteY234" fmla="*/ 2189213 h 2323145"/>
              <a:gd name="connsiteX235" fmla="*/ 1494279 w 11269336"/>
              <a:gd name="connsiteY235" fmla="*/ 2183112 h 2323145"/>
              <a:gd name="connsiteX236" fmla="*/ 1473714 w 11269336"/>
              <a:gd name="connsiteY236" fmla="*/ 2179625 h 2323145"/>
              <a:gd name="connsiteX237" fmla="*/ 1449503 w 11269336"/>
              <a:gd name="connsiteY237" fmla="*/ 2182633 h 2323145"/>
              <a:gd name="connsiteX238" fmla="*/ 1266687 w 11269336"/>
              <a:gd name="connsiteY238" fmla="*/ 2212688 h 2323145"/>
              <a:gd name="connsiteX239" fmla="*/ 1239614 w 11269336"/>
              <a:gd name="connsiteY239" fmla="*/ 2209727 h 2323145"/>
              <a:gd name="connsiteX240" fmla="*/ 1202436 w 11269336"/>
              <a:gd name="connsiteY240" fmla="*/ 2209817 h 2323145"/>
              <a:gd name="connsiteX241" fmla="*/ 1136097 w 11269336"/>
              <a:gd name="connsiteY241" fmla="*/ 2205112 h 2323145"/>
              <a:gd name="connsiteX242" fmla="*/ 988232 w 11269336"/>
              <a:gd name="connsiteY242" fmla="*/ 2235635 h 2323145"/>
              <a:gd name="connsiteX243" fmla="*/ 981959 w 11269336"/>
              <a:gd name="connsiteY243" fmla="*/ 2231607 h 2323145"/>
              <a:gd name="connsiteX244" fmla="*/ 938600 w 11269336"/>
              <a:gd name="connsiteY244" fmla="*/ 2238113 h 2323145"/>
              <a:gd name="connsiteX245" fmla="*/ 791788 w 11269336"/>
              <a:gd name="connsiteY245" fmla="*/ 2293224 h 2323145"/>
              <a:gd name="connsiteX246" fmla="*/ 706914 w 11269336"/>
              <a:gd name="connsiteY246" fmla="*/ 2305046 h 2323145"/>
              <a:gd name="connsiteX247" fmla="*/ 675971 w 11269336"/>
              <a:gd name="connsiteY247" fmla="*/ 2304030 h 2323145"/>
              <a:gd name="connsiteX248" fmla="*/ 624180 w 11269336"/>
              <a:gd name="connsiteY248" fmla="*/ 2302650 h 2323145"/>
              <a:gd name="connsiteX249" fmla="*/ 583453 w 11269336"/>
              <a:gd name="connsiteY249" fmla="*/ 2288788 h 2323145"/>
              <a:gd name="connsiteX250" fmla="*/ 540946 w 11269336"/>
              <a:gd name="connsiteY250" fmla="*/ 2292721 h 2323145"/>
              <a:gd name="connsiteX251" fmla="*/ 533680 w 11269336"/>
              <a:gd name="connsiteY251" fmla="*/ 2310233 h 2323145"/>
              <a:gd name="connsiteX252" fmla="*/ 487366 w 11269336"/>
              <a:gd name="connsiteY252" fmla="*/ 2309053 h 2323145"/>
              <a:gd name="connsiteX253" fmla="*/ 416820 w 11269336"/>
              <a:gd name="connsiteY253" fmla="*/ 2305443 h 2323145"/>
              <a:gd name="connsiteX254" fmla="*/ 376805 w 11269336"/>
              <a:gd name="connsiteY254" fmla="*/ 2307647 h 2323145"/>
              <a:gd name="connsiteX255" fmla="*/ 266777 w 11269336"/>
              <a:gd name="connsiteY255" fmla="*/ 2309012 h 2323145"/>
              <a:gd name="connsiteX256" fmla="*/ 156013 w 11269336"/>
              <a:gd name="connsiteY256" fmla="*/ 2306832 h 2323145"/>
              <a:gd name="connsiteX257" fmla="*/ 87258 w 11269336"/>
              <a:gd name="connsiteY257" fmla="*/ 2285511 h 2323145"/>
              <a:gd name="connsiteX258" fmla="*/ 23798 w 11269336"/>
              <a:gd name="connsiteY258" fmla="*/ 2281822 h 2323145"/>
              <a:gd name="connsiteX259" fmla="*/ 0 w 11269336"/>
              <a:gd name="connsiteY259" fmla="*/ 2285369 h 2323145"/>
              <a:gd name="connsiteX260" fmla="*/ 0 w 11269336"/>
              <a:gd name="connsiteY26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593061 w 11269336"/>
              <a:gd name="connsiteY141" fmla="*/ 2171597 h 2323145"/>
              <a:gd name="connsiteX142" fmla="*/ 4533444 w 11269336"/>
              <a:gd name="connsiteY142" fmla="*/ 2181200 h 2323145"/>
              <a:gd name="connsiteX143" fmla="*/ 4492832 w 11269336"/>
              <a:gd name="connsiteY143" fmla="*/ 2188033 h 2323145"/>
              <a:gd name="connsiteX144" fmla="*/ 4467257 w 11269336"/>
              <a:gd name="connsiteY144" fmla="*/ 2196121 h 2323145"/>
              <a:gd name="connsiteX145" fmla="*/ 4459937 w 11269336"/>
              <a:gd name="connsiteY145" fmla="*/ 2195182 h 2323145"/>
              <a:gd name="connsiteX146" fmla="*/ 4433312 w 11269336"/>
              <a:gd name="connsiteY146" fmla="*/ 2199004 h 2323145"/>
              <a:gd name="connsiteX147" fmla="*/ 4420601 w 11269336"/>
              <a:gd name="connsiteY147" fmla="*/ 2205158 h 2323145"/>
              <a:gd name="connsiteX148" fmla="*/ 4405765 w 11269336"/>
              <a:gd name="connsiteY148" fmla="*/ 2199902 h 2323145"/>
              <a:gd name="connsiteX149" fmla="*/ 4401354 w 11269336"/>
              <a:gd name="connsiteY149" fmla="*/ 2194745 h 2323145"/>
              <a:gd name="connsiteX150" fmla="*/ 4383151 w 11269336"/>
              <a:gd name="connsiteY150" fmla="*/ 2201140 h 2323145"/>
              <a:gd name="connsiteX151" fmla="*/ 4366646 w 11269336"/>
              <a:gd name="connsiteY151" fmla="*/ 2198564 h 2323145"/>
              <a:gd name="connsiteX152" fmla="*/ 4354009 w 11269336"/>
              <a:gd name="connsiteY152" fmla="*/ 2204984 h 2323145"/>
              <a:gd name="connsiteX153" fmla="*/ 4348284 w 11269336"/>
              <a:gd name="connsiteY153" fmla="*/ 2205270 h 2323145"/>
              <a:gd name="connsiteX154" fmla="*/ 4333906 w 11269336"/>
              <a:gd name="connsiteY154" fmla="*/ 2205251 h 2323145"/>
              <a:gd name="connsiteX155" fmla="*/ 4308819 w 11269336"/>
              <a:gd name="connsiteY155" fmla="*/ 2203822 h 2323145"/>
              <a:gd name="connsiteX156" fmla="*/ 4301210 w 11269336"/>
              <a:gd name="connsiteY156" fmla="*/ 2204456 h 2323145"/>
              <a:gd name="connsiteX157" fmla="*/ 4283095 w 11269336"/>
              <a:gd name="connsiteY157" fmla="*/ 2198177 h 2323145"/>
              <a:gd name="connsiteX158" fmla="*/ 4250119 w 11269336"/>
              <a:gd name="connsiteY158" fmla="*/ 2196342 h 2323145"/>
              <a:gd name="connsiteX159" fmla="*/ 4189203 w 11269336"/>
              <a:gd name="connsiteY159" fmla="*/ 2178994 h 2323145"/>
              <a:gd name="connsiteX160" fmla="*/ 4154035 w 11269336"/>
              <a:gd name="connsiteY160" fmla="*/ 2171950 h 2323145"/>
              <a:gd name="connsiteX161" fmla="*/ 4129569 w 11269336"/>
              <a:gd name="connsiteY161" fmla="*/ 2163850 h 2323145"/>
              <a:gd name="connsiteX162" fmla="*/ 4061250 w 11269336"/>
              <a:gd name="connsiteY162" fmla="*/ 2159236 h 2323145"/>
              <a:gd name="connsiteX163" fmla="*/ 3945480 w 11269336"/>
              <a:gd name="connsiteY163" fmla="*/ 2158279 h 2323145"/>
              <a:gd name="connsiteX164" fmla="*/ 3921468 w 11269336"/>
              <a:gd name="connsiteY164" fmla="*/ 2156588 h 2323145"/>
              <a:gd name="connsiteX165" fmla="*/ 3903348 w 11269336"/>
              <a:gd name="connsiteY165" fmla="*/ 2149220 h 2323145"/>
              <a:gd name="connsiteX166" fmla="*/ 3901342 w 11269336"/>
              <a:gd name="connsiteY166" fmla="*/ 2142355 h 2323145"/>
              <a:gd name="connsiteX167" fmla="*/ 3888539 w 11269336"/>
              <a:gd name="connsiteY167" fmla="*/ 2140476 h 2323145"/>
              <a:gd name="connsiteX168" fmla="*/ 3885662 w 11269336"/>
              <a:gd name="connsiteY168" fmla="*/ 2138740 h 2323145"/>
              <a:gd name="connsiteX169" fmla="*/ 3868627 w 11269336"/>
              <a:gd name="connsiteY169" fmla="*/ 2130023 h 2323145"/>
              <a:gd name="connsiteX170" fmla="*/ 3819177 w 11269336"/>
              <a:gd name="connsiteY170" fmla="*/ 2142111 h 2323145"/>
              <a:gd name="connsiteX171" fmla="*/ 3769100 w 11269336"/>
              <a:gd name="connsiteY171" fmla="*/ 2131731 h 2323145"/>
              <a:gd name="connsiteX172" fmla="*/ 3562752 w 11269336"/>
              <a:gd name="connsiteY172" fmla="*/ 2131785 h 2323145"/>
              <a:gd name="connsiteX173" fmla="*/ 3541402 w 11269336"/>
              <a:gd name="connsiteY173" fmla="*/ 2106821 h 2323145"/>
              <a:gd name="connsiteX174" fmla="*/ 3365341 w 11269336"/>
              <a:gd name="connsiteY174" fmla="*/ 2077638 h 2323145"/>
              <a:gd name="connsiteX175" fmla="*/ 3170922 w 11269336"/>
              <a:gd name="connsiteY175" fmla="*/ 2115957 h 2323145"/>
              <a:gd name="connsiteX176" fmla="*/ 3156256 w 11269336"/>
              <a:gd name="connsiteY176" fmla="*/ 2124773 h 2323145"/>
              <a:gd name="connsiteX177" fmla="*/ 3140298 w 11269336"/>
              <a:gd name="connsiteY177" fmla="*/ 2129182 h 2323145"/>
              <a:gd name="connsiteX178" fmla="*/ 3138514 w 11269336"/>
              <a:gd name="connsiteY178" fmla="*/ 2128069 h 2323145"/>
              <a:gd name="connsiteX179" fmla="*/ 3120467 w 11269336"/>
              <a:gd name="connsiteY179" fmla="*/ 2128281 h 2323145"/>
              <a:gd name="connsiteX180" fmla="*/ 3116175 w 11269336"/>
              <a:gd name="connsiteY180" fmla="*/ 2131633 h 2323145"/>
              <a:gd name="connsiteX181" fmla="*/ 3103685 w 11269336"/>
              <a:gd name="connsiteY181" fmla="*/ 2132814 h 2323145"/>
              <a:gd name="connsiteX182" fmla="*/ 3078794 w 11269336"/>
              <a:gd name="connsiteY182" fmla="*/ 2137935 h 2323145"/>
              <a:gd name="connsiteX183" fmla="*/ 3074407 w 11269336"/>
              <a:gd name="connsiteY183" fmla="*/ 2136274 h 2323145"/>
              <a:gd name="connsiteX184" fmla="*/ 3037285 w 11269336"/>
              <a:gd name="connsiteY184" fmla="*/ 2139919 h 2323145"/>
              <a:gd name="connsiteX185" fmla="*/ 3036901 w 11269336"/>
              <a:gd name="connsiteY185" fmla="*/ 2138726 h 2323145"/>
              <a:gd name="connsiteX186" fmla="*/ 3026996 w 11269336"/>
              <a:gd name="connsiteY186" fmla="*/ 2134322 h 2323145"/>
              <a:gd name="connsiteX187" fmla="*/ 3007772 w 11269336"/>
              <a:gd name="connsiteY187" fmla="*/ 2128742 h 2323145"/>
              <a:gd name="connsiteX188" fmla="*/ 2965030 w 11269336"/>
              <a:gd name="connsiteY188" fmla="*/ 2100494 h 2323145"/>
              <a:gd name="connsiteX189" fmla="*/ 2926342 w 11269336"/>
              <a:gd name="connsiteY189" fmla="*/ 2104155 h 2323145"/>
              <a:gd name="connsiteX190" fmla="*/ 2918608 w 11269336"/>
              <a:gd name="connsiteY190" fmla="*/ 2104215 h 2323145"/>
              <a:gd name="connsiteX191" fmla="*/ 2918475 w 11269336"/>
              <a:gd name="connsiteY191" fmla="*/ 2103937 h 2323145"/>
              <a:gd name="connsiteX192" fmla="*/ 2910360 w 11269336"/>
              <a:gd name="connsiteY192" fmla="*/ 2103444 h 2323145"/>
              <a:gd name="connsiteX193" fmla="*/ 2904507 w 11269336"/>
              <a:gd name="connsiteY193" fmla="*/ 2104326 h 2323145"/>
              <a:gd name="connsiteX194" fmla="*/ 2889503 w 11269336"/>
              <a:gd name="connsiteY194" fmla="*/ 2104443 h 2323145"/>
              <a:gd name="connsiteX195" fmla="*/ 2884480 w 11269336"/>
              <a:gd name="connsiteY195" fmla="*/ 2102626 h 2323145"/>
              <a:gd name="connsiteX196" fmla="*/ 2882689 w 11269336"/>
              <a:gd name="connsiteY196" fmla="*/ 2099228 h 2323145"/>
              <a:gd name="connsiteX197" fmla="*/ 2881291 w 11269336"/>
              <a:gd name="connsiteY197" fmla="*/ 2099618 h 2323145"/>
              <a:gd name="connsiteX198" fmla="*/ 2853979 w 11269336"/>
              <a:gd name="connsiteY198" fmla="*/ 2090388 h 2323145"/>
              <a:gd name="connsiteX199" fmla="*/ 2791790 w 11269336"/>
              <a:gd name="connsiteY199" fmla="*/ 2080332 h 2323145"/>
              <a:gd name="connsiteX200" fmla="*/ 2755844 w 11269336"/>
              <a:gd name="connsiteY200" fmla="*/ 2078874 h 2323145"/>
              <a:gd name="connsiteX201" fmla="*/ 2657742 w 11269336"/>
              <a:gd name="connsiteY201" fmla="*/ 2070179 h 2323145"/>
              <a:gd name="connsiteX202" fmla="*/ 2559549 w 11269336"/>
              <a:gd name="connsiteY202" fmla="*/ 2057873 h 2323145"/>
              <a:gd name="connsiteX203" fmla="*/ 2512054 w 11269336"/>
              <a:gd name="connsiteY203" fmla="*/ 2031671 h 2323145"/>
              <a:gd name="connsiteX204" fmla="*/ 2506437 w 11269336"/>
              <a:gd name="connsiteY204" fmla="*/ 2030918 h 2323145"/>
              <a:gd name="connsiteX205" fmla="*/ 2491752 w 11269336"/>
              <a:gd name="connsiteY205" fmla="*/ 2033906 h 2323145"/>
              <a:gd name="connsiteX206" fmla="*/ 2486338 w 11269336"/>
              <a:gd name="connsiteY206" fmla="*/ 2035862 h 2323145"/>
              <a:gd name="connsiteX207" fmla="*/ 2478186 w 11269336"/>
              <a:gd name="connsiteY207" fmla="*/ 2036953 h 2323145"/>
              <a:gd name="connsiteX208" fmla="*/ 2477950 w 11269336"/>
              <a:gd name="connsiteY208" fmla="*/ 2036715 h 2323145"/>
              <a:gd name="connsiteX209" fmla="*/ 2470381 w 11269336"/>
              <a:gd name="connsiteY209" fmla="*/ 2038256 h 2323145"/>
              <a:gd name="connsiteX210" fmla="*/ 2433781 w 11269336"/>
              <a:gd name="connsiteY210" fmla="*/ 2049140 h 2323145"/>
              <a:gd name="connsiteX211" fmla="*/ 2381172 w 11269336"/>
              <a:gd name="connsiteY211" fmla="*/ 2030645 h 2323145"/>
              <a:gd name="connsiteX212" fmla="*/ 2360198 w 11269336"/>
              <a:gd name="connsiteY212" fmla="*/ 2029059 h 2323145"/>
              <a:gd name="connsiteX213" fmla="*/ 2348815 w 11269336"/>
              <a:gd name="connsiteY213" fmla="*/ 2026798 h 2323145"/>
              <a:gd name="connsiteX214" fmla="*/ 2347988 w 11269336"/>
              <a:gd name="connsiteY214" fmla="*/ 2025745 h 2323145"/>
              <a:gd name="connsiteX215" fmla="*/ 2312920 w 11269336"/>
              <a:gd name="connsiteY215" fmla="*/ 2036311 h 2323145"/>
              <a:gd name="connsiteX216" fmla="*/ 2307986 w 11269336"/>
              <a:gd name="connsiteY216" fmla="*/ 2035583 h 2323145"/>
              <a:gd name="connsiteX217" fmla="*/ 2285481 w 11269336"/>
              <a:gd name="connsiteY217" fmla="*/ 2045197 h 2323145"/>
              <a:gd name="connsiteX218" fmla="*/ 2273666 w 11269336"/>
              <a:gd name="connsiteY218" fmla="*/ 2048710 h 2323145"/>
              <a:gd name="connsiteX219" fmla="*/ 2270719 w 11269336"/>
              <a:gd name="connsiteY219" fmla="*/ 2052702 h 2323145"/>
              <a:gd name="connsiteX220" fmla="*/ 2253080 w 11269336"/>
              <a:gd name="connsiteY220" fmla="*/ 2056363 h 2323145"/>
              <a:gd name="connsiteX221" fmla="*/ 2250906 w 11269336"/>
              <a:gd name="connsiteY221" fmla="*/ 2055654 h 2323145"/>
              <a:gd name="connsiteX222" fmla="*/ 2236905 w 11269336"/>
              <a:gd name="connsiteY222" fmla="*/ 2062882 h 2323145"/>
              <a:gd name="connsiteX223" fmla="*/ 2225830 w 11269336"/>
              <a:gd name="connsiteY223" fmla="*/ 2074027 h 2323145"/>
              <a:gd name="connsiteX224" fmla="*/ 2073776 w 11269336"/>
              <a:gd name="connsiteY224" fmla="*/ 2089244 h 2323145"/>
              <a:gd name="connsiteX225" fmla="*/ 1948256 w 11269336"/>
              <a:gd name="connsiteY225" fmla="*/ 2146616 h 2323145"/>
              <a:gd name="connsiteX226" fmla="*/ 1865582 w 11269336"/>
              <a:gd name="connsiteY226" fmla="*/ 2153738 h 2323145"/>
              <a:gd name="connsiteX227" fmla="*/ 1835210 w 11269336"/>
              <a:gd name="connsiteY227" fmla="*/ 2134244 h 2323145"/>
              <a:gd name="connsiteX228" fmla="*/ 1632661 w 11269336"/>
              <a:gd name="connsiteY228" fmla="*/ 2173882 h 2323145"/>
              <a:gd name="connsiteX229" fmla="*/ 1579590 w 11269336"/>
              <a:gd name="connsiteY229" fmla="*/ 2173680 h 2323145"/>
              <a:gd name="connsiteX230" fmla="*/ 1535601 w 11269336"/>
              <a:gd name="connsiteY230" fmla="*/ 2194590 h 2323145"/>
              <a:gd name="connsiteX231" fmla="*/ 1515594 w 11269336"/>
              <a:gd name="connsiteY231" fmla="*/ 2189622 h 2323145"/>
              <a:gd name="connsiteX232" fmla="*/ 1512113 w 11269336"/>
              <a:gd name="connsiteY232" fmla="*/ 2188534 h 2323145"/>
              <a:gd name="connsiteX233" fmla="*/ 1498838 w 11269336"/>
              <a:gd name="connsiteY233" fmla="*/ 2189213 h 2323145"/>
              <a:gd name="connsiteX234" fmla="*/ 1494279 w 11269336"/>
              <a:gd name="connsiteY234" fmla="*/ 2183112 h 2323145"/>
              <a:gd name="connsiteX235" fmla="*/ 1473714 w 11269336"/>
              <a:gd name="connsiteY235" fmla="*/ 2179625 h 2323145"/>
              <a:gd name="connsiteX236" fmla="*/ 1449503 w 11269336"/>
              <a:gd name="connsiteY236" fmla="*/ 2182633 h 2323145"/>
              <a:gd name="connsiteX237" fmla="*/ 1266687 w 11269336"/>
              <a:gd name="connsiteY237" fmla="*/ 2212688 h 2323145"/>
              <a:gd name="connsiteX238" fmla="*/ 1239614 w 11269336"/>
              <a:gd name="connsiteY238" fmla="*/ 2209727 h 2323145"/>
              <a:gd name="connsiteX239" fmla="*/ 1202436 w 11269336"/>
              <a:gd name="connsiteY239" fmla="*/ 2209817 h 2323145"/>
              <a:gd name="connsiteX240" fmla="*/ 1136097 w 11269336"/>
              <a:gd name="connsiteY240" fmla="*/ 2205112 h 2323145"/>
              <a:gd name="connsiteX241" fmla="*/ 988232 w 11269336"/>
              <a:gd name="connsiteY241" fmla="*/ 2235635 h 2323145"/>
              <a:gd name="connsiteX242" fmla="*/ 981959 w 11269336"/>
              <a:gd name="connsiteY242" fmla="*/ 2231607 h 2323145"/>
              <a:gd name="connsiteX243" fmla="*/ 938600 w 11269336"/>
              <a:gd name="connsiteY243" fmla="*/ 2238113 h 2323145"/>
              <a:gd name="connsiteX244" fmla="*/ 791788 w 11269336"/>
              <a:gd name="connsiteY244" fmla="*/ 2293224 h 2323145"/>
              <a:gd name="connsiteX245" fmla="*/ 706914 w 11269336"/>
              <a:gd name="connsiteY245" fmla="*/ 2305046 h 2323145"/>
              <a:gd name="connsiteX246" fmla="*/ 675971 w 11269336"/>
              <a:gd name="connsiteY246" fmla="*/ 2304030 h 2323145"/>
              <a:gd name="connsiteX247" fmla="*/ 624180 w 11269336"/>
              <a:gd name="connsiteY247" fmla="*/ 2302650 h 2323145"/>
              <a:gd name="connsiteX248" fmla="*/ 583453 w 11269336"/>
              <a:gd name="connsiteY248" fmla="*/ 2288788 h 2323145"/>
              <a:gd name="connsiteX249" fmla="*/ 540946 w 11269336"/>
              <a:gd name="connsiteY249" fmla="*/ 2292721 h 2323145"/>
              <a:gd name="connsiteX250" fmla="*/ 533680 w 11269336"/>
              <a:gd name="connsiteY250" fmla="*/ 2310233 h 2323145"/>
              <a:gd name="connsiteX251" fmla="*/ 487366 w 11269336"/>
              <a:gd name="connsiteY251" fmla="*/ 2309053 h 2323145"/>
              <a:gd name="connsiteX252" fmla="*/ 416820 w 11269336"/>
              <a:gd name="connsiteY252" fmla="*/ 2305443 h 2323145"/>
              <a:gd name="connsiteX253" fmla="*/ 376805 w 11269336"/>
              <a:gd name="connsiteY253" fmla="*/ 2307647 h 2323145"/>
              <a:gd name="connsiteX254" fmla="*/ 266777 w 11269336"/>
              <a:gd name="connsiteY254" fmla="*/ 2309012 h 2323145"/>
              <a:gd name="connsiteX255" fmla="*/ 156013 w 11269336"/>
              <a:gd name="connsiteY255" fmla="*/ 2306832 h 2323145"/>
              <a:gd name="connsiteX256" fmla="*/ 87258 w 11269336"/>
              <a:gd name="connsiteY256" fmla="*/ 2285511 h 2323145"/>
              <a:gd name="connsiteX257" fmla="*/ 23798 w 11269336"/>
              <a:gd name="connsiteY257" fmla="*/ 2281822 h 2323145"/>
              <a:gd name="connsiteX258" fmla="*/ 0 w 11269336"/>
              <a:gd name="connsiteY258" fmla="*/ 2285369 h 2323145"/>
              <a:gd name="connsiteX259" fmla="*/ 0 w 11269336"/>
              <a:gd name="connsiteY25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83151 w 11269336"/>
              <a:gd name="connsiteY149" fmla="*/ 2201140 h 2323145"/>
              <a:gd name="connsiteX150" fmla="*/ 4366646 w 11269336"/>
              <a:gd name="connsiteY150" fmla="*/ 2198564 h 2323145"/>
              <a:gd name="connsiteX151" fmla="*/ 4354009 w 11269336"/>
              <a:gd name="connsiteY151" fmla="*/ 2204984 h 2323145"/>
              <a:gd name="connsiteX152" fmla="*/ 4348284 w 11269336"/>
              <a:gd name="connsiteY152" fmla="*/ 2205270 h 2323145"/>
              <a:gd name="connsiteX153" fmla="*/ 4333906 w 11269336"/>
              <a:gd name="connsiteY153" fmla="*/ 2205251 h 2323145"/>
              <a:gd name="connsiteX154" fmla="*/ 4308819 w 11269336"/>
              <a:gd name="connsiteY154" fmla="*/ 2203822 h 2323145"/>
              <a:gd name="connsiteX155" fmla="*/ 4301210 w 11269336"/>
              <a:gd name="connsiteY155" fmla="*/ 2204456 h 2323145"/>
              <a:gd name="connsiteX156" fmla="*/ 4283095 w 11269336"/>
              <a:gd name="connsiteY156" fmla="*/ 2198177 h 2323145"/>
              <a:gd name="connsiteX157" fmla="*/ 4250119 w 11269336"/>
              <a:gd name="connsiteY157" fmla="*/ 2196342 h 2323145"/>
              <a:gd name="connsiteX158" fmla="*/ 4189203 w 11269336"/>
              <a:gd name="connsiteY158" fmla="*/ 2178994 h 2323145"/>
              <a:gd name="connsiteX159" fmla="*/ 4154035 w 11269336"/>
              <a:gd name="connsiteY159" fmla="*/ 2171950 h 2323145"/>
              <a:gd name="connsiteX160" fmla="*/ 4129569 w 11269336"/>
              <a:gd name="connsiteY160" fmla="*/ 2163850 h 2323145"/>
              <a:gd name="connsiteX161" fmla="*/ 4061250 w 11269336"/>
              <a:gd name="connsiteY161" fmla="*/ 2159236 h 2323145"/>
              <a:gd name="connsiteX162" fmla="*/ 3945480 w 11269336"/>
              <a:gd name="connsiteY162" fmla="*/ 2158279 h 2323145"/>
              <a:gd name="connsiteX163" fmla="*/ 3921468 w 11269336"/>
              <a:gd name="connsiteY163" fmla="*/ 2156588 h 2323145"/>
              <a:gd name="connsiteX164" fmla="*/ 3903348 w 11269336"/>
              <a:gd name="connsiteY164" fmla="*/ 2149220 h 2323145"/>
              <a:gd name="connsiteX165" fmla="*/ 3901342 w 11269336"/>
              <a:gd name="connsiteY165" fmla="*/ 2142355 h 2323145"/>
              <a:gd name="connsiteX166" fmla="*/ 3888539 w 11269336"/>
              <a:gd name="connsiteY166" fmla="*/ 2140476 h 2323145"/>
              <a:gd name="connsiteX167" fmla="*/ 3885662 w 11269336"/>
              <a:gd name="connsiteY167" fmla="*/ 2138740 h 2323145"/>
              <a:gd name="connsiteX168" fmla="*/ 3868627 w 11269336"/>
              <a:gd name="connsiteY168" fmla="*/ 2130023 h 2323145"/>
              <a:gd name="connsiteX169" fmla="*/ 3819177 w 11269336"/>
              <a:gd name="connsiteY169" fmla="*/ 2142111 h 2323145"/>
              <a:gd name="connsiteX170" fmla="*/ 3769100 w 11269336"/>
              <a:gd name="connsiteY170" fmla="*/ 2131731 h 2323145"/>
              <a:gd name="connsiteX171" fmla="*/ 3562752 w 11269336"/>
              <a:gd name="connsiteY171" fmla="*/ 2131785 h 2323145"/>
              <a:gd name="connsiteX172" fmla="*/ 3541402 w 11269336"/>
              <a:gd name="connsiteY172" fmla="*/ 2106821 h 2323145"/>
              <a:gd name="connsiteX173" fmla="*/ 3365341 w 11269336"/>
              <a:gd name="connsiteY173" fmla="*/ 2077638 h 2323145"/>
              <a:gd name="connsiteX174" fmla="*/ 3170922 w 11269336"/>
              <a:gd name="connsiteY174" fmla="*/ 2115957 h 2323145"/>
              <a:gd name="connsiteX175" fmla="*/ 3156256 w 11269336"/>
              <a:gd name="connsiteY175" fmla="*/ 2124773 h 2323145"/>
              <a:gd name="connsiteX176" fmla="*/ 3140298 w 11269336"/>
              <a:gd name="connsiteY176" fmla="*/ 2129182 h 2323145"/>
              <a:gd name="connsiteX177" fmla="*/ 3138514 w 11269336"/>
              <a:gd name="connsiteY177" fmla="*/ 2128069 h 2323145"/>
              <a:gd name="connsiteX178" fmla="*/ 3120467 w 11269336"/>
              <a:gd name="connsiteY178" fmla="*/ 2128281 h 2323145"/>
              <a:gd name="connsiteX179" fmla="*/ 3116175 w 11269336"/>
              <a:gd name="connsiteY179" fmla="*/ 2131633 h 2323145"/>
              <a:gd name="connsiteX180" fmla="*/ 3103685 w 11269336"/>
              <a:gd name="connsiteY180" fmla="*/ 2132814 h 2323145"/>
              <a:gd name="connsiteX181" fmla="*/ 3078794 w 11269336"/>
              <a:gd name="connsiteY181" fmla="*/ 2137935 h 2323145"/>
              <a:gd name="connsiteX182" fmla="*/ 3074407 w 11269336"/>
              <a:gd name="connsiteY182" fmla="*/ 2136274 h 2323145"/>
              <a:gd name="connsiteX183" fmla="*/ 3037285 w 11269336"/>
              <a:gd name="connsiteY183" fmla="*/ 2139919 h 2323145"/>
              <a:gd name="connsiteX184" fmla="*/ 3036901 w 11269336"/>
              <a:gd name="connsiteY184" fmla="*/ 2138726 h 2323145"/>
              <a:gd name="connsiteX185" fmla="*/ 3026996 w 11269336"/>
              <a:gd name="connsiteY185" fmla="*/ 2134322 h 2323145"/>
              <a:gd name="connsiteX186" fmla="*/ 3007772 w 11269336"/>
              <a:gd name="connsiteY186" fmla="*/ 2128742 h 2323145"/>
              <a:gd name="connsiteX187" fmla="*/ 2965030 w 11269336"/>
              <a:gd name="connsiteY187" fmla="*/ 2100494 h 2323145"/>
              <a:gd name="connsiteX188" fmla="*/ 2926342 w 11269336"/>
              <a:gd name="connsiteY188" fmla="*/ 2104155 h 2323145"/>
              <a:gd name="connsiteX189" fmla="*/ 2918608 w 11269336"/>
              <a:gd name="connsiteY189" fmla="*/ 2104215 h 2323145"/>
              <a:gd name="connsiteX190" fmla="*/ 2918475 w 11269336"/>
              <a:gd name="connsiteY190" fmla="*/ 2103937 h 2323145"/>
              <a:gd name="connsiteX191" fmla="*/ 2910360 w 11269336"/>
              <a:gd name="connsiteY191" fmla="*/ 2103444 h 2323145"/>
              <a:gd name="connsiteX192" fmla="*/ 2904507 w 11269336"/>
              <a:gd name="connsiteY192" fmla="*/ 2104326 h 2323145"/>
              <a:gd name="connsiteX193" fmla="*/ 2889503 w 11269336"/>
              <a:gd name="connsiteY193" fmla="*/ 2104443 h 2323145"/>
              <a:gd name="connsiteX194" fmla="*/ 2884480 w 11269336"/>
              <a:gd name="connsiteY194" fmla="*/ 2102626 h 2323145"/>
              <a:gd name="connsiteX195" fmla="*/ 2882689 w 11269336"/>
              <a:gd name="connsiteY195" fmla="*/ 2099228 h 2323145"/>
              <a:gd name="connsiteX196" fmla="*/ 2881291 w 11269336"/>
              <a:gd name="connsiteY196" fmla="*/ 2099618 h 2323145"/>
              <a:gd name="connsiteX197" fmla="*/ 2853979 w 11269336"/>
              <a:gd name="connsiteY197" fmla="*/ 2090388 h 2323145"/>
              <a:gd name="connsiteX198" fmla="*/ 2791790 w 11269336"/>
              <a:gd name="connsiteY198" fmla="*/ 2080332 h 2323145"/>
              <a:gd name="connsiteX199" fmla="*/ 2755844 w 11269336"/>
              <a:gd name="connsiteY199" fmla="*/ 2078874 h 2323145"/>
              <a:gd name="connsiteX200" fmla="*/ 2657742 w 11269336"/>
              <a:gd name="connsiteY200" fmla="*/ 2070179 h 2323145"/>
              <a:gd name="connsiteX201" fmla="*/ 2559549 w 11269336"/>
              <a:gd name="connsiteY201" fmla="*/ 2057873 h 2323145"/>
              <a:gd name="connsiteX202" fmla="*/ 2512054 w 11269336"/>
              <a:gd name="connsiteY202" fmla="*/ 2031671 h 2323145"/>
              <a:gd name="connsiteX203" fmla="*/ 2506437 w 11269336"/>
              <a:gd name="connsiteY203" fmla="*/ 2030918 h 2323145"/>
              <a:gd name="connsiteX204" fmla="*/ 2491752 w 11269336"/>
              <a:gd name="connsiteY204" fmla="*/ 2033906 h 2323145"/>
              <a:gd name="connsiteX205" fmla="*/ 2486338 w 11269336"/>
              <a:gd name="connsiteY205" fmla="*/ 2035862 h 2323145"/>
              <a:gd name="connsiteX206" fmla="*/ 2478186 w 11269336"/>
              <a:gd name="connsiteY206" fmla="*/ 2036953 h 2323145"/>
              <a:gd name="connsiteX207" fmla="*/ 2477950 w 11269336"/>
              <a:gd name="connsiteY207" fmla="*/ 2036715 h 2323145"/>
              <a:gd name="connsiteX208" fmla="*/ 2470381 w 11269336"/>
              <a:gd name="connsiteY208" fmla="*/ 2038256 h 2323145"/>
              <a:gd name="connsiteX209" fmla="*/ 2433781 w 11269336"/>
              <a:gd name="connsiteY209" fmla="*/ 2049140 h 2323145"/>
              <a:gd name="connsiteX210" fmla="*/ 2381172 w 11269336"/>
              <a:gd name="connsiteY210" fmla="*/ 2030645 h 2323145"/>
              <a:gd name="connsiteX211" fmla="*/ 2360198 w 11269336"/>
              <a:gd name="connsiteY211" fmla="*/ 2029059 h 2323145"/>
              <a:gd name="connsiteX212" fmla="*/ 2348815 w 11269336"/>
              <a:gd name="connsiteY212" fmla="*/ 2026798 h 2323145"/>
              <a:gd name="connsiteX213" fmla="*/ 2347988 w 11269336"/>
              <a:gd name="connsiteY213" fmla="*/ 2025745 h 2323145"/>
              <a:gd name="connsiteX214" fmla="*/ 2312920 w 11269336"/>
              <a:gd name="connsiteY214" fmla="*/ 2036311 h 2323145"/>
              <a:gd name="connsiteX215" fmla="*/ 2307986 w 11269336"/>
              <a:gd name="connsiteY215" fmla="*/ 2035583 h 2323145"/>
              <a:gd name="connsiteX216" fmla="*/ 2285481 w 11269336"/>
              <a:gd name="connsiteY216" fmla="*/ 2045197 h 2323145"/>
              <a:gd name="connsiteX217" fmla="*/ 2273666 w 11269336"/>
              <a:gd name="connsiteY217" fmla="*/ 2048710 h 2323145"/>
              <a:gd name="connsiteX218" fmla="*/ 2270719 w 11269336"/>
              <a:gd name="connsiteY218" fmla="*/ 2052702 h 2323145"/>
              <a:gd name="connsiteX219" fmla="*/ 2253080 w 11269336"/>
              <a:gd name="connsiteY219" fmla="*/ 2056363 h 2323145"/>
              <a:gd name="connsiteX220" fmla="*/ 2250906 w 11269336"/>
              <a:gd name="connsiteY220" fmla="*/ 2055654 h 2323145"/>
              <a:gd name="connsiteX221" fmla="*/ 2236905 w 11269336"/>
              <a:gd name="connsiteY221" fmla="*/ 2062882 h 2323145"/>
              <a:gd name="connsiteX222" fmla="*/ 2225830 w 11269336"/>
              <a:gd name="connsiteY222" fmla="*/ 2074027 h 2323145"/>
              <a:gd name="connsiteX223" fmla="*/ 2073776 w 11269336"/>
              <a:gd name="connsiteY223" fmla="*/ 2089244 h 2323145"/>
              <a:gd name="connsiteX224" fmla="*/ 1948256 w 11269336"/>
              <a:gd name="connsiteY224" fmla="*/ 2146616 h 2323145"/>
              <a:gd name="connsiteX225" fmla="*/ 1865582 w 11269336"/>
              <a:gd name="connsiteY225" fmla="*/ 2153738 h 2323145"/>
              <a:gd name="connsiteX226" fmla="*/ 1835210 w 11269336"/>
              <a:gd name="connsiteY226" fmla="*/ 2134244 h 2323145"/>
              <a:gd name="connsiteX227" fmla="*/ 1632661 w 11269336"/>
              <a:gd name="connsiteY227" fmla="*/ 2173882 h 2323145"/>
              <a:gd name="connsiteX228" fmla="*/ 1579590 w 11269336"/>
              <a:gd name="connsiteY228" fmla="*/ 2173680 h 2323145"/>
              <a:gd name="connsiteX229" fmla="*/ 1535601 w 11269336"/>
              <a:gd name="connsiteY229" fmla="*/ 2194590 h 2323145"/>
              <a:gd name="connsiteX230" fmla="*/ 1515594 w 11269336"/>
              <a:gd name="connsiteY230" fmla="*/ 2189622 h 2323145"/>
              <a:gd name="connsiteX231" fmla="*/ 1512113 w 11269336"/>
              <a:gd name="connsiteY231" fmla="*/ 2188534 h 2323145"/>
              <a:gd name="connsiteX232" fmla="*/ 1498838 w 11269336"/>
              <a:gd name="connsiteY232" fmla="*/ 2189213 h 2323145"/>
              <a:gd name="connsiteX233" fmla="*/ 1494279 w 11269336"/>
              <a:gd name="connsiteY233" fmla="*/ 2183112 h 2323145"/>
              <a:gd name="connsiteX234" fmla="*/ 1473714 w 11269336"/>
              <a:gd name="connsiteY234" fmla="*/ 2179625 h 2323145"/>
              <a:gd name="connsiteX235" fmla="*/ 1449503 w 11269336"/>
              <a:gd name="connsiteY235" fmla="*/ 2182633 h 2323145"/>
              <a:gd name="connsiteX236" fmla="*/ 1266687 w 11269336"/>
              <a:gd name="connsiteY236" fmla="*/ 2212688 h 2323145"/>
              <a:gd name="connsiteX237" fmla="*/ 1239614 w 11269336"/>
              <a:gd name="connsiteY237" fmla="*/ 2209727 h 2323145"/>
              <a:gd name="connsiteX238" fmla="*/ 1202436 w 11269336"/>
              <a:gd name="connsiteY238" fmla="*/ 2209817 h 2323145"/>
              <a:gd name="connsiteX239" fmla="*/ 1136097 w 11269336"/>
              <a:gd name="connsiteY239" fmla="*/ 2205112 h 2323145"/>
              <a:gd name="connsiteX240" fmla="*/ 988232 w 11269336"/>
              <a:gd name="connsiteY240" fmla="*/ 2235635 h 2323145"/>
              <a:gd name="connsiteX241" fmla="*/ 981959 w 11269336"/>
              <a:gd name="connsiteY241" fmla="*/ 2231607 h 2323145"/>
              <a:gd name="connsiteX242" fmla="*/ 938600 w 11269336"/>
              <a:gd name="connsiteY242" fmla="*/ 2238113 h 2323145"/>
              <a:gd name="connsiteX243" fmla="*/ 791788 w 11269336"/>
              <a:gd name="connsiteY243" fmla="*/ 2293224 h 2323145"/>
              <a:gd name="connsiteX244" fmla="*/ 706914 w 11269336"/>
              <a:gd name="connsiteY244" fmla="*/ 2305046 h 2323145"/>
              <a:gd name="connsiteX245" fmla="*/ 675971 w 11269336"/>
              <a:gd name="connsiteY245" fmla="*/ 2304030 h 2323145"/>
              <a:gd name="connsiteX246" fmla="*/ 624180 w 11269336"/>
              <a:gd name="connsiteY246" fmla="*/ 2302650 h 2323145"/>
              <a:gd name="connsiteX247" fmla="*/ 583453 w 11269336"/>
              <a:gd name="connsiteY247" fmla="*/ 2288788 h 2323145"/>
              <a:gd name="connsiteX248" fmla="*/ 540946 w 11269336"/>
              <a:gd name="connsiteY248" fmla="*/ 2292721 h 2323145"/>
              <a:gd name="connsiteX249" fmla="*/ 533680 w 11269336"/>
              <a:gd name="connsiteY249" fmla="*/ 2310233 h 2323145"/>
              <a:gd name="connsiteX250" fmla="*/ 487366 w 11269336"/>
              <a:gd name="connsiteY250" fmla="*/ 2309053 h 2323145"/>
              <a:gd name="connsiteX251" fmla="*/ 416820 w 11269336"/>
              <a:gd name="connsiteY251" fmla="*/ 2305443 h 2323145"/>
              <a:gd name="connsiteX252" fmla="*/ 376805 w 11269336"/>
              <a:gd name="connsiteY252" fmla="*/ 2307647 h 2323145"/>
              <a:gd name="connsiteX253" fmla="*/ 266777 w 11269336"/>
              <a:gd name="connsiteY253" fmla="*/ 2309012 h 2323145"/>
              <a:gd name="connsiteX254" fmla="*/ 156013 w 11269336"/>
              <a:gd name="connsiteY254" fmla="*/ 2306832 h 2323145"/>
              <a:gd name="connsiteX255" fmla="*/ 87258 w 11269336"/>
              <a:gd name="connsiteY255" fmla="*/ 2285511 h 2323145"/>
              <a:gd name="connsiteX256" fmla="*/ 23798 w 11269336"/>
              <a:gd name="connsiteY256" fmla="*/ 2281822 h 2323145"/>
              <a:gd name="connsiteX257" fmla="*/ 0 w 11269336"/>
              <a:gd name="connsiteY257" fmla="*/ 2285369 h 2323145"/>
              <a:gd name="connsiteX258" fmla="*/ 0 w 11269336"/>
              <a:gd name="connsiteY25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66646 w 11269336"/>
              <a:gd name="connsiteY149" fmla="*/ 2198564 h 2323145"/>
              <a:gd name="connsiteX150" fmla="*/ 4354009 w 11269336"/>
              <a:gd name="connsiteY150" fmla="*/ 2204984 h 2323145"/>
              <a:gd name="connsiteX151" fmla="*/ 4348284 w 11269336"/>
              <a:gd name="connsiteY151" fmla="*/ 2205270 h 2323145"/>
              <a:gd name="connsiteX152" fmla="*/ 4333906 w 11269336"/>
              <a:gd name="connsiteY152" fmla="*/ 2205251 h 2323145"/>
              <a:gd name="connsiteX153" fmla="*/ 4308819 w 11269336"/>
              <a:gd name="connsiteY153" fmla="*/ 2203822 h 2323145"/>
              <a:gd name="connsiteX154" fmla="*/ 4301210 w 11269336"/>
              <a:gd name="connsiteY154" fmla="*/ 2204456 h 2323145"/>
              <a:gd name="connsiteX155" fmla="*/ 4283095 w 11269336"/>
              <a:gd name="connsiteY155" fmla="*/ 2198177 h 2323145"/>
              <a:gd name="connsiteX156" fmla="*/ 4250119 w 11269336"/>
              <a:gd name="connsiteY156" fmla="*/ 2196342 h 2323145"/>
              <a:gd name="connsiteX157" fmla="*/ 4189203 w 11269336"/>
              <a:gd name="connsiteY157" fmla="*/ 2178994 h 2323145"/>
              <a:gd name="connsiteX158" fmla="*/ 4154035 w 11269336"/>
              <a:gd name="connsiteY158" fmla="*/ 2171950 h 2323145"/>
              <a:gd name="connsiteX159" fmla="*/ 4129569 w 11269336"/>
              <a:gd name="connsiteY159" fmla="*/ 2163850 h 2323145"/>
              <a:gd name="connsiteX160" fmla="*/ 4061250 w 11269336"/>
              <a:gd name="connsiteY160" fmla="*/ 2159236 h 2323145"/>
              <a:gd name="connsiteX161" fmla="*/ 3945480 w 11269336"/>
              <a:gd name="connsiteY161" fmla="*/ 2158279 h 2323145"/>
              <a:gd name="connsiteX162" fmla="*/ 3921468 w 11269336"/>
              <a:gd name="connsiteY162" fmla="*/ 2156588 h 2323145"/>
              <a:gd name="connsiteX163" fmla="*/ 3903348 w 11269336"/>
              <a:gd name="connsiteY163" fmla="*/ 2149220 h 2323145"/>
              <a:gd name="connsiteX164" fmla="*/ 3901342 w 11269336"/>
              <a:gd name="connsiteY164" fmla="*/ 2142355 h 2323145"/>
              <a:gd name="connsiteX165" fmla="*/ 3888539 w 11269336"/>
              <a:gd name="connsiteY165" fmla="*/ 2140476 h 2323145"/>
              <a:gd name="connsiteX166" fmla="*/ 3885662 w 11269336"/>
              <a:gd name="connsiteY166" fmla="*/ 2138740 h 2323145"/>
              <a:gd name="connsiteX167" fmla="*/ 3868627 w 11269336"/>
              <a:gd name="connsiteY167" fmla="*/ 2130023 h 2323145"/>
              <a:gd name="connsiteX168" fmla="*/ 3819177 w 11269336"/>
              <a:gd name="connsiteY168" fmla="*/ 2142111 h 2323145"/>
              <a:gd name="connsiteX169" fmla="*/ 3769100 w 11269336"/>
              <a:gd name="connsiteY169" fmla="*/ 2131731 h 2323145"/>
              <a:gd name="connsiteX170" fmla="*/ 3562752 w 11269336"/>
              <a:gd name="connsiteY170" fmla="*/ 2131785 h 2323145"/>
              <a:gd name="connsiteX171" fmla="*/ 3541402 w 11269336"/>
              <a:gd name="connsiteY171" fmla="*/ 2106821 h 2323145"/>
              <a:gd name="connsiteX172" fmla="*/ 3365341 w 11269336"/>
              <a:gd name="connsiteY172" fmla="*/ 2077638 h 2323145"/>
              <a:gd name="connsiteX173" fmla="*/ 3170922 w 11269336"/>
              <a:gd name="connsiteY173" fmla="*/ 2115957 h 2323145"/>
              <a:gd name="connsiteX174" fmla="*/ 3156256 w 11269336"/>
              <a:gd name="connsiteY174" fmla="*/ 2124773 h 2323145"/>
              <a:gd name="connsiteX175" fmla="*/ 3140298 w 11269336"/>
              <a:gd name="connsiteY175" fmla="*/ 2129182 h 2323145"/>
              <a:gd name="connsiteX176" fmla="*/ 3138514 w 11269336"/>
              <a:gd name="connsiteY176" fmla="*/ 2128069 h 2323145"/>
              <a:gd name="connsiteX177" fmla="*/ 3120467 w 11269336"/>
              <a:gd name="connsiteY177" fmla="*/ 2128281 h 2323145"/>
              <a:gd name="connsiteX178" fmla="*/ 3116175 w 11269336"/>
              <a:gd name="connsiteY178" fmla="*/ 2131633 h 2323145"/>
              <a:gd name="connsiteX179" fmla="*/ 3103685 w 11269336"/>
              <a:gd name="connsiteY179" fmla="*/ 2132814 h 2323145"/>
              <a:gd name="connsiteX180" fmla="*/ 3078794 w 11269336"/>
              <a:gd name="connsiteY180" fmla="*/ 2137935 h 2323145"/>
              <a:gd name="connsiteX181" fmla="*/ 3074407 w 11269336"/>
              <a:gd name="connsiteY181" fmla="*/ 2136274 h 2323145"/>
              <a:gd name="connsiteX182" fmla="*/ 3037285 w 11269336"/>
              <a:gd name="connsiteY182" fmla="*/ 2139919 h 2323145"/>
              <a:gd name="connsiteX183" fmla="*/ 3036901 w 11269336"/>
              <a:gd name="connsiteY183" fmla="*/ 2138726 h 2323145"/>
              <a:gd name="connsiteX184" fmla="*/ 3026996 w 11269336"/>
              <a:gd name="connsiteY184" fmla="*/ 2134322 h 2323145"/>
              <a:gd name="connsiteX185" fmla="*/ 3007772 w 11269336"/>
              <a:gd name="connsiteY185" fmla="*/ 2128742 h 2323145"/>
              <a:gd name="connsiteX186" fmla="*/ 2965030 w 11269336"/>
              <a:gd name="connsiteY186" fmla="*/ 2100494 h 2323145"/>
              <a:gd name="connsiteX187" fmla="*/ 2926342 w 11269336"/>
              <a:gd name="connsiteY187" fmla="*/ 2104155 h 2323145"/>
              <a:gd name="connsiteX188" fmla="*/ 2918608 w 11269336"/>
              <a:gd name="connsiteY188" fmla="*/ 2104215 h 2323145"/>
              <a:gd name="connsiteX189" fmla="*/ 2918475 w 11269336"/>
              <a:gd name="connsiteY189" fmla="*/ 2103937 h 2323145"/>
              <a:gd name="connsiteX190" fmla="*/ 2910360 w 11269336"/>
              <a:gd name="connsiteY190" fmla="*/ 2103444 h 2323145"/>
              <a:gd name="connsiteX191" fmla="*/ 2904507 w 11269336"/>
              <a:gd name="connsiteY191" fmla="*/ 2104326 h 2323145"/>
              <a:gd name="connsiteX192" fmla="*/ 2889503 w 11269336"/>
              <a:gd name="connsiteY192" fmla="*/ 2104443 h 2323145"/>
              <a:gd name="connsiteX193" fmla="*/ 2884480 w 11269336"/>
              <a:gd name="connsiteY193" fmla="*/ 2102626 h 2323145"/>
              <a:gd name="connsiteX194" fmla="*/ 2882689 w 11269336"/>
              <a:gd name="connsiteY194" fmla="*/ 2099228 h 2323145"/>
              <a:gd name="connsiteX195" fmla="*/ 2881291 w 11269336"/>
              <a:gd name="connsiteY195" fmla="*/ 2099618 h 2323145"/>
              <a:gd name="connsiteX196" fmla="*/ 2853979 w 11269336"/>
              <a:gd name="connsiteY196" fmla="*/ 2090388 h 2323145"/>
              <a:gd name="connsiteX197" fmla="*/ 2791790 w 11269336"/>
              <a:gd name="connsiteY197" fmla="*/ 2080332 h 2323145"/>
              <a:gd name="connsiteX198" fmla="*/ 2755844 w 11269336"/>
              <a:gd name="connsiteY198" fmla="*/ 2078874 h 2323145"/>
              <a:gd name="connsiteX199" fmla="*/ 2657742 w 11269336"/>
              <a:gd name="connsiteY199" fmla="*/ 2070179 h 2323145"/>
              <a:gd name="connsiteX200" fmla="*/ 2559549 w 11269336"/>
              <a:gd name="connsiteY200" fmla="*/ 2057873 h 2323145"/>
              <a:gd name="connsiteX201" fmla="*/ 2512054 w 11269336"/>
              <a:gd name="connsiteY201" fmla="*/ 2031671 h 2323145"/>
              <a:gd name="connsiteX202" fmla="*/ 2506437 w 11269336"/>
              <a:gd name="connsiteY202" fmla="*/ 2030918 h 2323145"/>
              <a:gd name="connsiteX203" fmla="*/ 2491752 w 11269336"/>
              <a:gd name="connsiteY203" fmla="*/ 2033906 h 2323145"/>
              <a:gd name="connsiteX204" fmla="*/ 2486338 w 11269336"/>
              <a:gd name="connsiteY204" fmla="*/ 2035862 h 2323145"/>
              <a:gd name="connsiteX205" fmla="*/ 2478186 w 11269336"/>
              <a:gd name="connsiteY205" fmla="*/ 2036953 h 2323145"/>
              <a:gd name="connsiteX206" fmla="*/ 2477950 w 11269336"/>
              <a:gd name="connsiteY206" fmla="*/ 2036715 h 2323145"/>
              <a:gd name="connsiteX207" fmla="*/ 2470381 w 11269336"/>
              <a:gd name="connsiteY207" fmla="*/ 2038256 h 2323145"/>
              <a:gd name="connsiteX208" fmla="*/ 2433781 w 11269336"/>
              <a:gd name="connsiteY208" fmla="*/ 2049140 h 2323145"/>
              <a:gd name="connsiteX209" fmla="*/ 2381172 w 11269336"/>
              <a:gd name="connsiteY209" fmla="*/ 2030645 h 2323145"/>
              <a:gd name="connsiteX210" fmla="*/ 2360198 w 11269336"/>
              <a:gd name="connsiteY210" fmla="*/ 2029059 h 2323145"/>
              <a:gd name="connsiteX211" fmla="*/ 2348815 w 11269336"/>
              <a:gd name="connsiteY211" fmla="*/ 2026798 h 2323145"/>
              <a:gd name="connsiteX212" fmla="*/ 2347988 w 11269336"/>
              <a:gd name="connsiteY212" fmla="*/ 2025745 h 2323145"/>
              <a:gd name="connsiteX213" fmla="*/ 2312920 w 11269336"/>
              <a:gd name="connsiteY213" fmla="*/ 2036311 h 2323145"/>
              <a:gd name="connsiteX214" fmla="*/ 2307986 w 11269336"/>
              <a:gd name="connsiteY214" fmla="*/ 2035583 h 2323145"/>
              <a:gd name="connsiteX215" fmla="*/ 2285481 w 11269336"/>
              <a:gd name="connsiteY215" fmla="*/ 2045197 h 2323145"/>
              <a:gd name="connsiteX216" fmla="*/ 2273666 w 11269336"/>
              <a:gd name="connsiteY216" fmla="*/ 2048710 h 2323145"/>
              <a:gd name="connsiteX217" fmla="*/ 2270719 w 11269336"/>
              <a:gd name="connsiteY217" fmla="*/ 2052702 h 2323145"/>
              <a:gd name="connsiteX218" fmla="*/ 2253080 w 11269336"/>
              <a:gd name="connsiteY218" fmla="*/ 2056363 h 2323145"/>
              <a:gd name="connsiteX219" fmla="*/ 2250906 w 11269336"/>
              <a:gd name="connsiteY219" fmla="*/ 2055654 h 2323145"/>
              <a:gd name="connsiteX220" fmla="*/ 2236905 w 11269336"/>
              <a:gd name="connsiteY220" fmla="*/ 2062882 h 2323145"/>
              <a:gd name="connsiteX221" fmla="*/ 2225830 w 11269336"/>
              <a:gd name="connsiteY221" fmla="*/ 2074027 h 2323145"/>
              <a:gd name="connsiteX222" fmla="*/ 2073776 w 11269336"/>
              <a:gd name="connsiteY222" fmla="*/ 2089244 h 2323145"/>
              <a:gd name="connsiteX223" fmla="*/ 1948256 w 11269336"/>
              <a:gd name="connsiteY223" fmla="*/ 2146616 h 2323145"/>
              <a:gd name="connsiteX224" fmla="*/ 1865582 w 11269336"/>
              <a:gd name="connsiteY224" fmla="*/ 2153738 h 2323145"/>
              <a:gd name="connsiteX225" fmla="*/ 1835210 w 11269336"/>
              <a:gd name="connsiteY225" fmla="*/ 2134244 h 2323145"/>
              <a:gd name="connsiteX226" fmla="*/ 1632661 w 11269336"/>
              <a:gd name="connsiteY226" fmla="*/ 2173882 h 2323145"/>
              <a:gd name="connsiteX227" fmla="*/ 1579590 w 11269336"/>
              <a:gd name="connsiteY227" fmla="*/ 2173680 h 2323145"/>
              <a:gd name="connsiteX228" fmla="*/ 1535601 w 11269336"/>
              <a:gd name="connsiteY228" fmla="*/ 2194590 h 2323145"/>
              <a:gd name="connsiteX229" fmla="*/ 1515594 w 11269336"/>
              <a:gd name="connsiteY229" fmla="*/ 2189622 h 2323145"/>
              <a:gd name="connsiteX230" fmla="*/ 1512113 w 11269336"/>
              <a:gd name="connsiteY230" fmla="*/ 2188534 h 2323145"/>
              <a:gd name="connsiteX231" fmla="*/ 1498838 w 11269336"/>
              <a:gd name="connsiteY231" fmla="*/ 2189213 h 2323145"/>
              <a:gd name="connsiteX232" fmla="*/ 1494279 w 11269336"/>
              <a:gd name="connsiteY232" fmla="*/ 2183112 h 2323145"/>
              <a:gd name="connsiteX233" fmla="*/ 1473714 w 11269336"/>
              <a:gd name="connsiteY233" fmla="*/ 2179625 h 2323145"/>
              <a:gd name="connsiteX234" fmla="*/ 1449503 w 11269336"/>
              <a:gd name="connsiteY234" fmla="*/ 2182633 h 2323145"/>
              <a:gd name="connsiteX235" fmla="*/ 1266687 w 11269336"/>
              <a:gd name="connsiteY235" fmla="*/ 2212688 h 2323145"/>
              <a:gd name="connsiteX236" fmla="*/ 1239614 w 11269336"/>
              <a:gd name="connsiteY236" fmla="*/ 2209727 h 2323145"/>
              <a:gd name="connsiteX237" fmla="*/ 1202436 w 11269336"/>
              <a:gd name="connsiteY237" fmla="*/ 2209817 h 2323145"/>
              <a:gd name="connsiteX238" fmla="*/ 1136097 w 11269336"/>
              <a:gd name="connsiteY238" fmla="*/ 2205112 h 2323145"/>
              <a:gd name="connsiteX239" fmla="*/ 988232 w 11269336"/>
              <a:gd name="connsiteY239" fmla="*/ 2235635 h 2323145"/>
              <a:gd name="connsiteX240" fmla="*/ 981959 w 11269336"/>
              <a:gd name="connsiteY240" fmla="*/ 2231607 h 2323145"/>
              <a:gd name="connsiteX241" fmla="*/ 938600 w 11269336"/>
              <a:gd name="connsiteY241" fmla="*/ 2238113 h 2323145"/>
              <a:gd name="connsiteX242" fmla="*/ 791788 w 11269336"/>
              <a:gd name="connsiteY242" fmla="*/ 2293224 h 2323145"/>
              <a:gd name="connsiteX243" fmla="*/ 706914 w 11269336"/>
              <a:gd name="connsiteY243" fmla="*/ 2305046 h 2323145"/>
              <a:gd name="connsiteX244" fmla="*/ 675971 w 11269336"/>
              <a:gd name="connsiteY244" fmla="*/ 2304030 h 2323145"/>
              <a:gd name="connsiteX245" fmla="*/ 624180 w 11269336"/>
              <a:gd name="connsiteY245" fmla="*/ 2302650 h 2323145"/>
              <a:gd name="connsiteX246" fmla="*/ 583453 w 11269336"/>
              <a:gd name="connsiteY246" fmla="*/ 2288788 h 2323145"/>
              <a:gd name="connsiteX247" fmla="*/ 540946 w 11269336"/>
              <a:gd name="connsiteY247" fmla="*/ 2292721 h 2323145"/>
              <a:gd name="connsiteX248" fmla="*/ 533680 w 11269336"/>
              <a:gd name="connsiteY248" fmla="*/ 2310233 h 2323145"/>
              <a:gd name="connsiteX249" fmla="*/ 487366 w 11269336"/>
              <a:gd name="connsiteY249" fmla="*/ 2309053 h 2323145"/>
              <a:gd name="connsiteX250" fmla="*/ 416820 w 11269336"/>
              <a:gd name="connsiteY250" fmla="*/ 2305443 h 2323145"/>
              <a:gd name="connsiteX251" fmla="*/ 376805 w 11269336"/>
              <a:gd name="connsiteY251" fmla="*/ 2307647 h 2323145"/>
              <a:gd name="connsiteX252" fmla="*/ 266777 w 11269336"/>
              <a:gd name="connsiteY252" fmla="*/ 2309012 h 2323145"/>
              <a:gd name="connsiteX253" fmla="*/ 156013 w 11269336"/>
              <a:gd name="connsiteY253" fmla="*/ 2306832 h 2323145"/>
              <a:gd name="connsiteX254" fmla="*/ 87258 w 11269336"/>
              <a:gd name="connsiteY254" fmla="*/ 2285511 h 2323145"/>
              <a:gd name="connsiteX255" fmla="*/ 23798 w 11269336"/>
              <a:gd name="connsiteY255" fmla="*/ 2281822 h 2323145"/>
              <a:gd name="connsiteX256" fmla="*/ 0 w 11269336"/>
              <a:gd name="connsiteY256" fmla="*/ 2285369 h 2323145"/>
              <a:gd name="connsiteX257" fmla="*/ 0 w 11269336"/>
              <a:gd name="connsiteY25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05765 w 11269336"/>
              <a:gd name="connsiteY146" fmla="*/ 2199902 h 2323145"/>
              <a:gd name="connsiteX147" fmla="*/ 4401354 w 11269336"/>
              <a:gd name="connsiteY147" fmla="*/ 2194745 h 2323145"/>
              <a:gd name="connsiteX148" fmla="*/ 4366646 w 11269336"/>
              <a:gd name="connsiteY148" fmla="*/ 2198564 h 2323145"/>
              <a:gd name="connsiteX149" fmla="*/ 4354009 w 11269336"/>
              <a:gd name="connsiteY149" fmla="*/ 2204984 h 2323145"/>
              <a:gd name="connsiteX150" fmla="*/ 4348284 w 11269336"/>
              <a:gd name="connsiteY150" fmla="*/ 2205270 h 2323145"/>
              <a:gd name="connsiteX151" fmla="*/ 4333906 w 11269336"/>
              <a:gd name="connsiteY151" fmla="*/ 2205251 h 2323145"/>
              <a:gd name="connsiteX152" fmla="*/ 4308819 w 11269336"/>
              <a:gd name="connsiteY152" fmla="*/ 2203822 h 2323145"/>
              <a:gd name="connsiteX153" fmla="*/ 4301210 w 11269336"/>
              <a:gd name="connsiteY153" fmla="*/ 2204456 h 2323145"/>
              <a:gd name="connsiteX154" fmla="*/ 4283095 w 11269336"/>
              <a:gd name="connsiteY154" fmla="*/ 2198177 h 2323145"/>
              <a:gd name="connsiteX155" fmla="*/ 4250119 w 11269336"/>
              <a:gd name="connsiteY155" fmla="*/ 2196342 h 2323145"/>
              <a:gd name="connsiteX156" fmla="*/ 4189203 w 11269336"/>
              <a:gd name="connsiteY156" fmla="*/ 2178994 h 2323145"/>
              <a:gd name="connsiteX157" fmla="*/ 4154035 w 11269336"/>
              <a:gd name="connsiteY157" fmla="*/ 2171950 h 2323145"/>
              <a:gd name="connsiteX158" fmla="*/ 4129569 w 11269336"/>
              <a:gd name="connsiteY158" fmla="*/ 2163850 h 2323145"/>
              <a:gd name="connsiteX159" fmla="*/ 4061250 w 11269336"/>
              <a:gd name="connsiteY159" fmla="*/ 2159236 h 2323145"/>
              <a:gd name="connsiteX160" fmla="*/ 3945480 w 11269336"/>
              <a:gd name="connsiteY160" fmla="*/ 2158279 h 2323145"/>
              <a:gd name="connsiteX161" fmla="*/ 3921468 w 11269336"/>
              <a:gd name="connsiteY161" fmla="*/ 2156588 h 2323145"/>
              <a:gd name="connsiteX162" fmla="*/ 3903348 w 11269336"/>
              <a:gd name="connsiteY162" fmla="*/ 2149220 h 2323145"/>
              <a:gd name="connsiteX163" fmla="*/ 3901342 w 11269336"/>
              <a:gd name="connsiteY163" fmla="*/ 2142355 h 2323145"/>
              <a:gd name="connsiteX164" fmla="*/ 3888539 w 11269336"/>
              <a:gd name="connsiteY164" fmla="*/ 2140476 h 2323145"/>
              <a:gd name="connsiteX165" fmla="*/ 3885662 w 11269336"/>
              <a:gd name="connsiteY165" fmla="*/ 2138740 h 2323145"/>
              <a:gd name="connsiteX166" fmla="*/ 3868627 w 11269336"/>
              <a:gd name="connsiteY166" fmla="*/ 2130023 h 2323145"/>
              <a:gd name="connsiteX167" fmla="*/ 3819177 w 11269336"/>
              <a:gd name="connsiteY167" fmla="*/ 2142111 h 2323145"/>
              <a:gd name="connsiteX168" fmla="*/ 3769100 w 11269336"/>
              <a:gd name="connsiteY168" fmla="*/ 2131731 h 2323145"/>
              <a:gd name="connsiteX169" fmla="*/ 3562752 w 11269336"/>
              <a:gd name="connsiteY169" fmla="*/ 2131785 h 2323145"/>
              <a:gd name="connsiteX170" fmla="*/ 3541402 w 11269336"/>
              <a:gd name="connsiteY170" fmla="*/ 2106821 h 2323145"/>
              <a:gd name="connsiteX171" fmla="*/ 3365341 w 11269336"/>
              <a:gd name="connsiteY171" fmla="*/ 2077638 h 2323145"/>
              <a:gd name="connsiteX172" fmla="*/ 3170922 w 11269336"/>
              <a:gd name="connsiteY172" fmla="*/ 2115957 h 2323145"/>
              <a:gd name="connsiteX173" fmla="*/ 3156256 w 11269336"/>
              <a:gd name="connsiteY173" fmla="*/ 2124773 h 2323145"/>
              <a:gd name="connsiteX174" fmla="*/ 3140298 w 11269336"/>
              <a:gd name="connsiteY174" fmla="*/ 2129182 h 2323145"/>
              <a:gd name="connsiteX175" fmla="*/ 3138514 w 11269336"/>
              <a:gd name="connsiteY175" fmla="*/ 2128069 h 2323145"/>
              <a:gd name="connsiteX176" fmla="*/ 3120467 w 11269336"/>
              <a:gd name="connsiteY176" fmla="*/ 2128281 h 2323145"/>
              <a:gd name="connsiteX177" fmla="*/ 3116175 w 11269336"/>
              <a:gd name="connsiteY177" fmla="*/ 2131633 h 2323145"/>
              <a:gd name="connsiteX178" fmla="*/ 3103685 w 11269336"/>
              <a:gd name="connsiteY178" fmla="*/ 2132814 h 2323145"/>
              <a:gd name="connsiteX179" fmla="*/ 3078794 w 11269336"/>
              <a:gd name="connsiteY179" fmla="*/ 2137935 h 2323145"/>
              <a:gd name="connsiteX180" fmla="*/ 3074407 w 11269336"/>
              <a:gd name="connsiteY180" fmla="*/ 2136274 h 2323145"/>
              <a:gd name="connsiteX181" fmla="*/ 3037285 w 11269336"/>
              <a:gd name="connsiteY181" fmla="*/ 2139919 h 2323145"/>
              <a:gd name="connsiteX182" fmla="*/ 3036901 w 11269336"/>
              <a:gd name="connsiteY182" fmla="*/ 2138726 h 2323145"/>
              <a:gd name="connsiteX183" fmla="*/ 3026996 w 11269336"/>
              <a:gd name="connsiteY183" fmla="*/ 2134322 h 2323145"/>
              <a:gd name="connsiteX184" fmla="*/ 3007772 w 11269336"/>
              <a:gd name="connsiteY184" fmla="*/ 2128742 h 2323145"/>
              <a:gd name="connsiteX185" fmla="*/ 2965030 w 11269336"/>
              <a:gd name="connsiteY185" fmla="*/ 2100494 h 2323145"/>
              <a:gd name="connsiteX186" fmla="*/ 2926342 w 11269336"/>
              <a:gd name="connsiteY186" fmla="*/ 2104155 h 2323145"/>
              <a:gd name="connsiteX187" fmla="*/ 2918608 w 11269336"/>
              <a:gd name="connsiteY187" fmla="*/ 2104215 h 2323145"/>
              <a:gd name="connsiteX188" fmla="*/ 2918475 w 11269336"/>
              <a:gd name="connsiteY188" fmla="*/ 2103937 h 2323145"/>
              <a:gd name="connsiteX189" fmla="*/ 2910360 w 11269336"/>
              <a:gd name="connsiteY189" fmla="*/ 2103444 h 2323145"/>
              <a:gd name="connsiteX190" fmla="*/ 2904507 w 11269336"/>
              <a:gd name="connsiteY190" fmla="*/ 2104326 h 2323145"/>
              <a:gd name="connsiteX191" fmla="*/ 2889503 w 11269336"/>
              <a:gd name="connsiteY191" fmla="*/ 2104443 h 2323145"/>
              <a:gd name="connsiteX192" fmla="*/ 2884480 w 11269336"/>
              <a:gd name="connsiteY192" fmla="*/ 2102626 h 2323145"/>
              <a:gd name="connsiteX193" fmla="*/ 2882689 w 11269336"/>
              <a:gd name="connsiteY193" fmla="*/ 2099228 h 2323145"/>
              <a:gd name="connsiteX194" fmla="*/ 2881291 w 11269336"/>
              <a:gd name="connsiteY194" fmla="*/ 2099618 h 2323145"/>
              <a:gd name="connsiteX195" fmla="*/ 2853979 w 11269336"/>
              <a:gd name="connsiteY195" fmla="*/ 2090388 h 2323145"/>
              <a:gd name="connsiteX196" fmla="*/ 2791790 w 11269336"/>
              <a:gd name="connsiteY196" fmla="*/ 2080332 h 2323145"/>
              <a:gd name="connsiteX197" fmla="*/ 2755844 w 11269336"/>
              <a:gd name="connsiteY197" fmla="*/ 2078874 h 2323145"/>
              <a:gd name="connsiteX198" fmla="*/ 2657742 w 11269336"/>
              <a:gd name="connsiteY198" fmla="*/ 2070179 h 2323145"/>
              <a:gd name="connsiteX199" fmla="*/ 2559549 w 11269336"/>
              <a:gd name="connsiteY199" fmla="*/ 2057873 h 2323145"/>
              <a:gd name="connsiteX200" fmla="*/ 2512054 w 11269336"/>
              <a:gd name="connsiteY200" fmla="*/ 2031671 h 2323145"/>
              <a:gd name="connsiteX201" fmla="*/ 2506437 w 11269336"/>
              <a:gd name="connsiteY201" fmla="*/ 2030918 h 2323145"/>
              <a:gd name="connsiteX202" fmla="*/ 2491752 w 11269336"/>
              <a:gd name="connsiteY202" fmla="*/ 2033906 h 2323145"/>
              <a:gd name="connsiteX203" fmla="*/ 2486338 w 11269336"/>
              <a:gd name="connsiteY203" fmla="*/ 2035862 h 2323145"/>
              <a:gd name="connsiteX204" fmla="*/ 2478186 w 11269336"/>
              <a:gd name="connsiteY204" fmla="*/ 2036953 h 2323145"/>
              <a:gd name="connsiteX205" fmla="*/ 2477950 w 11269336"/>
              <a:gd name="connsiteY205" fmla="*/ 2036715 h 2323145"/>
              <a:gd name="connsiteX206" fmla="*/ 2470381 w 11269336"/>
              <a:gd name="connsiteY206" fmla="*/ 2038256 h 2323145"/>
              <a:gd name="connsiteX207" fmla="*/ 2433781 w 11269336"/>
              <a:gd name="connsiteY207" fmla="*/ 2049140 h 2323145"/>
              <a:gd name="connsiteX208" fmla="*/ 2381172 w 11269336"/>
              <a:gd name="connsiteY208" fmla="*/ 2030645 h 2323145"/>
              <a:gd name="connsiteX209" fmla="*/ 2360198 w 11269336"/>
              <a:gd name="connsiteY209" fmla="*/ 2029059 h 2323145"/>
              <a:gd name="connsiteX210" fmla="*/ 2348815 w 11269336"/>
              <a:gd name="connsiteY210" fmla="*/ 2026798 h 2323145"/>
              <a:gd name="connsiteX211" fmla="*/ 2347988 w 11269336"/>
              <a:gd name="connsiteY211" fmla="*/ 2025745 h 2323145"/>
              <a:gd name="connsiteX212" fmla="*/ 2312920 w 11269336"/>
              <a:gd name="connsiteY212" fmla="*/ 2036311 h 2323145"/>
              <a:gd name="connsiteX213" fmla="*/ 2307986 w 11269336"/>
              <a:gd name="connsiteY213" fmla="*/ 2035583 h 2323145"/>
              <a:gd name="connsiteX214" fmla="*/ 2285481 w 11269336"/>
              <a:gd name="connsiteY214" fmla="*/ 2045197 h 2323145"/>
              <a:gd name="connsiteX215" fmla="*/ 2273666 w 11269336"/>
              <a:gd name="connsiteY215" fmla="*/ 2048710 h 2323145"/>
              <a:gd name="connsiteX216" fmla="*/ 2270719 w 11269336"/>
              <a:gd name="connsiteY216" fmla="*/ 2052702 h 2323145"/>
              <a:gd name="connsiteX217" fmla="*/ 2253080 w 11269336"/>
              <a:gd name="connsiteY217" fmla="*/ 2056363 h 2323145"/>
              <a:gd name="connsiteX218" fmla="*/ 2250906 w 11269336"/>
              <a:gd name="connsiteY218" fmla="*/ 2055654 h 2323145"/>
              <a:gd name="connsiteX219" fmla="*/ 2236905 w 11269336"/>
              <a:gd name="connsiteY219" fmla="*/ 2062882 h 2323145"/>
              <a:gd name="connsiteX220" fmla="*/ 2225830 w 11269336"/>
              <a:gd name="connsiteY220" fmla="*/ 2074027 h 2323145"/>
              <a:gd name="connsiteX221" fmla="*/ 2073776 w 11269336"/>
              <a:gd name="connsiteY221" fmla="*/ 2089244 h 2323145"/>
              <a:gd name="connsiteX222" fmla="*/ 1948256 w 11269336"/>
              <a:gd name="connsiteY222" fmla="*/ 2146616 h 2323145"/>
              <a:gd name="connsiteX223" fmla="*/ 1865582 w 11269336"/>
              <a:gd name="connsiteY223" fmla="*/ 2153738 h 2323145"/>
              <a:gd name="connsiteX224" fmla="*/ 1835210 w 11269336"/>
              <a:gd name="connsiteY224" fmla="*/ 2134244 h 2323145"/>
              <a:gd name="connsiteX225" fmla="*/ 1632661 w 11269336"/>
              <a:gd name="connsiteY225" fmla="*/ 2173882 h 2323145"/>
              <a:gd name="connsiteX226" fmla="*/ 1579590 w 11269336"/>
              <a:gd name="connsiteY226" fmla="*/ 2173680 h 2323145"/>
              <a:gd name="connsiteX227" fmla="*/ 1535601 w 11269336"/>
              <a:gd name="connsiteY227" fmla="*/ 2194590 h 2323145"/>
              <a:gd name="connsiteX228" fmla="*/ 1515594 w 11269336"/>
              <a:gd name="connsiteY228" fmla="*/ 2189622 h 2323145"/>
              <a:gd name="connsiteX229" fmla="*/ 1512113 w 11269336"/>
              <a:gd name="connsiteY229" fmla="*/ 2188534 h 2323145"/>
              <a:gd name="connsiteX230" fmla="*/ 1498838 w 11269336"/>
              <a:gd name="connsiteY230" fmla="*/ 2189213 h 2323145"/>
              <a:gd name="connsiteX231" fmla="*/ 1494279 w 11269336"/>
              <a:gd name="connsiteY231" fmla="*/ 2183112 h 2323145"/>
              <a:gd name="connsiteX232" fmla="*/ 1473714 w 11269336"/>
              <a:gd name="connsiteY232" fmla="*/ 2179625 h 2323145"/>
              <a:gd name="connsiteX233" fmla="*/ 1449503 w 11269336"/>
              <a:gd name="connsiteY233" fmla="*/ 2182633 h 2323145"/>
              <a:gd name="connsiteX234" fmla="*/ 1266687 w 11269336"/>
              <a:gd name="connsiteY234" fmla="*/ 2212688 h 2323145"/>
              <a:gd name="connsiteX235" fmla="*/ 1239614 w 11269336"/>
              <a:gd name="connsiteY235" fmla="*/ 2209727 h 2323145"/>
              <a:gd name="connsiteX236" fmla="*/ 1202436 w 11269336"/>
              <a:gd name="connsiteY236" fmla="*/ 2209817 h 2323145"/>
              <a:gd name="connsiteX237" fmla="*/ 1136097 w 11269336"/>
              <a:gd name="connsiteY237" fmla="*/ 2205112 h 2323145"/>
              <a:gd name="connsiteX238" fmla="*/ 988232 w 11269336"/>
              <a:gd name="connsiteY238" fmla="*/ 2235635 h 2323145"/>
              <a:gd name="connsiteX239" fmla="*/ 981959 w 11269336"/>
              <a:gd name="connsiteY239" fmla="*/ 2231607 h 2323145"/>
              <a:gd name="connsiteX240" fmla="*/ 938600 w 11269336"/>
              <a:gd name="connsiteY240" fmla="*/ 2238113 h 2323145"/>
              <a:gd name="connsiteX241" fmla="*/ 791788 w 11269336"/>
              <a:gd name="connsiteY241" fmla="*/ 2293224 h 2323145"/>
              <a:gd name="connsiteX242" fmla="*/ 706914 w 11269336"/>
              <a:gd name="connsiteY242" fmla="*/ 2305046 h 2323145"/>
              <a:gd name="connsiteX243" fmla="*/ 675971 w 11269336"/>
              <a:gd name="connsiteY243" fmla="*/ 2304030 h 2323145"/>
              <a:gd name="connsiteX244" fmla="*/ 624180 w 11269336"/>
              <a:gd name="connsiteY244" fmla="*/ 2302650 h 2323145"/>
              <a:gd name="connsiteX245" fmla="*/ 583453 w 11269336"/>
              <a:gd name="connsiteY245" fmla="*/ 2288788 h 2323145"/>
              <a:gd name="connsiteX246" fmla="*/ 540946 w 11269336"/>
              <a:gd name="connsiteY246" fmla="*/ 2292721 h 2323145"/>
              <a:gd name="connsiteX247" fmla="*/ 533680 w 11269336"/>
              <a:gd name="connsiteY247" fmla="*/ 2310233 h 2323145"/>
              <a:gd name="connsiteX248" fmla="*/ 487366 w 11269336"/>
              <a:gd name="connsiteY248" fmla="*/ 2309053 h 2323145"/>
              <a:gd name="connsiteX249" fmla="*/ 416820 w 11269336"/>
              <a:gd name="connsiteY249" fmla="*/ 2305443 h 2323145"/>
              <a:gd name="connsiteX250" fmla="*/ 376805 w 11269336"/>
              <a:gd name="connsiteY250" fmla="*/ 2307647 h 2323145"/>
              <a:gd name="connsiteX251" fmla="*/ 266777 w 11269336"/>
              <a:gd name="connsiteY251" fmla="*/ 2309012 h 2323145"/>
              <a:gd name="connsiteX252" fmla="*/ 156013 w 11269336"/>
              <a:gd name="connsiteY252" fmla="*/ 2306832 h 2323145"/>
              <a:gd name="connsiteX253" fmla="*/ 87258 w 11269336"/>
              <a:gd name="connsiteY253" fmla="*/ 2285511 h 2323145"/>
              <a:gd name="connsiteX254" fmla="*/ 23798 w 11269336"/>
              <a:gd name="connsiteY254" fmla="*/ 2281822 h 2323145"/>
              <a:gd name="connsiteX255" fmla="*/ 0 w 11269336"/>
              <a:gd name="connsiteY255" fmla="*/ 2285369 h 2323145"/>
              <a:gd name="connsiteX256" fmla="*/ 0 w 11269336"/>
              <a:gd name="connsiteY25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05765 w 11269336"/>
              <a:gd name="connsiteY145" fmla="*/ 2199902 h 2323145"/>
              <a:gd name="connsiteX146" fmla="*/ 4401354 w 11269336"/>
              <a:gd name="connsiteY146" fmla="*/ 2194745 h 2323145"/>
              <a:gd name="connsiteX147" fmla="*/ 4366646 w 11269336"/>
              <a:gd name="connsiteY147" fmla="*/ 2198564 h 2323145"/>
              <a:gd name="connsiteX148" fmla="*/ 4354009 w 11269336"/>
              <a:gd name="connsiteY148" fmla="*/ 2204984 h 2323145"/>
              <a:gd name="connsiteX149" fmla="*/ 4348284 w 11269336"/>
              <a:gd name="connsiteY149" fmla="*/ 2205270 h 2323145"/>
              <a:gd name="connsiteX150" fmla="*/ 4333906 w 11269336"/>
              <a:gd name="connsiteY150" fmla="*/ 2205251 h 2323145"/>
              <a:gd name="connsiteX151" fmla="*/ 4308819 w 11269336"/>
              <a:gd name="connsiteY151" fmla="*/ 2203822 h 2323145"/>
              <a:gd name="connsiteX152" fmla="*/ 4301210 w 11269336"/>
              <a:gd name="connsiteY152" fmla="*/ 2204456 h 2323145"/>
              <a:gd name="connsiteX153" fmla="*/ 4283095 w 11269336"/>
              <a:gd name="connsiteY153" fmla="*/ 2198177 h 2323145"/>
              <a:gd name="connsiteX154" fmla="*/ 4250119 w 11269336"/>
              <a:gd name="connsiteY154" fmla="*/ 2196342 h 2323145"/>
              <a:gd name="connsiteX155" fmla="*/ 4189203 w 11269336"/>
              <a:gd name="connsiteY155" fmla="*/ 2178994 h 2323145"/>
              <a:gd name="connsiteX156" fmla="*/ 4154035 w 11269336"/>
              <a:gd name="connsiteY156" fmla="*/ 2171950 h 2323145"/>
              <a:gd name="connsiteX157" fmla="*/ 4129569 w 11269336"/>
              <a:gd name="connsiteY157" fmla="*/ 2163850 h 2323145"/>
              <a:gd name="connsiteX158" fmla="*/ 4061250 w 11269336"/>
              <a:gd name="connsiteY158" fmla="*/ 2159236 h 2323145"/>
              <a:gd name="connsiteX159" fmla="*/ 3945480 w 11269336"/>
              <a:gd name="connsiteY159" fmla="*/ 2158279 h 2323145"/>
              <a:gd name="connsiteX160" fmla="*/ 3921468 w 11269336"/>
              <a:gd name="connsiteY160" fmla="*/ 2156588 h 2323145"/>
              <a:gd name="connsiteX161" fmla="*/ 3903348 w 11269336"/>
              <a:gd name="connsiteY161" fmla="*/ 2149220 h 2323145"/>
              <a:gd name="connsiteX162" fmla="*/ 3901342 w 11269336"/>
              <a:gd name="connsiteY162" fmla="*/ 2142355 h 2323145"/>
              <a:gd name="connsiteX163" fmla="*/ 3888539 w 11269336"/>
              <a:gd name="connsiteY163" fmla="*/ 2140476 h 2323145"/>
              <a:gd name="connsiteX164" fmla="*/ 3885662 w 11269336"/>
              <a:gd name="connsiteY164" fmla="*/ 2138740 h 2323145"/>
              <a:gd name="connsiteX165" fmla="*/ 3868627 w 11269336"/>
              <a:gd name="connsiteY165" fmla="*/ 2130023 h 2323145"/>
              <a:gd name="connsiteX166" fmla="*/ 3819177 w 11269336"/>
              <a:gd name="connsiteY166" fmla="*/ 2142111 h 2323145"/>
              <a:gd name="connsiteX167" fmla="*/ 3769100 w 11269336"/>
              <a:gd name="connsiteY167" fmla="*/ 2131731 h 2323145"/>
              <a:gd name="connsiteX168" fmla="*/ 3562752 w 11269336"/>
              <a:gd name="connsiteY168" fmla="*/ 2131785 h 2323145"/>
              <a:gd name="connsiteX169" fmla="*/ 3541402 w 11269336"/>
              <a:gd name="connsiteY169" fmla="*/ 2106821 h 2323145"/>
              <a:gd name="connsiteX170" fmla="*/ 3365341 w 11269336"/>
              <a:gd name="connsiteY170" fmla="*/ 2077638 h 2323145"/>
              <a:gd name="connsiteX171" fmla="*/ 3170922 w 11269336"/>
              <a:gd name="connsiteY171" fmla="*/ 2115957 h 2323145"/>
              <a:gd name="connsiteX172" fmla="*/ 3156256 w 11269336"/>
              <a:gd name="connsiteY172" fmla="*/ 2124773 h 2323145"/>
              <a:gd name="connsiteX173" fmla="*/ 3140298 w 11269336"/>
              <a:gd name="connsiteY173" fmla="*/ 2129182 h 2323145"/>
              <a:gd name="connsiteX174" fmla="*/ 3138514 w 11269336"/>
              <a:gd name="connsiteY174" fmla="*/ 2128069 h 2323145"/>
              <a:gd name="connsiteX175" fmla="*/ 3120467 w 11269336"/>
              <a:gd name="connsiteY175" fmla="*/ 2128281 h 2323145"/>
              <a:gd name="connsiteX176" fmla="*/ 3116175 w 11269336"/>
              <a:gd name="connsiteY176" fmla="*/ 2131633 h 2323145"/>
              <a:gd name="connsiteX177" fmla="*/ 3103685 w 11269336"/>
              <a:gd name="connsiteY177" fmla="*/ 2132814 h 2323145"/>
              <a:gd name="connsiteX178" fmla="*/ 3078794 w 11269336"/>
              <a:gd name="connsiteY178" fmla="*/ 2137935 h 2323145"/>
              <a:gd name="connsiteX179" fmla="*/ 3074407 w 11269336"/>
              <a:gd name="connsiteY179" fmla="*/ 2136274 h 2323145"/>
              <a:gd name="connsiteX180" fmla="*/ 3037285 w 11269336"/>
              <a:gd name="connsiteY180" fmla="*/ 2139919 h 2323145"/>
              <a:gd name="connsiteX181" fmla="*/ 3036901 w 11269336"/>
              <a:gd name="connsiteY181" fmla="*/ 2138726 h 2323145"/>
              <a:gd name="connsiteX182" fmla="*/ 3026996 w 11269336"/>
              <a:gd name="connsiteY182" fmla="*/ 2134322 h 2323145"/>
              <a:gd name="connsiteX183" fmla="*/ 3007772 w 11269336"/>
              <a:gd name="connsiteY183" fmla="*/ 2128742 h 2323145"/>
              <a:gd name="connsiteX184" fmla="*/ 2965030 w 11269336"/>
              <a:gd name="connsiteY184" fmla="*/ 2100494 h 2323145"/>
              <a:gd name="connsiteX185" fmla="*/ 2926342 w 11269336"/>
              <a:gd name="connsiteY185" fmla="*/ 2104155 h 2323145"/>
              <a:gd name="connsiteX186" fmla="*/ 2918608 w 11269336"/>
              <a:gd name="connsiteY186" fmla="*/ 2104215 h 2323145"/>
              <a:gd name="connsiteX187" fmla="*/ 2918475 w 11269336"/>
              <a:gd name="connsiteY187" fmla="*/ 2103937 h 2323145"/>
              <a:gd name="connsiteX188" fmla="*/ 2910360 w 11269336"/>
              <a:gd name="connsiteY188" fmla="*/ 2103444 h 2323145"/>
              <a:gd name="connsiteX189" fmla="*/ 2904507 w 11269336"/>
              <a:gd name="connsiteY189" fmla="*/ 2104326 h 2323145"/>
              <a:gd name="connsiteX190" fmla="*/ 2889503 w 11269336"/>
              <a:gd name="connsiteY190" fmla="*/ 2104443 h 2323145"/>
              <a:gd name="connsiteX191" fmla="*/ 2884480 w 11269336"/>
              <a:gd name="connsiteY191" fmla="*/ 2102626 h 2323145"/>
              <a:gd name="connsiteX192" fmla="*/ 2882689 w 11269336"/>
              <a:gd name="connsiteY192" fmla="*/ 2099228 h 2323145"/>
              <a:gd name="connsiteX193" fmla="*/ 2881291 w 11269336"/>
              <a:gd name="connsiteY193" fmla="*/ 2099618 h 2323145"/>
              <a:gd name="connsiteX194" fmla="*/ 2853979 w 11269336"/>
              <a:gd name="connsiteY194" fmla="*/ 2090388 h 2323145"/>
              <a:gd name="connsiteX195" fmla="*/ 2791790 w 11269336"/>
              <a:gd name="connsiteY195" fmla="*/ 2080332 h 2323145"/>
              <a:gd name="connsiteX196" fmla="*/ 2755844 w 11269336"/>
              <a:gd name="connsiteY196" fmla="*/ 2078874 h 2323145"/>
              <a:gd name="connsiteX197" fmla="*/ 2657742 w 11269336"/>
              <a:gd name="connsiteY197" fmla="*/ 2070179 h 2323145"/>
              <a:gd name="connsiteX198" fmla="*/ 2559549 w 11269336"/>
              <a:gd name="connsiteY198" fmla="*/ 2057873 h 2323145"/>
              <a:gd name="connsiteX199" fmla="*/ 2512054 w 11269336"/>
              <a:gd name="connsiteY199" fmla="*/ 2031671 h 2323145"/>
              <a:gd name="connsiteX200" fmla="*/ 2506437 w 11269336"/>
              <a:gd name="connsiteY200" fmla="*/ 2030918 h 2323145"/>
              <a:gd name="connsiteX201" fmla="*/ 2491752 w 11269336"/>
              <a:gd name="connsiteY201" fmla="*/ 2033906 h 2323145"/>
              <a:gd name="connsiteX202" fmla="*/ 2486338 w 11269336"/>
              <a:gd name="connsiteY202" fmla="*/ 2035862 h 2323145"/>
              <a:gd name="connsiteX203" fmla="*/ 2478186 w 11269336"/>
              <a:gd name="connsiteY203" fmla="*/ 2036953 h 2323145"/>
              <a:gd name="connsiteX204" fmla="*/ 2477950 w 11269336"/>
              <a:gd name="connsiteY204" fmla="*/ 2036715 h 2323145"/>
              <a:gd name="connsiteX205" fmla="*/ 2470381 w 11269336"/>
              <a:gd name="connsiteY205" fmla="*/ 2038256 h 2323145"/>
              <a:gd name="connsiteX206" fmla="*/ 2433781 w 11269336"/>
              <a:gd name="connsiteY206" fmla="*/ 2049140 h 2323145"/>
              <a:gd name="connsiteX207" fmla="*/ 2381172 w 11269336"/>
              <a:gd name="connsiteY207" fmla="*/ 2030645 h 2323145"/>
              <a:gd name="connsiteX208" fmla="*/ 2360198 w 11269336"/>
              <a:gd name="connsiteY208" fmla="*/ 2029059 h 2323145"/>
              <a:gd name="connsiteX209" fmla="*/ 2348815 w 11269336"/>
              <a:gd name="connsiteY209" fmla="*/ 2026798 h 2323145"/>
              <a:gd name="connsiteX210" fmla="*/ 2347988 w 11269336"/>
              <a:gd name="connsiteY210" fmla="*/ 2025745 h 2323145"/>
              <a:gd name="connsiteX211" fmla="*/ 2312920 w 11269336"/>
              <a:gd name="connsiteY211" fmla="*/ 2036311 h 2323145"/>
              <a:gd name="connsiteX212" fmla="*/ 2307986 w 11269336"/>
              <a:gd name="connsiteY212" fmla="*/ 2035583 h 2323145"/>
              <a:gd name="connsiteX213" fmla="*/ 2285481 w 11269336"/>
              <a:gd name="connsiteY213" fmla="*/ 2045197 h 2323145"/>
              <a:gd name="connsiteX214" fmla="*/ 2273666 w 11269336"/>
              <a:gd name="connsiteY214" fmla="*/ 2048710 h 2323145"/>
              <a:gd name="connsiteX215" fmla="*/ 2270719 w 11269336"/>
              <a:gd name="connsiteY215" fmla="*/ 2052702 h 2323145"/>
              <a:gd name="connsiteX216" fmla="*/ 2253080 w 11269336"/>
              <a:gd name="connsiteY216" fmla="*/ 2056363 h 2323145"/>
              <a:gd name="connsiteX217" fmla="*/ 2250906 w 11269336"/>
              <a:gd name="connsiteY217" fmla="*/ 2055654 h 2323145"/>
              <a:gd name="connsiteX218" fmla="*/ 2236905 w 11269336"/>
              <a:gd name="connsiteY218" fmla="*/ 2062882 h 2323145"/>
              <a:gd name="connsiteX219" fmla="*/ 2225830 w 11269336"/>
              <a:gd name="connsiteY219" fmla="*/ 2074027 h 2323145"/>
              <a:gd name="connsiteX220" fmla="*/ 2073776 w 11269336"/>
              <a:gd name="connsiteY220" fmla="*/ 2089244 h 2323145"/>
              <a:gd name="connsiteX221" fmla="*/ 1948256 w 11269336"/>
              <a:gd name="connsiteY221" fmla="*/ 2146616 h 2323145"/>
              <a:gd name="connsiteX222" fmla="*/ 1865582 w 11269336"/>
              <a:gd name="connsiteY222" fmla="*/ 2153738 h 2323145"/>
              <a:gd name="connsiteX223" fmla="*/ 1835210 w 11269336"/>
              <a:gd name="connsiteY223" fmla="*/ 2134244 h 2323145"/>
              <a:gd name="connsiteX224" fmla="*/ 1632661 w 11269336"/>
              <a:gd name="connsiteY224" fmla="*/ 2173882 h 2323145"/>
              <a:gd name="connsiteX225" fmla="*/ 1579590 w 11269336"/>
              <a:gd name="connsiteY225" fmla="*/ 2173680 h 2323145"/>
              <a:gd name="connsiteX226" fmla="*/ 1535601 w 11269336"/>
              <a:gd name="connsiteY226" fmla="*/ 2194590 h 2323145"/>
              <a:gd name="connsiteX227" fmla="*/ 1515594 w 11269336"/>
              <a:gd name="connsiteY227" fmla="*/ 2189622 h 2323145"/>
              <a:gd name="connsiteX228" fmla="*/ 1512113 w 11269336"/>
              <a:gd name="connsiteY228" fmla="*/ 2188534 h 2323145"/>
              <a:gd name="connsiteX229" fmla="*/ 1498838 w 11269336"/>
              <a:gd name="connsiteY229" fmla="*/ 2189213 h 2323145"/>
              <a:gd name="connsiteX230" fmla="*/ 1494279 w 11269336"/>
              <a:gd name="connsiteY230" fmla="*/ 2183112 h 2323145"/>
              <a:gd name="connsiteX231" fmla="*/ 1473714 w 11269336"/>
              <a:gd name="connsiteY231" fmla="*/ 2179625 h 2323145"/>
              <a:gd name="connsiteX232" fmla="*/ 1449503 w 11269336"/>
              <a:gd name="connsiteY232" fmla="*/ 2182633 h 2323145"/>
              <a:gd name="connsiteX233" fmla="*/ 1266687 w 11269336"/>
              <a:gd name="connsiteY233" fmla="*/ 2212688 h 2323145"/>
              <a:gd name="connsiteX234" fmla="*/ 1239614 w 11269336"/>
              <a:gd name="connsiteY234" fmla="*/ 2209727 h 2323145"/>
              <a:gd name="connsiteX235" fmla="*/ 1202436 w 11269336"/>
              <a:gd name="connsiteY235" fmla="*/ 2209817 h 2323145"/>
              <a:gd name="connsiteX236" fmla="*/ 1136097 w 11269336"/>
              <a:gd name="connsiteY236" fmla="*/ 2205112 h 2323145"/>
              <a:gd name="connsiteX237" fmla="*/ 988232 w 11269336"/>
              <a:gd name="connsiteY237" fmla="*/ 2235635 h 2323145"/>
              <a:gd name="connsiteX238" fmla="*/ 981959 w 11269336"/>
              <a:gd name="connsiteY238" fmla="*/ 2231607 h 2323145"/>
              <a:gd name="connsiteX239" fmla="*/ 938600 w 11269336"/>
              <a:gd name="connsiteY239" fmla="*/ 2238113 h 2323145"/>
              <a:gd name="connsiteX240" fmla="*/ 791788 w 11269336"/>
              <a:gd name="connsiteY240" fmla="*/ 2293224 h 2323145"/>
              <a:gd name="connsiteX241" fmla="*/ 706914 w 11269336"/>
              <a:gd name="connsiteY241" fmla="*/ 2305046 h 2323145"/>
              <a:gd name="connsiteX242" fmla="*/ 675971 w 11269336"/>
              <a:gd name="connsiteY242" fmla="*/ 2304030 h 2323145"/>
              <a:gd name="connsiteX243" fmla="*/ 624180 w 11269336"/>
              <a:gd name="connsiteY243" fmla="*/ 2302650 h 2323145"/>
              <a:gd name="connsiteX244" fmla="*/ 583453 w 11269336"/>
              <a:gd name="connsiteY244" fmla="*/ 2288788 h 2323145"/>
              <a:gd name="connsiteX245" fmla="*/ 540946 w 11269336"/>
              <a:gd name="connsiteY245" fmla="*/ 2292721 h 2323145"/>
              <a:gd name="connsiteX246" fmla="*/ 533680 w 11269336"/>
              <a:gd name="connsiteY246" fmla="*/ 2310233 h 2323145"/>
              <a:gd name="connsiteX247" fmla="*/ 487366 w 11269336"/>
              <a:gd name="connsiteY247" fmla="*/ 2309053 h 2323145"/>
              <a:gd name="connsiteX248" fmla="*/ 416820 w 11269336"/>
              <a:gd name="connsiteY248" fmla="*/ 2305443 h 2323145"/>
              <a:gd name="connsiteX249" fmla="*/ 376805 w 11269336"/>
              <a:gd name="connsiteY249" fmla="*/ 2307647 h 2323145"/>
              <a:gd name="connsiteX250" fmla="*/ 266777 w 11269336"/>
              <a:gd name="connsiteY250" fmla="*/ 2309012 h 2323145"/>
              <a:gd name="connsiteX251" fmla="*/ 156013 w 11269336"/>
              <a:gd name="connsiteY251" fmla="*/ 2306832 h 2323145"/>
              <a:gd name="connsiteX252" fmla="*/ 87258 w 11269336"/>
              <a:gd name="connsiteY252" fmla="*/ 2285511 h 2323145"/>
              <a:gd name="connsiteX253" fmla="*/ 23798 w 11269336"/>
              <a:gd name="connsiteY253" fmla="*/ 2281822 h 2323145"/>
              <a:gd name="connsiteX254" fmla="*/ 0 w 11269336"/>
              <a:gd name="connsiteY254" fmla="*/ 2285369 h 2323145"/>
              <a:gd name="connsiteX255" fmla="*/ 0 w 11269336"/>
              <a:gd name="connsiteY25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05765 w 11269336"/>
              <a:gd name="connsiteY144" fmla="*/ 2199902 h 2323145"/>
              <a:gd name="connsiteX145" fmla="*/ 4401354 w 11269336"/>
              <a:gd name="connsiteY145" fmla="*/ 2194745 h 2323145"/>
              <a:gd name="connsiteX146" fmla="*/ 4366646 w 11269336"/>
              <a:gd name="connsiteY146" fmla="*/ 2198564 h 2323145"/>
              <a:gd name="connsiteX147" fmla="*/ 4354009 w 11269336"/>
              <a:gd name="connsiteY147" fmla="*/ 2204984 h 2323145"/>
              <a:gd name="connsiteX148" fmla="*/ 4348284 w 11269336"/>
              <a:gd name="connsiteY148" fmla="*/ 2205270 h 2323145"/>
              <a:gd name="connsiteX149" fmla="*/ 4333906 w 11269336"/>
              <a:gd name="connsiteY149" fmla="*/ 2205251 h 2323145"/>
              <a:gd name="connsiteX150" fmla="*/ 4308819 w 11269336"/>
              <a:gd name="connsiteY150" fmla="*/ 2203822 h 2323145"/>
              <a:gd name="connsiteX151" fmla="*/ 4301210 w 11269336"/>
              <a:gd name="connsiteY151" fmla="*/ 2204456 h 2323145"/>
              <a:gd name="connsiteX152" fmla="*/ 4283095 w 11269336"/>
              <a:gd name="connsiteY152" fmla="*/ 2198177 h 2323145"/>
              <a:gd name="connsiteX153" fmla="*/ 4250119 w 11269336"/>
              <a:gd name="connsiteY153" fmla="*/ 2196342 h 2323145"/>
              <a:gd name="connsiteX154" fmla="*/ 4189203 w 11269336"/>
              <a:gd name="connsiteY154" fmla="*/ 2178994 h 2323145"/>
              <a:gd name="connsiteX155" fmla="*/ 4154035 w 11269336"/>
              <a:gd name="connsiteY155" fmla="*/ 2171950 h 2323145"/>
              <a:gd name="connsiteX156" fmla="*/ 4129569 w 11269336"/>
              <a:gd name="connsiteY156" fmla="*/ 2163850 h 2323145"/>
              <a:gd name="connsiteX157" fmla="*/ 4061250 w 11269336"/>
              <a:gd name="connsiteY157" fmla="*/ 2159236 h 2323145"/>
              <a:gd name="connsiteX158" fmla="*/ 3945480 w 11269336"/>
              <a:gd name="connsiteY158" fmla="*/ 2158279 h 2323145"/>
              <a:gd name="connsiteX159" fmla="*/ 3921468 w 11269336"/>
              <a:gd name="connsiteY159" fmla="*/ 2156588 h 2323145"/>
              <a:gd name="connsiteX160" fmla="*/ 3903348 w 11269336"/>
              <a:gd name="connsiteY160" fmla="*/ 2149220 h 2323145"/>
              <a:gd name="connsiteX161" fmla="*/ 3901342 w 11269336"/>
              <a:gd name="connsiteY161" fmla="*/ 2142355 h 2323145"/>
              <a:gd name="connsiteX162" fmla="*/ 3888539 w 11269336"/>
              <a:gd name="connsiteY162" fmla="*/ 2140476 h 2323145"/>
              <a:gd name="connsiteX163" fmla="*/ 3885662 w 11269336"/>
              <a:gd name="connsiteY163" fmla="*/ 2138740 h 2323145"/>
              <a:gd name="connsiteX164" fmla="*/ 3868627 w 11269336"/>
              <a:gd name="connsiteY164" fmla="*/ 2130023 h 2323145"/>
              <a:gd name="connsiteX165" fmla="*/ 3819177 w 11269336"/>
              <a:gd name="connsiteY165" fmla="*/ 2142111 h 2323145"/>
              <a:gd name="connsiteX166" fmla="*/ 3769100 w 11269336"/>
              <a:gd name="connsiteY166" fmla="*/ 2131731 h 2323145"/>
              <a:gd name="connsiteX167" fmla="*/ 3562752 w 11269336"/>
              <a:gd name="connsiteY167" fmla="*/ 2131785 h 2323145"/>
              <a:gd name="connsiteX168" fmla="*/ 3541402 w 11269336"/>
              <a:gd name="connsiteY168" fmla="*/ 2106821 h 2323145"/>
              <a:gd name="connsiteX169" fmla="*/ 3365341 w 11269336"/>
              <a:gd name="connsiteY169" fmla="*/ 2077638 h 2323145"/>
              <a:gd name="connsiteX170" fmla="*/ 3170922 w 11269336"/>
              <a:gd name="connsiteY170" fmla="*/ 2115957 h 2323145"/>
              <a:gd name="connsiteX171" fmla="*/ 3156256 w 11269336"/>
              <a:gd name="connsiteY171" fmla="*/ 2124773 h 2323145"/>
              <a:gd name="connsiteX172" fmla="*/ 3140298 w 11269336"/>
              <a:gd name="connsiteY172" fmla="*/ 2129182 h 2323145"/>
              <a:gd name="connsiteX173" fmla="*/ 3138514 w 11269336"/>
              <a:gd name="connsiteY173" fmla="*/ 2128069 h 2323145"/>
              <a:gd name="connsiteX174" fmla="*/ 3120467 w 11269336"/>
              <a:gd name="connsiteY174" fmla="*/ 2128281 h 2323145"/>
              <a:gd name="connsiteX175" fmla="*/ 3116175 w 11269336"/>
              <a:gd name="connsiteY175" fmla="*/ 2131633 h 2323145"/>
              <a:gd name="connsiteX176" fmla="*/ 3103685 w 11269336"/>
              <a:gd name="connsiteY176" fmla="*/ 2132814 h 2323145"/>
              <a:gd name="connsiteX177" fmla="*/ 3078794 w 11269336"/>
              <a:gd name="connsiteY177" fmla="*/ 2137935 h 2323145"/>
              <a:gd name="connsiteX178" fmla="*/ 3074407 w 11269336"/>
              <a:gd name="connsiteY178" fmla="*/ 2136274 h 2323145"/>
              <a:gd name="connsiteX179" fmla="*/ 3037285 w 11269336"/>
              <a:gd name="connsiteY179" fmla="*/ 2139919 h 2323145"/>
              <a:gd name="connsiteX180" fmla="*/ 3036901 w 11269336"/>
              <a:gd name="connsiteY180" fmla="*/ 2138726 h 2323145"/>
              <a:gd name="connsiteX181" fmla="*/ 3026996 w 11269336"/>
              <a:gd name="connsiteY181" fmla="*/ 2134322 h 2323145"/>
              <a:gd name="connsiteX182" fmla="*/ 3007772 w 11269336"/>
              <a:gd name="connsiteY182" fmla="*/ 2128742 h 2323145"/>
              <a:gd name="connsiteX183" fmla="*/ 2965030 w 11269336"/>
              <a:gd name="connsiteY183" fmla="*/ 2100494 h 2323145"/>
              <a:gd name="connsiteX184" fmla="*/ 2926342 w 11269336"/>
              <a:gd name="connsiteY184" fmla="*/ 2104155 h 2323145"/>
              <a:gd name="connsiteX185" fmla="*/ 2918608 w 11269336"/>
              <a:gd name="connsiteY185" fmla="*/ 2104215 h 2323145"/>
              <a:gd name="connsiteX186" fmla="*/ 2918475 w 11269336"/>
              <a:gd name="connsiteY186" fmla="*/ 2103937 h 2323145"/>
              <a:gd name="connsiteX187" fmla="*/ 2910360 w 11269336"/>
              <a:gd name="connsiteY187" fmla="*/ 2103444 h 2323145"/>
              <a:gd name="connsiteX188" fmla="*/ 2904507 w 11269336"/>
              <a:gd name="connsiteY188" fmla="*/ 2104326 h 2323145"/>
              <a:gd name="connsiteX189" fmla="*/ 2889503 w 11269336"/>
              <a:gd name="connsiteY189" fmla="*/ 2104443 h 2323145"/>
              <a:gd name="connsiteX190" fmla="*/ 2884480 w 11269336"/>
              <a:gd name="connsiteY190" fmla="*/ 2102626 h 2323145"/>
              <a:gd name="connsiteX191" fmla="*/ 2882689 w 11269336"/>
              <a:gd name="connsiteY191" fmla="*/ 2099228 h 2323145"/>
              <a:gd name="connsiteX192" fmla="*/ 2881291 w 11269336"/>
              <a:gd name="connsiteY192" fmla="*/ 2099618 h 2323145"/>
              <a:gd name="connsiteX193" fmla="*/ 2853979 w 11269336"/>
              <a:gd name="connsiteY193" fmla="*/ 2090388 h 2323145"/>
              <a:gd name="connsiteX194" fmla="*/ 2791790 w 11269336"/>
              <a:gd name="connsiteY194" fmla="*/ 2080332 h 2323145"/>
              <a:gd name="connsiteX195" fmla="*/ 2755844 w 11269336"/>
              <a:gd name="connsiteY195" fmla="*/ 2078874 h 2323145"/>
              <a:gd name="connsiteX196" fmla="*/ 2657742 w 11269336"/>
              <a:gd name="connsiteY196" fmla="*/ 2070179 h 2323145"/>
              <a:gd name="connsiteX197" fmla="*/ 2559549 w 11269336"/>
              <a:gd name="connsiteY197" fmla="*/ 2057873 h 2323145"/>
              <a:gd name="connsiteX198" fmla="*/ 2512054 w 11269336"/>
              <a:gd name="connsiteY198" fmla="*/ 2031671 h 2323145"/>
              <a:gd name="connsiteX199" fmla="*/ 2506437 w 11269336"/>
              <a:gd name="connsiteY199" fmla="*/ 2030918 h 2323145"/>
              <a:gd name="connsiteX200" fmla="*/ 2491752 w 11269336"/>
              <a:gd name="connsiteY200" fmla="*/ 2033906 h 2323145"/>
              <a:gd name="connsiteX201" fmla="*/ 2486338 w 11269336"/>
              <a:gd name="connsiteY201" fmla="*/ 2035862 h 2323145"/>
              <a:gd name="connsiteX202" fmla="*/ 2478186 w 11269336"/>
              <a:gd name="connsiteY202" fmla="*/ 2036953 h 2323145"/>
              <a:gd name="connsiteX203" fmla="*/ 2477950 w 11269336"/>
              <a:gd name="connsiteY203" fmla="*/ 2036715 h 2323145"/>
              <a:gd name="connsiteX204" fmla="*/ 2470381 w 11269336"/>
              <a:gd name="connsiteY204" fmla="*/ 2038256 h 2323145"/>
              <a:gd name="connsiteX205" fmla="*/ 2433781 w 11269336"/>
              <a:gd name="connsiteY205" fmla="*/ 2049140 h 2323145"/>
              <a:gd name="connsiteX206" fmla="*/ 2381172 w 11269336"/>
              <a:gd name="connsiteY206" fmla="*/ 2030645 h 2323145"/>
              <a:gd name="connsiteX207" fmla="*/ 2360198 w 11269336"/>
              <a:gd name="connsiteY207" fmla="*/ 2029059 h 2323145"/>
              <a:gd name="connsiteX208" fmla="*/ 2348815 w 11269336"/>
              <a:gd name="connsiteY208" fmla="*/ 2026798 h 2323145"/>
              <a:gd name="connsiteX209" fmla="*/ 2347988 w 11269336"/>
              <a:gd name="connsiteY209" fmla="*/ 2025745 h 2323145"/>
              <a:gd name="connsiteX210" fmla="*/ 2312920 w 11269336"/>
              <a:gd name="connsiteY210" fmla="*/ 2036311 h 2323145"/>
              <a:gd name="connsiteX211" fmla="*/ 2307986 w 11269336"/>
              <a:gd name="connsiteY211" fmla="*/ 2035583 h 2323145"/>
              <a:gd name="connsiteX212" fmla="*/ 2285481 w 11269336"/>
              <a:gd name="connsiteY212" fmla="*/ 2045197 h 2323145"/>
              <a:gd name="connsiteX213" fmla="*/ 2273666 w 11269336"/>
              <a:gd name="connsiteY213" fmla="*/ 2048710 h 2323145"/>
              <a:gd name="connsiteX214" fmla="*/ 2270719 w 11269336"/>
              <a:gd name="connsiteY214" fmla="*/ 2052702 h 2323145"/>
              <a:gd name="connsiteX215" fmla="*/ 2253080 w 11269336"/>
              <a:gd name="connsiteY215" fmla="*/ 2056363 h 2323145"/>
              <a:gd name="connsiteX216" fmla="*/ 2250906 w 11269336"/>
              <a:gd name="connsiteY216" fmla="*/ 2055654 h 2323145"/>
              <a:gd name="connsiteX217" fmla="*/ 2236905 w 11269336"/>
              <a:gd name="connsiteY217" fmla="*/ 2062882 h 2323145"/>
              <a:gd name="connsiteX218" fmla="*/ 2225830 w 11269336"/>
              <a:gd name="connsiteY218" fmla="*/ 2074027 h 2323145"/>
              <a:gd name="connsiteX219" fmla="*/ 2073776 w 11269336"/>
              <a:gd name="connsiteY219" fmla="*/ 2089244 h 2323145"/>
              <a:gd name="connsiteX220" fmla="*/ 1948256 w 11269336"/>
              <a:gd name="connsiteY220" fmla="*/ 2146616 h 2323145"/>
              <a:gd name="connsiteX221" fmla="*/ 1865582 w 11269336"/>
              <a:gd name="connsiteY221" fmla="*/ 2153738 h 2323145"/>
              <a:gd name="connsiteX222" fmla="*/ 1835210 w 11269336"/>
              <a:gd name="connsiteY222" fmla="*/ 2134244 h 2323145"/>
              <a:gd name="connsiteX223" fmla="*/ 1632661 w 11269336"/>
              <a:gd name="connsiteY223" fmla="*/ 2173882 h 2323145"/>
              <a:gd name="connsiteX224" fmla="*/ 1579590 w 11269336"/>
              <a:gd name="connsiteY224" fmla="*/ 2173680 h 2323145"/>
              <a:gd name="connsiteX225" fmla="*/ 1535601 w 11269336"/>
              <a:gd name="connsiteY225" fmla="*/ 2194590 h 2323145"/>
              <a:gd name="connsiteX226" fmla="*/ 1515594 w 11269336"/>
              <a:gd name="connsiteY226" fmla="*/ 2189622 h 2323145"/>
              <a:gd name="connsiteX227" fmla="*/ 1512113 w 11269336"/>
              <a:gd name="connsiteY227" fmla="*/ 2188534 h 2323145"/>
              <a:gd name="connsiteX228" fmla="*/ 1498838 w 11269336"/>
              <a:gd name="connsiteY228" fmla="*/ 2189213 h 2323145"/>
              <a:gd name="connsiteX229" fmla="*/ 1494279 w 11269336"/>
              <a:gd name="connsiteY229" fmla="*/ 2183112 h 2323145"/>
              <a:gd name="connsiteX230" fmla="*/ 1473714 w 11269336"/>
              <a:gd name="connsiteY230" fmla="*/ 2179625 h 2323145"/>
              <a:gd name="connsiteX231" fmla="*/ 1449503 w 11269336"/>
              <a:gd name="connsiteY231" fmla="*/ 2182633 h 2323145"/>
              <a:gd name="connsiteX232" fmla="*/ 1266687 w 11269336"/>
              <a:gd name="connsiteY232" fmla="*/ 2212688 h 2323145"/>
              <a:gd name="connsiteX233" fmla="*/ 1239614 w 11269336"/>
              <a:gd name="connsiteY233" fmla="*/ 2209727 h 2323145"/>
              <a:gd name="connsiteX234" fmla="*/ 1202436 w 11269336"/>
              <a:gd name="connsiteY234" fmla="*/ 2209817 h 2323145"/>
              <a:gd name="connsiteX235" fmla="*/ 1136097 w 11269336"/>
              <a:gd name="connsiteY235" fmla="*/ 2205112 h 2323145"/>
              <a:gd name="connsiteX236" fmla="*/ 988232 w 11269336"/>
              <a:gd name="connsiteY236" fmla="*/ 2235635 h 2323145"/>
              <a:gd name="connsiteX237" fmla="*/ 981959 w 11269336"/>
              <a:gd name="connsiteY237" fmla="*/ 2231607 h 2323145"/>
              <a:gd name="connsiteX238" fmla="*/ 938600 w 11269336"/>
              <a:gd name="connsiteY238" fmla="*/ 2238113 h 2323145"/>
              <a:gd name="connsiteX239" fmla="*/ 791788 w 11269336"/>
              <a:gd name="connsiteY239" fmla="*/ 2293224 h 2323145"/>
              <a:gd name="connsiteX240" fmla="*/ 706914 w 11269336"/>
              <a:gd name="connsiteY240" fmla="*/ 2305046 h 2323145"/>
              <a:gd name="connsiteX241" fmla="*/ 675971 w 11269336"/>
              <a:gd name="connsiteY241" fmla="*/ 2304030 h 2323145"/>
              <a:gd name="connsiteX242" fmla="*/ 624180 w 11269336"/>
              <a:gd name="connsiteY242" fmla="*/ 2302650 h 2323145"/>
              <a:gd name="connsiteX243" fmla="*/ 583453 w 11269336"/>
              <a:gd name="connsiteY243" fmla="*/ 2288788 h 2323145"/>
              <a:gd name="connsiteX244" fmla="*/ 540946 w 11269336"/>
              <a:gd name="connsiteY244" fmla="*/ 2292721 h 2323145"/>
              <a:gd name="connsiteX245" fmla="*/ 533680 w 11269336"/>
              <a:gd name="connsiteY245" fmla="*/ 2310233 h 2323145"/>
              <a:gd name="connsiteX246" fmla="*/ 487366 w 11269336"/>
              <a:gd name="connsiteY246" fmla="*/ 2309053 h 2323145"/>
              <a:gd name="connsiteX247" fmla="*/ 416820 w 11269336"/>
              <a:gd name="connsiteY247" fmla="*/ 2305443 h 2323145"/>
              <a:gd name="connsiteX248" fmla="*/ 376805 w 11269336"/>
              <a:gd name="connsiteY248" fmla="*/ 2307647 h 2323145"/>
              <a:gd name="connsiteX249" fmla="*/ 266777 w 11269336"/>
              <a:gd name="connsiteY249" fmla="*/ 2309012 h 2323145"/>
              <a:gd name="connsiteX250" fmla="*/ 156013 w 11269336"/>
              <a:gd name="connsiteY250" fmla="*/ 2306832 h 2323145"/>
              <a:gd name="connsiteX251" fmla="*/ 87258 w 11269336"/>
              <a:gd name="connsiteY251" fmla="*/ 2285511 h 2323145"/>
              <a:gd name="connsiteX252" fmla="*/ 23798 w 11269336"/>
              <a:gd name="connsiteY252" fmla="*/ 2281822 h 2323145"/>
              <a:gd name="connsiteX253" fmla="*/ 0 w 11269336"/>
              <a:gd name="connsiteY253" fmla="*/ 2285369 h 2323145"/>
              <a:gd name="connsiteX254" fmla="*/ 0 w 11269336"/>
              <a:gd name="connsiteY25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67257 w 11269336"/>
              <a:gd name="connsiteY142" fmla="*/ 2196121 h 2323145"/>
              <a:gd name="connsiteX143" fmla="*/ 4405765 w 11269336"/>
              <a:gd name="connsiteY143" fmla="*/ 2199902 h 2323145"/>
              <a:gd name="connsiteX144" fmla="*/ 4401354 w 11269336"/>
              <a:gd name="connsiteY144" fmla="*/ 2194745 h 2323145"/>
              <a:gd name="connsiteX145" fmla="*/ 4366646 w 11269336"/>
              <a:gd name="connsiteY145" fmla="*/ 2198564 h 2323145"/>
              <a:gd name="connsiteX146" fmla="*/ 4354009 w 11269336"/>
              <a:gd name="connsiteY146" fmla="*/ 2204984 h 2323145"/>
              <a:gd name="connsiteX147" fmla="*/ 4348284 w 11269336"/>
              <a:gd name="connsiteY147" fmla="*/ 2205270 h 2323145"/>
              <a:gd name="connsiteX148" fmla="*/ 4333906 w 11269336"/>
              <a:gd name="connsiteY148" fmla="*/ 2205251 h 2323145"/>
              <a:gd name="connsiteX149" fmla="*/ 4308819 w 11269336"/>
              <a:gd name="connsiteY149" fmla="*/ 2203822 h 2323145"/>
              <a:gd name="connsiteX150" fmla="*/ 4301210 w 11269336"/>
              <a:gd name="connsiteY150" fmla="*/ 2204456 h 2323145"/>
              <a:gd name="connsiteX151" fmla="*/ 4283095 w 11269336"/>
              <a:gd name="connsiteY151" fmla="*/ 2198177 h 2323145"/>
              <a:gd name="connsiteX152" fmla="*/ 4250119 w 11269336"/>
              <a:gd name="connsiteY152" fmla="*/ 2196342 h 2323145"/>
              <a:gd name="connsiteX153" fmla="*/ 4189203 w 11269336"/>
              <a:gd name="connsiteY153" fmla="*/ 2178994 h 2323145"/>
              <a:gd name="connsiteX154" fmla="*/ 4154035 w 11269336"/>
              <a:gd name="connsiteY154" fmla="*/ 2171950 h 2323145"/>
              <a:gd name="connsiteX155" fmla="*/ 4129569 w 11269336"/>
              <a:gd name="connsiteY155" fmla="*/ 2163850 h 2323145"/>
              <a:gd name="connsiteX156" fmla="*/ 4061250 w 11269336"/>
              <a:gd name="connsiteY156" fmla="*/ 2159236 h 2323145"/>
              <a:gd name="connsiteX157" fmla="*/ 3945480 w 11269336"/>
              <a:gd name="connsiteY157" fmla="*/ 2158279 h 2323145"/>
              <a:gd name="connsiteX158" fmla="*/ 3921468 w 11269336"/>
              <a:gd name="connsiteY158" fmla="*/ 2156588 h 2323145"/>
              <a:gd name="connsiteX159" fmla="*/ 3903348 w 11269336"/>
              <a:gd name="connsiteY159" fmla="*/ 2149220 h 2323145"/>
              <a:gd name="connsiteX160" fmla="*/ 3901342 w 11269336"/>
              <a:gd name="connsiteY160" fmla="*/ 2142355 h 2323145"/>
              <a:gd name="connsiteX161" fmla="*/ 3888539 w 11269336"/>
              <a:gd name="connsiteY161" fmla="*/ 2140476 h 2323145"/>
              <a:gd name="connsiteX162" fmla="*/ 3885662 w 11269336"/>
              <a:gd name="connsiteY162" fmla="*/ 2138740 h 2323145"/>
              <a:gd name="connsiteX163" fmla="*/ 3868627 w 11269336"/>
              <a:gd name="connsiteY163" fmla="*/ 2130023 h 2323145"/>
              <a:gd name="connsiteX164" fmla="*/ 3819177 w 11269336"/>
              <a:gd name="connsiteY164" fmla="*/ 2142111 h 2323145"/>
              <a:gd name="connsiteX165" fmla="*/ 3769100 w 11269336"/>
              <a:gd name="connsiteY165" fmla="*/ 2131731 h 2323145"/>
              <a:gd name="connsiteX166" fmla="*/ 3562752 w 11269336"/>
              <a:gd name="connsiteY166" fmla="*/ 2131785 h 2323145"/>
              <a:gd name="connsiteX167" fmla="*/ 3541402 w 11269336"/>
              <a:gd name="connsiteY167" fmla="*/ 2106821 h 2323145"/>
              <a:gd name="connsiteX168" fmla="*/ 3365341 w 11269336"/>
              <a:gd name="connsiteY168" fmla="*/ 2077638 h 2323145"/>
              <a:gd name="connsiteX169" fmla="*/ 3170922 w 11269336"/>
              <a:gd name="connsiteY169" fmla="*/ 2115957 h 2323145"/>
              <a:gd name="connsiteX170" fmla="*/ 3156256 w 11269336"/>
              <a:gd name="connsiteY170" fmla="*/ 2124773 h 2323145"/>
              <a:gd name="connsiteX171" fmla="*/ 3140298 w 11269336"/>
              <a:gd name="connsiteY171" fmla="*/ 2129182 h 2323145"/>
              <a:gd name="connsiteX172" fmla="*/ 3138514 w 11269336"/>
              <a:gd name="connsiteY172" fmla="*/ 2128069 h 2323145"/>
              <a:gd name="connsiteX173" fmla="*/ 3120467 w 11269336"/>
              <a:gd name="connsiteY173" fmla="*/ 2128281 h 2323145"/>
              <a:gd name="connsiteX174" fmla="*/ 3116175 w 11269336"/>
              <a:gd name="connsiteY174" fmla="*/ 2131633 h 2323145"/>
              <a:gd name="connsiteX175" fmla="*/ 3103685 w 11269336"/>
              <a:gd name="connsiteY175" fmla="*/ 2132814 h 2323145"/>
              <a:gd name="connsiteX176" fmla="*/ 3078794 w 11269336"/>
              <a:gd name="connsiteY176" fmla="*/ 2137935 h 2323145"/>
              <a:gd name="connsiteX177" fmla="*/ 3074407 w 11269336"/>
              <a:gd name="connsiteY177" fmla="*/ 2136274 h 2323145"/>
              <a:gd name="connsiteX178" fmla="*/ 3037285 w 11269336"/>
              <a:gd name="connsiteY178" fmla="*/ 2139919 h 2323145"/>
              <a:gd name="connsiteX179" fmla="*/ 3036901 w 11269336"/>
              <a:gd name="connsiteY179" fmla="*/ 2138726 h 2323145"/>
              <a:gd name="connsiteX180" fmla="*/ 3026996 w 11269336"/>
              <a:gd name="connsiteY180" fmla="*/ 2134322 h 2323145"/>
              <a:gd name="connsiteX181" fmla="*/ 3007772 w 11269336"/>
              <a:gd name="connsiteY181" fmla="*/ 2128742 h 2323145"/>
              <a:gd name="connsiteX182" fmla="*/ 2965030 w 11269336"/>
              <a:gd name="connsiteY182" fmla="*/ 2100494 h 2323145"/>
              <a:gd name="connsiteX183" fmla="*/ 2926342 w 11269336"/>
              <a:gd name="connsiteY183" fmla="*/ 2104155 h 2323145"/>
              <a:gd name="connsiteX184" fmla="*/ 2918608 w 11269336"/>
              <a:gd name="connsiteY184" fmla="*/ 2104215 h 2323145"/>
              <a:gd name="connsiteX185" fmla="*/ 2918475 w 11269336"/>
              <a:gd name="connsiteY185" fmla="*/ 2103937 h 2323145"/>
              <a:gd name="connsiteX186" fmla="*/ 2910360 w 11269336"/>
              <a:gd name="connsiteY186" fmla="*/ 2103444 h 2323145"/>
              <a:gd name="connsiteX187" fmla="*/ 2904507 w 11269336"/>
              <a:gd name="connsiteY187" fmla="*/ 2104326 h 2323145"/>
              <a:gd name="connsiteX188" fmla="*/ 2889503 w 11269336"/>
              <a:gd name="connsiteY188" fmla="*/ 2104443 h 2323145"/>
              <a:gd name="connsiteX189" fmla="*/ 2884480 w 11269336"/>
              <a:gd name="connsiteY189" fmla="*/ 2102626 h 2323145"/>
              <a:gd name="connsiteX190" fmla="*/ 2882689 w 11269336"/>
              <a:gd name="connsiteY190" fmla="*/ 2099228 h 2323145"/>
              <a:gd name="connsiteX191" fmla="*/ 2881291 w 11269336"/>
              <a:gd name="connsiteY191" fmla="*/ 2099618 h 2323145"/>
              <a:gd name="connsiteX192" fmla="*/ 2853979 w 11269336"/>
              <a:gd name="connsiteY192" fmla="*/ 2090388 h 2323145"/>
              <a:gd name="connsiteX193" fmla="*/ 2791790 w 11269336"/>
              <a:gd name="connsiteY193" fmla="*/ 2080332 h 2323145"/>
              <a:gd name="connsiteX194" fmla="*/ 2755844 w 11269336"/>
              <a:gd name="connsiteY194" fmla="*/ 2078874 h 2323145"/>
              <a:gd name="connsiteX195" fmla="*/ 2657742 w 11269336"/>
              <a:gd name="connsiteY195" fmla="*/ 2070179 h 2323145"/>
              <a:gd name="connsiteX196" fmla="*/ 2559549 w 11269336"/>
              <a:gd name="connsiteY196" fmla="*/ 2057873 h 2323145"/>
              <a:gd name="connsiteX197" fmla="*/ 2512054 w 11269336"/>
              <a:gd name="connsiteY197" fmla="*/ 2031671 h 2323145"/>
              <a:gd name="connsiteX198" fmla="*/ 2506437 w 11269336"/>
              <a:gd name="connsiteY198" fmla="*/ 2030918 h 2323145"/>
              <a:gd name="connsiteX199" fmla="*/ 2491752 w 11269336"/>
              <a:gd name="connsiteY199" fmla="*/ 2033906 h 2323145"/>
              <a:gd name="connsiteX200" fmla="*/ 2486338 w 11269336"/>
              <a:gd name="connsiteY200" fmla="*/ 2035862 h 2323145"/>
              <a:gd name="connsiteX201" fmla="*/ 2478186 w 11269336"/>
              <a:gd name="connsiteY201" fmla="*/ 2036953 h 2323145"/>
              <a:gd name="connsiteX202" fmla="*/ 2477950 w 11269336"/>
              <a:gd name="connsiteY202" fmla="*/ 2036715 h 2323145"/>
              <a:gd name="connsiteX203" fmla="*/ 2470381 w 11269336"/>
              <a:gd name="connsiteY203" fmla="*/ 2038256 h 2323145"/>
              <a:gd name="connsiteX204" fmla="*/ 2433781 w 11269336"/>
              <a:gd name="connsiteY204" fmla="*/ 2049140 h 2323145"/>
              <a:gd name="connsiteX205" fmla="*/ 2381172 w 11269336"/>
              <a:gd name="connsiteY205" fmla="*/ 2030645 h 2323145"/>
              <a:gd name="connsiteX206" fmla="*/ 2360198 w 11269336"/>
              <a:gd name="connsiteY206" fmla="*/ 2029059 h 2323145"/>
              <a:gd name="connsiteX207" fmla="*/ 2348815 w 11269336"/>
              <a:gd name="connsiteY207" fmla="*/ 2026798 h 2323145"/>
              <a:gd name="connsiteX208" fmla="*/ 2347988 w 11269336"/>
              <a:gd name="connsiteY208" fmla="*/ 2025745 h 2323145"/>
              <a:gd name="connsiteX209" fmla="*/ 2312920 w 11269336"/>
              <a:gd name="connsiteY209" fmla="*/ 2036311 h 2323145"/>
              <a:gd name="connsiteX210" fmla="*/ 2307986 w 11269336"/>
              <a:gd name="connsiteY210" fmla="*/ 2035583 h 2323145"/>
              <a:gd name="connsiteX211" fmla="*/ 2285481 w 11269336"/>
              <a:gd name="connsiteY211" fmla="*/ 2045197 h 2323145"/>
              <a:gd name="connsiteX212" fmla="*/ 2273666 w 11269336"/>
              <a:gd name="connsiteY212" fmla="*/ 2048710 h 2323145"/>
              <a:gd name="connsiteX213" fmla="*/ 2270719 w 11269336"/>
              <a:gd name="connsiteY213" fmla="*/ 2052702 h 2323145"/>
              <a:gd name="connsiteX214" fmla="*/ 2253080 w 11269336"/>
              <a:gd name="connsiteY214" fmla="*/ 2056363 h 2323145"/>
              <a:gd name="connsiteX215" fmla="*/ 2250906 w 11269336"/>
              <a:gd name="connsiteY215" fmla="*/ 2055654 h 2323145"/>
              <a:gd name="connsiteX216" fmla="*/ 2236905 w 11269336"/>
              <a:gd name="connsiteY216" fmla="*/ 2062882 h 2323145"/>
              <a:gd name="connsiteX217" fmla="*/ 2225830 w 11269336"/>
              <a:gd name="connsiteY217" fmla="*/ 2074027 h 2323145"/>
              <a:gd name="connsiteX218" fmla="*/ 2073776 w 11269336"/>
              <a:gd name="connsiteY218" fmla="*/ 2089244 h 2323145"/>
              <a:gd name="connsiteX219" fmla="*/ 1948256 w 11269336"/>
              <a:gd name="connsiteY219" fmla="*/ 2146616 h 2323145"/>
              <a:gd name="connsiteX220" fmla="*/ 1865582 w 11269336"/>
              <a:gd name="connsiteY220" fmla="*/ 2153738 h 2323145"/>
              <a:gd name="connsiteX221" fmla="*/ 1835210 w 11269336"/>
              <a:gd name="connsiteY221" fmla="*/ 2134244 h 2323145"/>
              <a:gd name="connsiteX222" fmla="*/ 1632661 w 11269336"/>
              <a:gd name="connsiteY222" fmla="*/ 2173882 h 2323145"/>
              <a:gd name="connsiteX223" fmla="*/ 1579590 w 11269336"/>
              <a:gd name="connsiteY223" fmla="*/ 2173680 h 2323145"/>
              <a:gd name="connsiteX224" fmla="*/ 1535601 w 11269336"/>
              <a:gd name="connsiteY224" fmla="*/ 2194590 h 2323145"/>
              <a:gd name="connsiteX225" fmla="*/ 1515594 w 11269336"/>
              <a:gd name="connsiteY225" fmla="*/ 2189622 h 2323145"/>
              <a:gd name="connsiteX226" fmla="*/ 1512113 w 11269336"/>
              <a:gd name="connsiteY226" fmla="*/ 2188534 h 2323145"/>
              <a:gd name="connsiteX227" fmla="*/ 1498838 w 11269336"/>
              <a:gd name="connsiteY227" fmla="*/ 2189213 h 2323145"/>
              <a:gd name="connsiteX228" fmla="*/ 1494279 w 11269336"/>
              <a:gd name="connsiteY228" fmla="*/ 2183112 h 2323145"/>
              <a:gd name="connsiteX229" fmla="*/ 1473714 w 11269336"/>
              <a:gd name="connsiteY229" fmla="*/ 2179625 h 2323145"/>
              <a:gd name="connsiteX230" fmla="*/ 1449503 w 11269336"/>
              <a:gd name="connsiteY230" fmla="*/ 2182633 h 2323145"/>
              <a:gd name="connsiteX231" fmla="*/ 1266687 w 11269336"/>
              <a:gd name="connsiteY231" fmla="*/ 2212688 h 2323145"/>
              <a:gd name="connsiteX232" fmla="*/ 1239614 w 11269336"/>
              <a:gd name="connsiteY232" fmla="*/ 2209727 h 2323145"/>
              <a:gd name="connsiteX233" fmla="*/ 1202436 w 11269336"/>
              <a:gd name="connsiteY233" fmla="*/ 2209817 h 2323145"/>
              <a:gd name="connsiteX234" fmla="*/ 1136097 w 11269336"/>
              <a:gd name="connsiteY234" fmla="*/ 2205112 h 2323145"/>
              <a:gd name="connsiteX235" fmla="*/ 988232 w 11269336"/>
              <a:gd name="connsiteY235" fmla="*/ 2235635 h 2323145"/>
              <a:gd name="connsiteX236" fmla="*/ 981959 w 11269336"/>
              <a:gd name="connsiteY236" fmla="*/ 2231607 h 2323145"/>
              <a:gd name="connsiteX237" fmla="*/ 938600 w 11269336"/>
              <a:gd name="connsiteY237" fmla="*/ 2238113 h 2323145"/>
              <a:gd name="connsiteX238" fmla="*/ 791788 w 11269336"/>
              <a:gd name="connsiteY238" fmla="*/ 2293224 h 2323145"/>
              <a:gd name="connsiteX239" fmla="*/ 706914 w 11269336"/>
              <a:gd name="connsiteY239" fmla="*/ 2305046 h 2323145"/>
              <a:gd name="connsiteX240" fmla="*/ 675971 w 11269336"/>
              <a:gd name="connsiteY240" fmla="*/ 2304030 h 2323145"/>
              <a:gd name="connsiteX241" fmla="*/ 624180 w 11269336"/>
              <a:gd name="connsiteY241" fmla="*/ 2302650 h 2323145"/>
              <a:gd name="connsiteX242" fmla="*/ 583453 w 11269336"/>
              <a:gd name="connsiteY242" fmla="*/ 2288788 h 2323145"/>
              <a:gd name="connsiteX243" fmla="*/ 540946 w 11269336"/>
              <a:gd name="connsiteY243" fmla="*/ 2292721 h 2323145"/>
              <a:gd name="connsiteX244" fmla="*/ 533680 w 11269336"/>
              <a:gd name="connsiteY244" fmla="*/ 2310233 h 2323145"/>
              <a:gd name="connsiteX245" fmla="*/ 487366 w 11269336"/>
              <a:gd name="connsiteY245" fmla="*/ 2309053 h 2323145"/>
              <a:gd name="connsiteX246" fmla="*/ 416820 w 11269336"/>
              <a:gd name="connsiteY246" fmla="*/ 2305443 h 2323145"/>
              <a:gd name="connsiteX247" fmla="*/ 376805 w 11269336"/>
              <a:gd name="connsiteY247" fmla="*/ 2307647 h 2323145"/>
              <a:gd name="connsiteX248" fmla="*/ 266777 w 11269336"/>
              <a:gd name="connsiteY248" fmla="*/ 2309012 h 2323145"/>
              <a:gd name="connsiteX249" fmla="*/ 156013 w 11269336"/>
              <a:gd name="connsiteY249" fmla="*/ 2306832 h 2323145"/>
              <a:gd name="connsiteX250" fmla="*/ 87258 w 11269336"/>
              <a:gd name="connsiteY250" fmla="*/ 2285511 h 2323145"/>
              <a:gd name="connsiteX251" fmla="*/ 23798 w 11269336"/>
              <a:gd name="connsiteY251" fmla="*/ 2281822 h 2323145"/>
              <a:gd name="connsiteX252" fmla="*/ 0 w 11269336"/>
              <a:gd name="connsiteY252" fmla="*/ 2285369 h 2323145"/>
              <a:gd name="connsiteX253" fmla="*/ 0 w 11269336"/>
              <a:gd name="connsiteY25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67257 w 11269336"/>
              <a:gd name="connsiteY141" fmla="*/ 2196121 h 2323145"/>
              <a:gd name="connsiteX142" fmla="*/ 4405765 w 11269336"/>
              <a:gd name="connsiteY142" fmla="*/ 2199902 h 2323145"/>
              <a:gd name="connsiteX143" fmla="*/ 4401354 w 11269336"/>
              <a:gd name="connsiteY143" fmla="*/ 2194745 h 2323145"/>
              <a:gd name="connsiteX144" fmla="*/ 4366646 w 11269336"/>
              <a:gd name="connsiteY144" fmla="*/ 2198564 h 2323145"/>
              <a:gd name="connsiteX145" fmla="*/ 4354009 w 11269336"/>
              <a:gd name="connsiteY145" fmla="*/ 2204984 h 2323145"/>
              <a:gd name="connsiteX146" fmla="*/ 4348284 w 11269336"/>
              <a:gd name="connsiteY146" fmla="*/ 2205270 h 2323145"/>
              <a:gd name="connsiteX147" fmla="*/ 4333906 w 11269336"/>
              <a:gd name="connsiteY147" fmla="*/ 2205251 h 2323145"/>
              <a:gd name="connsiteX148" fmla="*/ 4308819 w 11269336"/>
              <a:gd name="connsiteY148" fmla="*/ 2203822 h 2323145"/>
              <a:gd name="connsiteX149" fmla="*/ 4301210 w 11269336"/>
              <a:gd name="connsiteY149" fmla="*/ 2204456 h 2323145"/>
              <a:gd name="connsiteX150" fmla="*/ 4283095 w 11269336"/>
              <a:gd name="connsiteY150" fmla="*/ 2198177 h 2323145"/>
              <a:gd name="connsiteX151" fmla="*/ 4250119 w 11269336"/>
              <a:gd name="connsiteY151" fmla="*/ 2196342 h 2323145"/>
              <a:gd name="connsiteX152" fmla="*/ 4189203 w 11269336"/>
              <a:gd name="connsiteY152" fmla="*/ 2178994 h 2323145"/>
              <a:gd name="connsiteX153" fmla="*/ 4154035 w 11269336"/>
              <a:gd name="connsiteY153" fmla="*/ 2171950 h 2323145"/>
              <a:gd name="connsiteX154" fmla="*/ 4129569 w 11269336"/>
              <a:gd name="connsiteY154" fmla="*/ 2163850 h 2323145"/>
              <a:gd name="connsiteX155" fmla="*/ 4061250 w 11269336"/>
              <a:gd name="connsiteY155" fmla="*/ 2159236 h 2323145"/>
              <a:gd name="connsiteX156" fmla="*/ 3945480 w 11269336"/>
              <a:gd name="connsiteY156" fmla="*/ 2158279 h 2323145"/>
              <a:gd name="connsiteX157" fmla="*/ 3921468 w 11269336"/>
              <a:gd name="connsiteY157" fmla="*/ 2156588 h 2323145"/>
              <a:gd name="connsiteX158" fmla="*/ 3903348 w 11269336"/>
              <a:gd name="connsiteY158" fmla="*/ 2149220 h 2323145"/>
              <a:gd name="connsiteX159" fmla="*/ 3901342 w 11269336"/>
              <a:gd name="connsiteY159" fmla="*/ 2142355 h 2323145"/>
              <a:gd name="connsiteX160" fmla="*/ 3888539 w 11269336"/>
              <a:gd name="connsiteY160" fmla="*/ 2140476 h 2323145"/>
              <a:gd name="connsiteX161" fmla="*/ 3885662 w 11269336"/>
              <a:gd name="connsiteY161" fmla="*/ 2138740 h 2323145"/>
              <a:gd name="connsiteX162" fmla="*/ 3868627 w 11269336"/>
              <a:gd name="connsiteY162" fmla="*/ 2130023 h 2323145"/>
              <a:gd name="connsiteX163" fmla="*/ 3819177 w 11269336"/>
              <a:gd name="connsiteY163" fmla="*/ 2142111 h 2323145"/>
              <a:gd name="connsiteX164" fmla="*/ 3769100 w 11269336"/>
              <a:gd name="connsiteY164" fmla="*/ 2131731 h 2323145"/>
              <a:gd name="connsiteX165" fmla="*/ 3562752 w 11269336"/>
              <a:gd name="connsiteY165" fmla="*/ 2131785 h 2323145"/>
              <a:gd name="connsiteX166" fmla="*/ 3541402 w 11269336"/>
              <a:gd name="connsiteY166" fmla="*/ 2106821 h 2323145"/>
              <a:gd name="connsiteX167" fmla="*/ 3365341 w 11269336"/>
              <a:gd name="connsiteY167" fmla="*/ 2077638 h 2323145"/>
              <a:gd name="connsiteX168" fmla="*/ 3170922 w 11269336"/>
              <a:gd name="connsiteY168" fmla="*/ 2115957 h 2323145"/>
              <a:gd name="connsiteX169" fmla="*/ 3156256 w 11269336"/>
              <a:gd name="connsiteY169" fmla="*/ 2124773 h 2323145"/>
              <a:gd name="connsiteX170" fmla="*/ 3140298 w 11269336"/>
              <a:gd name="connsiteY170" fmla="*/ 2129182 h 2323145"/>
              <a:gd name="connsiteX171" fmla="*/ 3138514 w 11269336"/>
              <a:gd name="connsiteY171" fmla="*/ 2128069 h 2323145"/>
              <a:gd name="connsiteX172" fmla="*/ 3120467 w 11269336"/>
              <a:gd name="connsiteY172" fmla="*/ 2128281 h 2323145"/>
              <a:gd name="connsiteX173" fmla="*/ 3116175 w 11269336"/>
              <a:gd name="connsiteY173" fmla="*/ 2131633 h 2323145"/>
              <a:gd name="connsiteX174" fmla="*/ 3103685 w 11269336"/>
              <a:gd name="connsiteY174" fmla="*/ 2132814 h 2323145"/>
              <a:gd name="connsiteX175" fmla="*/ 3078794 w 11269336"/>
              <a:gd name="connsiteY175" fmla="*/ 2137935 h 2323145"/>
              <a:gd name="connsiteX176" fmla="*/ 3074407 w 11269336"/>
              <a:gd name="connsiteY176" fmla="*/ 2136274 h 2323145"/>
              <a:gd name="connsiteX177" fmla="*/ 3037285 w 11269336"/>
              <a:gd name="connsiteY177" fmla="*/ 2139919 h 2323145"/>
              <a:gd name="connsiteX178" fmla="*/ 3036901 w 11269336"/>
              <a:gd name="connsiteY178" fmla="*/ 2138726 h 2323145"/>
              <a:gd name="connsiteX179" fmla="*/ 3026996 w 11269336"/>
              <a:gd name="connsiteY179" fmla="*/ 2134322 h 2323145"/>
              <a:gd name="connsiteX180" fmla="*/ 3007772 w 11269336"/>
              <a:gd name="connsiteY180" fmla="*/ 2128742 h 2323145"/>
              <a:gd name="connsiteX181" fmla="*/ 2965030 w 11269336"/>
              <a:gd name="connsiteY181" fmla="*/ 2100494 h 2323145"/>
              <a:gd name="connsiteX182" fmla="*/ 2926342 w 11269336"/>
              <a:gd name="connsiteY182" fmla="*/ 2104155 h 2323145"/>
              <a:gd name="connsiteX183" fmla="*/ 2918608 w 11269336"/>
              <a:gd name="connsiteY183" fmla="*/ 2104215 h 2323145"/>
              <a:gd name="connsiteX184" fmla="*/ 2918475 w 11269336"/>
              <a:gd name="connsiteY184" fmla="*/ 2103937 h 2323145"/>
              <a:gd name="connsiteX185" fmla="*/ 2910360 w 11269336"/>
              <a:gd name="connsiteY185" fmla="*/ 2103444 h 2323145"/>
              <a:gd name="connsiteX186" fmla="*/ 2904507 w 11269336"/>
              <a:gd name="connsiteY186" fmla="*/ 2104326 h 2323145"/>
              <a:gd name="connsiteX187" fmla="*/ 2889503 w 11269336"/>
              <a:gd name="connsiteY187" fmla="*/ 2104443 h 2323145"/>
              <a:gd name="connsiteX188" fmla="*/ 2884480 w 11269336"/>
              <a:gd name="connsiteY188" fmla="*/ 2102626 h 2323145"/>
              <a:gd name="connsiteX189" fmla="*/ 2882689 w 11269336"/>
              <a:gd name="connsiteY189" fmla="*/ 2099228 h 2323145"/>
              <a:gd name="connsiteX190" fmla="*/ 2881291 w 11269336"/>
              <a:gd name="connsiteY190" fmla="*/ 2099618 h 2323145"/>
              <a:gd name="connsiteX191" fmla="*/ 2853979 w 11269336"/>
              <a:gd name="connsiteY191" fmla="*/ 2090388 h 2323145"/>
              <a:gd name="connsiteX192" fmla="*/ 2791790 w 11269336"/>
              <a:gd name="connsiteY192" fmla="*/ 2080332 h 2323145"/>
              <a:gd name="connsiteX193" fmla="*/ 2755844 w 11269336"/>
              <a:gd name="connsiteY193" fmla="*/ 2078874 h 2323145"/>
              <a:gd name="connsiteX194" fmla="*/ 2657742 w 11269336"/>
              <a:gd name="connsiteY194" fmla="*/ 2070179 h 2323145"/>
              <a:gd name="connsiteX195" fmla="*/ 2559549 w 11269336"/>
              <a:gd name="connsiteY195" fmla="*/ 2057873 h 2323145"/>
              <a:gd name="connsiteX196" fmla="*/ 2512054 w 11269336"/>
              <a:gd name="connsiteY196" fmla="*/ 2031671 h 2323145"/>
              <a:gd name="connsiteX197" fmla="*/ 2506437 w 11269336"/>
              <a:gd name="connsiteY197" fmla="*/ 2030918 h 2323145"/>
              <a:gd name="connsiteX198" fmla="*/ 2491752 w 11269336"/>
              <a:gd name="connsiteY198" fmla="*/ 2033906 h 2323145"/>
              <a:gd name="connsiteX199" fmla="*/ 2486338 w 11269336"/>
              <a:gd name="connsiteY199" fmla="*/ 2035862 h 2323145"/>
              <a:gd name="connsiteX200" fmla="*/ 2478186 w 11269336"/>
              <a:gd name="connsiteY200" fmla="*/ 2036953 h 2323145"/>
              <a:gd name="connsiteX201" fmla="*/ 2477950 w 11269336"/>
              <a:gd name="connsiteY201" fmla="*/ 2036715 h 2323145"/>
              <a:gd name="connsiteX202" fmla="*/ 2470381 w 11269336"/>
              <a:gd name="connsiteY202" fmla="*/ 2038256 h 2323145"/>
              <a:gd name="connsiteX203" fmla="*/ 2433781 w 11269336"/>
              <a:gd name="connsiteY203" fmla="*/ 2049140 h 2323145"/>
              <a:gd name="connsiteX204" fmla="*/ 2381172 w 11269336"/>
              <a:gd name="connsiteY204" fmla="*/ 2030645 h 2323145"/>
              <a:gd name="connsiteX205" fmla="*/ 2360198 w 11269336"/>
              <a:gd name="connsiteY205" fmla="*/ 2029059 h 2323145"/>
              <a:gd name="connsiteX206" fmla="*/ 2348815 w 11269336"/>
              <a:gd name="connsiteY206" fmla="*/ 2026798 h 2323145"/>
              <a:gd name="connsiteX207" fmla="*/ 2347988 w 11269336"/>
              <a:gd name="connsiteY207" fmla="*/ 2025745 h 2323145"/>
              <a:gd name="connsiteX208" fmla="*/ 2312920 w 11269336"/>
              <a:gd name="connsiteY208" fmla="*/ 2036311 h 2323145"/>
              <a:gd name="connsiteX209" fmla="*/ 2307986 w 11269336"/>
              <a:gd name="connsiteY209" fmla="*/ 2035583 h 2323145"/>
              <a:gd name="connsiteX210" fmla="*/ 2285481 w 11269336"/>
              <a:gd name="connsiteY210" fmla="*/ 2045197 h 2323145"/>
              <a:gd name="connsiteX211" fmla="*/ 2273666 w 11269336"/>
              <a:gd name="connsiteY211" fmla="*/ 2048710 h 2323145"/>
              <a:gd name="connsiteX212" fmla="*/ 2270719 w 11269336"/>
              <a:gd name="connsiteY212" fmla="*/ 2052702 h 2323145"/>
              <a:gd name="connsiteX213" fmla="*/ 2253080 w 11269336"/>
              <a:gd name="connsiteY213" fmla="*/ 2056363 h 2323145"/>
              <a:gd name="connsiteX214" fmla="*/ 2250906 w 11269336"/>
              <a:gd name="connsiteY214" fmla="*/ 2055654 h 2323145"/>
              <a:gd name="connsiteX215" fmla="*/ 2236905 w 11269336"/>
              <a:gd name="connsiteY215" fmla="*/ 2062882 h 2323145"/>
              <a:gd name="connsiteX216" fmla="*/ 2225830 w 11269336"/>
              <a:gd name="connsiteY216" fmla="*/ 2074027 h 2323145"/>
              <a:gd name="connsiteX217" fmla="*/ 2073776 w 11269336"/>
              <a:gd name="connsiteY217" fmla="*/ 2089244 h 2323145"/>
              <a:gd name="connsiteX218" fmla="*/ 1948256 w 11269336"/>
              <a:gd name="connsiteY218" fmla="*/ 2146616 h 2323145"/>
              <a:gd name="connsiteX219" fmla="*/ 1865582 w 11269336"/>
              <a:gd name="connsiteY219" fmla="*/ 2153738 h 2323145"/>
              <a:gd name="connsiteX220" fmla="*/ 1835210 w 11269336"/>
              <a:gd name="connsiteY220" fmla="*/ 2134244 h 2323145"/>
              <a:gd name="connsiteX221" fmla="*/ 1632661 w 11269336"/>
              <a:gd name="connsiteY221" fmla="*/ 2173882 h 2323145"/>
              <a:gd name="connsiteX222" fmla="*/ 1579590 w 11269336"/>
              <a:gd name="connsiteY222" fmla="*/ 2173680 h 2323145"/>
              <a:gd name="connsiteX223" fmla="*/ 1535601 w 11269336"/>
              <a:gd name="connsiteY223" fmla="*/ 2194590 h 2323145"/>
              <a:gd name="connsiteX224" fmla="*/ 1515594 w 11269336"/>
              <a:gd name="connsiteY224" fmla="*/ 2189622 h 2323145"/>
              <a:gd name="connsiteX225" fmla="*/ 1512113 w 11269336"/>
              <a:gd name="connsiteY225" fmla="*/ 2188534 h 2323145"/>
              <a:gd name="connsiteX226" fmla="*/ 1498838 w 11269336"/>
              <a:gd name="connsiteY226" fmla="*/ 2189213 h 2323145"/>
              <a:gd name="connsiteX227" fmla="*/ 1494279 w 11269336"/>
              <a:gd name="connsiteY227" fmla="*/ 2183112 h 2323145"/>
              <a:gd name="connsiteX228" fmla="*/ 1473714 w 11269336"/>
              <a:gd name="connsiteY228" fmla="*/ 2179625 h 2323145"/>
              <a:gd name="connsiteX229" fmla="*/ 1449503 w 11269336"/>
              <a:gd name="connsiteY229" fmla="*/ 2182633 h 2323145"/>
              <a:gd name="connsiteX230" fmla="*/ 1266687 w 11269336"/>
              <a:gd name="connsiteY230" fmla="*/ 2212688 h 2323145"/>
              <a:gd name="connsiteX231" fmla="*/ 1239614 w 11269336"/>
              <a:gd name="connsiteY231" fmla="*/ 2209727 h 2323145"/>
              <a:gd name="connsiteX232" fmla="*/ 1202436 w 11269336"/>
              <a:gd name="connsiteY232" fmla="*/ 2209817 h 2323145"/>
              <a:gd name="connsiteX233" fmla="*/ 1136097 w 11269336"/>
              <a:gd name="connsiteY233" fmla="*/ 2205112 h 2323145"/>
              <a:gd name="connsiteX234" fmla="*/ 988232 w 11269336"/>
              <a:gd name="connsiteY234" fmla="*/ 2235635 h 2323145"/>
              <a:gd name="connsiteX235" fmla="*/ 981959 w 11269336"/>
              <a:gd name="connsiteY235" fmla="*/ 2231607 h 2323145"/>
              <a:gd name="connsiteX236" fmla="*/ 938600 w 11269336"/>
              <a:gd name="connsiteY236" fmla="*/ 2238113 h 2323145"/>
              <a:gd name="connsiteX237" fmla="*/ 791788 w 11269336"/>
              <a:gd name="connsiteY237" fmla="*/ 2293224 h 2323145"/>
              <a:gd name="connsiteX238" fmla="*/ 706914 w 11269336"/>
              <a:gd name="connsiteY238" fmla="*/ 2305046 h 2323145"/>
              <a:gd name="connsiteX239" fmla="*/ 675971 w 11269336"/>
              <a:gd name="connsiteY239" fmla="*/ 2304030 h 2323145"/>
              <a:gd name="connsiteX240" fmla="*/ 624180 w 11269336"/>
              <a:gd name="connsiteY240" fmla="*/ 2302650 h 2323145"/>
              <a:gd name="connsiteX241" fmla="*/ 583453 w 11269336"/>
              <a:gd name="connsiteY241" fmla="*/ 2288788 h 2323145"/>
              <a:gd name="connsiteX242" fmla="*/ 540946 w 11269336"/>
              <a:gd name="connsiteY242" fmla="*/ 2292721 h 2323145"/>
              <a:gd name="connsiteX243" fmla="*/ 533680 w 11269336"/>
              <a:gd name="connsiteY243" fmla="*/ 2310233 h 2323145"/>
              <a:gd name="connsiteX244" fmla="*/ 487366 w 11269336"/>
              <a:gd name="connsiteY244" fmla="*/ 2309053 h 2323145"/>
              <a:gd name="connsiteX245" fmla="*/ 416820 w 11269336"/>
              <a:gd name="connsiteY245" fmla="*/ 2305443 h 2323145"/>
              <a:gd name="connsiteX246" fmla="*/ 376805 w 11269336"/>
              <a:gd name="connsiteY246" fmla="*/ 2307647 h 2323145"/>
              <a:gd name="connsiteX247" fmla="*/ 266777 w 11269336"/>
              <a:gd name="connsiteY247" fmla="*/ 2309012 h 2323145"/>
              <a:gd name="connsiteX248" fmla="*/ 156013 w 11269336"/>
              <a:gd name="connsiteY248" fmla="*/ 2306832 h 2323145"/>
              <a:gd name="connsiteX249" fmla="*/ 87258 w 11269336"/>
              <a:gd name="connsiteY249" fmla="*/ 2285511 h 2323145"/>
              <a:gd name="connsiteX250" fmla="*/ 23798 w 11269336"/>
              <a:gd name="connsiteY250" fmla="*/ 2281822 h 2323145"/>
              <a:gd name="connsiteX251" fmla="*/ 0 w 11269336"/>
              <a:gd name="connsiteY251" fmla="*/ 2285369 h 2323145"/>
              <a:gd name="connsiteX252" fmla="*/ 0 w 11269336"/>
              <a:gd name="connsiteY25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05765 w 11269336"/>
              <a:gd name="connsiteY141" fmla="*/ 2199902 h 2323145"/>
              <a:gd name="connsiteX142" fmla="*/ 4401354 w 11269336"/>
              <a:gd name="connsiteY142" fmla="*/ 2194745 h 2323145"/>
              <a:gd name="connsiteX143" fmla="*/ 4366646 w 11269336"/>
              <a:gd name="connsiteY143" fmla="*/ 2198564 h 2323145"/>
              <a:gd name="connsiteX144" fmla="*/ 4354009 w 11269336"/>
              <a:gd name="connsiteY144" fmla="*/ 2204984 h 2323145"/>
              <a:gd name="connsiteX145" fmla="*/ 4348284 w 11269336"/>
              <a:gd name="connsiteY145" fmla="*/ 2205270 h 2323145"/>
              <a:gd name="connsiteX146" fmla="*/ 4333906 w 11269336"/>
              <a:gd name="connsiteY146" fmla="*/ 2205251 h 2323145"/>
              <a:gd name="connsiteX147" fmla="*/ 4308819 w 11269336"/>
              <a:gd name="connsiteY147" fmla="*/ 2203822 h 2323145"/>
              <a:gd name="connsiteX148" fmla="*/ 4301210 w 11269336"/>
              <a:gd name="connsiteY148" fmla="*/ 2204456 h 2323145"/>
              <a:gd name="connsiteX149" fmla="*/ 4283095 w 11269336"/>
              <a:gd name="connsiteY149" fmla="*/ 2198177 h 2323145"/>
              <a:gd name="connsiteX150" fmla="*/ 4250119 w 11269336"/>
              <a:gd name="connsiteY150" fmla="*/ 2196342 h 2323145"/>
              <a:gd name="connsiteX151" fmla="*/ 4189203 w 11269336"/>
              <a:gd name="connsiteY151" fmla="*/ 2178994 h 2323145"/>
              <a:gd name="connsiteX152" fmla="*/ 4154035 w 11269336"/>
              <a:gd name="connsiteY152" fmla="*/ 2171950 h 2323145"/>
              <a:gd name="connsiteX153" fmla="*/ 4129569 w 11269336"/>
              <a:gd name="connsiteY153" fmla="*/ 2163850 h 2323145"/>
              <a:gd name="connsiteX154" fmla="*/ 4061250 w 11269336"/>
              <a:gd name="connsiteY154" fmla="*/ 2159236 h 2323145"/>
              <a:gd name="connsiteX155" fmla="*/ 3945480 w 11269336"/>
              <a:gd name="connsiteY155" fmla="*/ 2158279 h 2323145"/>
              <a:gd name="connsiteX156" fmla="*/ 3921468 w 11269336"/>
              <a:gd name="connsiteY156" fmla="*/ 2156588 h 2323145"/>
              <a:gd name="connsiteX157" fmla="*/ 3903348 w 11269336"/>
              <a:gd name="connsiteY157" fmla="*/ 2149220 h 2323145"/>
              <a:gd name="connsiteX158" fmla="*/ 3901342 w 11269336"/>
              <a:gd name="connsiteY158" fmla="*/ 2142355 h 2323145"/>
              <a:gd name="connsiteX159" fmla="*/ 3888539 w 11269336"/>
              <a:gd name="connsiteY159" fmla="*/ 2140476 h 2323145"/>
              <a:gd name="connsiteX160" fmla="*/ 3885662 w 11269336"/>
              <a:gd name="connsiteY160" fmla="*/ 2138740 h 2323145"/>
              <a:gd name="connsiteX161" fmla="*/ 3868627 w 11269336"/>
              <a:gd name="connsiteY161" fmla="*/ 2130023 h 2323145"/>
              <a:gd name="connsiteX162" fmla="*/ 3819177 w 11269336"/>
              <a:gd name="connsiteY162" fmla="*/ 2142111 h 2323145"/>
              <a:gd name="connsiteX163" fmla="*/ 3769100 w 11269336"/>
              <a:gd name="connsiteY163" fmla="*/ 2131731 h 2323145"/>
              <a:gd name="connsiteX164" fmla="*/ 3562752 w 11269336"/>
              <a:gd name="connsiteY164" fmla="*/ 2131785 h 2323145"/>
              <a:gd name="connsiteX165" fmla="*/ 3541402 w 11269336"/>
              <a:gd name="connsiteY165" fmla="*/ 2106821 h 2323145"/>
              <a:gd name="connsiteX166" fmla="*/ 3365341 w 11269336"/>
              <a:gd name="connsiteY166" fmla="*/ 2077638 h 2323145"/>
              <a:gd name="connsiteX167" fmla="*/ 3170922 w 11269336"/>
              <a:gd name="connsiteY167" fmla="*/ 2115957 h 2323145"/>
              <a:gd name="connsiteX168" fmla="*/ 3156256 w 11269336"/>
              <a:gd name="connsiteY168" fmla="*/ 2124773 h 2323145"/>
              <a:gd name="connsiteX169" fmla="*/ 3140298 w 11269336"/>
              <a:gd name="connsiteY169" fmla="*/ 2129182 h 2323145"/>
              <a:gd name="connsiteX170" fmla="*/ 3138514 w 11269336"/>
              <a:gd name="connsiteY170" fmla="*/ 2128069 h 2323145"/>
              <a:gd name="connsiteX171" fmla="*/ 3120467 w 11269336"/>
              <a:gd name="connsiteY171" fmla="*/ 2128281 h 2323145"/>
              <a:gd name="connsiteX172" fmla="*/ 3116175 w 11269336"/>
              <a:gd name="connsiteY172" fmla="*/ 2131633 h 2323145"/>
              <a:gd name="connsiteX173" fmla="*/ 3103685 w 11269336"/>
              <a:gd name="connsiteY173" fmla="*/ 2132814 h 2323145"/>
              <a:gd name="connsiteX174" fmla="*/ 3078794 w 11269336"/>
              <a:gd name="connsiteY174" fmla="*/ 2137935 h 2323145"/>
              <a:gd name="connsiteX175" fmla="*/ 3074407 w 11269336"/>
              <a:gd name="connsiteY175" fmla="*/ 2136274 h 2323145"/>
              <a:gd name="connsiteX176" fmla="*/ 3037285 w 11269336"/>
              <a:gd name="connsiteY176" fmla="*/ 2139919 h 2323145"/>
              <a:gd name="connsiteX177" fmla="*/ 3036901 w 11269336"/>
              <a:gd name="connsiteY177" fmla="*/ 2138726 h 2323145"/>
              <a:gd name="connsiteX178" fmla="*/ 3026996 w 11269336"/>
              <a:gd name="connsiteY178" fmla="*/ 2134322 h 2323145"/>
              <a:gd name="connsiteX179" fmla="*/ 3007772 w 11269336"/>
              <a:gd name="connsiteY179" fmla="*/ 2128742 h 2323145"/>
              <a:gd name="connsiteX180" fmla="*/ 2965030 w 11269336"/>
              <a:gd name="connsiteY180" fmla="*/ 2100494 h 2323145"/>
              <a:gd name="connsiteX181" fmla="*/ 2926342 w 11269336"/>
              <a:gd name="connsiteY181" fmla="*/ 2104155 h 2323145"/>
              <a:gd name="connsiteX182" fmla="*/ 2918608 w 11269336"/>
              <a:gd name="connsiteY182" fmla="*/ 2104215 h 2323145"/>
              <a:gd name="connsiteX183" fmla="*/ 2918475 w 11269336"/>
              <a:gd name="connsiteY183" fmla="*/ 2103937 h 2323145"/>
              <a:gd name="connsiteX184" fmla="*/ 2910360 w 11269336"/>
              <a:gd name="connsiteY184" fmla="*/ 2103444 h 2323145"/>
              <a:gd name="connsiteX185" fmla="*/ 2904507 w 11269336"/>
              <a:gd name="connsiteY185" fmla="*/ 2104326 h 2323145"/>
              <a:gd name="connsiteX186" fmla="*/ 2889503 w 11269336"/>
              <a:gd name="connsiteY186" fmla="*/ 2104443 h 2323145"/>
              <a:gd name="connsiteX187" fmla="*/ 2884480 w 11269336"/>
              <a:gd name="connsiteY187" fmla="*/ 2102626 h 2323145"/>
              <a:gd name="connsiteX188" fmla="*/ 2882689 w 11269336"/>
              <a:gd name="connsiteY188" fmla="*/ 2099228 h 2323145"/>
              <a:gd name="connsiteX189" fmla="*/ 2881291 w 11269336"/>
              <a:gd name="connsiteY189" fmla="*/ 2099618 h 2323145"/>
              <a:gd name="connsiteX190" fmla="*/ 2853979 w 11269336"/>
              <a:gd name="connsiteY190" fmla="*/ 2090388 h 2323145"/>
              <a:gd name="connsiteX191" fmla="*/ 2791790 w 11269336"/>
              <a:gd name="connsiteY191" fmla="*/ 2080332 h 2323145"/>
              <a:gd name="connsiteX192" fmla="*/ 2755844 w 11269336"/>
              <a:gd name="connsiteY192" fmla="*/ 2078874 h 2323145"/>
              <a:gd name="connsiteX193" fmla="*/ 2657742 w 11269336"/>
              <a:gd name="connsiteY193" fmla="*/ 2070179 h 2323145"/>
              <a:gd name="connsiteX194" fmla="*/ 2559549 w 11269336"/>
              <a:gd name="connsiteY194" fmla="*/ 2057873 h 2323145"/>
              <a:gd name="connsiteX195" fmla="*/ 2512054 w 11269336"/>
              <a:gd name="connsiteY195" fmla="*/ 2031671 h 2323145"/>
              <a:gd name="connsiteX196" fmla="*/ 2506437 w 11269336"/>
              <a:gd name="connsiteY196" fmla="*/ 2030918 h 2323145"/>
              <a:gd name="connsiteX197" fmla="*/ 2491752 w 11269336"/>
              <a:gd name="connsiteY197" fmla="*/ 2033906 h 2323145"/>
              <a:gd name="connsiteX198" fmla="*/ 2486338 w 11269336"/>
              <a:gd name="connsiteY198" fmla="*/ 2035862 h 2323145"/>
              <a:gd name="connsiteX199" fmla="*/ 2478186 w 11269336"/>
              <a:gd name="connsiteY199" fmla="*/ 2036953 h 2323145"/>
              <a:gd name="connsiteX200" fmla="*/ 2477950 w 11269336"/>
              <a:gd name="connsiteY200" fmla="*/ 2036715 h 2323145"/>
              <a:gd name="connsiteX201" fmla="*/ 2470381 w 11269336"/>
              <a:gd name="connsiteY201" fmla="*/ 2038256 h 2323145"/>
              <a:gd name="connsiteX202" fmla="*/ 2433781 w 11269336"/>
              <a:gd name="connsiteY202" fmla="*/ 2049140 h 2323145"/>
              <a:gd name="connsiteX203" fmla="*/ 2381172 w 11269336"/>
              <a:gd name="connsiteY203" fmla="*/ 2030645 h 2323145"/>
              <a:gd name="connsiteX204" fmla="*/ 2360198 w 11269336"/>
              <a:gd name="connsiteY204" fmla="*/ 2029059 h 2323145"/>
              <a:gd name="connsiteX205" fmla="*/ 2348815 w 11269336"/>
              <a:gd name="connsiteY205" fmla="*/ 2026798 h 2323145"/>
              <a:gd name="connsiteX206" fmla="*/ 2347988 w 11269336"/>
              <a:gd name="connsiteY206" fmla="*/ 2025745 h 2323145"/>
              <a:gd name="connsiteX207" fmla="*/ 2312920 w 11269336"/>
              <a:gd name="connsiteY207" fmla="*/ 2036311 h 2323145"/>
              <a:gd name="connsiteX208" fmla="*/ 2307986 w 11269336"/>
              <a:gd name="connsiteY208" fmla="*/ 2035583 h 2323145"/>
              <a:gd name="connsiteX209" fmla="*/ 2285481 w 11269336"/>
              <a:gd name="connsiteY209" fmla="*/ 2045197 h 2323145"/>
              <a:gd name="connsiteX210" fmla="*/ 2273666 w 11269336"/>
              <a:gd name="connsiteY210" fmla="*/ 2048710 h 2323145"/>
              <a:gd name="connsiteX211" fmla="*/ 2270719 w 11269336"/>
              <a:gd name="connsiteY211" fmla="*/ 2052702 h 2323145"/>
              <a:gd name="connsiteX212" fmla="*/ 2253080 w 11269336"/>
              <a:gd name="connsiteY212" fmla="*/ 2056363 h 2323145"/>
              <a:gd name="connsiteX213" fmla="*/ 2250906 w 11269336"/>
              <a:gd name="connsiteY213" fmla="*/ 2055654 h 2323145"/>
              <a:gd name="connsiteX214" fmla="*/ 2236905 w 11269336"/>
              <a:gd name="connsiteY214" fmla="*/ 2062882 h 2323145"/>
              <a:gd name="connsiteX215" fmla="*/ 2225830 w 11269336"/>
              <a:gd name="connsiteY215" fmla="*/ 2074027 h 2323145"/>
              <a:gd name="connsiteX216" fmla="*/ 2073776 w 11269336"/>
              <a:gd name="connsiteY216" fmla="*/ 2089244 h 2323145"/>
              <a:gd name="connsiteX217" fmla="*/ 1948256 w 11269336"/>
              <a:gd name="connsiteY217" fmla="*/ 2146616 h 2323145"/>
              <a:gd name="connsiteX218" fmla="*/ 1865582 w 11269336"/>
              <a:gd name="connsiteY218" fmla="*/ 2153738 h 2323145"/>
              <a:gd name="connsiteX219" fmla="*/ 1835210 w 11269336"/>
              <a:gd name="connsiteY219" fmla="*/ 2134244 h 2323145"/>
              <a:gd name="connsiteX220" fmla="*/ 1632661 w 11269336"/>
              <a:gd name="connsiteY220" fmla="*/ 2173882 h 2323145"/>
              <a:gd name="connsiteX221" fmla="*/ 1579590 w 11269336"/>
              <a:gd name="connsiteY221" fmla="*/ 2173680 h 2323145"/>
              <a:gd name="connsiteX222" fmla="*/ 1535601 w 11269336"/>
              <a:gd name="connsiteY222" fmla="*/ 2194590 h 2323145"/>
              <a:gd name="connsiteX223" fmla="*/ 1515594 w 11269336"/>
              <a:gd name="connsiteY223" fmla="*/ 2189622 h 2323145"/>
              <a:gd name="connsiteX224" fmla="*/ 1512113 w 11269336"/>
              <a:gd name="connsiteY224" fmla="*/ 2188534 h 2323145"/>
              <a:gd name="connsiteX225" fmla="*/ 1498838 w 11269336"/>
              <a:gd name="connsiteY225" fmla="*/ 2189213 h 2323145"/>
              <a:gd name="connsiteX226" fmla="*/ 1494279 w 11269336"/>
              <a:gd name="connsiteY226" fmla="*/ 2183112 h 2323145"/>
              <a:gd name="connsiteX227" fmla="*/ 1473714 w 11269336"/>
              <a:gd name="connsiteY227" fmla="*/ 2179625 h 2323145"/>
              <a:gd name="connsiteX228" fmla="*/ 1449503 w 11269336"/>
              <a:gd name="connsiteY228" fmla="*/ 2182633 h 2323145"/>
              <a:gd name="connsiteX229" fmla="*/ 1266687 w 11269336"/>
              <a:gd name="connsiteY229" fmla="*/ 2212688 h 2323145"/>
              <a:gd name="connsiteX230" fmla="*/ 1239614 w 11269336"/>
              <a:gd name="connsiteY230" fmla="*/ 2209727 h 2323145"/>
              <a:gd name="connsiteX231" fmla="*/ 1202436 w 11269336"/>
              <a:gd name="connsiteY231" fmla="*/ 2209817 h 2323145"/>
              <a:gd name="connsiteX232" fmla="*/ 1136097 w 11269336"/>
              <a:gd name="connsiteY232" fmla="*/ 2205112 h 2323145"/>
              <a:gd name="connsiteX233" fmla="*/ 988232 w 11269336"/>
              <a:gd name="connsiteY233" fmla="*/ 2235635 h 2323145"/>
              <a:gd name="connsiteX234" fmla="*/ 981959 w 11269336"/>
              <a:gd name="connsiteY234" fmla="*/ 2231607 h 2323145"/>
              <a:gd name="connsiteX235" fmla="*/ 938600 w 11269336"/>
              <a:gd name="connsiteY235" fmla="*/ 2238113 h 2323145"/>
              <a:gd name="connsiteX236" fmla="*/ 791788 w 11269336"/>
              <a:gd name="connsiteY236" fmla="*/ 2293224 h 2323145"/>
              <a:gd name="connsiteX237" fmla="*/ 706914 w 11269336"/>
              <a:gd name="connsiteY237" fmla="*/ 2305046 h 2323145"/>
              <a:gd name="connsiteX238" fmla="*/ 675971 w 11269336"/>
              <a:gd name="connsiteY238" fmla="*/ 2304030 h 2323145"/>
              <a:gd name="connsiteX239" fmla="*/ 624180 w 11269336"/>
              <a:gd name="connsiteY239" fmla="*/ 2302650 h 2323145"/>
              <a:gd name="connsiteX240" fmla="*/ 583453 w 11269336"/>
              <a:gd name="connsiteY240" fmla="*/ 2288788 h 2323145"/>
              <a:gd name="connsiteX241" fmla="*/ 540946 w 11269336"/>
              <a:gd name="connsiteY241" fmla="*/ 2292721 h 2323145"/>
              <a:gd name="connsiteX242" fmla="*/ 533680 w 11269336"/>
              <a:gd name="connsiteY242" fmla="*/ 2310233 h 2323145"/>
              <a:gd name="connsiteX243" fmla="*/ 487366 w 11269336"/>
              <a:gd name="connsiteY243" fmla="*/ 2309053 h 2323145"/>
              <a:gd name="connsiteX244" fmla="*/ 416820 w 11269336"/>
              <a:gd name="connsiteY244" fmla="*/ 2305443 h 2323145"/>
              <a:gd name="connsiteX245" fmla="*/ 376805 w 11269336"/>
              <a:gd name="connsiteY245" fmla="*/ 2307647 h 2323145"/>
              <a:gd name="connsiteX246" fmla="*/ 266777 w 11269336"/>
              <a:gd name="connsiteY246" fmla="*/ 2309012 h 2323145"/>
              <a:gd name="connsiteX247" fmla="*/ 156013 w 11269336"/>
              <a:gd name="connsiteY247" fmla="*/ 2306832 h 2323145"/>
              <a:gd name="connsiteX248" fmla="*/ 87258 w 11269336"/>
              <a:gd name="connsiteY248" fmla="*/ 2285511 h 2323145"/>
              <a:gd name="connsiteX249" fmla="*/ 23798 w 11269336"/>
              <a:gd name="connsiteY249" fmla="*/ 2281822 h 2323145"/>
              <a:gd name="connsiteX250" fmla="*/ 0 w 11269336"/>
              <a:gd name="connsiteY250" fmla="*/ 2285369 h 2323145"/>
              <a:gd name="connsiteX251" fmla="*/ 0 w 11269336"/>
              <a:gd name="connsiteY251" fmla="*/ 0 h 23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1269336" h="2323145">
                <a:moveTo>
                  <a:pt x="0" y="0"/>
                </a:moveTo>
                <a:lnTo>
                  <a:pt x="11269336" y="0"/>
                </a:lnTo>
                <a:lnTo>
                  <a:pt x="11268645" y="511"/>
                </a:lnTo>
                <a:cubicBezTo>
                  <a:pt x="11257520" y="14091"/>
                  <a:pt x="11248967" y="32073"/>
                  <a:pt x="11230739" y="37096"/>
                </a:cubicBezTo>
                <a:cubicBezTo>
                  <a:pt x="11194283" y="47141"/>
                  <a:pt x="11124351" y="55013"/>
                  <a:pt x="11082485" y="78590"/>
                </a:cubicBezTo>
                <a:cubicBezTo>
                  <a:pt x="11064655" y="69818"/>
                  <a:pt x="11049588" y="97621"/>
                  <a:pt x="11031776" y="79197"/>
                </a:cubicBezTo>
                <a:cubicBezTo>
                  <a:pt x="11016683" y="85023"/>
                  <a:pt x="11009945" y="92832"/>
                  <a:pt x="10995894" y="83459"/>
                </a:cubicBezTo>
                <a:cubicBezTo>
                  <a:pt x="10971843" y="134740"/>
                  <a:pt x="10888992" y="106042"/>
                  <a:pt x="10861177" y="147419"/>
                </a:cubicBezTo>
                <a:cubicBezTo>
                  <a:pt x="10850370" y="129415"/>
                  <a:pt x="10807086" y="138624"/>
                  <a:pt x="10782732" y="135645"/>
                </a:cubicBezTo>
                <a:cubicBezTo>
                  <a:pt x="10869014" y="196205"/>
                  <a:pt x="10693356" y="147304"/>
                  <a:pt x="10660773" y="179312"/>
                </a:cubicBezTo>
                <a:cubicBezTo>
                  <a:pt x="10667385" y="121467"/>
                  <a:pt x="10595265" y="182241"/>
                  <a:pt x="10564442" y="160738"/>
                </a:cubicBezTo>
                <a:cubicBezTo>
                  <a:pt x="10544419" y="190949"/>
                  <a:pt x="10518436" y="167191"/>
                  <a:pt x="10490200" y="183533"/>
                </a:cubicBezTo>
                <a:cubicBezTo>
                  <a:pt x="10423905" y="202688"/>
                  <a:pt x="10362764" y="244779"/>
                  <a:pt x="10271351" y="243104"/>
                </a:cubicBezTo>
                <a:cubicBezTo>
                  <a:pt x="10247818" y="329775"/>
                  <a:pt x="10135674" y="303068"/>
                  <a:pt x="10061033" y="364937"/>
                </a:cubicBezTo>
                <a:cubicBezTo>
                  <a:pt x="10014289" y="383940"/>
                  <a:pt x="9930032" y="360289"/>
                  <a:pt x="9921770" y="406154"/>
                </a:cubicBezTo>
                <a:cubicBezTo>
                  <a:pt x="9894276" y="384665"/>
                  <a:pt x="9881945" y="430851"/>
                  <a:pt x="9858388" y="439489"/>
                </a:cubicBezTo>
                <a:cubicBezTo>
                  <a:pt x="9835642" y="426888"/>
                  <a:pt x="9828901" y="443125"/>
                  <a:pt x="9811914" y="449865"/>
                </a:cubicBezTo>
                <a:cubicBezTo>
                  <a:pt x="9801869" y="441287"/>
                  <a:pt x="9787055" y="444835"/>
                  <a:pt x="9784394" y="457816"/>
                </a:cubicBezTo>
                <a:cubicBezTo>
                  <a:pt x="9797169" y="483924"/>
                  <a:pt x="9656844" y="450179"/>
                  <a:pt x="9656836" y="469967"/>
                </a:cubicBezTo>
                <a:cubicBezTo>
                  <a:pt x="9589537" y="485301"/>
                  <a:pt x="9662097" y="527310"/>
                  <a:pt x="9561575" y="559978"/>
                </a:cubicBezTo>
                <a:cubicBezTo>
                  <a:pt x="9479149" y="599104"/>
                  <a:pt x="9215234" y="670585"/>
                  <a:pt x="9162278" y="704724"/>
                </a:cubicBezTo>
                <a:cubicBezTo>
                  <a:pt x="9173017" y="730567"/>
                  <a:pt x="9063215" y="727685"/>
                  <a:pt x="9062863" y="754656"/>
                </a:cubicBezTo>
                <a:cubicBezTo>
                  <a:pt x="9021608" y="774940"/>
                  <a:pt x="8924639" y="816390"/>
                  <a:pt x="8914746" y="826428"/>
                </a:cubicBezTo>
                <a:lnTo>
                  <a:pt x="8917778" y="835198"/>
                </a:lnTo>
                <a:lnTo>
                  <a:pt x="8905560" y="838358"/>
                </a:lnTo>
                <a:lnTo>
                  <a:pt x="8897564" y="834287"/>
                </a:lnTo>
                <a:lnTo>
                  <a:pt x="8878040" y="844150"/>
                </a:lnTo>
                <a:cubicBezTo>
                  <a:pt x="8861112" y="848992"/>
                  <a:pt x="8812843" y="856499"/>
                  <a:pt x="8795998" y="863337"/>
                </a:cubicBezTo>
                <a:cubicBezTo>
                  <a:pt x="8792888" y="873975"/>
                  <a:pt x="8786153" y="880792"/>
                  <a:pt x="8776970" y="885177"/>
                </a:cubicBezTo>
                <a:lnTo>
                  <a:pt x="8755719" y="889754"/>
                </a:lnTo>
                <a:lnTo>
                  <a:pt x="8743257" y="904723"/>
                </a:lnTo>
                <a:cubicBezTo>
                  <a:pt x="8737642" y="908108"/>
                  <a:pt x="8730651" y="908759"/>
                  <a:pt x="8721366" y="904711"/>
                </a:cubicBezTo>
                <a:cubicBezTo>
                  <a:pt x="8711895" y="915873"/>
                  <a:pt x="8676250" y="900745"/>
                  <a:pt x="8678353" y="926318"/>
                </a:cubicBezTo>
                <a:cubicBezTo>
                  <a:pt x="8658506" y="928813"/>
                  <a:pt x="8647569" y="933735"/>
                  <a:pt x="8636849" y="937900"/>
                </a:cubicBezTo>
                <a:lnTo>
                  <a:pt x="8620213" y="943068"/>
                </a:lnTo>
                <a:lnTo>
                  <a:pt x="8612581" y="952695"/>
                </a:lnTo>
                <a:cubicBezTo>
                  <a:pt x="8605836" y="959769"/>
                  <a:pt x="8598255" y="964412"/>
                  <a:pt x="8589038" y="963892"/>
                </a:cubicBezTo>
                <a:lnTo>
                  <a:pt x="8579950" y="960899"/>
                </a:lnTo>
                <a:cubicBezTo>
                  <a:pt x="8579740" y="962476"/>
                  <a:pt x="8579529" y="964053"/>
                  <a:pt x="8579319" y="965630"/>
                </a:cubicBezTo>
                <a:cubicBezTo>
                  <a:pt x="8579138" y="972972"/>
                  <a:pt x="8576531" y="980010"/>
                  <a:pt x="8547429" y="984506"/>
                </a:cubicBezTo>
                <a:cubicBezTo>
                  <a:pt x="8529238" y="1001725"/>
                  <a:pt x="8505565" y="1015840"/>
                  <a:pt x="8478704" y="1025490"/>
                </a:cubicBezTo>
                <a:cubicBezTo>
                  <a:pt x="8473109" y="1019545"/>
                  <a:pt x="8465819" y="1032194"/>
                  <a:pt x="8461421" y="1035512"/>
                </a:cubicBezTo>
                <a:cubicBezTo>
                  <a:pt x="8459739" y="1031087"/>
                  <a:pt x="8447663" y="1032074"/>
                  <a:pt x="8445003" y="1036851"/>
                </a:cubicBezTo>
                <a:cubicBezTo>
                  <a:pt x="8366593" y="1075951"/>
                  <a:pt x="8398773" y="1021402"/>
                  <a:pt x="8357350" y="1060213"/>
                </a:cubicBezTo>
                <a:cubicBezTo>
                  <a:pt x="8349366" y="1063843"/>
                  <a:pt x="8342208" y="1063367"/>
                  <a:pt x="8335565" y="1061151"/>
                </a:cubicBezTo>
                <a:lnTo>
                  <a:pt x="8325267" y="1055919"/>
                </a:lnTo>
                <a:lnTo>
                  <a:pt x="8293586" y="1076144"/>
                </a:lnTo>
                <a:cubicBezTo>
                  <a:pt x="8277595" y="1084193"/>
                  <a:pt x="8260401" y="1090863"/>
                  <a:pt x="8242405" y="1095960"/>
                </a:cubicBezTo>
                <a:cubicBezTo>
                  <a:pt x="8226373" y="1101227"/>
                  <a:pt x="8224213" y="1102052"/>
                  <a:pt x="8197391" y="1107746"/>
                </a:cubicBezTo>
                <a:cubicBezTo>
                  <a:pt x="8090266" y="1152133"/>
                  <a:pt x="8141491" y="1082372"/>
                  <a:pt x="8081474" y="1130125"/>
                </a:cubicBezTo>
                <a:cubicBezTo>
                  <a:pt x="8070634" y="1134173"/>
                  <a:pt x="8061619" y="1132810"/>
                  <a:pt x="8053585" y="1129169"/>
                </a:cubicBezTo>
                <a:lnTo>
                  <a:pt x="8038422" y="1119092"/>
                </a:lnTo>
                <a:lnTo>
                  <a:pt x="8029450" y="1125592"/>
                </a:lnTo>
                <a:cubicBezTo>
                  <a:pt x="7992226" y="1133484"/>
                  <a:pt x="7978616" y="1122765"/>
                  <a:pt x="7959552" y="1140188"/>
                </a:cubicBezTo>
                <a:cubicBezTo>
                  <a:pt x="7922008" y="1119572"/>
                  <a:pt x="7937737" y="1141786"/>
                  <a:pt x="7914188" y="1150862"/>
                </a:cubicBezTo>
                <a:cubicBezTo>
                  <a:pt x="7896037" y="1160155"/>
                  <a:pt x="7933463" y="1163411"/>
                  <a:pt x="7914918" y="1168758"/>
                </a:cubicBezTo>
                <a:cubicBezTo>
                  <a:pt x="7893102" y="1165887"/>
                  <a:pt x="7898453" y="1187420"/>
                  <a:pt x="7875510" y="1183153"/>
                </a:cubicBezTo>
                <a:cubicBezTo>
                  <a:pt x="7877354" y="1165743"/>
                  <a:pt x="7834286" y="1194789"/>
                  <a:pt x="7829932" y="1180782"/>
                </a:cubicBezTo>
                <a:cubicBezTo>
                  <a:pt x="7816047" y="1204874"/>
                  <a:pt x="7801901" y="1181513"/>
                  <a:pt x="7779182" y="1192665"/>
                </a:cubicBezTo>
                <a:cubicBezTo>
                  <a:pt x="7769446" y="1202686"/>
                  <a:pt x="7761564" y="1205661"/>
                  <a:pt x="7748774" y="1199586"/>
                </a:cubicBezTo>
                <a:cubicBezTo>
                  <a:pt x="7704339" y="1247771"/>
                  <a:pt x="7717626" y="1207638"/>
                  <a:pt x="7671846" y="1231966"/>
                </a:cubicBezTo>
                <a:cubicBezTo>
                  <a:pt x="7632956" y="1255682"/>
                  <a:pt x="7587383" y="1275180"/>
                  <a:pt x="7554146" y="1319748"/>
                </a:cubicBezTo>
                <a:cubicBezTo>
                  <a:pt x="7548775" y="1331557"/>
                  <a:pt x="7531272" y="1339155"/>
                  <a:pt x="7515052" y="1336718"/>
                </a:cubicBezTo>
                <a:cubicBezTo>
                  <a:pt x="7512260" y="1336298"/>
                  <a:pt x="7509613" y="1335590"/>
                  <a:pt x="7507193" y="1334617"/>
                </a:cubicBezTo>
                <a:cubicBezTo>
                  <a:pt x="7488273" y="1365207"/>
                  <a:pt x="7468925" y="1356298"/>
                  <a:pt x="7461694" y="1375866"/>
                </a:cubicBezTo>
                <a:cubicBezTo>
                  <a:pt x="7422434" y="1391917"/>
                  <a:pt x="7384603" y="1382819"/>
                  <a:pt x="7377571" y="1400128"/>
                </a:cubicBezTo>
                <a:cubicBezTo>
                  <a:pt x="7356236" y="1403926"/>
                  <a:pt x="7322509" y="1393138"/>
                  <a:pt x="7311261" y="1412652"/>
                </a:cubicBezTo>
                <a:cubicBezTo>
                  <a:pt x="7305349" y="1400071"/>
                  <a:pt x="7289966" y="1428039"/>
                  <a:pt x="7275307" y="1422171"/>
                </a:cubicBezTo>
                <a:cubicBezTo>
                  <a:pt x="7264529" y="1416601"/>
                  <a:pt x="7257348" y="1423786"/>
                  <a:pt x="7247783" y="1426330"/>
                </a:cubicBezTo>
                <a:cubicBezTo>
                  <a:pt x="7233839" y="1423056"/>
                  <a:pt x="7194363" y="1442037"/>
                  <a:pt x="7185047" y="1451812"/>
                </a:cubicBezTo>
                <a:cubicBezTo>
                  <a:pt x="7164447" y="1483396"/>
                  <a:pt x="7101577" y="1475742"/>
                  <a:pt x="7084117" y="1500281"/>
                </a:cubicBezTo>
                <a:cubicBezTo>
                  <a:pt x="7076899" y="1504821"/>
                  <a:pt x="7069494" y="1507565"/>
                  <a:pt x="7062011" y="1509183"/>
                </a:cubicBezTo>
                <a:lnTo>
                  <a:pt x="7040555" y="1511207"/>
                </a:lnTo>
                <a:lnTo>
                  <a:pt x="7033438" y="1506772"/>
                </a:lnTo>
                <a:lnTo>
                  <a:pt x="7020886" y="1510764"/>
                </a:lnTo>
                <a:lnTo>
                  <a:pt x="7017033" y="1510650"/>
                </a:lnTo>
                <a:lnTo>
                  <a:pt x="6995460" y="1511173"/>
                </a:lnTo>
                <a:cubicBezTo>
                  <a:pt x="7010208" y="1537643"/>
                  <a:pt x="6938512" y="1522467"/>
                  <a:pt x="6962144" y="1541508"/>
                </a:cubicBezTo>
                <a:cubicBezTo>
                  <a:pt x="6926351" y="1550586"/>
                  <a:pt x="6958236" y="1566326"/>
                  <a:pt x="6910674" y="1554793"/>
                </a:cubicBezTo>
                <a:cubicBezTo>
                  <a:pt x="6859225" y="1589274"/>
                  <a:pt x="6769015" y="1598548"/>
                  <a:pt x="6732152" y="1642538"/>
                </a:cubicBezTo>
                <a:cubicBezTo>
                  <a:pt x="6734901" y="1628031"/>
                  <a:pt x="6709146" y="1622413"/>
                  <a:pt x="6694106" y="1632377"/>
                </a:cubicBezTo>
                <a:cubicBezTo>
                  <a:pt x="6702628" y="1575914"/>
                  <a:pt x="6638899" y="1692862"/>
                  <a:pt x="6617223" y="1659889"/>
                </a:cubicBezTo>
                <a:cubicBezTo>
                  <a:pt x="6623246" y="1693349"/>
                  <a:pt x="6561228" y="1764690"/>
                  <a:pt x="6521138" y="1744340"/>
                </a:cubicBezTo>
                <a:cubicBezTo>
                  <a:pt x="6469831" y="1761656"/>
                  <a:pt x="6438109" y="1796731"/>
                  <a:pt x="6380677" y="1796883"/>
                </a:cubicBezTo>
                <a:cubicBezTo>
                  <a:pt x="6379865" y="1801686"/>
                  <a:pt x="6377810" y="1805986"/>
                  <a:pt x="6374897" y="1809910"/>
                </a:cubicBezTo>
                <a:lnTo>
                  <a:pt x="6364545" y="1820090"/>
                </a:lnTo>
                <a:lnTo>
                  <a:pt x="6362126" y="1819991"/>
                </a:lnTo>
                <a:cubicBezTo>
                  <a:pt x="6353055" y="1821720"/>
                  <a:pt x="6348796" y="1824537"/>
                  <a:pt x="6346673" y="1827824"/>
                </a:cubicBezTo>
                <a:lnTo>
                  <a:pt x="6345588" y="1832232"/>
                </a:lnTo>
                <a:lnTo>
                  <a:pt x="6335708" y="1838451"/>
                </a:lnTo>
                <a:lnTo>
                  <a:pt x="6318182" y="1852975"/>
                </a:lnTo>
                <a:lnTo>
                  <a:pt x="6313084" y="1853561"/>
                </a:lnTo>
                <a:lnTo>
                  <a:pt x="6283816" y="1872148"/>
                </a:lnTo>
                <a:lnTo>
                  <a:pt x="6282550" y="1871392"/>
                </a:lnTo>
                <a:cubicBezTo>
                  <a:pt x="6279041" y="1870121"/>
                  <a:pt x="6275192" y="1869982"/>
                  <a:pt x="6270527" y="1872208"/>
                </a:cubicBezTo>
                <a:cubicBezTo>
                  <a:pt x="6265029" y="1853962"/>
                  <a:pt x="6262790" y="1867903"/>
                  <a:pt x="6249518" y="1876079"/>
                </a:cubicBezTo>
                <a:cubicBezTo>
                  <a:pt x="6238019" y="1849564"/>
                  <a:pt x="6207959" y="1881750"/>
                  <a:pt x="6190386" y="1872478"/>
                </a:cubicBezTo>
                <a:cubicBezTo>
                  <a:pt x="6180893" y="1879083"/>
                  <a:pt x="6170646" y="1885584"/>
                  <a:pt x="6159777" y="1891745"/>
                </a:cubicBezTo>
                <a:lnTo>
                  <a:pt x="6153131" y="1895079"/>
                </a:lnTo>
                <a:lnTo>
                  <a:pt x="6152798" y="1894920"/>
                </a:lnTo>
                <a:cubicBezTo>
                  <a:pt x="6150925" y="1895166"/>
                  <a:pt x="6148578" y="1896082"/>
                  <a:pt x="6145388" y="1897990"/>
                </a:cubicBezTo>
                <a:lnTo>
                  <a:pt x="6141014" y="1901155"/>
                </a:lnTo>
                <a:lnTo>
                  <a:pt x="6128122" y="1907623"/>
                </a:lnTo>
                <a:lnTo>
                  <a:pt x="6122351" y="1908359"/>
                </a:lnTo>
                <a:cubicBezTo>
                  <a:pt x="6099508" y="1905910"/>
                  <a:pt x="6088334" y="1869006"/>
                  <a:pt x="6064750" y="1896394"/>
                </a:cubicBezTo>
                <a:cubicBezTo>
                  <a:pt x="6025977" y="1903785"/>
                  <a:pt x="5997095" y="1889190"/>
                  <a:pt x="5964230" y="1910038"/>
                </a:cubicBezTo>
                <a:cubicBezTo>
                  <a:pt x="5927910" y="1916874"/>
                  <a:pt x="5894873" y="1914928"/>
                  <a:pt x="5865399" y="1926966"/>
                </a:cubicBezTo>
                <a:cubicBezTo>
                  <a:pt x="5851644" y="1923038"/>
                  <a:pt x="5839380" y="1922808"/>
                  <a:pt x="5829951" y="1934755"/>
                </a:cubicBezTo>
                <a:cubicBezTo>
                  <a:pt x="5795498" y="1938369"/>
                  <a:pt x="5784532" y="1926246"/>
                  <a:pt x="5765285" y="1941322"/>
                </a:cubicBezTo>
                <a:cubicBezTo>
                  <a:pt x="5741789" y="1922874"/>
                  <a:pt x="5742385" y="1931607"/>
                  <a:pt x="5734750" y="1939793"/>
                </a:cubicBezTo>
                <a:lnTo>
                  <a:pt x="5733569" y="1940505"/>
                </a:lnTo>
                <a:lnTo>
                  <a:pt x="5730329" y="1937845"/>
                </a:lnTo>
                <a:lnTo>
                  <a:pt x="5724661" y="1937455"/>
                </a:lnTo>
                <a:lnTo>
                  <a:pt x="5710186" y="1941370"/>
                </a:lnTo>
                <a:lnTo>
                  <a:pt x="5704910" y="1943663"/>
                </a:lnTo>
                <a:cubicBezTo>
                  <a:pt x="5701213" y="1944937"/>
                  <a:pt x="5698678" y="1945391"/>
                  <a:pt x="5696836" y="1945271"/>
                </a:cubicBezTo>
                <a:lnTo>
                  <a:pt x="5696583" y="1945050"/>
                </a:lnTo>
                <a:lnTo>
                  <a:pt x="5689123" y="1947067"/>
                </a:lnTo>
                <a:cubicBezTo>
                  <a:pt x="5676655" y="1951072"/>
                  <a:pt x="5664639" y="1955533"/>
                  <a:pt x="5653291" y="1960245"/>
                </a:cubicBezTo>
                <a:cubicBezTo>
                  <a:pt x="5640346" y="1947636"/>
                  <a:pt x="5600180" y="1973739"/>
                  <a:pt x="5599385" y="1945198"/>
                </a:cubicBezTo>
                <a:cubicBezTo>
                  <a:pt x="5583913" y="1950736"/>
                  <a:pt x="5576590" y="1964134"/>
                  <a:pt x="5578300" y="1944963"/>
                </a:cubicBezTo>
                <a:cubicBezTo>
                  <a:pt x="5573104" y="1946266"/>
                  <a:pt x="5569560" y="1945382"/>
                  <a:pt x="5566758" y="1943441"/>
                </a:cubicBezTo>
                <a:lnTo>
                  <a:pt x="5565857" y="1942445"/>
                </a:lnTo>
                <a:lnTo>
                  <a:pt x="5531534" y="1955208"/>
                </a:lnTo>
                <a:lnTo>
                  <a:pt x="5526552" y="1954799"/>
                </a:lnTo>
                <a:lnTo>
                  <a:pt x="5504723" y="1965811"/>
                </a:lnTo>
                <a:lnTo>
                  <a:pt x="5493156" y="1970063"/>
                </a:lnTo>
                <a:lnTo>
                  <a:pt x="5490486" y="1974227"/>
                </a:lnTo>
                <a:cubicBezTo>
                  <a:pt x="5487271" y="1977077"/>
                  <a:pt x="5482233" y="1979045"/>
                  <a:pt x="5473107" y="1979001"/>
                </a:cubicBezTo>
                <a:lnTo>
                  <a:pt x="5470885" y="1978432"/>
                </a:lnTo>
                <a:lnTo>
                  <a:pt x="5457393" y="1986525"/>
                </a:lnTo>
                <a:cubicBezTo>
                  <a:pt x="5453194" y="1989853"/>
                  <a:pt x="5449663" y="1993721"/>
                  <a:pt x="5447102" y="1998329"/>
                </a:cubicBezTo>
                <a:cubicBezTo>
                  <a:pt x="5386283" y="2017364"/>
                  <a:pt x="5223545" y="2015483"/>
                  <a:pt x="5159151" y="2029640"/>
                </a:cubicBezTo>
                <a:cubicBezTo>
                  <a:pt x="5141359" y="2036610"/>
                  <a:pt x="5090827" y="2076822"/>
                  <a:pt x="5098838" y="2062961"/>
                </a:cubicBezTo>
                <a:cubicBezTo>
                  <a:pt x="5047883" y="2099457"/>
                  <a:pt x="4922007" y="2111466"/>
                  <a:pt x="4860988" y="2135698"/>
                </a:cubicBezTo>
                <a:cubicBezTo>
                  <a:pt x="4805413" y="2152292"/>
                  <a:pt x="4784714" y="2158665"/>
                  <a:pt x="4765388" y="2162525"/>
                </a:cubicBezTo>
                <a:cubicBezTo>
                  <a:pt x="4758560" y="2161978"/>
                  <a:pt x="4751823" y="2160531"/>
                  <a:pt x="4745033" y="2158859"/>
                </a:cubicBezTo>
                <a:lnTo>
                  <a:pt x="4741475" y="2157998"/>
                </a:lnTo>
                <a:lnTo>
                  <a:pt x="4728247" y="2159526"/>
                </a:lnTo>
                <a:lnTo>
                  <a:pt x="4723263" y="2153742"/>
                </a:lnTo>
                <a:lnTo>
                  <a:pt x="4593061" y="2171597"/>
                </a:lnTo>
                <a:lnTo>
                  <a:pt x="4405765" y="2199902"/>
                </a:lnTo>
                <a:cubicBezTo>
                  <a:pt x="4403942" y="2198353"/>
                  <a:pt x="4402457" y="2196614"/>
                  <a:pt x="4401354" y="2194745"/>
                </a:cubicBezTo>
                <a:lnTo>
                  <a:pt x="4366646" y="2198564"/>
                </a:lnTo>
                <a:lnTo>
                  <a:pt x="4354009" y="2204984"/>
                </a:lnTo>
                <a:lnTo>
                  <a:pt x="4348284" y="2205270"/>
                </a:lnTo>
                <a:lnTo>
                  <a:pt x="4333906" y="2205251"/>
                </a:lnTo>
                <a:cubicBezTo>
                  <a:pt x="4326429" y="2204713"/>
                  <a:pt x="4318024" y="2203940"/>
                  <a:pt x="4308819" y="2203822"/>
                </a:cubicBezTo>
                <a:lnTo>
                  <a:pt x="4301210" y="2204456"/>
                </a:lnTo>
                <a:lnTo>
                  <a:pt x="4283095" y="2198177"/>
                </a:lnTo>
                <a:cubicBezTo>
                  <a:pt x="4269863" y="2193337"/>
                  <a:pt x="4259612" y="2190345"/>
                  <a:pt x="4250119" y="2196342"/>
                </a:cubicBezTo>
                <a:cubicBezTo>
                  <a:pt x="4230702" y="2190559"/>
                  <a:pt x="4213171" y="2166890"/>
                  <a:pt x="4189203" y="2178994"/>
                </a:cubicBezTo>
                <a:cubicBezTo>
                  <a:pt x="4194512" y="2165594"/>
                  <a:pt x="4160734" y="2183257"/>
                  <a:pt x="4154035" y="2171950"/>
                </a:cubicBezTo>
                <a:cubicBezTo>
                  <a:pt x="4150098" y="2162547"/>
                  <a:pt x="4138934" y="2165714"/>
                  <a:pt x="4129569" y="2163850"/>
                </a:cubicBezTo>
                <a:cubicBezTo>
                  <a:pt x="4121391" y="2155090"/>
                  <a:pt x="4076089" y="2154737"/>
                  <a:pt x="4061250" y="2159236"/>
                </a:cubicBezTo>
                <a:cubicBezTo>
                  <a:pt x="4020618" y="2177811"/>
                  <a:pt x="3978175" y="2144465"/>
                  <a:pt x="3945480" y="2158279"/>
                </a:cubicBezTo>
                <a:cubicBezTo>
                  <a:pt x="3936362" y="2159139"/>
                  <a:pt x="3928502" y="2158369"/>
                  <a:pt x="3921468" y="2156588"/>
                </a:cubicBezTo>
                <a:lnTo>
                  <a:pt x="3903348" y="2149220"/>
                </a:lnTo>
                <a:lnTo>
                  <a:pt x="3901342" y="2142355"/>
                </a:lnTo>
                <a:lnTo>
                  <a:pt x="3888539" y="2140476"/>
                </a:lnTo>
                <a:lnTo>
                  <a:pt x="3885662" y="2138740"/>
                </a:lnTo>
                <a:cubicBezTo>
                  <a:pt x="3880178" y="2135398"/>
                  <a:pt x="3874645" y="2132286"/>
                  <a:pt x="3868627" y="2130023"/>
                </a:cubicBezTo>
                <a:cubicBezTo>
                  <a:pt x="3859240" y="2159198"/>
                  <a:pt x="3815892" y="2115590"/>
                  <a:pt x="3819177" y="2142111"/>
                </a:cubicBezTo>
                <a:cubicBezTo>
                  <a:pt x="3784478" y="2134756"/>
                  <a:pt x="3796708" y="2161930"/>
                  <a:pt x="3769100" y="2131731"/>
                </a:cubicBezTo>
                <a:cubicBezTo>
                  <a:pt x="3702423" y="2139704"/>
                  <a:pt x="3625642" y="2109386"/>
                  <a:pt x="3562752" y="2131785"/>
                </a:cubicBezTo>
                <a:cubicBezTo>
                  <a:pt x="3576244" y="2120400"/>
                  <a:pt x="3560801" y="2104591"/>
                  <a:pt x="3541402" y="2106821"/>
                </a:cubicBezTo>
                <a:cubicBezTo>
                  <a:pt x="3592232" y="2061584"/>
                  <a:pt x="3356194" y="2115384"/>
                  <a:pt x="3365341" y="2077638"/>
                </a:cubicBezTo>
                <a:cubicBezTo>
                  <a:pt x="3303594" y="2079161"/>
                  <a:pt x="3221644" y="2111487"/>
                  <a:pt x="3170922" y="2115957"/>
                </a:cubicBezTo>
                <a:cubicBezTo>
                  <a:pt x="3166532" y="2119769"/>
                  <a:pt x="3161579" y="2122617"/>
                  <a:pt x="3156256" y="2124773"/>
                </a:cubicBezTo>
                <a:lnTo>
                  <a:pt x="3140298" y="2129182"/>
                </a:lnTo>
                <a:lnTo>
                  <a:pt x="3138514" y="2128069"/>
                </a:lnTo>
                <a:cubicBezTo>
                  <a:pt x="3130169" y="2125710"/>
                  <a:pt x="3124679" y="2126336"/>
                  <a:pt x="3120467" y="2128281"/>
                </a:cubicBezTo>
                <a:lnTo>
                  <a:pt x="3116175" y="2131633"/>
                </a:lnTo>
                <a:lnTo>
                  <a:pt x="3103685" y="2132814"/>
                </a:lnTo>
                <a:lnTo>
                  <a:pt x="3078794" y="2137935"/>
                </a:lnTo>
                <a:lnTo>
                  <a:pt x="3074407" y="2136274"/>
                </a:lnTo>
                <a:lnTo>
                  <a:pt x="3037285" y="2139919"/>
                </a:lnTo>
                <a:lnTo>
                  <a:pt x="3036901" y="2138726"/>
                </a:lnTo>
                <a:cubicBezTo>
                  <a:pt x="3035193" y="2136135"/>
                  <a:pt x="3032337" y="2134379"/>
                  <a:pt x="3026996" y="2134322"/>
                </a:cubicBezTo>
                <a:cubicBezTo>
                  <a:pt x="3037063" y="2116196"/>
                  <a:pt x="3024412" y="2127308"/>
                  <a:pt x="3007772" y="2128742"/>
                </a:cubicBezTo>
                <a:cubicBezTo>
                  <a:pt x="3019697" y="2100910"/>
                  <a:pt x="2971305" y="2115987"/>
                  <a:pt x="2965030" y="2100494"/>
                </a:cubicBezTo>
                <a:cubicBezTo>
                  <a:pt x="2952539" y="2102174"/>
                  <a:pt x="2939545" y="2103445"/>
                  <a:pt x="2926342" y="2104155"/>
                </a:cubicBezTo>
                <a:lnTo>
                  <a:pt x="2918608" y="2104215"/>
                </a:lnTo>
                <a:cubicBezTo>
                  <a:pt x="2918564" y="2104122"/>
                  <a:pt x="2918519" y="2104030"/>
                  <a:pt x="2918475" y="2103937"/>
                </a:cubicBezTo>
                <a:cubicBezTo>
                  <a:pt x="2916840" y="2103354"/>
                  <a:pt x="2914314" y="2103149"/>
                  <a:pt x="2910360" y="2103444"/>
                </a:cubicBezTo>
                <a:lnTo>
                  <a:pt x="2904507" y="2104326"/>
                </a:lnTo>
                <a:lnTo>
                  <a:pt x="2889503" y="2104443"/>
                </a:lnTo>
                <a:lnTo>
                  <a:pt x="2884480" y="2102626"/>
                </a:lnTo>
                <a:lnTo>
                  <a:pt x="2882689" y="2099228"/>
                </a:lnTo>
                <a:lnTo>
                  <a:pt x="2881291" y="2099618"/>
                </a:lnTo>
                <a:cubicBezTo>
                  <a:pt x="2870663" y="2105606"/>
                  <a:pt x="2867338" y="2114210"/>
                  <a:pt x="2853979" y="2090388"/>
                </a:cubicBezTo>
                <a:cubicBezTo>
                  <a:pt x="2829652" y="2100099"/>
                  <a:pt x="2824975" y="2085577"/>
                  <a:pt x="2791790" y="2080332"/>
                </a:cubicBezTo>
                <a:cubicBezTo>
                  <a:pt x="2777850" y="2089504"/>
                  <a:pt x="2766709" y="2086170"/>
                  <a:pt x="2755844" y="2078874"/>
                </a:cubicBezTo>
                <a:cubicBezTo>
                  <a:pt x="2723488" y="2083049"/>
                  <a:pt x="2694065" y="2072780"/>
                  <a:pt x="2657742" y="2070179"/>
                </a:cubicBezTo>
                <a:cubicBezTo>
                  <a:pt x="2618372" y="2082020"/>
                  <a:pt x="2598368" y="2060559"/>
                  <a:pt x="2559549" y="2057873"/>
                </a:cubicBezTo>
                <a:cubicBezTo>
                  <a:pt x="2525789" y="2078403"/>
                  <a:pt x="2531908" y="2039838"/>
                  <a:pt x="2512054" y="2031671"/>
                </a:cubicBezTo>
                <a:lnTo>
                  <a:pt x="2506437" y="2030918"/>
                </a:lnTo>
                <a:lnTo>
                  <a:pt x="2491752" y="2033906"/>
                </a:lnTo>
                <a:lnTo>
                  <a:pt x="2486338" y="2035862"/>
                </a:lnTo>
                <a:cubicBezTo>
                  <a:pt x="2482568" y="2036899"/>
                  <a:pt x="2480011" y="2037191"/>
                  <a:pt x="2478186" y="2036953"/>
                </a:cubicBezTo>
                <a:lnTo>
                  <a:pt x="2477950" y="2036715"/>
                </a:lnTo>
                <a:lnTo>
                  <a:pt x="2470381" y="2038256"/>
                </a:lnTo>
                <a:cubicBezTo>
                  <a:pt x="2457686" y="2041461"/>
                  <a:pt x="2445410" y="2045155"/>
                  <a:pt x="2433781" y="2049140"/>
                </a:cubicBezTo>
                <a:cubicBezTo>
                  <a:pt x="2421781" y="2035703"/>
                  <a:pt x="2379959" y="2059234"/>
                  <a:pt x="2381172" y="2030645"/>
                </a:cubicBezTo>
                <a:cubicBezTo>
                  <a:pt x="2365380" y="2035192"/>
                  <a:pt x="2357148" y="2048120"/>
                  <a:pt x="2360198" y="2029059"/>
                </a:cubicBezTo>
                <a:cubicBezTo>
                  <a:pt x="2354933" y="2030031"/>
                  <a:pt x="2351467" y="2028919"/>
                  <a:pt x="2348815" y="2026798"/>
                </a:cubicBezTo>
                <a:lnTo>
                  <a:pt x="2347988" y="2025745"/>
                </a:lnTo>
                <a:lnTo>
                  <a:pt x="2312920" y="2036311"/>
                </a:lnTo>
                <a:lnTo>
                  <a:pt x="2307986" y="2035583"/>
                </a:lnTo>
                <a:lnTo>
                  <a:pt x="2285481" y="2045197"/>
                </a:lnTo>
                <a:lnTo>
                  <a:pt x="2273666" y="2048710"/>
                </a:lnTo>
                <a:lnTo>
                  <a:pt x="2270719" y="2052702"/>
                </a:lnTo>
                <a:cubicBezTo>
                  <a:pt x="2267315" y="2055347"/>
                  <a:pt x="2262161" y="2056992"/>
                  <a:pt x="2253080" y="2056363"/>
                </a:cubicBezTo>
                <a:lnTo>
                  <a:pt x="2250906" y="2055654"/>
                </a:lnTo>
                <a:lnTo>
                  <a:pt x="2236905" y="2062882"/>
                </a:lnTo>
                <a:cubicBezTo>
                  <a:pt x="2232493" y="2065942"/>
                  <a:pt x="2228705" y="2069583"/>
                  <a:pt x="2225830" y="2074027"/>
                </a:cubicBezTo>
                <a:cubicBezTo>
                  <a:pt x="2173117" y="2059597"/>
                  <a:pt x="2128486" y="2085502"/>
                  <a:pt x="2073776" y="2089244"/>
                </a:cubicBezTo>
                <a:cubicBezTo>
                  <a:pt x="2046050" y="2059365"/>
                  <a:pt x="1957570" y="2112693"/>
                  <a:pt x="1948256" y="2146616"/>
                </a:cubicBezTo>
                <a:cubicBezTo>
                  <a:pt x="1943005" y="2109192"/>
                  <a:pt x="1832736" y="2206239"/>
                  <a:pt x="1865582" y="2153738"/>
                </a:cubicBezTo>
                <a:cubicBezTo>
                  <a:pt x="1847376" y="2159567"/>
                  <a:pt x="1826258" y="2147592"/>
                  <a:pt x="1835210" y="2134244"/>
                </a:cubicBezTo>
                <a:cubicBezTo>
                  <a:pt x="1781916" y="2167476"/>
                  <a:pt x="1695112" y="2153556"/>
                  <a:pt x="1632661" y="2173882"/>
                </a:cubicBezTo>
                <a:cubicBezTo>
                  <a:pt x="1594177" y="2150642"/>
                  <a:pt x="1616426" y="2173975"/>
                  <a:pt x="1579590" y="2173680"/>
                </a:cubicBezTo>
                <a:cubicBezTo>
                  <a:pt x="1592812" y="2198112"/>
                  <a:pt x="1533818" y="2165220"/>
                  <a:pt x="1535601" y="2194590"/>
                </a:cubicBezTo>
                <a:cubicBezTo>
                  <a:pt x="1528840" y="2193608"/>
                  <a:pt x="1522236" y="2191728"/>
                  <a:pt x="1515594" y="2189622"/>
                </a:cubicBezTo>
                <a:lnTo>
                  <a:pt x="1512113" y="2188534"/>
                </a:lnTo>
                <a:lnTo>
                  <a:pt x="1498838" y="2189213"/>
                </a:lnTo>
                <a:lnTo>
                  <a:pt x="1494279" y="2183112"/>
                </a:lnTo>
                <a:lnTo>
                  <a:pt x="1473714" y="2179625"/>
                </a:lnTo>
                <a:cubicBezTo>
                  <a:pt x="1466138" y="2179292"/>
                  <a:pt x="1458132" y="2180071"/>
                  <a:pt x="1449503" y="2182633"/>
                </a:cubicBezTo>
                <a:lnTo>
                  <a:pt x="1266687" y="2212688"/>
                </a:lnTo>
                <a:cubicBezTo>
                  <a:pt x="1256792" y="2212722"/>
                  <a:pt x="1247024" y="2217857"/>
                  <a:pt x="1239614" y="2209727"/>
                </a:cubicBezTo>
                <a:cubicBezTo>
                  <a:pt x="1228778" y="2200326"/>
                  <a:pt x="1202276" y="2223497"/>
                  <a:pt x="1202436" y="2209817"/>
                </a:cubicBezTo>
                <a:cubicBezTo>
                  <a:pt x="1183471" y="2225854"/>
                  <a:pt x="1157340" y="2206849"/>
                  <a:pt x="1136097" y="2205112"/>
                </a:cubicBezTo>
                <a:cubicBezTo>
                  <a:pt x="1100396" y="2209415"/>
                  <a:pt x="1013922" y="2231219"/>
                  <a:pt x="988232" y="2235635"/>
                </a:cubicBezTo>
                <a:cubicBezTo>
                  <a:pt x="986445" y="2234079"/>
                  <a:pt x="984332" y="2232722"/>
                  <a:pt x="981959" y="2231607"/>
                </a:cubicBezTo>
                <a:cubicBezTo>
                  <a:pt x="968170" y="2225130"/>
                  <a:pt x="948759" y="2228043"/>
                  <a:pt x="938600" y="2238113"/>
                </a:cubicBezTo>
                <a:cubicBezTo>
                  <a:pt x="888371" y="2272824"/>
                  <a:pt x="837950" y="2280135"/>
                  <a:pt x="791788" y="2293224"/>
                </a:cubicBezTo>
                <a:cubicBezTo>
                  <a:pt x="739035" y="2305159"/>
                  <a:pt x="769009" y="2269676"/>
                  <a:pt x="706914" y="2305046"/>
                </a:cubicBezTo>
                <a:cubicBezTo>
                  <a:pt x="697882" y="2295919"/>
                  <a:pt x="689339" y="2296797"/>
                  <a:pt x="675971" y="2304030"/>
                </a:cubicBezTo>
                <a:cubicBezTo>
                  <a:pt x="650201" y="2309060"/>
                  <a:pt x="647591" y="2282853"/>
                  <a:pt x="624180" y="2302650"/>
                </a:cubicBezTo>
                <a:cubicBezTo>
                  <a:pt x="626400" y="2287987"/>
                  <a:pt x="574045" y="2305175"/>
                  <a:pt x="583453" y="2288788"/>
                </a:cubicBezTo>
                <a:cubicBezTo>
                  <a:pt x="564313" y="2278832"/>
                  <a:pt x="559671" y="2301039"/>
                  <a:pt x="540946" y="2292721"/>
                </a:cubicBezTo>
                <a:cubicBezTo>
                  <a:pt x="521576" y="2293191"/>
                  <a:pt x="554439" y="2305843"/>
                  <a:pt x="533680" y="2310233"/>
                </a:cubicBezTo>
                <a:cubicBezTo>
                  <a:pt x="508069" y="2313043"/>
                  <a:pt x="512638" y="2338541"/>
                  <a:pt x="487366" y="2309053"/>
                </a:cubicBezTo>
                <a:cubicBezTo>
                  <a:pt x="462164" y="2321083"/>
                  <a:pt x="454441" y="2307251"/>
                  <a:pt x="416820" y="2305443"/>
                </a:cubicBezTo>
                <a:cubicBezTo>
                  <a:pt x="403012" y="2315890"/>
                  <a:pt x="390105" y="2313733"/>
                  <a:pt x="376805" y="2307647"/>
                </a:cubicBezTo>
                <a:cubicBezTo>
                  <a:pt x="341751" y="2315035"/>
                  <a:pt x="307408" y="2307897"/>
                  <a:pt x="266777" y="2309012"/>
                </a:cubicBezTo>
                <a:cubicBezTo>
                  <a:pt x="225310" y="2324664"/>
                  <a:pt x="199419" y="2305548"/>
                  <a:pt x="156013" y="2306832"/>
                </a:cubicBezTo>
                <a:cubicBezTo>
                  <a:pt x="117457" y="2333851"/>
                  <a:pt x="122965" y="2279562"/>
                  <a:pt x="87258" y="2285511"/>
                </a:cubicBezTo>
                <a:cubicBezTo>
                  <a:pt x="38977" y="2309189"/>
                  <a:pt x="74043" y="2277969"/>
                  <a:pt x="23798" y="2281822"/>
                </a:cubicBezTo>
                <a:lnTo>
                  <a:pt x="0" y="2285369"/>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994763F7-F859-093B-2F47-9CE67E50190C}"/>
              </a:ext>
            </a:extLst>
          </p:cNvPr>
          <p:cNvSpPr>
            <a:spLocks noGrp="1"/>
          </p:cNvSpPr>
          <p:nvPr>
            <p:ph type="title"/>
          </p:nvPr>
        </p:nvSpPr>
        <p:spPr>
          <a:xfrm>
            <a:off x="497973" y="524349"/>
            <a:ext cx="3833520" cy="739881"/>
          </a:xfrm>
        </p:spPr>
        <p:txBody>
          <a:bodyPr vert="horz" lIns="91440" tIns="45720" rIns="91440" bIns="45720" rtlCol="0" anchor="b">
            <a:normAutofit/>
          </a:bodyPr>
          <a:lstStyle/>
          <a:p>
            <a:r>
              <a:rPr lang="en-US" dirty="0">
                <a:latin typeface="Times New Roman"/>
                <a:cs typeface="Times New Roman"/>
              </a:rPr>
              <a:t>Random Forest</a:t>
            </a:r>
            <a:endParaRPr lang="en-US" dirty="0"/>
          </a:p>
        </p:txBody>
      </p:sp>
      <p:sp>
        <p:nvSpPr>
          <p:cNvPr id="21" name="Freeform: Shape 20">
            <a:extLst>
              <a:ext uri="{FF2B5EF4-FFF2-40B4-BE49-F238E27FC236}">
                <a16:creationId xmlns:a16="http://schemas.microsoft.com/office/drawing/2014/main" id="{CFDF195F-784B-4D00-8C92-6FC1B0499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277971"/>
            <a:ext cx="6884912" cy="580030"/>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2C1A24B-C12D-69C7-7FEA-7EE960C2E54A}"/>
              </a:ext>
            </a:extLst>
          </p:cNvPr>
          <p:cNvSpPr txBox="1"/>
          <p:nvPr/>
        </p:nvSpPr>
        <p:spPr>
          <a:xfrm>
            <a:off x="2565796" y="6084093"/>
            <a:ext cx="1464468" cy="3812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cs typeface="Times New Roman"/>
              </a:rPr>
              <a:t> </a:t>
            </a:r>
            <a:r>
              <a:rPr lang="en-US" dirty="0">
                <a:latin typeface="Times New Roman"/>
                <a:ea typeface="+mn-lt"/>
                <a:cs typeface="+mn-lt"/>
              </a:rPr>
              <a:t>Architecture</a:t>
            </a:r>
            <a:endParaRPr lang="en-US">
              <a:latin typeface="Times New Roman"/>
              <a:cs typeface="Times New Roman"/>
            </a:endParaRPr>
          </a:p>
        </p:txBody>
      </p:sp>
      <p:sp>
        <p:nvSpPr>
          <p:cNvPr id="7" name="TextBox 6">
            <a:extLst>
              <a:ext uri="{FF2B5EF4-FFF2-40B4-BE49-F238E27FC236}">
                <a16:creationId xmlns:a16="http://schemas.microsoft.com/office/drawing/2014/main" id="{9A65584D-78DB-394B-8BAB-C42D2B2B6E18}"/>
              </a:ext>
            </a:extLst>
          </p:cNvPr>
          <p:cNvSpPr txBox="1"/>
          <p:nvPr/>
        </p:nvSpPr>
        <p:spPr>
          <a:xfrm>
            <a:off x="7524750" y="5700117"/>
            <a:ext cx="3265289" cy="3812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cs typeface="Times New Roman"/>
              </a:rPr>
              <a:t>Box Plot(5 times model training)</a:t>
            </a:r>
          </a:p>
        </p:txBody>
      </p:sp>
      <p:pic>
        <p:nvPicPr>
          <p:cNvPr id="3" name="Picture 2" descr="A graph with a blue rectangle&#10;&#10;Description automatically generated">
            <a:extLst>
              <a:ext uri="{FF2B5EF4-FFF2-40B4-BE49-F238E27FC236}">
                <a16:creationId xmlns:a16="http://schemas.microsoft.com/office/drawing/2014/main" id="{34C4CA78-5EC7-057F-7BAA-C1B57391FCE4}"/>
              </a:ext>
            </a:extLst>
          </p:cNvPr>
          <p:cNvPicPr>
            <a:picLocks noChangeAspect="1"/>
          </p:cNvPicPr>
          <p:nvPr/>
        </p:nvPicPr>
        <p:blipFill>
          <a:blip r:embed="rId2"/>
          <a:stretch>
            <a:fillRect/>
          </a:stretch>
        </p:blipFill>
        <p:spPr>
          <a:xfrm>
            <a:off x="6567487" y="2386013"/>
            <a:ext cx="5176836" cy="3193254"/>
          </a:xfrm>
          <a:prstGeom prst="rect">
            <a:avLst/>
          </a:prstGeom>
        </p:spPr>
      </p:pic>
      <p:pic>
        <p:nvPicPr>
          <p:cNvPr id="10" name="Content Placeholder 9" descr="A diagram of a person&amp;#39;s decision tree&#10;&#10;Description automatically generated">
            <a:extLst>
              <a:ext uri="{FF2B5EF4-FFF2-40B4-BE49-F238E27FC236}">
                <a16:creationId xmlns:a16="http://schemas.microsoft.com/office/drawing/2014/main" id="{F017A2F5-19B4-0DD3-48FF-027228240650}"/>
              </a:ext>
            </a:extLst>
          </p:cNvPr>
          <p:cNvPicPr>
            <a:picLocks noGrp="1" noChangeAspect="1"/>
          </p:cNvPicPr>
          <p:nvPr>
            <p:ph idx="1"/>
          </p:nvPr>
        </p:nvPicPr>
        <p:blipFill>
          <a:blip r:embed="rId3"/>
          <a:stretch>
            <a:fillRect/>
          </a:stretch>
        </p:blipFill>
        <p:spPr>
          <a:xfrm>
            <a:off x="328613" y="2008188"/>
            <a:ext cx="5950742" cy="3962399"/>
          </a:xfrm>
        </p:spPr>
      </p:pic>
    </p:spTree>
    <p:extLst>
      <p:ext uri="{BB962C8B-B14F-4D97-AF65-F5344CB8AC3E}">
        <p14:creationId xmlns:p14="http://schemas.microsoft.com/office/powerpoint/2010/main" val="23133023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8BA5F19-D5E1-4ECC-BEC2-DF7AEDFD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0CC88A9-A661-4C48-866E-8734E511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1269336" cy="2008639"/>
          </a:xfrm>
          <a:custGeom>
            <a:avLst/>
            <a:gdLst>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174645 w 11269336"/>
              <a:gd name="connsiteY140" fmla="*/ 2088358 h 2323145"/>
              <a:gd name="connsiteX141" fmla="*/ 5092476 w 11269336"/>
              <a:gd name="connsiteY141" fmla="*/ 2100737 h 2323145"/>
              <a:gd name="connsiteX142" fmla="*/ 5060738 w 11269336"/>
              <a:gd name="connsiteY142" fmla="*/ 2083274 h 2323145"/>
              <a:gd name="connsiteX143" fmla="*/ 4860988 w 11269336"/>
              <a:gd name="connsiteY143" fmla="*/ 2135698 h 2323145"/>
              <a:gd name="connsiteX144" fmla="*/ 4807902 w 11269336"/>
              <a:gd name="connsiteY144" fmla="*/ 2138894 h 2323145"/>
              <a:gd name="connsiteX145" fmla="*/ 4765388 w 11269336"/>
              <a:gd name="connsiteY145" fmla="*/ 2162525 h 2323145"/>
              <a:gd name="connsiteX146" fmla="*/ 4745033 w 11269336"/>
              <a:gd name="connsiteY146" fmla="*/ 2158859 h 2323145"/>
              <a:gd name="connsiteX147" fmla="*/ 4741475 w 11269336"/>
              <a:gd name="connsiteY147" fmla="*/ 2157998 h 2323145"/>
              <a:gd name="connsiteX148" fmla="*/ 4728247 w 11269336"/>
              <a:gd name="connsiteY148" fmla="*/ 2159526 h 2323145"/>
              <a:gd name="connsiteX149" fmla="*/ 4723263 w 11269336"/>
              <a:gd name="connsiteY149" fmla="*/ 2153742 h 2323145"/>
              <a:gd name="connsiteX150" fmla="*/ 4702453 w 11269336"/>
              <a:gd name="connsiteY150" fmla="*/ 2151586 h 2323145"/>
              <a:gd name="connsiteX151" fmla="*/ 4678455 w 11269336"/>
              <a:gd name="connsiteY151" fmla="*/ 2156131 h 2323145"/>
              <a:gd name="connsiteX152" fmla="*/ 4593061 w 11269336"/>
              <a:gd name="connsiteY152" fmla="*/ 2171597 h 2323145"/>
              <a:gd name="connsiteX153" fmla="*/ 4579902 w 11269336"/>
              <a:gd name="connsiteY153" fmla="*/ 2177927 h 2323145"/>
              <a:gd name="connsiteX154" fmla="*/ 4533444 w 11269336"/>
              <a:gd name="connsiteY154" fmla="*/ 2181200 h 2323145"/>
              <a:gd name="connsiteX155" fmla="*/ 4492832 w 11269336"/>
              <a:gd name="connsiteY155" fmla="*/ 2188033 h 2323145"/>
              <a:gd name="connsiteX156" fmla="*/ 4467257 w 11269336"/>
              <a:gd name="connsiteY156" fmla="*/ 2196121 h 2323145"/>
              <a:gd name="connsiteX157" fmla="*/ 4459937 w 11269336"/>
              <a:gd name="connsiteY157" fmla="*/ 2195182 h 2323145"/>
              <a:gd name="connsiteX158" fmla="*/ 4433312 w 11269336"/>
              <a:gd name="connsiteY158" fmla="*/ 2199004 h 2323145"/>
              <a:gd name="connsiteX159" fmla="*/ 4420601 w 11269336"/>
              <a:gd name="connsiteY159" fmla="*/ 2205158 h 2323145"/>
              <a:gd name="connsiteX160" fmla="*/ 4405765 w 11269336"/>
              <a:gd name="connsiteY160" fmla="*/ 2199902 h 2323145"/>
              <a:gd name="connsiteX161" fmla="*/ 4401354 w 11269336"/>
              <a:gd name="connsiteY161" fmla="*/ 2194745 h 2323145"/>
              <a:gd name="connsiteX162" fmla="*/ 4383151 w 11269336"/>
              <a:gd name="connsiteY162" fmla="*/ 2201140 h 2323145"/>
              <a:gd name="connsiteX163" fmla="*/ 4366646 w 11269336"/>
              <a:gd name="connsiteY163" fmla="*/ 2198564 h 2323145"/>
              <a:gd name="connsiteX164" fmla="*/ 4354009 w 11269336"/>
              <a:gd name="connsiteY164" fmla="*/ 2204984 h 2323145"/>
              <a:gd name="connsiteX165" fmla="*/ 4348284 w 11269336"/>
              <a:gd name="connsiteY165" fmla="*/ 2205270 h 2323145"/>
              <a:gd name="connsiteX166" fmla="*/ 4333906 w 11269336"/>
              <a:gd name="connsiteY166" fmla="*/ 2205251 h 2323145"/>
              <a:gd name="connsiteX167" fmla="*/ 4308819 w 11269336"/>
              <a:gd name="connsiteY167" fmla="*/ 2203822 h 2323145"/>
              <a:gd name="connsiteX168" fmla="*/ 4301210 w 11269336"/>
              <a:gd name="connsiteY168" fmla="*/ 2204456 h 2323145"/>
              <a:gd name="connsiteX169" fmla="*/ 4283095 w 11269336"/>
              <a:gd name="connsiteY169" fmla="*/ 2198177 h 2323145"/>
              <a:gd name="connsiteX170" fmla="*/ 4250119 w 11269336"/>
              <a:gd name="connsiteY170" fmla="*/ 2196342 h 2323145"/>
              <a:gd name="connsiteX171" fmla="*/ 4189203 w 11269336"/>
              <a:gd name="connsiteY171" fmla="*/ 2178994 h 2323145"/>
              <a:gd name="connsiteX172" fmla="*/ 4154035 w 11269336"/>
              <a:gd name="connsiteY172" fmla="*/ 2171950 h 2323145"/>
              <a:gd name="connsiteX173" fmla="*/ 4129569 w 11269336"/>
              <a:gd name="connsiteY173" fmla="*/ 2163850 h 2323145"/>
              <a:gd name="connsiteX174" fmla="*/ 4061250 w 11269336"/>
              <a:gd name="connsiteY174" fmla="*/ 2159236 h 2323145"/>
              <a:gd name="connsiteX175" fmla="*/ 3945480 w 11269336"/>
              <a:gd name="connsiteY175" fmla="*/ 2158279 h 2323145"/>
              <a:gd name="connsiteX176" fmla="*/ 3921468 w 11269336"/>
              <a:gd name="connsiteY176" fmla="*/ 2156588 h 2323145"/>
              <a:gd name="connsiteX177" fmla="*/ 3903348 w 11269336"/>
              <a:gd name="connsiteY177" fmla="*/ 2149220 h 2323145"/>
              <a:gd name="connsiteX178" fmla="*/ 3901342 w 11269336"/>
              <a:gd name="connsiteY178" fmla="*/ 2142355 h 2323145"/>
              <a:gd name="connsiteX179" fmla="*/ 3888539 w 11269336"/>
              <a:gd name="connsiteY179" fmla="*/ 2140476 h 2323145"/>
              <a:gd name="connsiteX180" fmla="*/ 3885662 w 11269336"/>
              <a:gd name="connsiteY180" fmla="*/ 2138740 h 2323145"/>
              <a:gd name="connsiteX181" fmla="*/ 3868627 w 11269336"/>
              <a:gd name="connsiteY181" fmla="*/ 2130023 h 2323145"/>
              <a:gd name="connsiteX182" fmla="*/ 3819177 w 11269336"/>
              <a:gd name="connsiteY182" fmla="*/ 2142111 h 2323145"/>
              <a:gd name="connsiteX183" fmla="*/ 3769100 w 11269336"/>
              <a:gd name="connsiteY183" fmla="*/ 2131731 h 2323145"/>
              <a:gd name="connsiteX184" fmla="*/ 3562752 w 11269336"/>
              <a:gd name="connsiteY184" fmla="*/ 2131785 h 2323145"/>
              <a:gd name="connsiteX185" fmla="*/ 3541402 w 11269336"/>
              <a:gd name="connsiteY185" fmla="*/ 2106821 h 2323145"/>
              <a:gd name="connsiteX186" fmla="*/ 3460591 w 11269336"/>
              <a:gd name="connsiteY186" fmla="*/ 2097951 h 2323145"/>
              <a:gd name="connsiteX187" fmla="*/ 3320348 w 11269336"/>
              <a:gd name="connsiteY187" fmla="*/ 2130191 h 2323145"/>
              <a:gd name="connsiteX188" fmla="*/ 3170922 w 11269336"/>
              <a:gd name="connsiteY188" fmla="*/ 2115957 h 2323145"/>
              <a:gd name="connsiteX189" fmla="*/ 3156256 w 11269336"/>
              <a:gd name="connsiteY189" fmla="*/ 2124773 h 2323145"/>
              <a:gd name="connsiteX190" fmla="*/ 3140298 w 11269336"/>
              <a:gd name="connsiteY190" fmla="*/ 2129182 h 2323145"/>
              <a:gd name="connsiteX191" fmla="*/ 3138514 w 11269336"/>
              <a:gd name="connsiteY191" fmla="*/ 2128069 h 2323145"/>
              <a:gd name="connsiteX192" fmla="*/ 3120467 w 11269336"/>
              <a:gd name="connsiteY192" fmla="*/ 2128281 h 2323145"/>
              <a:gd name="connsiteX193" fmla="*/ 3116175 w 11269336"/>
              <a:gd name="connsiteY193" fmla="*/ 2131633 h 2323145"/>
              <a:gd name="connsiteX194" fmla="*/ 3103685 w 11269336"/>
              <a:gd name="connsiteY194" fmla="*/ 2132814 h 2323145"/>
              <a:gd name="connsiteX195" fmla="*/ 3078794 w 11269336"/>
              <a:gd name="connsiteY195" fmla="*/ 2137935 h 2323145"/>
              <a:gd name="connsiteX196" fmla="*/ 3074407 w 11269336"/>
              <a:gd name="connsiteY196" fmla="*/ 2136274 h 2323145"/>
              <a:gd name="connsiteX197" fmla="*/ 3037285 w 11269336"/>
              <a:gd name="connsiteY197" fmla="*/ 2139919 h 2323145"/>
              <a:gd name="connsiteX198" fmla="*/ 3036901 w 11269336"/>
              <a:gd name="connsiteY198" fmla="*/ 2138726 h 2323145"/>
              <a:gd name="connsiteX199" fmla="*/ 3026996 w 11269336"/>
              <a:gd name="connsiteY199" fmla="*/ 2134322 h 2323145"/>
              <a:gd name="connsiteX200" fmla="*/ 3007772 w 11269336"/>
              <a:gd name="connsiteY200" fmla="*/ 2128742 h 2323145"/>
              <a:gd name="connsiteX201" fmla="*/ 2965030 w 11269336"/>
              <a:gd name="connsiteY201" fmla="*/ 2100494 h 2323145"/>
              <a:gd name="connsiteX202" fmla="*/ 2926342 w 11269336"/>
              <a:gd name="connsiteY202" fmla="*/ 2104155 h 2323145"/>
              <a:gd name="connsiteX203" fmla="*/ 2918608 w 11269336"/>
              <a:gd name="connsiteY203" fmla="*/ 2104215 h 2323145"/>
              <a:gd name="connsiteX204" fmla="*/ 2918475 w 11269336"/>
              <a:gd name="connsiteY204" fmla="*/ 2103937 h 2323145"/>
              <a:gd name="connsiteX205" fmla="*/ 2910360 w 11269336"/>
              <a:gd name="connsiteY205" fmla="*/ 2103444 h 2323145"/>
              <a:gd name="connsiteX206" fmla="*/ 2904507 w 11269336"/>
              <a:gd name="connsiteY206" fmla="*/ 2104326 h 2323145"/>
              <a:gd name="connsiteX207" fmla="*/ 2889503 w 11269336"/>
              <a:gd name="connsiteY207" fmla="*/ 2104443 h 2323145"/>
              <a:gd name="connsiteX208" fmla="*/ 2884480 w 11269336"/>
              <a:gd name="connsiteY208" fmla="*/ 2102626 h 2323145"/>
              <a:gd name="connsiteX209" fmla="*/ 2882689 w 11269336"/>
              <a:gd name="connsiteY209" fmla="*/ 2099228 h 2323145"/>
              <a:gd name="connsiteX210" fmla="*/ 2881291 w 11269336"/>
              <a:gd name="connsiteY210" fmla="*/ 2099618 h 2323145"/>
              <a:gd name="connsiteX211" fmla="*/ 2853979 w 11269336"/>
              <a:gd name="connsiteY211" fmla="*/ 2090388 h 2323145"/>
              <a:gd name="connsiteX212" fmla="*/ 2791790 w 11269336"/>
              <a:gd name="connsiteY212" fmla="*/ 2080332 h 2323145"/>
              <a:gd name="connsiteX213" fmla="*/ 2755844 w 11269336"/>
              <a:gd name="connsiteY213" fmla="*/ 2078874 h 2323145"/>
              <a:gd name="connsiteX214" fmla="*/ 2657742 w 11269336"/>
              <a:gd name="connsiteY214" fmla="*/ 2070179 h 2323145"/>
              <a:gd name="connsiteX215" fmla="*/ 2559549 w 11269336"/>
              <a:gd name="connsiteY215" fmla="*/ 2057873 h 2323145"/>
              <a:gd name="connsiteX216" fmla="*/ 2512054 w 11269336"/>
              <a:gd name="connsiteY216" fmla="*/ 2031671 h 2323145"/>
              <a:gd name="connsiteX217" fmla="*/ 2506437 w 11269336"/>
              <a:gd name="connsiteY217" fmla="*/ 2030918 h 2323145"/>
              <a:gd name="connsiteX218" fmla="*/ 2491752 w 11269336"/>
              <a:gd name="connsiteY218" fmla="*/ 2033906 h 2323145"/>
              <a:gd name="connsiteX219" fmla="*/ 2486338 w 11269336"/>
              <a:gd name="connsiteY219" fmla="*/ 2035862 h 2323145"/>
              <a:gd name="connsiteX220" fmla="*/ 2478186 w 11269336"/>
              <a:gd name="connsiteY220" fmla="*/ 2036953 h 2323145"/>
              <a:gd name="connsiteX221" fmla="*/ 2477950 w 11269336"/>
              <a:gd name="connsiteY221" fmla="*/ 2036715 h 2323145"/>
              <a:gd name="connsiteX222" fmla="*/ 2470381 w 11269336"/>
              <a:gd name="connsiteY222" fmla="*/ 2038256 h 2323145"/>
              <a:gd name="connsiteX223" fmla="*/ 2433781 w 11269336"/>
              <a:gd name="connsiteY223" fmla="*/ 2049140 h 2323145"/>
              <a:gd name="connsiteX224" fmla="*/ 2381172 w 11269336"/>
              <a:gd name="connsiteY224" fmla="*/ 2030645 h 2323145"/>
              <a:gd name="connsiteX225" fmla="*/ 2360198 w 11269336"/>
              <a:gd name="connsiteY225" fmla="*/ 2029059 h 2323145"/>
              <a:gd name="connsiteX226" fmla="*/ 2348815 w 11269336"/>
              <a:gd name="connsiteY226" fmla="*/ 2026798 h 2323145"/>
              <a:gd name="connsiteX227" fmla="*/ 2347988 w 11269336"/>
              <a:gd name="connsiteY227" fmla="*/ 2025745 h 2323145"/>
              <a:gd name="connsiteX228" fmla="*/ 2312920 w 11269336"/>
              <a:gd name="connsiteY228" fmla="*/ 2036311 h 2323145"/>
              <a:gd name="connsiteX229" fmla="*/ 2307986 w 11269336"/>
              <a:gd name="connsiteY229" fmla="*/ 2035583 h 2323145"/>
              <a:gd name="connsiteX230" fmla="*/ 2285481 w 11269336"/>
              <a:gd name="connsiteY230" fmla="*/ 2045197 h 2323145"/>
              <a:gd name="connsiteX231" fmla="*/ 2273666 w 11269336"/>
              <a:gd name="connsiteY231" fmla="*/ 2048710 h 2323145"/>
              <a:gd name="connsiteX232" fmla="*/ 2270719 w 11269336"/>
              <a:gd name="connsiteY232" fmla="*/ 2052702 h 2323145"/>
              <a:gd name="connsiteX233" fmla="*/ 2253080 w 11269336"/>
              <a:gd name="connsiteY233" fmla="*/ 2056363 h 2323145"/>
              <a:gd name="connsiteX234" fmla="*/ 2250906 w 11269336"/>
              <a:gd name="connsiteY234" fmla="*/ 2055654 h 2323145"/>
              <a:gd name="connsiteX235" fmla="*/ 2236905 w 11269336"/>
              <a:gd name="connsiteY235" fmla="*/ 2062882 h 2323145"/>
              <a:gd name="connsiteX236" fmla="*/ 2225830 w 11269336"/>
              <a:gd name="connsiteY236" fmla="*/ 2074027 h 2323145"/>
              <a:gd name="connsiteX237" fmla="*/ 2073776 w 11269336"/>
              <a:gd name="connsiteY237" fmla="*/ 2089244 h 2323145"/>
              <a:gd name="connsiteX238" fmla="*/ 1948256 w 11269336"/>
              <a:gd name="connsiteY238" fmla="*/ 2146616 h 2323145"/>
              <a:gd name="connsiteX239" fmla="*/ 1865582 w 11269336"/>
              <a:gd name="connsiteY239" fmla="*/ 2153738 h 2323145"/>
              <a:gd name="connsiteX240" fmla="*/ 1835210 w 11269336"/>
              <a:gd name="connsiteY240" fmla="*/ 2134244 h 2323145"/>
              <a:gd name="connsiteX241" fmla="*/ 1632661 w 11269336"/>
              <a:gd name="connsiteY241" fmla="*/ 2173882 h 2323145"/>
              <a:gd name="connsiteX242" fmla="*/ 1579590 w 11269336"/>
              <a:gd name="connsiteY242" fmla="*/ 2173680 h 2323145"/>
              <a:gd name="connsiteX243" fmla="*/ 1535601 w 11269336"/>
              <a:gd name="connsiteY243" fmla="*/ 2194590 h 2323145"/>
              <a:gd name="connsiteX244" fmla="*/ 1515594 w 11269336"/>
              <a:gd name="connsiteY244" fmla="*/ 2189622 h 2323145"/>
              <a:gd name="connsiteX245" fmla="*/ 1512113 w 11269336"/>
              <a:gd name="connsiteY245" fmla="*/ 2188534 h 2323145"/>
              <a:gd name="connsiteX246" fmla="*/ 1498838 w 11269336"/>
              <a:gd name="connsiteY246" fmla="*/ 2189213 h 2323145"/>
              <a:gd name="connsiteX247" fmla="*/ 1494279 w 11269336"/>
              <a:gd name="connsiteY247" fmla="*/ 2183112 h 2323145"/>
              <a:gd name="connsiteX248" fmla="*/ 1473714 w 11269336"/>
              <a:gd name="connsiteY248" fmla="*/ 2179625 h 2323145"/>
              <a:gd name="connsiteX249" fmla="*/ 1449503 w 11269336"/>
              <a:gd name="connsiteY249" fmla="*/ 2182633 h 2323145"/>
              <a:gd name="connsiteX250" fmla="*/ 1335495 w 11269336"/>
              <a:gd name="connsiteY250" fmla="*/ 2203940 h 2323145"/>
              <a:gd name="connsiteX251" fmla="*/ 1266687 w 11269336"/>
              <a:gd name="connsiteY251" fmla="*/ 2212688 h 2323145"/>
              <a:gd name="connsiteX252" fmla="*/ 1239614 w 11269336"/>
              <a:gd name="connsiteY252" fmla="*/ 2209727 h 2323145"/>
              <a:gd name="connsiteX253" fmla="*/ 1202436 w 11269336"/>
              <a:gd name="connsiteY253" fmla="*/ 2209817 h 2323145"/>
              <a:gd name="connsiteX254" fmla="*/ 1136097 w 11269336"/>
              <a:gd name="connsiteY254" fmla="*/ 2205112 h 2323145"/>
              <a:gd name="connsiteX255" fmla="*/ 1048229 w 11269336"/>
              <a:gd name="connsiteY255" fmla="*/ 2207249 h 2323145"/>
              <a:gd name="connsiteX256" fmla="*/ 988232 w 11269336"/>
              <a:gd name="connsiteY256" fmla="*/ 2235635 h 2323145"/>
              <a:gd name="connsiteX257" fmla="*/ 981959 w 11269336"/>
              <a:gd name="connsiteY257" fmla="*/ 2231607 h 2323145"/>
              <a:gd name="connsiteX258" fmla="*/ 938600 w 11269336"/>
              <a:gd name="connsiteY258" fmla="*/ 2238113 h 2323145"/>
              <a:gd name="connsiteX259" fmla="*/ 791788 w 11269336"/>
              <a:gd name="connsiteY259" fmla="*/ 2293224 h 2323145"/>
              <a:gd name="connsiteX260" fmla="*/ 706914 w 11269336"/>
              <a:gd name="connsiteY260" fmla="*/ 2305046 h 2323145"/>
              <a:gd name="connsiteX261" fmla="*/ 675971 w 11269336"/>
              <a:gd name="connsiteY261" fmla="*/ 2304030 h 2323145"/>
              <a:gd name="connsiteX262" fmla="*/ 624180 w 11269336"/>
              <a:gd name="connsiteY262" fmla="*/ 2302650 h 2323145"/>
              <a:gd name="connsiteX263" fmla="*/ 583453 w 11269336"/>
              <a:gd name="connsiteY263" fmla="*/ 2288788 h 2323145"/>
              <a:gd name="connsiteX264" fmla="*/ 540946 w 11269336"/>
              <a:gd name="connsiteY264" fmla="*/ 2292721 h 2323145"/>
              <a:gd name="connsiteX265" fmla="*/ 533680 w 11269336"/>
              <a:gd name="connsiteY265" fmla="*/ 2310233 h 2323145"/>
              <a:gd name="connsiteX266" fmla="*/ 487366 w 11269336"/>
              <a:gd name="connsiteY266" fmla="*/ 2309053 h 2323145"/>
              <a:gd name="connsiteX267" fmla="*/ 416820 w 11269336"/>
              <a:gd name="connsiteY267" fmla="*/ 2305443 h 2323145"/>
              <a:gd name="connsiteX268" fmla="*/ 376805 w 11269336"/>
              <a:gd name="connsiteY268" fmla="*/ 2307647 h 2323145"/>
              <a:gd name="connsiteX269" fmla="*/ 266777 w 11269336"/>
              <a:gd name="connsiteY269" fmla="*/ 2309012 h 2323145"/>
              <a:gd name="connsiteX270" fmla="*/ 156013 w 11269336"/>
              <a:gd name="connsiteY270" fmla="*/ 2306832 h 2323145"/>
              <a:gd name="connsiteX271" fmla="*/ 87258 w 11269336"/>
              <a:gd name="connsiteY271" fmla="*/ 2285511 h 2323145"/>
              <a:gd name="connsiteX272" fmla="*/ 23798 w 11269336"/>
              <a:gd name="connsiteY272" fmla="*/ 2281822 h 2323145"/>
              <a:gd name="connsiteX273" fmla="*/ 0 w 11269336"/>
              <a:gd name="connsiteY273" fmla="*/ 2285369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092476 w 11269336"/>
              <a:gd name="connsiteY140" fmla="*/ 2100737 h 2323145"/>
              <a:gd name="connsiteX141" fmla="*/ 5060738 w 11269336"/>
              <a:gd name="connsiteY141" fmla="*/ 2083274 h 2323145"/>
              <a:gd name="connsiteX142" fmla="*/ 4860988 w 11269336"/>
              <a:gd name="connsiteY142" fmla="*/ 2135698 h 2323145"/>
              <a:gd name="connsiteX143" fmla="*/ 4807902 w 11269336"/>
              <a:gd name="connsiteY143" fmla="*/ 2138894 h 2323145"/>
              <a:gd name="connsiteX144" fmla="*/ 4765388 w 11269336"/>
              <a:gd name="connsiteY144" fmla="*/ 2162525 h 2323145"/>
              <a:gd name="connsiteX145" fmla="*/ 4745033 w 11269336"/>
              <a:gd name="connsiteY145" fmla="*/ 2158859 h 2323145"/>
              <a:gd name="connsiteX146" fmla="*/ 4741475 w 11269336"/>
              <a:gd name="connsiteY146" fmla="*/ 2157998 h 2323145"/>
              <a:gd name="connsiteX147" fmla="*/ 4728247 w 11269336"/>
              <a:gd name="connsiteY147" fmla="*/ 2159526 h 2323145"/>
              <a:gd name="connsiteX148" fmla="*/ 4723263 w 11269336"/>
              <a:gd name="connsiteY148" fmla="*/ 2153742 h 2323145"/>
              <a:gd name="connsiteX149" fmla="*/ 4702453 w 11269336"/>
              <a:gd name="connsiteY149" fmla="*/ 2151586 h 2323145"/>
              <a:gd name="connsiteX150" fmla="*/ 4678455 w 11269336"/>
              <a:gd name="connsiteY150" fmla="*/ 2156131 h 2323145"/>
              <a:gd name="connsiteX151" fmla="*/ 4593061 w 11269336"/>
              <a:gd name="connsiteY151" fmla="*/ 2171597 h 2323145"/>
              <a:gd name="connsiteX152" fmla="*/ 4579902 w 11269336"/>
              <a:gd name="connsiteY152" fmla="*/ 2177927 h 2323145"/>
              <a:gd name="connsiteX153" fmla="*/ 4533444 w 11269336"/>
              <a:gd name="connsiteY153" fmla="*/ 2181200 h 2323145"/>
              <a:gd name="connsiteX154" fmla="*/ 4492832 w 11269336"/>
              <a:gd name="connsiteY154" fmla="*/ 2188033 h 2323145"/>
              <a:gd name="connsiteX155" fmla="*/ 4467257 w 11269336"/>
              <a:gd name="connsiteY155" fmla="*/ 2196121 h 2323145"/>
              <a:gd name="connsiteX156" fmla="*/ 4459937 w 11269336"/>
              <a:gd name="connsiteY156" fmla="*/ 2195182 h 2323145"/>
              <a:gd name="connsiteX157" fmla="*/ 4433312 w 11269336"/>
              <a:gd name="connsiteY157" fmla="*/ 2199004 h 2323145"/>
              <a:gd name="connsiteX158" fmla="*/ 4420601 w 11269336"/>
              <a:gd name="connsiteY158" fmla="*/ 2205158 h 2323145"/>
              <a:gd name="connsiteX159" fmla="*/ 4405765 w 11269336"/>
              <a:gd name="connsiteY159" fmla="*/ 2199902 h 2323145"/>
              <a:gd name="connsiteX160" fmla="*/ 4401354 w 11269336"/>
              <a:gd name="connsiteY160" fmla="*/ 2194745 h 2323145"/>
              <a:gd name="connsiteX161" fmla="*/ 4383151 w 11269336"/>
              <a:gd name="connsiteY161" fmla="*/ 2201140 h 2323145"/>
              <a:gd name="connsiteX162" fmla="*/ 4366646 w 11269336"/>
              <a:gd name="connsiteY162" fmla="*/ 2198564 h 2323145"/>
              <a:gd name="connsiteX163" fmla="*/ 4354009 w 11269336"/>
              <a:gd name="connsiteY163" fmla="*/ 2204984 h 2323145"/>
              <a:gd name="connsiteX164" fmla="*/ 4348284 w 11269336"/>
              <a:gd name="connsiteY164" fmla="*/ 2205270 h 2323145"/>
              <a:gd name="connsiteX165" fmla="*/ 4333906 w 11269336"/>
              <a:gd name="connsiteY165" fmla="*/ 2205251 h 2323145"/>
              <a:gd name="connsiteX166" fmla="*/ 4308819 w 11269336"/>
              <a:gd name="connsiteY166" fmla="*/ 2203822 h 2323145"/>
              <a:gd name="connsiteX167" fmla="*/ 4301210 w 11269336"/>
              <a:gd name="connsiteY167" fmla="*/ 2204456 h 2323145"/>
              <a:gd name="connsiteX168" fmla="*/ 4283095 w 11269336"/>
              <a:gd name="connsiteY168" fmla="*/ 2198177 h 2323145"/>
              <a:gd name="connsiteX169" fmla="*/ 4250119 w 11269336"/>
              <a:gd name="connsiteY169" fmla="*/ 2196342 h 2323145"/>
              <a:gd name="connsiteX170" fmla="*/ 4189203 w 11269336"/>
              <a:gd name="connsiteY170" fmla="*/ 2178994 h 2323145"/>
              <a:gd name="connsiteX171" fmla="*/ 4154035 w 11269336"/>
              <a:gd name="connsiteY171" fmla="*/ 2171950 h 2323145"/>
              <a:gd name="connsiteX172" fmla="*/ 4129569 w 11269336"/>
              <a:gd name="connsiteY172" fmla="*/ 2163850 h 2323145"/>
              <a:gd name="connsiteX173" fmla="*/ 4061250 w 11269336"/>
              <a:gd name="connsiteY173" fmla="*/ 2159236 h 2323145"/>
              <a:gd name="connsiteX174" fmla="*/ 3945480 w 11269336"/>
              <a:gd name="connsiteY174" fmla="*/ 2158279 h 2323145"/>
              <a:gd name="connsiteX175" fmla="*/ 3921468 w 11269336"/>
              <a:gd name="connsiteY175" fmla="*/ 2156588 h 2323145"/>
              <a:gd name="connsiteX176" fmla="*/ 3903348 w 11269336"/>
              <a:gd name="connsiteY176" fmla="*/ 2149220 h 2323145"/>
              <a:gd name="connsiteX177" fmla="*/ 3901342 w 11269336"/>
              <a:gd name="connsiteY177" fmla="*/ 2142355 h 2323145"/>
              <a:gd name="connsiteX178" fmla="*/ 3888539 w 11269336"/>
              <a:gd name="connsiteY178" fmla="*/ 2140476 h 2323145"/>
              <a:gd name="connsiteX179" fmla="*/ 3885662 w 11269336"/>
              <a:gd name="connsiteY179" fmla="*/ 2138740 h 2323145"/>
              <a:gd name="connsiteX180" fmla="*/ 3868627 w 11269336"/>
              <a:gd name="connsiteY180" fmla="*/ 2130023 h 2323145"/>
              <a:gd name="connsiteX181" fmla="*/ 3819177 w 11269336"/>
              <a:gd name="connsiteY181" fmla="*/ 2142111 h 2323145"/>
              <a:gd name="connsiteX182" fmla="*/ 3769100 w 11269336"/>
              <a:gd name="connsiteY182" fmla="*/ 2131731 h 2323145"/>
              <a:gd name="connsiteX183" fmla="*/ 3562752 w 11269336"/>
              <a:gd name="connsiteY183" fmla="*/ 2131785 h 2323145"/>
              <a:gd name="connsiteX184" fmla="*/ 3541402 w 11269336"/>
              <a:gd name="connsiteY184" fmla="*/ 2106821 h 2323145"/>
              <a:gd name="connsiteX185" fmla="*/ 3460591 w 11269336"/>
              <a:gd name="connsiteY185" fmla="*/ 2097951 h 2323145"/>
              <a:gd name="connsiteX186" fmla="*/ 3320348 w 11269336"/>
              <a:gd name="connsiteY186" fmla="*/ 2130191 h 2323145"/>
              <a:gd name="connsiteX187" fmla="*/ 3170922 w 11269336"/>
              <a:gd name="connsiteY187" fmla="*/ 2115957 h 2323145"/>
              <a:gd name="connsiteX188" fmla="*/ 3156256 w 11269336"/>
              <a:gd name="connsiteY188" fmla="*/ 2124773 h 2323145"/>
              <a:gd name="connsiteX189" fmla="*/ 3140298 w 11269336"/>
              <a:gd name="connsiteY189" fmla="*/ 2129182 h 2323145"/>
              <a:gd name="connsiteX190" fmla="*/ 3138514 w 11269336"/>
              <a:gd name="connsiteY190" fmla="*/ 2128069 h 2323145"/>
              <a:gd name="connsiteX191" fmla="*/ 3120467 w 11269336"/>
              <a:gd name="connsiteY191" fmla="*/ 2128281 h 2323145"/>
              <a:gd name="connsiteX192" fmla="*/ 3116175 w 11269336"/>
              <a:gd name="connsiteY192" fmla="*/ 2131633 h 2323145"/>
              <a:gd name="connsiteX193" fmla="*/ 3103685 w 11269336"/>
              <a:gd name="connsiteY193" fmla="*/ 2132814 h 2323145"/>
              <a:gd name="connsiteX194" fmla="*/ 3078794 w 11269336"/>
              <a:gd name="connsiteY194" fmla="*/ 2137935 h 2323145"/>
              <a:gd name="connsiteX195" fmla="*/ 3074407 w 11269336"/>
              <a:gd name="connsiteY195" fmla="*/ 2136274 h 2323145"/>
              <a:gd name="connsiteX196" fmla="*/ 3037285 w 11269336"/>
              <a:gd name="connsiteY196" fmla="*/ 2139919 h 2323145"/>
              <a:gd name="connsiteX197" fmla="*/ 3036901 w 11269336"/>
              <a:gd name="connsiteY197" fmla="*/ 2138726 h 2323145"/>
              <a:gd name="connsiteX198" fmla="*/ 3026996 w 11269336"/>
              <a:gd name="connsiteY198" fmla="*/ 2134322 h 2323145"/>
              <a:gd name="connsiteX199" fmla="*/ 3007772 w 11269336"/>
              <a:gd name="connsiteY199" fmla="*/ 2128742 h 2323145"/>
              <a:gd name="connsiteX200" fmla="*/ 2965030 w 11269336"/>
              <a:gd name="connsiteY200" fmla="*/ 2100494 h 2323145"/>
              <a:gd name="connsiteX201" fmla="*/ 2926342 w 11269336"/>
              <a:gd name="connsiteY201" fmla="*/ 2104155 h 2323145"/>
              <a:gd name="connsiteX202" fmla="*/ 2918608 w 11269336"/>
              <a:gd name="connsiteY202" fmla="*/ 2104215 h 2323145"/>
              <a:gd name="connsiteX203" fmla="*/ 2918475 w 11269336"/>
              <a:gd name="connsiteY203" fmla="*/ 2103937 h 2323145"/>
              <a:gd name="connsiteX204" fmla="*/ 2910360 w 11269336"/>
              <a:gd name="connsiteY204" fmla="*/ 2103444 h 2323145"/>
              <a:gd name="connsiteX205" fmla="*/ 2904507 w 11269336"/>
              <a:gd name="connsiteY205" fmla="*/ 2104326 h 2323145"/>
              <a:gd name="connsiteX206" fmla="*/ 2889503 w 11269336"/>
              <a:gd name="connsiteY206" fmla="*/ 2104443 h 2323145"/>
              <a:gd name="connsiteX207" fmla="*/ 2884480 w 11269336"/>
              <a:gd name="connsiteY207" fmla="*/ 2102626 h 2323145"/>
              <a:gd name="connsiteX208" fmla="*/ 2882689 w 11269336"/>
              <a:gd name="connsiteY208" fmla="*/ 2099228 h 2323145"/>
              <a:gd name="connsiteX209" fmla="*/ 2881291 w 11269336"/>
              <a:gd name="connsiteY209" fmla="*/ 2099618 h 2323145"/>
              <a:gd name="connsiteX210" fmla="*/ 2853979 w 11269336"/>
              <a:gd name="connsiteY210" fmla="*/ 2090388 h 2323145"/>
              <a:gd name="connsiteX211" fmla="*/ 2791790 w 11269336"/>
              <a:gd name="connsiteY211" fmla="*/ 2080332 h 2323145"/>
              <a:gd name="connsiteX212" fmla="*/ 2755844 w 11269336"/>
              <a:gd name="connsiteY212" fmla="*/ 2078874 h 2323145"/>
              <a:gd name="connsiteX213" fmla="*/ 2657742 w 11269336"/>
              <a:gd name="connsiteY213" fmla="*/ 2070179 h 2323145"/>
              <a:gd name="connsiteX214" fmla="*/ 2559549 w 11269336"/>
              <a:gd name="connsiteY214" fmla="*/ 2057873 h 2323145"/>
              <a:gd name="connsiteX215" fmla="*/ 2512054 w 11269336"/>
              <a:gd name="connsiteY215" fmla="*/ 2031671 h 2323145"/>
              <a:gd name="connsiteX216" fmla="*/ 2506437 w 11269336"/>
              <a:gd name="connsiteY216" fmla="*/ 2030918 h 2323145"/>
              <a:gd name="connsiteX217" fmla="*/ 2491752 w 11269336"/>
              <a:gd name="connsiteY217" fmla="*/ 2033906 h 2323145"/>
              <a:gd name="connsiteX218" fmla="*/ 2486338 w 11269336"/>
              <a:gd name="connsiteY218" fmla="*/ 2035862 h 2323145"/>
              <a:gd name="connsiteX219" fmla="*/ 2478186 w 11269336"/>
              <a:gd name="connsiteY219" fmla="*/ 2036953 h 2323145"/>
              <a:gd name="connsiteX220" fmla="*/ 2477950 w 11269336"/>
              <a:gd name="connsiteY220" fmla="*/ 2036715 h 2323145"/>
              <a:gd name="connsiteX221" fmla="*/ 2470381 w 11269336"/>
              <a:gd name="connsiteY221" fmla="*/ 2038256 h 2323145"/>
              <a:gd name="connsiteX222" fmla="*/ 2433781 w 11269336"/>
              <a:gd name="connsiteY222" fmla="*/ 2049140 h 2323145"/>
              <a:gd name="connsiteX223" fmla="*/ 2381172 w 11269336"/>
              <a:gd name="connsiteY223" fmla="*/ 2030645 h 2323145"/>
              <a:gd name="connsiteX224" fmla="*/ 2360198 w 11269336"/>
              <a:gd name="connsiteY224" fmla="*/ 2029059 h 2323145"/>
              <a:gd name="connsiteX225" fmla="*/ 2348815 w 11269336"/>
              <a:gd name="connsiteY225" fmla="*/ 2026798 h 2323145"/>
              <a:gd name="connsiteX226" fmla="*/ 2347988 w 11269336"/>
              <a:gd name="connsiteY226" fmla="*/ 2025745 h 2323145"/>
              <a:gd name="connsiteX227" fmla="*/ 2312920 w 11269336"/>
              <a:gd name="connsiteY227" fmla="*/ 2036311 h 2323145"/>
              <a:gd name="connsiteX228" fmla="*/ 2307986 w 11269336"/>
              <a:gd name="connsiteY228" fmla="*/ 2035583 h 2323145"/>
              <a:gd name="connsiteX229" fmla="*/ 2285481 w 11269336"/>
              <a:gd name="connsiteY229" fmla="*/ 2045197 h 2323145"/>
              <a:gd name="connsiteX230" fmla="*/ 2273666 w 11269336"/>
              <a:gd name="connsiteY230" fmla="*/ 2048710 h 2323145"/>
              <a:gd name="connsiteX231" fmla="*/ 2270719 w 11269336"/>
              <a:gd name="connsiteY231" fmla="*/ 2052702 h 2323145"/>
              <a:gd name="connsiteX232" fmla="*/ 2253080 w 11269336"/>
              <a:gd name="connsiteY232" fmla="*/ 2056363 h 2323145"/>
              <a:gd name="connsiteX233" fmla="*/ 2250906 w 11269336"/>
              <a:gd name="connsiteY233" fmla="*/ 2055654 h 2323145"/>
              <a:gd name="connsiteX234" fmla="*/ 2236905 w 11269336"/>
              <a:gd name="connsiteY234" fmla="*/ 2062882 h 2323145"/>
              <a:gd name="connsiteX235" fmla="*/ 2225830 w 11269336"/>
              <a:gd name="connsiteY235" fmla="*/ 2074027 h 2323145"/>
              <a:gd name="connsiteX236" fmla="*/ 2073776 w 11269336"/>
              <a:gd name="connsiteY236" fmla="*/ 2089244 h 2323145"/>
              <a:gd name="connsiteX237" fmla="*/ 1948256 w 11269336"/>
              <a:gd name="connsiteY237" fmla="*/ 2146616 h 2323145"/>
              <a:gd name="connsiteX238" fmla="*/ 1865582 w 11269336"/>
              <a:gd name="connsiteY238" fmla="*/ 2153738 h 2323145"/>
              <a:gd name="connsiteX239" fmla="*/ 1835210 w 11269336"/>
              <a:gd name="connsiteY239" fmla="*/ 2134244 h 2323145"/>
              <a:gd name="connsiteX240" fmla="*/ 1632661 w 11269336"/>
              <a:gd name="connsiteY240" fmla="*/ 2173882 h 2323145"/>
              <a:gd name="connsiteX241" fmla="*/ 1579590 w 11269336"/>
              <a:gd name="connsiteY241" fmla="*/ 2173680 h 2323145"/>
              <a:gd name="connsiteX242" fmla="*/ 1535601 w 11269336"/>
              <a:gd name="connsiteY242" fmla="*/ 2194590 h 2323145"/>
              <a:gd name="connsiteX243" fmla="*/ 1515594 w 11269336"/>
              <a:gd name="connsiteY243" fmla="*/ 2189622 h 2323145"/>
              <a:gd name="connsiteX244" fmla="*/ 1512113 w 11269336"/>
              <a:gd name="connsiteY244" fmla="*/ 2188534 h 2323145"/>
              <a:gd name="connsiteX245" fmla="*/ 1498838 w 11269336"/>
              <a:gd name="connsiteY245" fmla="*/ 2189213 h 2323145"/>
              <a:gd name="connsiteX246" fmla="*/ 1494279 w 11269336"/>
              <a:gd name="connsiteY246" fmla="*/ 2183112 h 2323145"/>
              <a:gd name="connsiteX247" fmla="*/ 1473714 w 11269336"/>
              <a:gd name="connsiteY247" fmla="*/ 2179625 h 2323145"/>
              <a:gd name="connsiteX248" fmla="*/ 1449503 w 11269336"/>
              <a:gd name="connsiteY248" fmla="*/ 2182633 h 2323145"/>
              <a:gd name="connsiteX249" fmla="*/ 1335495 w 11269336"/>
              <a:gd name="connsiteY249" fmla="*/ 2203940 h 2323145"/>
              <a:gd name="connsiteX250" fmla="*/ 1266687 w 11269336"/>
              <a:gd name="connsiteY250" fmla="*/ 2212688 h 2323145"/>
              <a:gd name="connsiteX251" fmla="*/ 1239614 w 11269336"/>
              <a:gd name="connsiteY251" fmla="*/ 2209727 h 2323145"/>
              <a:gd name="connsiteX252" fmla="*/ 1202436 w 11269336"/>
              <a:gd name="connsiteY252" fmla="*/ 2209817 h 2323145"/>
              <a:gd name="connsiteX253" fmla="*/ 1136097 w 11269336"/>
              <a:gd name="connsiteY253" fmla="*/ 2205112 h 2323145"/>
              <a:gd name="connsiteX254" fmla="*/ 1048229 w 11269336"/>
              <a:gd name="connsiteY254" fmla="*/ 2207249 h 2323145"/>
              <a:gd name="connsiteX255" fmla="*/ 988232 w 11269336"/>
              <a:gd name="connsiteY255" fmla="*/ 2235635 h 2323145"/>
              <a:gd name="connsiteX256" fmla="*/ 981959 w 11269336"/>
              <a:gd name="connsiteY256" fmla="*/ 2231607 h 2323145"/>
              <a:gd name="connsiteX257" fmla="*/ 938600 w 11269336"/>
              <a:gd name="connsiteY257" fmla="*/ 2238113 h 2323145"/>
              <a:gd name="connsiteX258" fmla="*/ 791788 w 11269336"/>
              <a:gd name="connsiteY258" fmla="*/ 2293224 h 2323145"/>
              <a:gd name="connsiteX259" fmla="*/ 706914 w 11269336"/>
              <a:gd name="connsiteY259" fmla="*/ 2305046 h 2323145"/>
              <a:gd name="connsiteX260" fmla="*/ 675971 w 11269336"/>
              <a:gd name="connsiteY260" fmla="*/ 2304030 h 2323145"/>
              <a:gd name="connsiteX261" fmla="*/ 624180 w 11269336"/>
              <a:gd name="connsiteY261" fmla="*/ 2302650 h 2323145"/>
              <a:gd name="connsiteX262" fmla="*/ 583453 w 11269336"/>
              <a:gd name="connsiteY262" fmla="*/ 2288788 h 2323145"/>
              <a:gd name="connsiteX263" fmla="*/ 540946 w 11269336"/>
              <a:gd name="connsiteY263" fmla="*/ 2292721 h 2323145"/>
              <a:gd name="connsiteX264" fmla="*/ 533680 w 11269336"/>
              <a:gd name="connsiteY264" fmla="*/ 2310233 h 2323145"/>
              <a:gd name="connsiteX265" fmla="*/ 487366 w 11269336"/>
              <a:gd name="connsiteY265" fmla="*/ 2309053 h 2323145"/>
              <a:gd name="connsiteX266" fmla="*/ 416820 w 11269336"/>
              <a:gd name="connsiteY266" fmla="*/ 2305443 h 2323145"/>
              <a:gd name="connsiteX267" fmla="*/ 376805 w 11269336"/>
              <a:gd name="connsiteY267" fmla="*/ 2307647 h 2323145"/>
              <a:gd name="connsiteX268" fmla="*/ 266777 w 11269336"/>
              <a:gd name="connsiteY268" fmla="*/ 2309012 h 2323145"/>
              <a:gd name="connsiteX269" fmla="*/ 156013 w 11269336"/>
              <a:gd name="connsiteY269" fmla="*/ 2306832 h 2323145"/>
              <a:gd name="connsiteX270" fmla="*/ 87258 w 11269336"/>
              <a:gd name="connsiteY270" fmla="*/ 2285511 h 2323145"/>
              <a:gd name="connsiteX271" fmla="*/ 23798 w 11269336"/>
              <a:gd name="connsiteY271" fmla="*/ 2281822 h 2323145"/>
              <a:gd name="connsiteX272" fmla="*/ 0 w 11269336"/>
              <a:gd name="connsiteY272" fmla="*/ 2285369 h 2323145"/>
              <a:gd name="connsiteX273" fmla="*/ 0 w 11269336"/>
              <a:gd name="connsiteY27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092476 w 11269336"/>
              <a:gd name="connsiteY139" fmla="*/ 2100737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988232 w 11269336"/>
              <a:gd name="connsiteY252" fmla="*/ 2235635 h 2323145"/>
              <a:gd name="connsiteX253" fmla="*/ 981959 w 11269336"/>
              <a:gd name="connsiteY253" fmla="*/ 2231607 h 2323145"/>
              <a:gd name="connsiteX254" fmla="*/ 938600 w 11269336"/>
              <a:gd name="connsiteY254" fmla="*/ 2238113 h 2323145"/>
              <a:gd name="connsiteX255" fmla="*/ 791788 w 11269336"/>
              <a:gd name="connsiteY255" fmla="*/ 2293224 h 2323145"/>
              <a:gd name="connsiteX256" fmla="*/ 706914 w 11269336"/>
              <a:gd name="connsiteY256" fmla="*/ 2305046 h 2323145"/>
              <a:gd name="connsiteX257" fmla="*/ 675971 w 11269336"/>
              <a:gd name="connsiteY257" fmla="*/ 2304030 h 2323145"/>
              <a:gd name="connsiteX258" fmla="*/ 624180 w 11269336"/>
              <a:gd name="connsiteY258" fmla="*/ 2302650 h 2323145"/>
              <a:gd name="connsiteX259" fmla="*/ 583453 w 11269336"/>
              <a:gd name="connsiteY259" fmla="*/ 2288788 h 2323145"/>
              <a:gd name="connsiteX260" fmla="*/ 540946 w 11269336"/>
              <a:gd name="connsiteY260" fmla="*/ 2292721 h 2323145"/>
              <a:gd name="connsiteX261" fmla="*/ 533680 w 11269336"/>
              <a:gd name="connsiteY261" fmla="*/ 2310233 h 2323145"/>
              <a:gd name="connsiteX262" fmla="*/ 487366 w 11269336"/>
              <a:gd name="connsiteY262" fmla="*/ 2309053 h 2323145"/>
              <a:gd name="connsiteX263" fmla="*/ 416820 w 11269336"/>
              <a:gd name="connsiteY263" fmla="*/ 2305443 h 2323145"/>
              <a:gd name="connsiteX264" fmla="*/ 376805 w 11269336"/>
              <a:gd name="connsiteY264" fmla="*/ 2307647 h 2323145"/>
              <a:gd name="connsiteX265" fmla="*/ 266777 w 11269336"/>
              <a:gd name="connsiteY265" fmla="*/ 2309012 h 2323145"/>
              <a:gd name="connsiteX266" fmla="*/ 156013 w 11269336"/>
              <a:gd name="connsiteY266" fmla="*/ 2306832 h 2323145"/>
              <a:gd name="connsiteX267" fmla="*/ 87258 w 11269336"/>
              <a:gd name="connsiteY267" fmla="*/ 2285511 h 2323145"/>
              <a:gd name="connsiteX268" fmla="*/ 23798 w 11269336"/>
              <a:gd name="connsiteY268" fmla="*/ 2281822 h 2323145"/>
              <a:gd name="connsiteX269" fmla="*/ 0 w 11269336"/>
              <a:gd name="connsiteY269" fmla="*/ 2285369 h 2323145"/>
              <a:gd name="connsiteX270" fmla="*/ 0 w 11269336"/>
              <a:gd name="connsiteY27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266687 w 11269336"/>
              <a:gd name="connsiteY247" fmla="*/ 2212688 h 2323145"/>
              <a:gd name="connsiteX248" fmla="*/ 1239614 w 11269336"/>
              <a:gd name="connsiteY248" fmla="*/ 2209727 h 2323145"/>
              <a:gd name="connsiteX249" fmla="*/ 1202436 w 11269336"/>
              <a:gd name="connsiteY249" fmla="*/ 2209817 h 2323145"/>
              <a:gd name="connsiteX250" fmla="*/ 1136097 w 11269336"/>
              <a:gd name="connsiteY250" fmla="*/ 2205112 h 2323145"/>
              <a:gd name="connsiteX251" fmla="*/ 988232 w 11269336"/>
              <a:gd name="connsiteY251" fmla="*/ 2235635 h 2323145"/>
              <a:gd name="connsiteX252" fmla="*/ 981959 w 11269336"/>
              <a:gd name="connsiteY252" fmla="*/ 2231607 h 2323145"/>
              <a:gd name="connsiteX253" fmla="*/ 938600 w 11269336"/>
              <a:gd name="connsiteY253" fmla="*/ 2238113 h 2323145"/>
              <a:gd name="connsiteX254" fmla="*/ 791788 w 11269336"/>
              <a:gd name="connsiteY254" fmla="*/ 2293224 h 2323145"/>
              <a:gd name="connsiteX255" fmla="*/ 706914 w 11269336"/>
              <a:gd name="connsiteY255" fmla="*/ 2305046 h 2323145"/>
              <a:gd name="connsiteX256" fmla="*/ 675971 w 11269336"/>
              <a:gd name="connsiteY256" fmla="*/ 2304030 h 2323145"/>
              <a:gd name="connsiteX257" fmla="*/ 624180 w 11269336"/>
              <a:gd name="connsiteY257" fmla="*/ 2302650 h 2323145"/>
              <a:gd name="connsiteX258" fmla="*/ 583453 w 11269336"/>
              <a:gd name="connsiteY258" fmla="*/ 2288788 h 2323145"/>
              <a:gd name="connsiteX259" fmla="*/ 540946 w 11269336"/>
              <a:gd name="connsiteY259" fmla="*/ 2292721 h 2323145"/>
              <a:gd name="connsiteX260" fmla="*/ 533680 w 11269336"/>
              <a:gd name="connsiteY260" fmla="*/ 2310233 h 2323145"/>
              <a:gd name="connsiteX261" fmla="*/ 487366 w 11269336"/>
              <a:gd name="connsiteY261" fmla="*/ 2309053 h 2323145"/>
              <a:gd name="connsiteX262" fmla="*/ 416820 w 11269336"/>
              <a:gd name="connsiteY262" fmla="*/ 2305443 h 2323145"/>
              <a:gd name="connsiteX263" fmla="*/ 376805 w 11269336"/>
              <a:gd name="connsiteY263" fmla="*/ 2307647 h 2323145"/>
              <a:gd name="connsiteX264" fmla="*/ 266777 w 11269336"/>
              <a:gd name="connsiteY264" fmla="*/ 2309012 h 2323145"/>
              <a:gd name="connsiteX265" fmla="*/ 156013 w 11269336"/>
              <a:gd name="connsiteY265" fmla="*/ 2306832 h 2323145"/>
              <a:gd name="connsiteX266" fmla="*/ 87258 w 11269336"/>
              <a:gd name="connsiteY266" fmla="*/ 2285511 h 2323145"/>
              <a:gd name="connsiteX267" fmla="*/ 23798 w 11269336"/>
              <a:gd name="connsiteY267" fmla="*/ 2281822 h 2323145"/>
              <a:gd name="connsiteX268" fmla="*/ 0 w 11269336"/>
              <a:gd name="connsiteY268" fmla="*/ 2285369 h 2323145"/>
              <a:gd name="connsiteX269" fmla="*/ 0 w 11269336"/>
              <a:gd name="connsiteY26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197391 w 11269336"/>
              <a:gd name="connsiteY54" fmla="*/ 1107746 h 2323145"/>
              <a:gd name="connsiteX55" fmla="*/ 8081474 w 11269336"/>
              <a:gd name="connsiteY55" fmla="*/ 1130125 h 2323145"/>
              <a:gd name="connsiteX56" fmla="*/ 8053585 w 11269336"/>
              <a:gd name="connsiteY56" fmla="*/ 1129169 h 2323145"/>
              <a:gd name="connsiteX57" fmla="*/ 8038422 w 11269336"/>
              <a:gd name="connsiteY57" fmla="*/ 1119092 h 2323145"/>
              <a:gd name="connsiteX58" fmla="*/ 8029450 w 11269336"/>
              <a:gd name="connsiteY58" fmla="*/ 1125592 h 2323145"/>
              <a:gd name="connsiteX59" fmla="*/ 7959552 w 11269336"/>
              <a:gd name="connsiteY59" fmla="*/ 1140188 h 2323145"/>
              <a:gd name="connsiteX60" fmla="*/ 7914188 w 11269336"/>
              <a:gd name="connsiteY60" fmla="*/ 1150862 h 2323145"/>
              <a:gd name="connsiteX61" fmla="*/ 7914918 w 11269336"/>
              <a:gd name="connsiteY61" fmla="*/ 1168758 h 2323145"/>
              <a:gd name="connsiteX62" fmla="*/ 7875510 w 11269336"/>
              <a:gd name="connsiteY62" fmla="*/ 1183153 h 2323145"/>
              <a:gd name="connsiteX63" fmla="*/ 7829932 w 11269336"/>
              <a:gd name="connsiteY63" fmla="*/ 1180782 h 2323145"/>
              <a:gd name="connsiteX64" fmla="*/ 7779182 w 11269336"/>
              <a:gd name="connsiteY64" fmla="*/ 1192665 h 2323145"/>
              <a:gd name="connsiteX65" fmla="*/ 7748774 w 11269336"/>
              <a:gd name="connsiteY65" fmla="*/ 1199586 h 2323145"/>
              <a:gd name="connsiteX66" fmla="*/ 7671846 w 11269336"/>
              <a:gd name="connsiteY66" fmla="*/ 1231966 h 2323145"/>
              <a:gd name="connsiteX67" fmla="*/ 7554146 w 11269336"/>
              <a:gd name="connsiteY67" fmla="*/ 1319748 h 2323145"/>
              <a:gd name="connsiteX68" fmla="*/ 7515052 w 11269336"/>
              <a:gd name="connsiteY68" fmla="*/ 1336718 h 2323145"/>
              <a:gd name="connsiteX69" fmla="*/ 7507193 w 11269336"/>
              <a:gd name="connsiteY69" fmla="*/ 1334617 h 2323145"/>
              <a:gd name="connsiteX70" fmla="*/ 7461694 w 11269336"/>
              <a:gd name="connsiteY70" fmla="*/ 1375866 h 2323145"/>
              <a:gd name="connsiteX71" fmla="*/ 7377571 w 11269336"/>
              <a:gd name="connsiteY71" fmla="*/ 1400128 h 2323145"/>
              <a:gd name="connsiteX72" fmla="*/ 7311261 w 11269336"/>
              <a:gd name="connsiteY72" fmla="*/ 1412652 h 2323145"/>
              <a:gd name="connsiteX73" fmla="*/ 7275307 w 11269336"/>
              <a:gd name="connsiteY73" fmla="*/ 1422171 h 2323145"/>
              <a:gd name="connsiteX74" fmla="*/ 7247783 w 11269336"/>
              <a:gd name="connsiteY74" fmla="*/ 1426330 h 2323145"/>
              <a:gd name="connsiteX75" fmla="*/ 7185047 w 11269336"/>
              <a:gd name="connsiteY75" fmla="*/ 1451812 h 2323145"/>
              <a:gd name="connsiteX76" fmla="*/ 7084117 w 11269336"/>
              <a:gd name="connsiteY76" fmla="*/ 1500281 h 2323145"/>
              <a:gd name="connsiteX77" fmla="*/ 7062011 w 11269336"/>
              <a:gd name="connsiteY77" fmla="*/ 1509183 h 2323145"/>
              <a:gd name="connsiteX78" fmla="*/ 7040555 w 11269336"/>
              <a:gd name="connsiteY78" fmla="*/ 1511207 h 2323145"/>
              <a:gd name="connsiteX79" fmla="*/ 7033438 w 11269336"/>
              <a:gd name="connsiteY79" fmla="*/ 1506772 h 2323145"/>
              <a:gd name="connsiteX80" fmla="*/ 7020886 w 11269336"/>
              <a:gd name="connsiteY80" fmla="*/ 1510764 h 2323145"/>
              <a:gd name="connsiteX81" fmla="*/ 7017033 w 11269336"/>
              <a:gd name="connsiteY81" fmla="*/ 1510650 h 2323145"/>
              <a:gd name="connsiteX82" fmla="*/ 6995460 w 11269336"/>
              <a:gd name="connsiteY82" fmla="*/ 1511173 h 2323145"/>
              <a:gd name="connsiteX83" fmla="*/ 6962144 w 11269336"/>
              <a:gd name="connsiteY83" fmla="*/ 1541508 h 2323145"/>
              <a:gd name="connsiteX84" fmla="*/ 6910674 w 11269336"/>
              <a:gd name="connsiteY84" fmla="*/ 1554793 h 2323145"/>
              <a:gd name="connsiteX85" fmla="*/ 6732152 w 11269336"/>
              <a:gd name="connsiteY85" fmla="*/ 1642538 h 2323145"/>
              <a:gd name="connsiteX86" fmla="*/ 6694106 w 11269336"/>
              <a:gd name="connsiteY86" fmla="*/ 1632377 h 2323145"/>
              <a:gd name="connsiteX87" fmla="*/ 6617223 w 11269336"/>
              <a:gd name="connsiteY87" fmla="*/ 1659889 h 2323145"/>
              <a:gd name="connsiteX88" fmla="*/ 6521138 w 11269336"/>
              <a:gd name="connsiteY88" fmla="*/ 1744340 h 2323145"/>
              <a:gd name="connsiteX89" fmla="*/ 6380677 w 11269336"/>
              <a:gd name="connsiteY89" fmla="*/ 1796883 h 2323145"/>
              <a:gd name="connsiteX90" fmla="*/ 6374897 w 11269336"/>
              <a:gd name="connsiteY90" fmla="*/ 1809910 h 2323145"/>
              <a:gd name="connsiteX91" fmla="*/ 6364545 w 11269336"/>
              <a:gd name="connsiteY91" fmla="*/ 1820090 h 2323145"/>
              <a:gd name="connsiteX92" fmla="*/ 6362126 w 11269336"/>
              <a:gd name="connsiteY92" fmla="*/ 1819991 h 2323145"/>
              <a:gd name="connsiteX93" fmla="*/ 6346673 w 11269336"/>
              <a:gd name="connsiteY93" fmla="*/ 1827824 h 2323145"/>
              <a:gd name="connsiteX94" fmla="*/ 6345588 w 11269336"/>
              <a:gd name="connsiteY94" fmla="*/ 1832232 h 2323145"/>
              <a:gd name="connsiteX95" fmla="*/ 6335708 w 11269336"/>
              <a:gd name="connsiteY95" fmla="*/ 1838451 h 2323145"/>
              <a:gd name="connsiteX96" fmla="*/ 6318182 w 11269336"/>
              <a:gd name="connsiteY96" fmla="*/ 1852975 h 2323145"/>
              <a:gd name="connsiteX97" fmla="*/ 6313084 w 11269336"/>
              <a:gd name="connsiteY97" fmla="*/ 1853561 h 2323145"/>
              <a:gd name="connsiteX98" fmla="*/ 6283816 w 11269336"/>
              <a:gd name="connsiteY98" fmla="*/ 1872148 h 2323145"/>
              <a:gd name="connsiteX99" fmla="*/ 6282550 w 11269336"/>
              <a:gd name="connsiteY99" fmla="*/ 1871392 h 2323145"/>
              <a:gd name="connsiteX100" fmla="*/ 6270527 w 11269336"/>
              <a:gd name="connsiteY100" fmla="*/ 1872208 h 2323145"/>
              <a:gd name="connsiteX101" fmla="*/ 6249518 w 11269336"/>
              <a:gd name="connsiteY101" fmla="*/ 1876079 h 2323145"/>
              <a:gd name="connsiteX102" fmla="*/ 6190386 w 11269336"/>
              <a:gd name="connsiteY102" fmla="*/ 1872478 h 2323145"/>
              <a:gd name="connsiteX103" fmla="*/ 6159777 w 11269336"/>
              <a:gd name="connsiteY103" fmla="*/ 1891745 h 2323145"/>
              <a:gd name="connsiteX104" fmla="*/ 6153131 w 11269336"/>
              <a:gd name="connsiteY104" fmla="*/ 1895079 h 2323145"/>
              <a:gd name="connsiteX105" fmla="*/ 6152798 w 11269336"/>
              <a:gd name="connsiteY105" fmla="*/ 1894920 h 2323145"/>
              <a:gd name="connsiteX106" fmla="*/ 6145388 w 11269336"/>
              <a:gd name="connsiteY106" fmla="*/ 1897990 h 2323145"/>
              <a:gd name="connsiteX107" fmla="*/ 6141014 w 11269336"/>
              <a:gd name="connsiteY107" fmla="*/ 1901155 h 2323145"/>
              <a:gd name="connsiteX108" fmla="*/ 6128122 w 11269336"/>
              <a:gd name="connsiteY108" fmla="*/ 1907623 h 2323145"/>
              <a:gd name="connsiteX109" fmla="*/ 6122351 w 11269336"/>
              <a:gd name="connsiteY109" fmla="*/ 1908359 h 2323145"/>
              <a:gd name="connsiteX110" fmla="*/ 6064750 w 11269336"/>
              <a:gd name="connsiteY110" fmla="*/ 1896394 h 2323145"/>
              <a:gd name="connsiteX111" fmla="*/ 5964230 w 11269336"/>
              <a:gd name="connsiteY111" fmla="*/ 1910038 h 2323145"/>
              <a:gd name="connsiteX112" fmla="*/ 5865399 w 11269336"/>
              <a:gd name="connsiteY112" fmla="*/ 1926966 h 2323145"/>
              <a:gd name="connsiteX113" fmla="*/ 5829951 w 11269336"/>
              <a:gd name="connsiteY113" fmla="*/ 1934755 h 2323145"/>
              <a:gd name="connsiteX114" fmla="*/ 5765285 w 11269336"/>
              <a:gd name="connsiteY114" fmla="*/ 1941322 h 2323145"/>
              <a:gd name="connsiteX115" fmla="*/ 5734750 w 11269336"/>
              <a:gd name="connsiteY115" fmla="*/ 1939793 h 2323145"/>
              <a:gd name="connsiteX116" fmla="*/ 5733569 w 11269336"/>
              <a:gd name="connsiteY116" fmla="*/ 1940505 h 2323145"/>
              <a:gd name="connsiteX117" fmla="*/ 5730329 w 11269336"/>
              <a:gd name="connsiteY117" fmla="*/ 1937845 h 2323145"/>
              <a:gd name="connsiteX118" fmla="*/ 5724661 w 11269336"/>
              <a:gd name="connsiteY118" fmla="*/ 1937455 h 2323145"/>
              <a:gd name="connsiteX119" fmla="*/ 5710186 w 11269336"/>
              <a:gd name="connsiteY119" fmla="*/ 1941370 h 2323145"/>
              <a:gd name="connsiteX120" fmla="*/ 5704910 w 11269336"/>
              <a:gd name="connsiteY120" fmla="*/ 1943663 h 2323145"/>
              <a:gd name="connsiteX121" fmla="*/ 5696836 w 11269336"/>
              <a:gd name="connsiteY121" fmla="*/ 1945271 h 2323145"/>
              <a:gd name="connsiteX122" fmla="*/ 5696583 w 11269336"/>
              <a:gd name="connsiteY122" fmla="*/ 1945050 h 2323145"/>
              <a:gd name="connsiteX123" fmla="*/ 5689123 w 11269336"/>
              <a:gd name="connsiteY123" fmla="*/ 1947067 h 2323145"/>
              <a:gd name="connsiteX124" fmla="*/ 5653291 w 11269336"/>
              <a:gd name="connsiteY124" fmla="*/ 1960245 h 2323145"/>
              <a:gd name="connsiteX125" fmla="*/ 5599385 w 11269336"/>
              <a:gd name="connsiteY125" fmla="*/ 1945198 h 2323145"/>
              <a:gd name="connsiteX126" fmla="*/ 5578300 w 11269336"/>
              <a:gd name="connsiteY126" fmla="*/ 1944963 h 2323145"/>
              <a:gd name="connsiteX127" fmla="*/ 5566758 w 11269336"/>
              <a:gd name="connsiteY127" fmla="*/ 1943441 h 2323145"/>
              <a:gd name="connsiteX128" fmla="*/ 5565857 w 11269336"/>
              <a:gd name="connsiteY128" fmla="*/ 1942445 h 2323145"/>
              <a:gd name="connsiteX129" fmla="*/ 5531534 w 11269336"/>
              <a:gd name="connsiteY129" fmla="*/ 1955208 h 2323145"/>
              <a:gd name="connsiteX130" fmla="*/ 5526552 w 11269336"/>
              <a:gd name="connsiteY130" fmla="*/ 1954799 h 2323145"/>
              <a:gd name="connsiteX131" fmla="*/ 5504723 w 11269336"/>
              <a:gd name="connsiteY131" fmla="*/ 1965811 h 2323145"/>
              <a:gd name="connsiteX132" fmla="*/ 5493156 w 11269336"/>
              <a:gd name="connsiteY132" fmla="*/ 1970063 h 2323145"/>
              <a:gd name="connsiteX133" fmla="*/ 5490486 w 11269336"/>
              <a:gd name="connsiteY133" fmla="*/ 1974227 h 2323145"/>
              <a:gd name="connsiteX134" fmla="*/ 5473107 w 11269336"/>
              <a:gd name="connsiteY134" fmla="*/ 1979001 h 2323145"/>
              <a:gd name="connsiteX135" fmla="*/ 5470885 w 11269336"/>
              <a:gd name="connsiteY135" fmla="*/ 1978432 h 2323145"/>
              <a:gd name="connsiteX136" fmla="*/ 5457393 w 11269336"/>
              <a:gd name="connsiteY136" fmla="*/ 1986525 h 2323145"/>
              <a:gd name="connsiteX137" fmla="*/ 5447102 w 11269336"/>
              <a:gd name="connsiteY137" fmla="*/ 1998329 h 2323145"/>
              <a:gd name="connsiteX138" fmla="*/ 5159151 w 11269336"/>
              <a:gd name="connsiteY138" fmla="*/ 2029640 h 2323145"/>
              <a:gd name="connsiteX139" fmla="*/ 5041688 w 11269336"/>
              <a:gd name="connsiteY139" fmla="*/ 2022334 h 2323145"/>
              <a:gd name="connsiteX140" fmla="*/ 4860988 w 11269336"/>
              <a:gd name="connsiteY140" fmla="*/ 2135698 h 2323145"/>
              <a:gd name="connsiteX141" fmla="*/ 4807902 w 11269336"/>
              <a:gd name="connsiteY141" fmla="*/ 2138894 h 2323145"/>
              <a:gd name="connsiteX142" fmla="*/ 4765388 w 11269336"/>
              <a:gd name="connsiteY142" fmla="*/ 2162525 h 2323145"/>
              <a:gd name="connsiteX143" fmla="*/ 4745033 w 11269336"/>
              <a:gd name="connsiteY143" fmla="*/ 2158859 h 2323145"/>
              <a:gd name="connsiteX144" fmla="*/ 4741475 w 11269336"/>
              <a:gd name="connsiteY144" fmla="*/ 2157998 h 2323145"/>
              <a:gd name="connsiteX145" fmla="*/ 4728247 w 11269336"/>
              <a:gd name="connsiteY145" fmla="*/ 2159526 h 2323145"/>
              <a:gd name="connsiteX146" fmla="*/ 4723263 w 11269336"/>
              <a:gd name="connsiteY146" fmla="*/ 2153742 h 2323145"/>
              <a:gd name="connsiteX147" fmla="*/ 4702453 w 11269336"/>
              <a:gd name="connsiteY147" fmla="*/ 2151586 h 2323145"/>
              <a:gd name="connsiteX148" fmla="*/ 4678455 w 11269336"/>
              <a:gd name="connsiteY148" fmla="*/ 2156131 h 2323145"/>
              <a:gd name="connsiteX149" fmla="*/ 4593061 w 11269336"/>
              <a:gd name="connsiteY149" fmla="*/ 2171597 h 2323145"/>
              <a:gd name="connsiteX150" fmla="*/ 4579902 w 11269336"/>
              <a:gd name="connsiteY150" fmla="*/ 2177927 h 2323145"/>
              <a:gd name="connsiteX151" fmla="*/ 4533444 w 11269336"/>
              <a:gd name="connsiteY151" fmla="*/ 2181200 h 2323145"/>
              <a:gd name="connsiteX152" fmla="*/ 4492832 w 11269336"/>
              <a:gd name="connsiteY152" fmla="*/ 2188033 h 2323145"/>
              <a:gd name="connsiteX153" fmla="*/ 4467257 w 11269336"/>
              <a:gd name="connsiteY153" fmla="*/ 2196121 h 2323145"/>
              <a:gd name="connsiteX154" fmla="*/ 4459937 w 11269336"/>
              <a:gd name="connsiteY154" fmla="*/ 2195182 h 2323145"/>
              <a:gd name="connsiteX155" fmla="*/ 4433312 w 11269336"/>
              <a:gd name="connsiteY155" fmla="*/ 2199004 h 2323145"/>
              <a:gd name="connsiteX156" fmla="*/ 4420601 w 11269336"/>
              <a:gd name="connsiteY156" fmla="*/ 2205158 h 2323145"/>
              <a:gd name="connsiteX157" fmla="*/ 4405765 w 11269336"/>
              <a:gd name="connsiteY157" fmla="*/ 2199902 h 2323145"/>
              <a:gd name="connsiteX158" fmla="*/ 4401354 w 11269336"/>
              <a:gd name="connsiteY158" fmla="*/ 2194745 h 2323145"/>
              <a:gd name="connsiteX159" fmla="*/ 4383151 w 11269336"/>
              <a:gd name="connsiteY159" fmla="*/ 2201140 h 2323145"/>
              <a:gd name="connsiteX160" fmla="*/ 4366646 w 11269336"/>
              <a:gd name="connsiteY160" fmla="*/ 2198564 h 2323145"/>
              <a:gd name="connsiteX161" fmla="*/ 4354009 w 11269336"/>
              <a:gd name="connsiteY161" fmla="*/ 2204984 h 2323145"/>
              <a:gd name="connsiteX162" fmla="*/ 4348284 w 11269336"/>
              <a:gd name="connsiteY162" fmla="*/ 2205270 h 2323145"/>
              <a:gd name="connsiteX163" fmla="*/ 4333906 w 11269336"/>
              <a:gd name="connsiteY163" fmla="*/ 2205251 h 2323145"/>
              <a:gd name="connsiteX164" fmla="*/ 4308819 w 11269336"/>
              <a:gd name="connsiteY164" fmla="*/ 2203822 h 2323145"/>
              <a:gd name="connsiteX165" fmla="*/ 4301210 w 11269336"/>
              <a:gd name="connsiteY165" fmla="*/ 2204456 h 2323145"/>
              <a:gd name="connsiteX166" fmla="*/ 4283095 w 11269336"/>
              <a:gd name="connsiteY166" fmla="*/ 2198177 h 2323145"/>
              <a:gd name="connsiteX167" fmla="*/ 4250119 w 11269336"/>
              <a:gd name="connsiteY167" fmla="*/ 2196342 h 2323145"/>
              <a:gd name="connsiteX168" fmla="*/ 4189203 w 11269336"/>
              <a:gd name="connsiteY168" fmla="*/ 2178994 h 2323145"/>
              <a:gd name="connsiteX169" fmla="*/ 4154035 w 11269336"/>
              <a:gd name="connsiteY169" fmla="*/ 2171950 h 2323145"/>
              <a:gd name="connsiteX170" fmla="*/ 4129569 w 11269336"/>
              <a:gd name="connsiteY170" fmla="*/ 2163850 h 2323145"/>
              <a:gd name="connsiteX171" fmla="*/ 4061250 w 11269336"/>
              <a:gd name="connsiteY171" fmla="*/ 2159236 h 2323145"/>
              <a:gd name="connsiteX172" fmla="*/ 3945480 w 11269336"/>
              <a:gd name="connsiteY172" fmla="*/ 2158279 h 2323145"/>
              <a:gd name="connsiteX173" fmla="*/ 3921468 w 11269336"/>
              <a:gd name="connsiteY173" fmla="*/ 2156588 h 2323145"/>
              <a:gd name="connsiteX174" fmla="*/ 3903348 w 11269336"/>
              <a:gd name="connsiteY174" fmla="*/ 2149220 h 2323145"/>
              <a:gd name="connsiteX175" fmla="*/ 3901342 w 11269336"/>
              <a:gd name="connsiteY175" fmla="*/ 2142355 h 2323145"/>
              <a:gd name="connsiteX176" fmla="*/ 3888539 w 11269336"/>
              <a:gd name="connsiteY176" fmla="*/ 2140476 h 2323145"/>
              <a:gd name="connsiteX177" fmla="*/ 3885662 w 11269336"/>
              <a:gd name="connsiteY177" fmla="*/ 2138740 h 2323145"/>
              <a:gd name="connsiteX178" fmla="*/ 3868627 w 11269336"/>
              <a:gd name="connsiteY178" fmla="*/ 2130023 h 2323145"/>
              <a:gd name="connsiteX179" fmla="*/ 3819177 w 11269336"/>
              <a:gd name="connsiteY179" fmla="*/ 2142111 h 2323145"/>
              <a:gd name="connsiteX180" fmla="*/ 3769100 w 11269336"/>
              <a:gd name="connsiteY180" fmla="*/ 2131731 h 2323145"/>
              <a:gd name="connsiteX181" fmla="*/ 3562752 w 11269336"/>
              <a:gd name="connsiteY181" fmla="*/ 2131785 h 2323145"/>
              <a:gd name="connsiteX182" fmla="*/ 3541402 w 11269336"/>
              <a:gd name="connsiteY182" fmla="*/ 2106821 h 2323145"/>
              <a:gd name="connsiteX183" fmla="*/ 3365341 w 11269336"/>
              <a:gd name="connsiteY183" fmla="*/ 2077638 h 2323145"/>
              <a:gd name="connsiteX184" fmla="*/ 3170922 w 11269336"/>
              <a:gd name="connsiteY184" fmla="*/ 2115957 h 2323145"/>
              <a:gd name="connsiteX185" fmla="*/ 3156256 w 11269336"/>
              <a:gd name="connsiteY185" fmla="*/ 2124773 h 2323145"/>
              <a:gd name="connsiteX186" fmla="*/ 3140298 w 11269336"/>
              <a:gd name="connsiteY186" fmla="*/ 2129182 h 2323145"/>
              <a:gd name="connsiteX187" fmla="*/ 3138514 w 11269336"/>
              <a:gd name="connsiteY187" fmla="*/ 2128069 h 2323145"/>
              <a:gd name="connsiteX188" fmla="*/ 3120467 w 11269336"/>
              <a:gd name="connsiteY188" fmla="*/ 2128281 h 2323145"/>
              <a:gd name="connsiteX189" fmla="*/ 3116175 w 11269336"/>
              <a:gd name="connsiteY189" fmla="*/ 2131633 h 2323145"/>
              <a:gd name="connsiteX190" fmla="*/ 3103685 w 11269336"/>
              <a:gd name="connsiteY190" fmla="*/ 2132814 h 2323145"/>
              <a:gd name="connsiteX191" fmla="*/ 3078794 w 11269336"/>
              <a:gd name="connsiteY191" fmla="*/ 2137935 h 2323145"/>
              <a:gd name="connsiteX192" fmla="*/ 3074407 w 11269336"/>
              <a:gd name="connsiteY192" fmla="*/ 2136274 h 2323145"/>
              <a:gd name="connsiteX193" fmla="*/ 3037285 w 11269336"/>
              <a:gd name="connsiteY193" fmla="*/ 2139919 h 2323145"/>
              <a:gd name="connsiteX194" fmla="*/ 3036901 w 11269336"/>
              <a:gd name="connsiteY194" fmla="*/ 2138726 h 2323145"/>
              <a:gd name="connsiteX195" fmla="*/ 3026996 w 11269336"/>
              <a:gd name="connsiteY195" fmla="*/ 2134322 h 2323145"/>
              <a:gd name="connsiteX196" fmla="*/ 3007772 w 11269336"/>
              <a:gd name="connsiteY196" fmla="*/ 2128742 h 2323145"/>
              <a:gd name="connsiteX197" fmla="*/ 2965030 w 11269336"/>
              <a:gd name="connsiteY197" fmla="*/ 2100494 h 2323145"/>
              <a:gd name="connsiteX198" fmla="*/ 2926342 w 11269336"/>
              <a:gd name="connsiteY198" fmla="*/ 2104155 h 2323145"/>
              <a:gd name="connsiteX199" fmla="*/ 2918608 w 11269336"/>
              <a:gd name="connsiteY199" fmla="*/ 2104215 h 2323145"/>
              <a:gd name="connsiteX200" fmla="*/ 2918475 w 11269336"/>
              <a:gd name="connsiteY200" fmla="*/ 2103937 h 2323145"/>
              <a:gd name="connsiteX201" fmla="*/ 2910360 w 11269336"/>
              <a:gd name="connsiteY201" fmla="*/ 2103444 h 2323145"/>
              <a:gd name="connsiteX202" fmla="*/ 2904507 w 11269336"/>
              <a:gd name="connsiteY202" fmla="*/ 2104326 h 2323145"/>
              <a:gd name="connsiteX203" fmla="*/ 2889503 w 11269336"/>
              <a:gd name="connsiteY203" fmla="*/ 2104443 h 2323145"/>
              <a:gd name="connsiteX204" fmla="*/ 2884480 w 11269336"/>
              <a:gd name="connsiteY204" fmla="*/ 2102626 h 2323145"/>
              <a:gd name="connsiteX205" fmla="*/ 2882689 w 11269336"/>
              <a:gd name="connsiteY205" fmla="*/ 2099228 h 2323145"/>
              <a:gd name="connsiteX206" fmla="*/ 2881291 w 11269336"/>
              <a:gd name="connsiteY206" fmla="*/ 2099618 h 2323145"/>
              <a:gd name="connsiteX207" fmla="*/ 2853979 w 11269336"/>
              <a:gd name="connsiteY207" fmla="*/ 2090388 h 2323145"/>
              <a:gd name="connsiteX208" fmla="*/ 2791790 w 11269336"/>
              <a:gd name="connsiteY208" fmla="*/ 2080332 h 2323145"/>
              <a:gd name="connsiteX209" fmla="*/ 2755844 w 11269336"/>
              <a:gd name="connsiteY209" fmla="*/ 2078874 h 2323145"/>
              <a:gd name="connsiteX210" fmla="*/ 2657742 w 11269336"/>
              <a:gd name="connsiteY210" fmla="*/ 2070179 h 2323145"/>
              <a:gd name="connsiteX211" fmla="*/ 2559549 w 11269336"/>
              <a:gd name="connsiteY211" fmla="*/ 2057873 h 2323145"/>
              <a:gd name="connsiteX212" fmla="*/ 2512054 w 11269336"/>
              <a:gd name="connsiteY212" fmla="*/ 2031671 h 2323145"/>
              <a:gd name="connsiteX213" fmla="*/ 2506437 w 11269336"/>
              <a:gd name="connsiteY213" fmla="*/ 2030918 h 2323145"/>
              <a:gd name="connsiteX214" fmla="*/ 2491752 w 11269336"/>
              <a:gd name="connsiteY214" fmla="*/ 2033906 h 2323145"/>
              <a:gd name="connsiteX215" fmla="*/ 2486338 w 11269336"/>
              <a:gd name="connsiteY215" fmla="*/ 2035862 h 2323145"/>
              <a:gd name="connsiteX216" fmla="*/ 2478186 w 11269336"/>
              <a:gd name="connsiteY216" fmla="*/ 2036953 h 2323145"/>
              <a:gd name="connsiteX217" fmla="*/ 2477950 w 11269336"/>
              <a:gd name="connsiteY217" fmla="*/ 2036715 h 2323145"/>
              <a:gd name="connsiteX218" fmla="*/ 2470381 w 11269336"/>
              <a:gd name="connsiteY218" fmla="*/ 2038256 h 2323145"/>
              <a:gd name="connsiteX219" fmla="*/ 2433781 w 11269336"/>
              <a:gd name="connsiteY219" fmla="*/ 2049140 h 2323145"/>
              <a:gd name="connsiteX220" fmla="*/ 2381172 w 11269336"/>
              <a:gd name="connsiteY220" fmla="*/ 2030645 h 2323145"/>
              <a:gd name="connsiteX221" fmla="*/ 2360198 w 11269336"/>
              <a:gd name="connsiteY221" fmla="*/ 2029059 h 2323145"/>
              <a:gd name="connsiteX222" fmla="*/ 2348815 w 11269336"/>
              <a:gd name="connsiteY222" fmla="*/ 2026798 h 2323145"/>
              <a:gd name="connsiteX223" fmla="*/ 2347988 w 11269336"/>
              <a:gd name="connsiteY223" fmla="*/ 2025745 h 2323145"/>
              <a:gd name="connsiteX224" fmla="*/ 2312920 w 11269336"/>
              <a:gd name="connsiteY224" fmla="*/ 2036311 h 2323145"/>
              <a:gd name="connsiteX225" fmla="*/ 2307986 w 11269336"/>
              <a:gd name="connsiteY225" fmla="*/ 2035583 h 2323145"/>
              <a:gd name="connsiteX226" fmla="*/ 2285481 w 11269336"/>
              <a:gd name="connsiteY226" fmla="*/ 2045197 h 2323145"/>
              <a:gd name="connsiteX227" fmla="*/ 2273666 w 11269336"/>
              <a:gd name="connsiteY227" fmla="*/ 2048710 h 2323145"/>
              <a:gd name="connsiteX228" fmla="*/ 2270719 w 11269336"/>
              <a:gd name="connsiteY228" fmla="*/ 2052702 h 2323145"/>
              <a:gd name="connsiteX229" fmla="*/ 2253080 w 11269336"/>
              <a:gd name="connsiteY229" fmla="*/ 2056363 h 2323145"/>
              <a:gd name="connsiteX230" fmla="*/ 2250906 w 11269336"/>
              <a:gd name="connsiteY230" fmla="*/ 2055654 h 2323145"/>
              <a:gd name="connsiteX231" fmla="*/ 2236905 w 11269336"/>
              <a:gd name="connsiteY231" fmla="*/ 2062882 h 2323145"/>
              <a:gd name="connsiteX232" fmla="*/ 2225830 w 11269336"/>
              <a:gd name="connsiteY232" fmla="*/ 2074027 h 2323145"/>
              <a:gd name="connsiteX233" fmla="*/ 2073776 w 11269336"/>
              <a:gd name="connsiteY233" fmla="*/ 2089244 h 2323145"/>
              <a:gd name="connsiteX234" fmla="*/ 1948256 w 11269336"/>
              <a:gd name="connsiteY234" fmla="*/ 2146616 h 2323145"/>
              <a:gd name="connsiteX235" fmla="*/ 1865582 w 11269336"/>
              <a:gd name="connsiteY235" fmla="*/ 2153738 h 2323145"/>
              <a:gd name="connsiteX236" fmla="*/ 1835210 w 11269336"/>
              <a:gd name="connsiteY236" fmla="*/ 2134244 h 2323145"/>
              <a:gd name="connsiteX237" fmla="*/ 1632661 w 11269336"/>
              <a:gd name="connsiteY237" fmla="*/ 2173882 h 2323145"/>
              <a:gd name="connsiteX238" fmla="*/ 1579590 w 11269336"/>
              <a:gd name="connsiteY238" fmla="*/ 2173680 h 2323145"/>
              <a:gd name="connsiteX239" fmla="*/ 1535601 w 11269336"/>
              <a:gd name="connsiteY239" fmla="*/ 2194590 h 2323145"/>
              <a:gd name="connsiteX240" fmla="*/ 1515594 w 11269336"/>
              <a:gd name="connsiteY240" fmla="*/ 2189622 h 2323145"/>
              <a:gd name="connsiteX241" fmla="*/ 1512113 w 11269336"/>
              <a:gd name="connsiteY241" fmla="*/ 2188534 h 2323145"/>
              <a:gd name="connsiteX242" fmla="*/ 1498838 w 11269336"/>
              <a:gd name="connsiteY242" fmla="*/ 2189213 h 2323145"/>
              <a:gd name="connsiteX243" fmla="*/ 1494279 w 11269336"/>
              <a:gd name="connsiteY243" fmla="*/ 2183112 h 2323145"/>
              <a:gd name="connsiteX244" fmla="*/ 1473714 w 11269336"/>
              <a:gd name="connsiteY244" fmla="*/ 2179625 h 2323145"/>
              <a:gd name="connsiteX245" fmla="*/ 1449503 w 11269336"/>
              <a:gd name="connsiteY245" fmla="*/ 2182633 h 2323145"/>
              <a:gd name="connsiteX246" fmla="*/ 1266687 w 11269336"/>
              <a:gd name="connsiteY246" fmla="*/ 2212688 h 2323145"/>
              <a:gd name="connsiteX247" fmla="*/ 1239614 w 11269336"/>
              <a:gd name="connsiteY247" fmla="*/ 2209727 h 2323145"/>
              <a:gd name="connsiteX248" fmla="*/ 1202436 w 11269336"/>
              <a:gd name="connsiteY248" fmla="*/ 2209817 h 2323145"/>
              <a:gd name="connsiteX249" fmla="*/ 1136097 w 11269336"/>
              <a:gd name="connsiteY249" fmla="*/ 2205112 h 2323145"/>
              <a:gd name="connsiteX250" fmla="*/ 988232 w 11269336"/>
              <a:gd name="connsiteY250" fmla="*/ 2235635 h 2323145"/>
              <a:gd name="connsiteX251" fmla="*/ 981959 w 11269336"/>
              <a:gd name="connsiteY251" fmla="*/ 2231607 h 2323145"/>
              <a:gd name="connsiteX252" fmla="*/ 938600 w 11269336"/>
              <a:gd name="connsiteY252" fmla="*/ 2238113 h 2323145"/>
              <a:gd name="connsiteX253" fmla="*/ 791788 w 11269336"/>
              <a:gd name="connsiteY253" fmla="*/ 2293224 h 2323145"/>
              <a:gd name="connsiteX254" fmla="*/ 706914 w 11269336"/>
              <a:gd name="connsiteY254" fmla="*/ 2305046 h 2323145"/>
              <a:gd name="connsiteX255" fmla="*/ 675971 w 11269336"/>
              <a:gd name="connsiteY255" fmla="*/ 2304030 h 2323145"/>
              <a:gd name="connsiteX256" fmla="*/ 624180 w 11269336"/>
              <a:gd name="connsiteY256" fmla="*/ 2302650 h 2323145"/>
              <a:gd name="connsiteX257" fmla="*/ 583453 w 11269336"/>
              <a:gd name="connsiteY257" fmla="*/ 2288788 h 2323145"/>
              <a:gd name="connsiteX258" fmla="*/ 540946 w 11269336"/>
              <a:gd name="connsiteY258" fmla="*/ 2292721 h 2323145"/>
              <a:gd name="connsiteX259" fmla="*/ 533680 w 11269336"/>
              <a:gd name="connsiteY259" fmla="*/ 2310233 h 2323145"/>
              <a:gd name="connsiteX260" fmla="*/ 487366 w 11269336"/>
              <a:gd name="connsiteY260" fmla="*/ 2309053 h 2323145"/>
              <a:gd name="connsiteX261" fmla="*/ 416820 w 11269336"/>
              <a:gd name="connsiteY261" fmla="*/ 2305443 h 2323145"/>
              <a:gd name="connsiteX262" fmla="*/ 376805 w 11269336"/>
              <a:gd name="connsiteY262" fmla="*/ 2307647 h 2323145"/>
              <a:gd name="connsiteX263" fmla="*/ 266777 w 11269336"/>
              <a:gd name="connsiteY263" fmla="*/ 2309012 h 2323145"/>
              <a:gd name="connsiteX264" fmla="*/ 156013 w 11269336"/>
              <a:gd name="connsiteY264" fmla="*/ 2306832 h 2323145"/>
              <a:gd name="connsiteX265" fmla="*/ 87258 w 11269336"/>
              <a:gd name="connsiteY265" fmla="*/ 2285511 h 2323145"/>
              <a:gd name="connsiteX266" fmla="*/ 23798 w 11269336"/>
              <a:gd name="connsiteY266" fmla="*/ 2281822 h 2323145"/>
              <a:gd name="connsiteX267" fmla="*/ 0 w 11269336"/>
              <a:gd name="connsiteY267" fmla="*/ 2285369 h 2323145"/>
              <a:gd name="connsiteX268" fmla="*/ 0 w 11269336"/>
              <a:gd name="connsiteY26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795998 w 11269336"/>
              <a:gd name="connsiteY32" fmla="*/ 863337 h 2323145"/>
              <a:gd name="connsiteX33" fmla="*/ 8776970 w 11269336"/>
              <a:gd name="connsiteY33" fmla="*/ 885177 h 2323145"/>
              <a:gd name="connsiteX34" fmla="*/ 8755719 w 11269336"/>
              <a:gd name="connsiteY34" fmla="*/ 889754 h 2323145"/>
              <a:gd name="connsiteX35" fmla="*/ 8743257 w 11269336"/>
              <a:gd name="connsiteY35" fmla="*/ 904723 h 2323145"/>
              <a:gd name="connsiteX36" fmla="*/ 8721366 w 11269336"/>
              <a:gd name="connsiteY36" fmla="*/ 904711 h 2323145"/>
              <a:gd name="connsiteX37" fmla="*/ 8678353 w 11269336"/>
              <a:gd name="connsiteY37" fmla="*/ 926318 h 2323145"/>
              <a:gd name="connsiteX38" fmla="*/ 8636849 w 11269336"/>
              <a:gd name="connsiteY38" fmla="*/ 937900 h 2323145"/>
              <a:gd name="connsiteX39" fmla="*/ 8620213 w 11269336"/>
              <a:gd name="connsiteY39" fmla="*/ 943068 h 2323145"/>
              <a:gd name="connsiteX40" fmla="*/ 8612581 w 11269336"/>
              <a:gd name="connsiteY40" fmla="*/ 952695 h 2323145"/>
              <a:gd name="connsiteX41" fmla="*/ 8589038 w 11269336"/>
              <a:gd name="connsiteY41" fmla="*/ 963892 h 2323145"/>
              <a:gd name="connsiteX42" fmla="*/ 8579950 w 11269336"/>
              <a:gd name="connsiteY42" fmla="*/ 960899 h 2323145"/>
              <a:gd name="connsiteX43" fmla="*/ 8579319 w 11269336"/>
              <a:gd name="connsiteY43" fmla="*/ 965630 h 2323145"/>
              <a:gd name="connsiteX44" fmla="*/ 8547429 w 11269336"/>
              <a:gd name="connsiteY44" fmla="*/ 984506 h 2323145"/>
              <a:gd name="connsiteX45" fmla="*/ 8478704 w 11269336"/>
              <a:gd name="connsiteY45" fmla="*/ 1025490 h 2323145"/>
              <a:gd name="connsiteX46" fmla="*/ 8461421 w 11269336"/>
              <a:gd name="connsiteY46" fmla="*/ 1035512 h 2323145"/>
              <a:gd name="connsiteX47" fmla="*/ 8445003 w 11269336"/>
              <a:gd name="connsiteY47" fmla="*/ 1036851 h 2323145"/>
              <a:gd name="connsiteX48" fmla="*/ 8357350 w 11269336"/>
              <a:gd name="connsiteY48" fmla="*/ 1060213 h 2323145"/>
              <a:gd name="connsiteX49" fmla="*/ 8335565 w 11269336"/>
              <a:gd name="connsiteY49" fmla="*/ 1061151 h 2323145"/>
              <a:gd name="connsiteX50" fmla="*/ 8325267 w 11269336"/>
              <a:gd name="connsiteY50" fmla="*/ 1055919 h 2323145"/>
              <a:gd name="connsiteX51" fmla="*/ 8293586 w 11269336"/>
              <a:gd name="connsiteY51" fmla="*/ 1076144 h 2323145"/>
              <a:gd name="connsiteX52" fmla="*/ 8242405 w 11269336"/>
              <a:gd name="connsiteY52" fmla="*/ 1095960 h 2323145"/>
              <a:gd name="connsiteX53" fmla="*/ 8197391 w 11269336"/>
              <a:gd name="connsiteY53" fmla="*/ 1107746 h 2323145"/>
              <a:gd name="connsiteX54" fmla="*/ 8081474 w 11269336"/>
              <a:gd name="connsiteY54" fmla="*/ 1130125 h 2323145"/>
              <a:gd name="connsiteX55" fmla="*/ 8053585 w 11269336"/>
              <a:gd name="connsiteY55" fmla="*/ 1129169 h 2323145"/>
              <a:gd name="connsiteX56" fmla="*/ 8038422 w 11269336"/>
              <a:gd name="connsiteY56" fmla="*/ 1119092 h 2323145"/>
              <a:gd name="connsiteX57" fmla="*/ 8029450 w 11269336"/>
              <a:gd name="connsiteY57" fmla="*/ 1125592 h 2323145"/>
              <a:gd name="connsiteX58" fmla="*/ 7959552 w 11269336"/>
              <a:gd name="connsiteY58" fmla="*/ 1140188 h 2323145"/>
              <a:gd name="connsiteX59" fmla="*/ 7914188 w 11269336"/>
              <a:gd name="connsiteY59" fmla="*/ 1150862 h 2323145"/>
              <a:gd name="connsiteX60" fmla="*/ 7914918 w 11269336"/>
              <a:gd name="connsiteY60" fmla="*/ 1168758 h 2323145"/>
              <a:gd name="connsiteX61" fmla="*/ 7875510 w 11269336"/>
              <a:gd name="connsiteY61" fmla="*/ 1183153 h 2323145"/>
              <a:gd name="connsiteX62" fmla="*/ 7829932 w 11269336"/>
              <a:gd name="connsiteY62" fmla="*/ 1180782 h 2323145"/>
              <a:gd name="connsiteX63" fmla="*/ 7779182 w 11269336"/>
              <a:gd name="connsiteY63" fmla="*/ 1192665 h 2323145"/>
              <a:gd name="connsiteX64" fmla="*/ 7748774 w 11269336"/>
              <a:gd name="connsiteY64" fmla="*/ 1199586 h 2323145"/>
              <a:gd name="connsiteX65" fmla="*/ 7671846 w 11269336"/>
              <a:gd name="connsiteY65" fmla="*/ 1231966 h 2323145"/>
              <a:gd name="connsiteX66" fmla="*/ 7554146 w 11269336"/>
              <a:gd name="connsiteY66" fmla="*/ 1319748 h 2323145"/>
              <a:gd name="connsiteX67" fmla="*/ 7515052 w 11269336"/>
              <a:gd name="connsiteY67" fmla="*/ 1336718 h 2323145"/>
              <a:gd name="connsiteX68" fmla="*/ 7507193 w 11269336"/>
              <a:gd name="connsiteY68" fmla="*/ 1334617 h 2323145"/>
              <a:gd name="connsiteX69" fmla="*/ 7461694 w 11269336"/>
              <a:gd name="connsiteY69" fmla="*/ 1375866 h 2323145"/>
              <a:gd name="connsiteX70" fmla="*/ 7377571 w 11269336"/>
              <a:gd name="connsiteY70" fmla="*/ 1400128 h 2323145"/>
              <a:gd name="connsiteX71" fmla="*/ 7311261 w 11269336"/>
              <a:gd name="connsiteY71" fmla="*/ 1412652 h 2323145"/>
              <a:gd name="connsiteX72" fmla="*/ 7275307 w 11269336"/>
              <a:gd name="connsiteY72" fmla="*/ 1422171 h 2323145"/>
              <a:gd name="connsiteX73" fmla="*/ 7247783 w 11269336"/>
              <a:gd name="connsiteY73" fmla="*/ 1426330 h 2323145"/>
              <a:gd name="connsiteX74" fmla="*/ 7185047 w 11269336"/>
              <a:gd name="connsiteY74" fmla="*/ 1451812 h 2323145"/>
              <a:gd name="connsiteX75" fmla="*/ 7084117 w 11269336"/>
              <a:gd name="connsiteY75" fmla="*/ 1500281 h 2323145"/>
              <a:gd name="connsiteX76" fmla="*/ 7062011 w 11269336"/>
              <a:gd name="connsiteY76" fmla="*/ 1509183 h 2323145"/>
              <a:gd name="connsiteX77" fmla="*/ 7040555 w 11269336"/>
              <a:gd name="connsiteY77" fmla="*/ 1511207 h 2323145"/>
              <a:gd name="connsiteX78" fmla="*/ 7033438 w 11269336"/>
              <a:gd name="connsiteY78" fmla="*/ 1506772 h 2323145"/>
              <a:gd name="connsiteX79" fmla="*/ 7020886 w 11269336"/>
              <a:gd name="connsiteY79" fmla="*/ 1510764 h 2323145"/>
              <a:gd name="connsiteX80" fmla="*/ 7017033 w 11269336"/>
              <a:gd name="connsiteY80" fmla="*/ 1510650 h 2323145"/>
              <a:gd name="connsiteX81" fmla="*/ 6995460 w 11269336"/>
              <a:gd name="connsiteY81" fmla="*/ 1511173 h 2323145"/>
              <a:gd name="connsiteX82" fmla="*/ 6962144 w 11269336"/>
              <a:gd name="connsiteY82" fmla="*/ 1541508 h 2323145"/>
              <a:gd name="connsiteX83" fmla="*/ 6910674 w 11269336"/>
              <a:gd name="connsiteY83" fmla="*/ 1554793 h 2323145"/>
              <a:gd name="connsiteX84" fmla="*/ 6732152 w 11269336"/>
              <a:gd name="connsiteY84" fmla="*/ 1642538 h 2323145"/>
              <a:gd name="connsiteX85" fmla="*/ 6694106 w 11269336"/>
              <a:gd name="connsiteY85" fmla="*/ 1632377 h 2323145"/>
              <a:gd name="connsiteX86" fmla="*/ 6617223 w 11269336"/>
              <a:gd name="connsiteY86" fmla="*/ 1659889 h 2323145"/>
              <a:gd name="connsiteX87" fmla="*/ 6521138 w 11269336"/>
              <a:gd name="connsiteY87" fmla="*/ 1744340 h 2323145"/>
              <a:gd name="connsiteX88" fmla="*/ 6380677 w 11269336"/>
              <a:gd name="connsiteY88" fmla="*/ 1796883 h 2323145"/>
              <a:gd name="connsiteX89" fmla="*/ 6374897 w 11269336"/>
              <a:gd name="connsiteY89" fmla="*/ 1809910 h 2323145"/>
              <a:gd name="connsiteX90" fmla="*/ 6364545 w 11269336"/>
              <a:gd name="connsiteY90" fmla="*/ 1820090 h 2323145"/>
              <a:gd name="connsiteX91" fmla="*/ 6362126 w 11269336"/>
              <a:gd name="connsiteY91" fmla="*/ 1819991 h 2323145"/>
              <a:gd name="connsiteX92" fmla="*/ 6346673 w 11269336"/>
              <a:gd name="connsiteY92" fmla="*/ 1827824 h 2323145"/>
              <a:gd name="connsiteX93" fmla="*/ 6345588 w 11269336"/>
              <a:gd name="connsiteY93" fmla="*/ 1832232 h 2323145"/>
              <a:gd name="connsiteX94" fmla="*/ 6335708 w 11269336"/>
              <a:gd name="connsiteY94" fmla="*/ 1838451 h 2323145"/>
              <a:gd name="connsiteX95" fmla="*/ 6318182 w 11269336"/>
              <a:gd name="connsiteY95" fmla="*/ 1852975 h 2323145"/>
              <a:gd name="connsiteX96" fmla="*/ 6313084 w 11269336"/>
              <a:gd name="connsiteY96" fmla="*/ 1853561 h 2323145"/>
              <a:gd name="connsiteX97" fmla="*/ 6283816 w 11269336"/>
              <a:gd name="connsiteY97" fmla="*/ 1872148 h 2323145"/>
              <a:gd name="connsiteX98" fmla="*/ 6282550 w 11269336"/>
              <a:gd name="connsiteY98" fmla="*/ 1871392 h 2323145"/>
              <a:gd name="connsiteX99" fmla="*/ 6270527 w 11269336"/>
              <a:gd name="connsiteY99" fmla="*/ 1872208 h 2323145"/>
              <a:gd name="connsiteX100" fmla="*/ 6249518 w 11269336"/>
              <a:gd name="connsiteY100" fmla="*/ 1876079 h 2323145"/>
              <a:gd name="connsiteX101" fmla="*/ 6190386 w 11269336"/>
              <a:gd name="connsiteY101" fmla="*/ 1872478 h 2323145"/>
              <a:gd name="connsiteX102" fmla="*/ 6159777 w 11269336"/>
              <a:gd name="connsiteY102" fmla="*/ 1891745 h 2323145"/>
              <a:gd name="connsiteX103" fmla="*/ 6153131 w 11269336"/>
              <a:gd name="connsiteY103" fmla="*/ 1895079 h 2323145"/>
              <a:gd name="connsiteX104" fmla="*/ 6152798 w 11269336"/>
              <a:gd name="connsiteY104" fmla="*/ 1894920 h 2323145"/>
              <a:gd name="connsiteX105" fmla="*/ 6145388 w 11269336"/>
              <a:gd name="connsiteY105" fmla="*/ 1897990 h 2323145"/>
              <a:gd name="connsiteX106" fmla="*/ 6141014 w 11269336"/>
              <a:gd name="connsiteY106" fmla="*/ 1901155 h 2323145"/>
              <a:gd name="connsiteX107" fmla="*/ 6128122 w 11269336"/>
              <a:gd name="connsiteY107" fmla="*/ 1907623 h 2323145"/>
              <a:gd name="connsiteX108" fmla="*/ 6122351 w 11269336"/>
              <a:gd name="connsiteY108" fmla="*/ 1908359 h 2323145"/>
              <a:gd name="connsiteX109" fmla="*/ 6064750 w 11269336"/>
              <a:gd name="connsiteY109" fmla="*/ 1896394 h 2323145"/>
              <a:gd name="connsiteX110" fmla="*/ 5964230 w 11269336"/>
              <a:gd name="connsiteY110" fmla="*/ 1910038 h 2323145"/>
              <a:gd name="connsiteX111" fmla="*/ 5865399 w 11269336"/>
              <a:gd name="connsiteY111" fmla="*/ 1926966 h 2323145"/>
              <a:gd name="connsiteX112" fmla="*/ 5829951 w 11269336"/>
              <a:gd name="connsiteY112" fmla="*/ 1934755 h 2323145"/>
              <a:gd name="connsiteX113" fmla="*/ 5765285 w 11269336"/>
              <a:gd name="connsiteY113" fmla="*/ 1941322 h 2323145"/>
              <a:gd name="connsiteX114" fmla="*/ 5734750 w 11269336"/>
              <a:gd name="connsiteY114" fmla="*/ 1939793 h 2323145"/>
              <a:gd name="connsiteX115" fmla="*/ 5733569 w 11269336"/>
              <a:gd name="connsiteY115" fmla="*/ 1940505 h 2323145"/>
              <a:gd name="connsiteX116" fmla="*/ 5730329 w 11269336"/>
              <a:gd name="connsiteY116" fmla="*/ 1937845 h 2323145"/>
              <a:gd name="connsiteX117" fmla="*/ 5724661 w 11269336"/>
              <a:gd name="connsiteY117" fmla="*/ 1937455 h 2323145"/>
              <a:gd name="connsiteX118" fmla="*/ 5710186 w 11269336"/>
              <a:gd name="connsiteY118" fmla="*/ 1941370 h 2323145"/>
              <a:gd name="connsiteX119" fmla="*/ 5704910 w 11269336"/>
              <a:gd name="connsiteY119" fmla="*/ 1943663 h 2323145"/>
              <a:gd name="connsiteX120" fmla="*/ 5696836 w 11269336"/>
              <a:gd name="connsiteY120" fmla="*/ 1945271 h 2323145"/>
              <a:gd name="connsiteX121" fmla="*/ 5696583 w 11269336"/>
              <a:gd name="connsiteY121" fmla="*/ 1945050 h 2323145"/>
              <a:gd name="connsiteX122" fmla="*/ 5689123 w 11269336"/>
              <a:gd name="connsiteY122" fmla="*/ 1947067 h 2323145"/>
              <a:gd name="connsiteX123" fmla="*/ 5653291 w 11269336"/>
              <a:gd name="connsiteY123" fmla="*/ 1960245 h 2323145"/>
              <a:gd name="connsiteX124" fmla="*/ 5599385 w 11269336"/>
              <a:gd name="connsiteY124" fmla="*/ 1945198 h 2323145"/>
              <a:gd name="connsiteX125" fmla="*/ 5578300 w 11269336"/>
              <a:gd name="connsiteY125" fmla="*/ 1944963 h 2323145"/>
              <a:gd name="connsiteX126" fmla="*/ 5566758 w 11269336"/>
              <a:gd name="connsiteY126" fmla="*/ 1943441 h 2323145"/>
              <a:gd name="connsiteX127" fmla="*/ 5565857 w 11269336"/>
              <a:gd name="connsiteY127" fmla="*/ 1942445 h 2323145"/>
              <a:gd name="connsiteX128" fmla="*/ 5531534 w 11269336"/>
              <a:gd name="connsiteY128" fmla="*/ 1955208 h 2323145"/>
              <a:gd name="connsiteX129" fmla="*/ 5526552 w 11269336"/>
              <a:gd name="connsiteY129" fmla="*/ 1954799 h 2323145"/>
              <a:gd name="connsiteX130" fmla="*/ 5504723 w 11269336"/>
              <a:gd name="connsiteY130" fmla="*/ 1965811 h 2323145"/>
              <a:gd name="connsiteX131" fmla="*/ 5493156 w 11269336"/>
              <a:gd name="connsiteY131" fmla="*/ 1970063 h 2323145"/>
              <a:gd name="connsiteX132" fmla="*/ 5490486 w 11269336"/>
              <a:gd name="connsiteY132" fmla="*/ 1974227 h 2323145"/>
              <a:gd name="connsiteX133" fmla="*/ 5473107 w 11269336"/>
              <a:gd name="connsiteY133" fmla="*/ 1979001 h 2323145"/>
              <a:gd name="connsiteX134" fmla="*/ 5470885 w 11269336"/>
              <a:gd name="connsiteY134" fmla="*/ 1978432 h 2323145"/>
              <a:gd name="connsiteX135" fmla="*/ 5457393 w 11269336"/>
              <a:gd name="connsiteY135" fmla="*/ 1986525 h 2323145"/>
              <a:gd name="connsiteX136" fmla="*/ 5447102 w 11269336"/>
              <a:gd name="connsiteY136" fmla="*/ 1998329 h 2323145"/>
              <a:gd name="connsiteX137" fmla="*/ 5159151 w 11269336"/>
              <a:gd name="connsiteY137" fmla="*/ 2029640 h 2323145"/>
              <a:gd name="connsiteX138" fmla="*/ 5041688 w 11269336"/>
              <a:gd name="connsiteY138" fmla="*/ 2022334 h 2323145"/>
              <a:gd name="connsiteX139" fmla="*/ 4860988 w 11269336"/>
              <a:gd name="connsiteY139" fmla="*/ 2135698 h 2323145"/>
              <a:gd name="connsiteX140" fmla="*/ 4807902 w 11269336"/>
              <a:gd name="connsiteY140" fmla="*/ 2138894 h 2323145"/>
              <a:gd name="connsiteX141" fmla="*/ 4765388 w 11269336"/>
              <a:gd name="connsiteY141" fmla="*/ 2162525 h 2323145"/>
              <a:gd name="connsiteX142" fmla="*/ 4745033 w 11269336"/>
              <a:gd name="connsiteY142" fmla="*/ 2158859 h 2323145"/>
              <a:gd name="connsiteX143" fmla="*/ 4741475 w 11269336"/>
              <a:gd name="connsiteY143" fmla="*/ 2157998 h 2323145"/>
              <a:gd name="connsiteX144" fmla="*/ 4728247 w 11269336"/>
              <a:gd name="connsiteY144" fmla="*/ 2159526 h 2323145"/>
              <a:gd name="connsiteX145" fmla="*/ 4723263 w 11269336"/>
              <a:gd name="connsiteY145" fmla="*/ 2153742 h 2323145"/>
              <a:gd name="connsiteX146" fmla="*/ 4702453 w 11269336"/>
              <a:gd name="connsiteY146" fmla="*/ 2151586 h 2323145"/>
              <a:gd name="connsiteX147" fmla="*/ 4678455 w 11269336"/>
              <a:gd name="connsiteY147" fmla="*/ 2156131 h 2323145"/>
              <a:gd name="connsiteX148" fmla="*/ 4593061 w 11269336"/>
              <a:gd name="connsiteY148" fmla="*/ 2171597 h 2323145"/>
              <a:gd name="connsiteX149" fmla="*/ 4579902 w 11269336"/>
              <a:gd name="connsiteY149" fmla="*/ 2177927 h 2323145"/>
              <a:gd name="connsiteX150" fmla="*/ 4533444 w 11269336"/>
              <a:gd name="connsiteY150" fmla="*/ 2181200 h 2323145"/>
              <a:gd name="connsiteX151" fmla="*/ 4492832 w 11269336"/>
              <a:gd name="connsiteY151" fmla="*/ 2188033 h 2323145"/>
              <a:gd name="connsiteX152" fmla="*/ 4467257 w 11269336"/>
              <a:gd name="connsiteY152" fmla="*/ 2196121 h 2323145"/>
              <a:gd name="connsiteX153" fmla="*/ 4459937 w 11269336"/>
              <a:gd name="connsiteY153" fmla="*/ 2195182 h 2323145"/>
              <a:gd name="connsiteX154" fmla="*/ 4433312 w 11269336"/>
              <a:gd name="connsiteY154" fmla="*/ 2199004 h 2323145"/>
              <a:gd name="connsiteX155" fmla="*/ 4420601 w 11269336"/>
              <a:gd name="connsiteY155" fmla="*/ 2205158 h 2323145"/>
              <a:gd name="connsiteX156" fmla="*/ 4405765 w 11269336"/>
              <a:gd name="connsiteY156" fmla="*/ 2199902 h 2323145"/>
              <a:gd name="connsiteX157" fmla="*/ 4401354 w 11269336"/>
              <a:gd name="connsiteY157" fmla="*/ 2194745 h 2323145"/>
              <a:gd name="connsiteX158" fmla="*/ 4383151 w 11269336"/>
              <a:gd name="connsiteY158" fmla="*/ 2201140 h 2323145"/>
              <a:gd name="connsiteX159" fmla="*/ 4366646 w 11269336"/>
              <a:gd name="connsiteY159" fmla="*/ 2198564 h 2323145"/>
              <a:gd name="connsiteX160" fmla="*/ 4354009 w 11269336"/>
              <a:gd name="connsiteY160" fmla="*/ 2204984 h 2323145"/>
              <a:gd name="connsiteX161" fmla="*/ 4348284 w 11269336"/>
              <a:gd name="connsiteY161" fmla="*/ 2205270 h 2323145"/>
              <a:gd name="connsiteX162" fmla="*/ 4333906 w 11269336"/>
              <a:gd name="connsiteY162" fmla="*/ 2205251 h 2323145"/>
              <a:gd name="connsiteX163" fmla="*/ 4308819 w 11269336"/>
              <a:gd name="connsiteY163" fmla="*/ 2203822 h 2323145"/>
              <a:gd name="connsiteX164" fmla="*/ 4301210 w 11269336"/>
              <a:gd name="connsiteY164" fmla="*/ 2204456 h 2323145"/>
              <a:gd name="connsiteX165" fmla="*/ 4283095 w 11269336"/>
              <a:gd name="connsiteY165" fmla="*/ 2198177 h 2323145"/>
              <a:gd name="connsiteX166" fmla="*/ 4250119 w 11269336"/>
              <a:gd name="connsiteY166" fmla="*/ 2196342 h 2323145"/>
              <a:gd name="connsiteX167" fmla="*/ 4189203 w 11269336"/>
              <a:gd name="connsiteY167" fmla="*/ 2178994 h 2323145"/>
              <a:gd name="connsiteX168" fmla="*/ 4154035 w 11269336"/>
              <a:gd name="connsiteY168" fmla="*/ 2171950 h 2323145"/>
              <a:gd name="connsiteX169" fmla="*/ 4129569 w 11269336"/>
              <a:gd name="connsiteY169" fmla="*/ 2163850 h 2323145"/>
              <a:gd name="connsiteX170" fmla="*/ 4061250 w 11269336"/>
              <a:gd name="connsiteY170" fmla="*/ 2159236 h 2323145"/>
              <a:gd name="connsiteX171" fmla="*/ 3945480 w 11269336"/>
              <a:gd name="connsiteY171" fmla="*/ 2158279 h 2323145"/>
              <a:gd name="connsiteX172" fmla="*/ 3921468 w 11269336"/>
              <a:gd name="connsiteY172" fmla="*/ 2156588 h 2323145"/>
              <a:gd name="connsiteX173" fmla="*/ 3903348 w 11269336"/>
              <a:gd name="connsiteY173" fmla="*/ 2149220 h 2323145"/>
              <a:gd name="connsiteX174" fmla="*/ 3901342 w 11269336"/>
              <a:gd name="connsiteY174" fmla="*/ 2142355 h 2323145"/>
              <a:gd name="connsiteX175" fmla="*/ 3888539 w 11269336"/>
              <a:gd name="connsiteY175" fmla="*/ 2140476 h 2323145"/>
              <a:gd name="connsiteX176" fmla="*/ 3885662 w 11269336"/>
              <a:gd name="connsiteY176" fmla="*/ 2138740 h 2323145"/>
              <a:gd name="connsiteX177" fmla="*/ 3868627 w 11269336"/>
              <a:gd name="connsiteY177" fmla="*/ 2130023 h 2323145"/>
              <a:gd name="connsiteX178" fmla="*/ 3819177 w 11269336"/>
              <a:gd name="connsiteY178" fmla="*/ 2142111 h 2323145"/>
              <a:gd name="connsiteX179" fmla="*/ 3769100 w 11269336"/>
              <a:gd name="connsiteY179" fmla="*/ 2131731 h 2323145"/>
              <a:gd name="connsiteX180" fmla="*/ 3562752 w 11269336"/>
              <a:gd name="connsiteY180" fmla="*/ 2131785 h 2323145"/>
              <a:gd name="connsiteX181" fmla="*/ 3541402 w 11269336"/>
              <a:gd name="connsiteY181" fmla="*/ 2106821 h 2323145"/>
              <a:gd name="connsiteX182" fmla="*/ 3365341 w 11269336"/>
              <a:gd name="connsiteY182" fmla="*/ 2077638 h 2323145"/>
              <a:gd name="connsiteX183" fmla="*/ 3170922 w 11269336"/>
              <a:gd name="connsiteY183" fmla="*/ 2115957 h 2323145"/>
              <a:gd name="connsiteX184" fmla="*/ 3156256 w 11269336"/>
              <a:gd name="connsiteY184" fmla="*/ 2124773 h 2323145"/>
              <a:gd name="connsiteX185" fmla="*/ 3140298 w 11269336"/>
              <a:gd name="connsiteY185" fmla="*/ 2129182 h 2323145"/>
              <a:gd name="connsiteX186" fmla="*/ 3138514 w 11269336"/>
              <a:gd name="connsiteY186" fmla="*/ 2128069 h 2323145"/>
              <a:gd name="connsiteX187" fmla="*/ 3120467 w 11269336"/>
              <a:gd name="connsiteY187" fmla="*/ 2128281 h 2323145"/>
              <a:gd name="connsiteX188" fmla="*/ 3116175 w 11269336"/>
              <a:gd name="connsiteY188" fmla="*/ 2131633 h 2323145"/>
              <a:gd name="connsiteX189" fmla="*/ 3103685 w 11269336"/>
              <a:gd name="connsiteY189" fmla="*/ 2132814 h 2323145"/>
              <a:gd name="connsiteX190" fmla="*/ 3078794 w 11269336"/>
              <a:gd name="connsiteY190" fmla="*/ 2137935 h 2323145"/>
              <a:gd name="connsiteX191" fmla="*/ 3074407 w 11269336"/>
              <a:gd name="connsiteY191" fmla="*/ 2136274 h 2323145"/>
              <a:gd name="connsiteX192" fmla="*/ 3037285 w 11269336"/>
              <a:gd name="connsiteY192" fmla="*/ 2139919 h 2323145"/>
              <a:gd name="connsiteX193" fmla="*/ 3036901 w 11269336"/>
              <a:gd name="connsiteY193" fmla="*/ 2138726 h 2323145"/>
              <a:gd name="connsiteX194" fmla="*/ 3026996 w 11269336"/>
              <a:gd name="connsiteY194" fmla="*/ 2134322 h 2323145"/>
              <a:gd name="connsiteX195" fmla="*/ 3007772 w 11269336"/>
              <a:gd name="connsiteY195" fmla="*/ 2128742 h 2323145"/>
              <a:gd name="connsiteX196" fmla="*/ 2965030 w 11269336"/>
              <a:gd name="connsiteY196" fmla="*/ 2100494 h 2323145"/>
              <a:gd name="connsiteX197" fmla="*/ 2926342 w 11269336"/>
              <a:gd name="connsiteY197" fmla="*/ 2104155 h 2323145"/>
              <a:gd name="connsiteX198" fmla="*/ 2918608 w 11269336"/>
              <a:gd name="connsiteY198" fmla="*/ 2104215 h 2323145"/>
              <a:gd name="connsiteX199" fmla="*/ 2918475 w 11269336"/>
              <a:gd name="connsiteY199" fmla="*/ 2103937 h 2323145"/>
              <a:gd name="connsiteX200" fmla="*/ 2910360 w 11269336"/>
              <a:gd name="connsiteY200" fmla="*/ 2103444 h 2323145"/>
              <a:gd name="connsiteX201" fmla="*/ 2904507 w 11269336"/>
              <a:gd name="connsiteY201" fmla="*/ 2104326 h 2323145"/>
              <a:gd name="connsiteX202" fmla="*/ 2889503 w 11269336"/>
              <a:gd name="connsiteY202" fmla="*/ 2104443 h 2323145"/>
              <a:gd name="connsiteX203" fmla="*/ 2884480 w 11269336"/>
              <a:gd name="connsiteY203" fmla="*/ 2102626 h 2323145"/>
              <a:gd name="connsiteX204" fmla="*/ 2882689 w 11269336"/>
              <a:gd name="connsiteY204" fmla="*/ 2099228 h 2323145"/>
              <a:gd name="connsiteX205" fmla="*/ 2881291 w 11269336"/>
              <a:gd name="connsiteY205" fmla="*/ 2099618 h 2323145"/>
              <a:gd name="connsiteX206" fmla="*/ 2853979 w 11269336"/>
              <a:gd name="connsiteY206" fmla="*/ 2090388 h 2323145"/>
              <a:gd name="connsiteX207" fmla="*/ 2791790 w 11269336"/>
              <a:gd name="connsiteY207" fmla="*/ 2080332 h 2323145"/>
              <a:gd name="connsiteX208" fmla="*/ 2755844 w 11269336"/>
              <a:gd name="connsiteY208" fmla="*/ 2078874 h 2323145"/>
              <a:gd name="connsiteX209" fmla="*/ 2657742 w 11269336"/>
              <a:gd name="connsiteY209" fmla="*/ 2070179 h 2323145"/>
              <a:gd name="connsiteX210" fmla="*/ 2559549 w 11269336"/>
              <a:gd name="connsiteY210" fmla="*/ 2057873 h 2323145"/>
              <a:gd name="connsiteX211" fmla="*/ 2512054 w 11269336"/>
              <a:gd name="connsiteY211" fmla="*/ 2031671 h 2323145"/>
              <a:gd name="connsiteX212" fmla="*/ 2506437 w 11269336"/>
              <a:gd name="connsiteY212" fmla="*/ 2030918 h 2323145"/>
              <a:gd name="connsiteX213" fmla="*/ 2491752 w 11269336"/>
              <a:gd name="connsiteY213" fmla="*/ 2033906 h 2323145"/>
              <a:gd name="connsiteX214" fmla="*/ 2486338 w 11269336"/>
              <a:gd name="connsiteY214" fmla="*/ 2035862 h 2323145"/>
              <a:gd name="connsiteX215" fmla="*/ 2478186 w 11269336"/>
              <a:gd name="connsiteY215" fmla="*/ 2036953 h 2323145"/>
              <a:gd name="connsiteX216" fmla="*/ 2477950 w 11269336"/>
              <a:gd name="connsiteY216" fmla="*/ 2036715 h 2323145"/>
              <a:gd name="connsiteX217" fmla="*/ 2470381 w 11269336"/>
              <a:gd name="connsiteY217" fmla="*/ 2038256 h 2323145"/>
              <a:gd name="connsiteX218" fmla="*/ 2433781 w 11269336"/>
              <a:gd name="connsiteY218" fmla="*/ 2049140 h 2323145"/>
              <a:gd name="connsiteX219" fmla="*/ 2381172 w 11269336"/>
              <a:gd name="connsiteY219" fmla="*/ 2030645 h 2323145"/>
              <a:gd name="connsiteX220" fmla="*/ 2360198 w 11269336"/>
              <a:gd name="connsiteY220" fmla="*/ 2029059 h 2323145"/>
              <a:gd name="connsiteX221" fmla="*/ 2348815 w 11269336"/>
              <a:gd name="connsiteY221" fmla="*/ 2026798 h 2323145"/>
              <a:gd name="connsiteX222" fmla="*/ 2347988 w 11269336"/>
              <a:gd name="connsiteY222" fmla="*/ 2025745 h 2323145"/>
              <a:gd name="connsiteX223" fmla="*/ 2312920 w 11269336"/>
              <a:gd name="connsiteY223" fmla="*/ 2036311 h 2323145"/>
              <a:gd name="connsiteX224" fmla="*/ 2307986 w 11269336"/>
              <a:gd name="connsiteY224" fmla="*/ 2035583 h 2323145"/>
              <a:gd name="connsiteX225" fmla="*/ 2285481 w 11269336"/>
              <a:gd name="connsiteY225" fmla="*/ 2045197 h 2323145"/>
              <a:gd name="connsiteX226" fmla="*/ 2273666 w 11269336"/>
              <a:gd name="connsiteY226" fmla="*/ 2048710 h 2323145"/>
              <a:gd name="connsiteX227" fmla="*/ 2270719 w 11269336"/>
              <a:gd name="connsiteY227" fmla="*/ 2052702 h 2323145"/>
              <a:gd name="connsiteX228" fmla="*/ 2253080 w 11269336"/>
              <a:gd name="connsiteY228" fmla="*/ 2056363 h 2323145"/>
              <a:gd name="connsiteX229" fmla="*/ 2250906 w 11269336"/>
              <a:gd name="connsiteY229" fmla="*/ 2055654 h 2323145"/>
              <a:gd name="connsiteX230" fmla="*/ 2236905 w 11269336"/>
              <a:gd name="connsiteY230" fmla="*/ 2062882 h 2323145"/>
              <a:gd name="connsiteX231" fmla="*/ 2225830 w 11269336"/>
              <a:gd name="connsiteY231" fmla="*/ 2074027 h 2323145"/>
              <a:gd name="connsiteX232" fmla="*/ 2073776 w 11269336"/>
              <a:gd name="connsiteY232" fmla="*/ 2089244 h 2323145"/>
              <a:gd name="connsiteX233" fmla="*/ 1948256 w 11269336"/>
              <a:gd name="connsiteY233" fmla="*/ 2146616 h 2323145"/>
              <a:gd name="connsiteX234" fmla="*/ 1865582 w 11269336"/>
              <a:gd name="connsiteY234" fmla="*/ 2153738 h 2323145"/>
              <a:gd name="connsiteX235" fmla="*/ 1835210 w 11269336"/>
              <a:gd name="connsiteY235" fmla="*/ 2134244 h 2323145"/>
              <a:gd name="connsiteX236" fmla="*/ 1632661 w 11269336"/>
              <a:gd name="connsiteY236" fmla="*/ 2173882 h 2323145"/>
              <a:gd name="connsiteX237" fmla="*/ 1579590 w 11269336"/>
              <a:gd name="connsiteY237" fmla="*/ 2173680 h 2323145"/>
              <a:gd name="connsiteX238" fmla="*/ 1535601 w 11269336"/>
              <a:gd name="connsiteY238" fmla="*/ 2194590 h 2323145"/>
              <a:gd name="connsiteX239" fmla="*/ 1515594 w 11269336"/>
              <a:gd name="connsiteY239" fmla="*/ 2189622 h 2323145"/>
              <a:gd name="connsiteX240" fmla="*/ 1512113 w 11269336"/>
              <a:gd name="connsiteY240" fmla="*/ 2188534 h 2323145"/>
              <a:gd name="connsiteX241" fmla="*/ 1498838 w 11269336"/>
              <a:gd name="connsiteY241" fmla="*/ 2189213 h 2323145"/>
              <a:gd name="connsiteX242" fmla="*/ 1494279 w 11269336"/>
              <a:gd name="connsiteY242" fmla="*/ 2183112 h 2323145"/>
              <a:gd name="connsiteX243" fmla="*/ 1473714 w 11269336"/>
              <a:gd name="connsiteY243" fmla="*/ 2179625 h 2323145"/>
              <a:gd name="connsiteX244" fmla="*/ 1449503 w 11269336"/>
              <a:gd name="connsiteY244" fmla="*/ 2182633 h 2323145"/>
              <a:gd name="connsiteX245" fmla="*/ 1266687 w 11269336"/>
              <a:gd name="connsiteY245" fmla="*/ 2212688 h 2323145"/>
              <a:gd name="connsiteX246" fmla="*/ 1239614 w 11269336"/>
              <a:gd name="connsiteY246" fmla="*/ 2209727 h 2323145"/>
              <a:gd name="connsiteX247" fmla="*/ 1202436 w 11269336"/>
              <a:gd name="connsiteY247" fmla="*/ 2209817 h 2323145"/>
              <a:gd name="connsiteX248" fmla="*/ 1136097 w 11269336"/>
              <a:gd name="connsiteY248" fmla="*/ 2205112 h 2323145"/>
              <a:gd name="connsiteX249" fmla="*/ 988232 w 11269336"/>
              <a:gd name="connsiteY249" fmla="*/ 2235635 h 2323145"/>
              <a:gd name="connsiteX250" fmla="*/ 981959 w 11269336"/>
              <a:gd name="connsiteY250" fmla="*/ 2231607 h 2323145"/>
              <a:gd name="connsiteX251" fmla="*/ 938600 w 11269336"/>
              <a:gd name="connsiteY251" fmla="*/ 2238113 h 2323145"/>
              <a:gd name="connsiteX252" fmla="*/ 791788 w 11269336"/>
              <a:gd name="connsiteY252" fmla="*/ 2293224 h 2323145"/>
              <a:gd name="connsiteX253" fmla="*/ 706914 w 11269336"/>
              <a:gd name="connsiteY253" fmla="*/ 2305046 h 2323145"/>
              <a:gd name="connsiteX254" fmla="*/ 675971 w 11269336"/>
              <a:gd name="connsiteY254" fmla="*/ 2304030 h 2323145"/>
              <a:gd name="connsiteX255" fmla="*/ 624180 w 11269336"/>
              <a:gd name="connsiteY255" fmla="*/ 2302650 h 2323145"/>
              <a:gd name="connsiteX256" fmla="*/ 583453 w 11269336"/>
              <a:gd name="connsiteY256" fmla="*/ 2288788 h 2323145"/>
              <a:gd name="connsiteX257" fmla="*/ 540946 w 11269336"/>
              <a:gd name="connsiteY257" fmla="*/ 2292721 h 2323145"/>
              <a:gd name="connsiteX258" fmla="*/ 533680 w 11269336"/>
              <a:gd name="connsiteY258" fmla="*/ 2310233 h 2323145"/>
              <a:gd name="connsiteX259" fmla="*/ 487366 w 11269336"/>
              <a:gd name="connsiteY259" fmla="*/ 2309053 h 2323145"/>
              <a:gd name="connsiteX260" fmla="*/ 416820 w 11269336"/>
              <a:gd name="connsiteY260" fmla="*/ 2305443 h 2323145"/>
              <a:gd name="connsiteX261" fmla="*/ 376805 w 11269336"/>
              <a:gd name="connsiteY261" fmla="*/ 2307647 h 2323145"/>
              <a:gd name="connsiteX262" fmla="*/ 266777 w 11269336"/>
              <a:gd name="connsiteY262" fmla="*/ 2309012 h 2323145"/>
              <a:gd name="connsiteX263" fmla="*/ 156013 w 11269336"/>
              <a:gd name="connsiteY263" fmla="*/ 2306832 h 2323145"/>
              <a:gd name="connsiteX264" fmla="*/ 87258 w 11269336"/>
              <a:gd name="connsiteY264" fmla="*/ 2285511 h 2323145"/>
              <a:gd name="connsiteX265" fmla="*/ 23798 w 11269336"/>
              <a:gd name="connsiteY265" fmla="*/ 2281822 h 2323145"/>
              <a:gd name="connsiteX266" fmla="*/ 0 w 11269336"/>
              <a:gd name="connsiteY266" fmla="*/ 2285369 h 2323145"/>
              <a:gd name="connsiteX267" fmla="*/ 0 w 11269336"/>
              <a:gd name="connsiteY26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795998 w 11269336"/>
              <a:gd name="connsiteY29" fmla="*/ 863337 h 2323145"/>
              <a:gd name="connsiteX30" fmla="*/ 8776970 w 11269336"/>
              <a:gd name="connsiteY30" fmla="*/ 885177 h 2323145"/>
              <a:gd name="connsiteX31" fmla="*/ 8755719 w 11269336"/>
              <a:gd name="connsiteY31" fmla="*/ 889754 h 2323145"/>
              <a:gd name="connsiteX32" fmla="*/ 8743257 w 11269336"/>
              <a:gd name="connsiteY32" fmla="*/ 904723 h 2323145"/>
              <a:gd name="connsiteX33" fmla="*/ 8721366 w 11269336"/>
              <a:gd name="connsiteY33" fmla="*/ 904711 h 2323145"/>
              <a:gd name="connsiteX34" fmla="*/ 8678353 w 11269336"/>
              <a:gd name="connsiteY34" fmla="*/ 926318 h 2323145"/>
              <a:gd name="connsiteX35" fmla="*/ 8636849 w 11269336"/>
              <a:gd name="connsiteY35" fmla="*/ 937900 h 2323145"/>
              <a:gd name="connsiteX36" fmla="*/ 8620213 w 11269336"/>
              <a:gd name="connsiteY36" fmla="*/ 943068 h 2323145"/>
              <a:gd name="connsiteX37" fmla="*/ 8612581 w 11269336"/>
              <a:gd name="connsiteY37" fmla="*/ 952695 h 2323145"/>
              <a:gd name="connsiteX38" fmla="*/ 8589038 w 11269336"/>
              <a:gd name="connsiteY38" fmla="*/ 963892 h 2323145"/>
              <a:gd name="connsiteX39" fmla="*/ 8579950 w 11269336"/>
              <a:gd name="connsiteY39" fmla="*/ 960899 h 2323145"/>
              <a:gd name="connsiteX40" fmla="*/ 8579319 w 11269336"/>
              <a:gd name="connsiteY40" fmla="*/ 965630 h 2323145"/>
              <a:gd name="connsiteX41" fmla="*/ 8547429 w 11269336"/>
              <a:gd name="connsiteY41" fmla="*/ 984506 h 2323145"/>
              <a:gd name="connsiteX42" fmla="*/ 8478704 w 11269336"/>
              <a:gd name="connsiteY42" fmla="*/ 1025490 h 2323145"/>
              <a:gd name="connsiteX43" fmla="*/ 8461421 w 11269336"/>
              <a:gd name="connsiteY43" fmla="*/ 1035512 h 2323145"/>
              <a:gd name="connsiteX44" fmla="*/ 8445003 w 11269336"/>
              <a:gd name="connsiteY44" fmla="*/ 1036851 h 2323145"/>
              <a:gd name="connsiteX45" fmla="*/ 8357350 w 11269336"/>
              <a:gd name="connsiteY45" fmla="*/ 1060213 h 2323145"/>
              <a:gd name="connsiteX46" fmla="*/ 8335565 w 11269336"/>
              <a:gd name="connsiteY46" fmla="*/ 1061151 h 2323145"/>
              <a:gd name="connsiteX47" fmla="*/ 8325267 w 11269336"/>
              <a:gd name="connsiteY47" fmla="*/ 1055919 h 2323145"/>
              <a:gd name="connsiteX48" fmla="*/ 8293586 w 11269336"/>
              <a:gd name="connsiteY48" fmla="*/ 1076144 h 2323145"/>
              <a:gd name="connsiteX49" fmla="*/ 8242405 w 11269336"/>
              <a:gd name="connsiteY49" fmla="*/ 1095960 h 2323145"/>
              <a:gd name="connsiteX50" fmla="*/ 8197391 w 11269336"/>
              <a:gd name="connsiteY50" fmla="*/ 1107746 h 2323145"/>
              <a:gd name="connsiteX51" fmla="*/ 8081474 w 11269336"/>
              <a:gd name="connsiteY51" fmla="*/ 1130125 h 2323145"/>
              <a:gd name="connsiteX52" fmla="*/ 8053585 w 11269336"/>
              <a:gd name="connsiteY52" fmla="*/ 1129169 h 2323145"/>
              <a:gd name="connsiteX53" fmla="*/ 8038422 w 11269336"/>
              <a:gd name="connsiteY53" fmla="*/ 1119092 h 2323145"/>
              <a:gd name="connsiteX54" fmla="*/ 8029450 w 11269336"/>
              <a:gd name="connsiteY54" fmla="*/ 1125592 h 2323145"/>
              <a:gd name="connsiteX55" fmla="*/ 7959552 w 11269336"/>
              <a:gd name="connsiteY55" fmla="*/ 1140188 h 2323145"/>
              <a:gd name="connsiteX56" fmla="*/ 7914188 w 11269336"/>
              <a:gd name="connsiteY56" fmla="*/ 1150862 h 2323145"/>
              <a:gd name="connsiteX57" fmla="*/ 7914918 w 11269336"/>
              <a:gd name="connsiteY57" fmla="*/ 1168758 h 2323145"/>
              <a:gd name="connsiteX58" fmla="*/ 7875510 w 11269336"/>
              <a:gd name="connsiteY58" fmla="*/ 1183153 h 2323145"/>
              <a:gd name="connsiteX59" fmla="*/ 7829932 w 11269336"/>
              <a:gd name="connsiteY59" fmla="*/ 1180782 h 2323145"/>
              <a:gd name="connsiteX60" fmla="*/ 7779182 w 11269336"/>
              <a:gd name="connsiteY60" fmla="*/ 1192665 h 2323145"/>
              <a:gd name="connsiteX61" fmla="*/ 7748774 w 11269336"/>
              <a:gd name="connsiteY61" fmla="*/ 1199586 h 2323145"/>
              <a:gd name="connsiteX62" fmla="*/ 7671846 w 11269336"/>
              <a:gd name="connsiteY62" fmla="*/ 1231966 h 2323145"/>
              <a:gd name="connsiteX63" fmla="*/ 7554146 w 11269336"/>
              <a:gd name="connsiteY63" fmla="*/ 1319748 h 2323145"/>
              <a:gd name="connsiteX64" fmla="*/ 7515052 w 11269336"/>
              <a:gd name="connsiteY64" fmla="*/ 1336718 h 2323145"/>
              <a:gd name="connsiteX65" fmla="*/ 7507193 w 11269336"/>
              <a:gd name="connsiteY65" fmla="*/ 1334617 h 2323145"/>
              <a:gd name="connsiteX66" fmla="*/ 7461694 w 11269336"/>
              <a:gd name="connsiteY66" fmla="*/ 1375866 h 2323145"/>
              <a:gd name="connsiteX67" fmla="*/ 7377571 w 11269336"/>
              <a:gd name="connsiteY67" fmla="*/ 1400128 h 2323145"/>
              <a:gd name="connsiteX68" fmla="*/ 7311261 w 11269336"/>
              <a:gd name="connsiteY68" fmla="*/ 1412652 h 2323145"/>
              <a:gd name="connsiteX69" fmla="*/ 7275307 w 11269336"/>
              <a:gd name="connsiteY69" fmla="*/ 1422171 h 2323145"/>
              <a:gd name="connsiteX70" fmla="*/ 7247783 w 11269336"/>
              <a:gd name="connsiteY70" fmla="*/ 1426330 h 2323145"/>
              <a:gd name="connsiteX71" fmla="*/ 7185047 w 11269336"/>
              <a:gd name="connsiteY71" fmla="*/ 1451812 h 2323145"/>
              <a:gd name="connsiteX72" fmla="*/ 7084117 w 11269336"/>
              <a:gd name="connsiteY72" fmla="*/ 1500281 h 2323145"/>
              <a:gd name="connsiteX73" fmla="*/ 7062011 w 11269336"/>
              <a:gd name="connsiteY73" fmla="*/ 1509183 h 2323145"/>
              <a:gd name="connsiteX74" fmla="*/ 7040555 w 11269336"/>
              <a:gd name="connsiteY74" fmla="*/ 1511207 h 2323145"/>
              <a:gd name="connsiteX75" fmla="*/ 7033438 w 11269336"/>
              <a:gd name="connsiteY75" fmla="*/ 1506772 h 2323145"/>
              <a:gd name="connsiteX76" fmla="*/ 7020886 w 11269336"/>
              <a:gd name="connsiteY76" fmla="*/ 1510764 h 2323145"/>
              <a:gd name="connsiteX77" fmla="*/ 7017033 w 11269336"/>
              <a:gd name="connsiteY77" fmla="*/ 1510650 h 2323145"/>
              <a:gd name="connsiteX78" fmla="*/ 6995460 w 11269336"/>
              <a:gd name="connsiteY78" fmla="*/ 1511173 h 2323145"/>
              <a:gd name="connsiteX79" fmla="*/ 6962144 w 11269336"/>
              <a:gd name="connsiteY79" fmla="*/ 1541508 h 2323145"/>
              <a:gd name="connsiteX80" fmla="*/ 6910674 w 11269336"/>
              <a:gd name="connsiteY80" fmla="*/ 1554793 h 2323145"/>
              <a:gd name="connsiteX81" fmla="*/ 6732152 w 11269336"/>
              <a:gd name="connsiteY81" fmla="*/ 1642538 h 2323145"/>
              <a:gd name="connsiteX82" fmla="*/ 6694106 w 11269336"/>
              <a:gd name="connsiteY82" fmla="*/ 1632377 h 2323145"/>
              <a:gd name="connsiteX83" fmla="*/ 6617223 w 11269336"/>
              <a:gd name="connsiteY83" fmla="*/ 1659889 h 2323145"/>
              <a:gd name="connsiteX84" fmla="*/ 6521138 w 11269336"/>
              <a:gd name="connsiteY84" fmla="*/ 1744340 h 2323145"/>
              <a:gd name="connsiteX85" fmla="*/ 6380677 w 11269336"/>
              <a:gd name="connsiteY85" fmla="*/ 1796883 h 2323145"/>
              <a:gd name="connsiteX86" fmla="*/ 6374897 w 11269336"/>
              <a:gd name="connsiteY86" fmla="*/ 1809910 h 2323145"/>
              <a:gd name="connsiteX87" fmla="*/ 6364545 w 11269336"/>
              <a:gd name="connsiteY87" fmla="*/ 1820090 h 2323145"/>
              <a:gd name="connsiteX88" fmla="*/ 6362126 w 11269336"/>
              <a:gd name="connsiteY88" fmla="*/ 1819991 h 2323145"/>
              <a:gd name="connsiteX89" fmla="*/ 6346673 w 11269336"/>
              <a:gd name="connsiteY89" fmla="*/ 1827824 h 2323145"/>
              <a:gd name="connsiteX90" fmla="*/ 6345588 w 11269336"/>
              <a:gd name="connsiteY90" fmla="*/ 1832232 h 2323145"/>
              <a:gd name="connsiteX91" fmla="*/ 6335708 w 11269336"/>
              <a:gd name="connsiteY91" fmla="*/ 1838451 h 2323145"/>
              <a:gd name="connsiteX92" fmla="*/ 6318182 w 11269336"/>
              <a:gd name="connsiteY92" fmla="*/ 1852975 h 2323145"/>
              <a:gd name="connsiteX93" fmla="*/ 6313084 w 11269336"/>
              <a:gd name="connsiteY93" fmla="*/ 1853561 h 2323145"/>
              <a:gd name="connsiteX94" fmla="*/ 6283816 w 11269336"/>
              <a:gd name="connsiteY94" fmla="*/ 1872148 h 2323145"/>
              <a:gd name="connsiteX95" fmla="*/ 6282550 w 11269336"/>
              <a:gd name="connsiteY95" fmla="*/ 1871392 h 2323145"/>
              <a:gd name="connsiteX96" fmla="*/ 6270527 w 11269336"/>
              <a:gd name="connsiteY96" fmla="*/ 1872208 h 2323145"/>
              <a:gd name="connsiteX97" fmla="*/ 6249518 w 11269336"/>
              <a:gd name="connsiteY97" fmla="*/ 1876079 h 2323145"/>
              <a:gd name="connsiteX98" fmla="*/ 6190386 w 11269336"/>
              <a:gd name="connsiteY98" fmla="*/ 1872478 h 2323145"/>
              <a:gd name="connsiteX99" fmla="*/ 6159777 w 11269336"/>
              <a:gd name="connsiteY99" fmla="*/ 1891745 h 2323145"/>
              <a:gd name="connsiteX100" fmla="*/ 6153131 w 11269336"/>
              <a:gd name="connsiteY100" fmla="*/ 1895079 h 2323145"/>
              <a:gd name="connsiteX101" fmla="*/ 6152798 w 11269336"/>
              <a:gd name="connsiteY101" fmla="*/ 1894920 h 2323145"/>
              <a:gd name="connsiteX102" fmla="*/ 6145388 w 11269336"/>
              <a:gd name="connsiteY102" fmla="*/ 1897990 h 2323145"/>
              <a:gd name="connsiteX103" fmla="*/ 6141014 w 11269336"/>
              <a:gd name="connsiteY103" fmla="*/ 1901155 h 2323145"/>
              <a:gd name="connsiteX104" fmla="*/ 6128122 w 11269336"/>
              <a:gd name="connsiteY104" fmla="*/ 1907623 h 2323145"/>
              <a:gd name="connsiteX105" fmla="*/ 6122351 w 11269336"/>
              <a:gd name="connsiteY105" fmla="*/ 1908359 h 2323145"/>
              <a:gd name="connsiteX106" fmla="*/ 6064750 w 11269336"/>
              <a:gd name="connsiteY106" fmla="*/ 1896394 h 2323145"/>
              <a:gd name="connsiteX107" fmla="*/ 5964230 w 11269336"/>
              <a:gd name="connsiteY107" fmla="*/ 1910038 h 2323145"/>
              <a:gd name="connsiteX108" fmla="*/ 5865399 w 11269336"/>
              <a:gd name="connsiteY108" fmla="*/ 1926966 h 2323145"/>
              <a:gd name="connsiteX109" fmla="*/ 5829951 w 11269336"/>
              <a:gd name="connsiteY109" fmla="*/ 1934755 h 2323145"/>
              <a:gd name="connsiteX110" fmla="*/ 5765285 w 11269336"/>
              <a:gd name="connsiteY110" fmla="*/ 1941322 h 2323145"/>
              <a:gd name="connsiteX111" fmla="*/ 5734750 w 11269336"/>
              <a:gd name="connsiteY111" fmla="*/ 1939793 h 2323145"/>
              <a:gd name="connsiteX112" fmla="*/ 5733569 w 11269336"/>
              <a:gd name="connsiteY112" fmla="*/ 1940505 h 2323145"/>
              <a:gd name="connsiteX113" fmla="*/ 5730329 w 11269336"/>
              <a:gd name="connsiteY113" fmla="*/ 1937845 h 2323145"/>
              <a:gd name="connsiteX114" fmla="*/ 5724661 w 11269336"/>
              <a:gd name="connsiteY114" fmla="*/ 1937455 h 2323145"/>
              <a:gd name="connsiteX115" fmla="*/ 5710186 w 11269336"/>
              <a:gd name="connsiteY115" fmla="*/ 1941370 h 2323145"/>
              <a:gd name="connsiteX116" fmla="*/ 5704910 w 11269336"/>
              <a:gd name="connsiteY116" fmla="*/ 1943663 h 2323145"/>
              <a:gd name="connsiteX117" fmla="*/ 5696836 w 11269336"/>
              <a:gd name="connsiteY117" fmla="*/ 1945271 h 2323145"/>
              <a:gd name="connsiteX118" fmla="*/ 5696583 w 11269336"/>
              <a:gd name="connsiteY118" fmla="*/ 1945050 h 2323145"/>
              <a:gd name="connsiteX119" fmla="*/ 5689123 w 11269336"/>
              <a:gd name="connsiteY119" fmla="*/ 1947067 h 2323145"/>
              <a:gd name="connsiteX120" fmla="*/ 5653291 w 11269336"/>
              <a:gd name="connsiteY120" fmla="*/ 1960245 h 2323145"/>
              <a:gd name="connsiteX121" fmla="*/ 5599385 w 11269336"/>
              <a:gd name="connsiteY121" fmla="*/ 1945198 h 2323145"/>
              <a:gd name="connsiteX122" fmla="*/ 5578300 w 11269336"/>
              <a:gd name="connsiteY122" fmla="*/ 1944963 h 2323145"/>
              <a:gd name="connsiteX123" fmla="*/ 5566758 w 11269336"/>
              <a:gd name="connsiteY123" fmla="*/ 1943441 h 2323145"/>
              <a:gd name="connsiteX124" fmla="*/ 5565857 w 11269336"/>
              <a:gd name="connsiteY124" fmla="*/ 1942445 h 2323145"/>
              <a:gd name="connsiteX125" fmla="*/ 5531534 w 11269336"/>
              <a:gd name="connsiteY125" fmla="*/ 1955208 h 2323145"/>
              <a:gd name="connsiteX126" fmla="*/ 5526552 w 11269336"/>
              <a:gd name="connsiteY126" fmla="*/ 1954799 h 2323145"/>
              <a:gd name="connsiteX127" fmla="*/ 5504723 w 11269336"/>
              <a:gd name="connsiteY127" fmla="*/ 1965811 h 2323145"/>
              <a:gd name="connsiteX128" fmla="*/ 5493156 w 11269336"/>
              <a:gd name="connsiteY128" fmla="*/ 1970063 h 2323145"/>
              <a:gd name="connsiteX129" fmla="*/ 5490486 w 11269336"/>
              <a:gd name="connsiteY129" fmla="*/ 1974227 h 2323145"/>
              <a:gd name="connsiteX130" fmla="*/ 5473107 w 11269336"/>
              <a:gd name="connsiteY130" fmla="*/ 1979001 h 2323145"/>
              <a:gd name="connsiteX131" fmla="*/ 5470885 w 11269336"/>
              <a:gd name="connsiteY131" fmla="*/ 1978432 h 2323145"/>
              <a:gd name="connsiteX132" fmla="*/ 5457393 w 11269336"/>
              <a:gd name="connsiteY132" fmla="*/ 1986525 h 2323145"/>
              <a:gd name="connsiteX133" fmla="*/ 5447102 w 11269336"/>
              <a:gd name="connsiteY133" fmla="*/ 1998329 h 2323145"/>
              <a:gd name="connsiteX134" fmla="*/ 5159151 w 11269336"/>
              <a:gd name="connsiteY134" fmla="*/ 2029640 h 2323145"/>
              <a:gd name="connsiteX135" fmla="*/ 5041688 w 11269336"/>
              <a:gd name="connsiteY135" fmla="*/ 2022334 h 2323145"/>
              <a:gd name="connsiteX136" fmla="*/ 4860988 w 11269336"/>
              <a:gd name="connsiteY136" fmla="*/ 2135698 h 2323145"/>
              <a:gd name="connsiteX137" fmla="*/ 4807902 w 11269336"/>
              <a:gd name="connsiteY137" fmla="*/ 2138894 h 2323145"/>
              <a:gd name="connsiteX138" fmla="*/ 4765388 w 11269336"/>
              <a:gd name="connsiteY138" fmla="*/ 2162525 h 2323145"/>
              <a:gd name="connsiteX139" fmla="*/ 4745033 w 11269336"/>
              <a:gd name="connsiteY139" fmla="*/ 2158859 h 2323145"/>
              <a:gd name="connsiteX140" fmla="*/ 4741475 w 11269336"/>
              <a:gd name="connsiteY140" fmla="*/ 2157998 h 2323145"/>
              <a:gd name="connsiteX141" fmla="*/ 4728247 w 11269336"/>
              <a:gd name="connsiteY141" fmla="*/ 2159526 h 2323145"/>
              <a:gd name="connsiteX142" fmla="*/ 4723263 w 11269336"/>
              <a:gd name="connsiteY142" fmla="*/ 2153742 h 2323145"/>
              <a:gd name="connsiteX143" fmla="*/ 4702453 w 11269336"/>
              <a:gd name="connsiteY143" fmla="*/ 2151586 h 2323145"/>
              <a:gd name="connsiteX144" fmla="*/ 4678455 w 11269336"/>
              <a:gd name="connsiteY144" fmla="*/ 2156131 h 2323145"/>
              <a:gd name="connsiteX145" fmla="*/ 4593061 w 11269336"/>
              <a:gd name="connsiteY145" fmla="*/ 2171597 h 2323145"/>
              <a:gd name="connsiteX146" fmla="*/ 4579902 w 11269336"/>
              <a:gd name="connsiteY146" fmla="*/ 2177927 h 2323145"/>
              <a:gd name="connsiteX147" fmla="*/ 4533444 w 11269336"/>
              <a:gd name="connsiteY147" fmla="*/ 2181200 h 2323145"/>
              <a:gd name="connsiteX148" fmla="*/ 4492832 w 11269336"/>
              <a:gd name="connsiteY148" fmla="*/ 2188033 h 2323145"/>
              <a:gd name="connsiteX149" fmla="*/ 4467257 w 11269336"/>
              <a:gd name="connsiteY149" fmla="*/ 2196121 h 2323145"/>
              <a:gd name="connsiteX150" fmla="*/ 4459937 w 11269336"/>
              <a:gd name="connsiteY150" fmla="*/ 2195182 h 2323145"/>
              <a:gd name="connsiteX151" fmla="*/ 4433312 w 11269336"/>
              <a:gd name="connsiteY151" fmla="*/ 2199004 h 2323145"/>
              <a:gd name="connsiteX152" fmla="*/ 4420601 w 11269336"/>
              <a:gd name="connsiteY152" fmla="*/ 2205158 h 2323145"/>
              <a:gd name="connsiteX153" fmla="*/ 4405765 w 11269336"/>
              <a:gd name="connsiteY153" fmla="*/ 2199902 h 2323145"/>
              <a:gd name="connsiteX154" fmla="*/ 4401354 w 11269336"/>
              <a:gd name="connsiteY154" fmla="*/ 2194745 h 2323145"/>
              <a:gd name="connsiteX155" fmla="*/ 4383151 w 11269336"/>
              <a:gd name="connsiteY155" fmla="*/ 2201140 h 2323145"/>
              <a:gd name="connsiteX156" fmla="*/ 4366646 w 11269336"/>
              <a:gd name="connsiteY156" fmla="*/ 2198564 h 2323145"/>
              <a:gd name="connsiteX157" fmla="*/ 4354009 w 11269336"/>
              <a:gd name="connsiteY157" fmla="*/ 2204984 h 2323145"/>
              <a:gd name="connsiteX158" fmla="*/ 4348284 w 11269336"/>
              <a:gd name="connsiteY158" fmla="*/ 2205270 h 2323145"/>
              <a:gd name="connsiteX159" fmla="*/ 4333906 w 11269336"/>
              <a:gd name="connsiteY159" fmla="*/ 2205251 h 2323145"/>
              <a:gd name="connsiteX160" fmla="*/ 4308819 w 11269336"/>
              <a:gd name="connsiteY160" fmla="*/ 2203822 h 2323145"/>
              <a:gd name="connsiteX161" fmla="*/ 4301210 w 11269336"/>
              <a:gd name="connsiteY161" fmla="*/ 2204456 h 2323145"/>
              <a:gd name="connsiteX162" fmla="*/ 4283095 w 11269336"/>
              <a:gd name="connsiteY162" fmla="*/ 2198177 h 2323145"/>
              <a:gd name="connsiteX163" fmla="*/ 4250119 w 11269336"/>
              <a:gd name="connsiteY163" fmla="*/ 2196342 h 2323145"/>
              <a:gd name="connsiteX164" fmla="*/ 4189203 w 11269336"/>
              <a:gd name="connsiteY164" fmla="*/ 2178994 h 2323145"/>
              <a:gd name="connsiteX165" fmla="*/ 4154035 w 11269336"/>
              <a:gd name="connsiteY165" fmla="*/ 2171950 h 2323145"/>
              <a:gd name="connsiteX166" fmla="*/ 4129569 w 11269336"/>
              <a:gd name="connsiteY166" fmla="*/ 2163850 h 2323145"/>
              <a:gd name="connsiteX167" fmla="*/ 4061250 w 11269336"/>
              <a:gd name="connsiteY167" fmla="*/ 2159236 h 2323145"/>
              <a:gd name="connsiteX168" fmla="*/ 3945480 w 11269336"/>
              <a:gd name="connsiteY168" fmla="*/ 2158279 h 2323145"/>
              <a:gd name="connsiteX169" fmla="*/ 3921468 w 11269336"/>
              <a:gd name="connsiteY169" fmla="*/ 2156588 h 2323145"/>
              <a:gd name="connsiteX170" fmla="*/ 3903348 w 11269336"/>
              <a:gd name="connsiteY170" fmla="*/ 2149220 h 2323145"/>
              <a:gd name="connsiteX171" fmla="*/ 3901342 w 11269336"/>
              <a:gd name="connsiteY171" fmla="*/ 2142355 h 2323145"/>
              <a:gd name="connsiteX172" fmla="*/ 3888539 w 11269336"/>
              <a:gd name="connsiteY172" fmla="*/ 2140476 h 2323145"/>
              <a:gd name="connsiteX173" fmla="*/ 3885662 w 11269336"/>
              <a:gd name="connsiteY173" fmla="*/ 2138740 h 2323145"/>
              <a:gd name="connsiteX174" fmla="*/ 3868627 w 11269336"/>
              <a:gd name="connsiteY174" fmla="*/ 2130023 h 2323145"/>
              <a:gd name="connsiteX175" fmla="*/ 3819177 w 11269336"/>
              <a:gd name="connsiteY175" fmla="*/ 2142111 h 2323145"/>
              <a:gd name="connsiteX176" fmla="*/ 3769100 w 11269336"/>
              <a:gd name="connsiteY176" fmla="*/ 2131731 h 2323145"/>
              <a:gd name="connsiteX177" fmla="*/ 3562752 w 11269336"/>
              <a:gd name="connsiteY177" fmla="*/ 2131785 h 2323145"/>
              <a:gd name="connsiteX178" fmla="*/ 3541402 w 11269336"/>
              <a:gd name="connsiteY178" fmla="*/ 2106821 h 2323145"/>
              <a:gd name="connsiteX179" fmla="*/ 3365341 w 11269336"/>
              <a:gd name="connsiteY179" fmla="*/ 2077638 h 2323145"/>
              <a:gd name="connsiteX180" fmla="*/ 3170922 w 11269336"/>
              <a:gd name="connsiteY180" fmla="*/ 2115957 h 2323145"/>
              <a:gd name="connsiteX181" fmla="*/ 3156256 w 11269336"/>
              <a:gd name="connsiteY181" fmla="*/ 2124773 h 2323145"/>
              <a:gd name="connsiteX182" fmla="*/ 3140298 w 11269336"/>
              <a:gd name="connsiteY182" fmla="*/ 2129182 h 2323145"/>
              <a:gd name="connsiteX183" fmla="*/ 3138514 w 11269336"/>
              <a:gd name="connsiteY183" fmla="*/ 2128069 h 2323145"/>
              <a:gd name="connsiteX184" fmla="*/ 3120467 w 11269336"/>
              <a:gd name="connsiteY184" fmla="*/ 2128281 h 2323145"/>
              <a:gd name="connsiteX185" fmla="*/ 3116175 w 11269336"/>
              <a:gd name="connsiteY185" fmla="*/ 2131633 h 2323145"/>
              <a:gd name="connsiteX186" fmla="*/ 3103685 w 11269336"/>
              <a:gd name="connsiteY186" fmla="*/ 2132814 h 2323145"/>
              <a:gd name="connsiteX187" fmla="*/ 3078794 w 11269336"/>
              <a:gd name="connsiteY187" fmla="*/ 2137935 h 2323145"/>
              <a:gd name="connsiteX188" fmla="*/ 3074407 w 11269336"/>
              <a:gd name="connsiteY188" fmla="*/ 2136274 h 2323145"/>
              <a:gd name="connsiteX189" fmla="*/ 3037285 w 11269336"/>
              <a:gd name="connsiteY189" fmla="*/ 2139919 h 2323145"/>
              <a:gd name="connsiteX190" fmla="*/ 3036901 w 11269336"/>
              <a:gd name="connsiteY190" fmla="*/ 2138726 h 2323145"/>
              <a:gd name="connsiteX191" fmla="*/ 3026996 w 11269336"/>
              <a:gd name="connsiteY191" fmla="*/ 2134322 h 2323145"/>
              <a:gd name="connsiteX192" fmla="*/ 3007772 w 11269336"/>
              <a:gd name="connsiteY192" fmla="*/ 2128742 h 2323145"/>
              <a:gd name="connsiteX193" fmla="*/ 2965030 w 11269336"/>
              <a:gd name="connsiteY193" fmla="*/ 2100494 h 2323145"/>
              <a:gd name="connsiteX194" fmla="*/ 2926342 w 11269336"/>
              <a:gd name="connsiteY194" fmla="*/ 2104155 h 2323145"/>
              <a:gd name="connsiteX195" fmla="*/ 2918608 w 11269336"/>
              <a:gd name="connsiteY195" fmla="*/ 2104215 h 2323145"/>
              <a:gd name="connsiteX196" fmla="*/ 2918475 w 11269336"/>
              <a:gd name="connsiteY196" fmla="*/ 2103937 h 2323145"/>
              <a:gd name="connsiteX197" fmla="*/ 2910360 w 11269336"/>
              <a:gd name="connsiteY197" fmla="*/ 2103444 h 2323145"/>
              <a:gd name="connsiteX198" fmla="*/ 2904507 w 11269336"/>
              <a:gd name="connsiteY198" fmla="*/ 2104326 h 2323145"/>
              <a:gd name="connsiteX199" fmla="*/ 2889503 w 11269336"/>
              <a:gd name="connsiteY199" fmla="*/ 2104443 h 2323145"/>
              <a:gd name="connsiteX200" fmla="*/ 2884480 w 11269336"/>
              <a:gd name="connsiteY200" fmla="*/ 2102626 h 2323145"/>
              <a:gd name="connsiteX201" fmla="*/ 2882689 w 11269336"/>
              <a:gd name="connsiteY201" fmla="*/ 2099228 h 2323145"/>
              <a:gd name="connsiteX202" fmla="*/ 2881291 w 11269336"/>
              <a:gd name="connsiteY202" fmla="*/ 2099618 h 2323145"/>
              <a:gd name="connsiteX203" fmla="*/ 2853979 w 11269336"/>
              <a:gd name="connsiteY203" fmla="*/ 2090388 h 2323145"/>
              <a:gd name="connsiteX204" fmla="*/ 2791790 w 11269336"/>
              <a:gd name="connsiteY204" fmla="*/ 2080332 h 2323145"/>
              <a:gd name="connsiteX205" fmla="*/ 2755844 w 11269336"/>
              <a:gd name="connsiteY205" fmla="*/ 2078874 h 2323145"/>
              <a:gd name="connsiteX206" fmla="*/ 2657742 w 11269336"/>
              <a:gd name="connsiteY206" fmla="*/ 2070179 h 2323145"/>
              <a:gd name="connsiteX207" fmla="*/ 2559549 w 11269336"/>
              <a:gd name="connsiteY207" fmla="*/ 2057873 h 2323145"/>
              <a:gd name="connsiteX208" fmla="*/ 2512054 w 11269336"/>
              <a:gd name="connsiteY208" fmla="*/ 2031671 h 2323145"/>
              <a:gd name="connsiteX209" fmla="*/ 2506437 w 11269336"/>
              <a:gd name="connsiteY209" fmla="*/ 2030918 h 2323145"/>
              <a:gd name="connsiteX210" fmla="*/ 2491752 w 11269336"/>
              <a:gd name="connsiteY210" fmla="*/ 2033906 h 2323145"/>
              <a:gd name="connsiteX211" fmla="*/ 2486338 w 11269336"/>
              <a:gd name="connsiteY211" fmla="*/ 2035862 h 2323145"/>
              <a:gd name="connsiteX212" fmla="*/ 2478186 w 11269336"/>
              <a:gd name="connsiteY212" fmla="*/ 2036953 h 2323145"/>
              <a:gd name="connsiteX213" fmla="*/ 2477950 w 11269336"/>
              <a:gd name="connsiteY213" fmla="*/ 2036715 h 2323145"/>
              <a:gd name="connsiteX214" fmla="*/ 2470381 w 11269336"/>
              <a:gd name="connsiteY214" fmla="*/ 2038256 h 2323145"/>
              <a:gd name="connsiteX215" fmla="*/ 2433781 w 11269336"/>
              <a:gd name="connsiteY215" fmla="*/ 2049140 h 2323145"/>
              <a:gd name="connsiteX216" fmla="*/ 2381172 w 11269336"/>
              <a:gd name="connsiteY216" fmla="*/ 2030645 h 2323145"/>
              <a:gd name="connsiteX217" fmla="*/ 2360198 w 11269336"/>
              <a:gd name="connsiteY217" fmla="*/ 2029059 h 2323145"/>
              <a:gd name="connsiteX218" fmla="*/ 2348815 w 11269336"/>
              <a:gd name="connsiteY218" fmla="*/ 2026798 h 2323145"/>
              <a:gd name="connsiteX219" fmla="*/ 2347988 w 11269336"/>
              <a:gd name="connsiteY219" fmla="*/ 2025745 h 2323145"/>
              <a:gd name="connsiteX220" fmla="*/ 2312920 w 11269336"/>
              <a:gd name="connsiteY220" fmla="*/ 2036311 h 2323145"/>
              <a:gd name="connsiteX221" fmla="*/ 2307986 w 11269336"/>
              <a:gd name="connsiteY221" fmla="*/ 2035583 h 2323145"/>
              <a:gd name="connsiteX222" fmla="*/ 2285481 w 11269336"/>
              <a:gd name="connsiteY222" fmla="*/ 2045197 h 2323145"/>
              <a:gd name="connsiteX223" fmla="*/ 2273666 w 11269336"/>
              <a:gd name="connsiteY223" fmla="*/ 2048710 h 2323145"/>
              <a:gd name="connsiteX224" fmla="*/ 2270719 w 11269336"/>
              <a:gd name="connsiteY224" fmla="*/ 2052702 h 2323145"/>
              <a:gd name="connsiteX225" fmla="*/ 2253080 w 11269336"/>
              <a:gd name="connsiteY225" fmla="*/ 2056363 h 2323145"/>
              <a:gd name="connsiteX226" fmla="*/ 2250906 w 11269336"/>
              <a:gd name="connsiteY226" fmla="*/ 2055654 h 2323145"/>
              <a:gd name="connsiteX227" fmla="*/ 2236905 w 11269336"/>
              <a:gd name="connsiteY227" fmla="*/ 2062882 h 2323145"/>
              <a:gd name="connsiteX228" fmla="*/ 2225830 w 11269336"/>
              <a:gd name="connsiteY228" fmla="*/ 2074027 h 2323145"/>
              <a:gd name="connsiteX229" fmla="*/ 2073776 w 11269336"/>
              <a:gd name="connsiteY229" fmla="*/ 2089244 h 2323145"/>
              <a:gd name="connsiteX230" fmla="*/ 1948256 w 11269336"/>
              <a:gd name="connsiteY230" fmla="*/ 2146616 h 2323145"/>
              <a:gd name="connsiteX231" fmla="*/ 1865582 w 11269336"/>
              <a:gd name="connsiteY231" fmla="*/ 2153738 h 2323145"/>
              <a:gd name="connsiteX232" fmla="*/ 1835210 w 11269336"/>
              <a:gd name="connsiteY232" fmla="*/ 2134244 h 2323145"/>
              <a:gd name="connsiteX233" fmla="*/ 1632661 w 11269336"/>
              <a:gd name="connsiteY233" fmla="*/ 2173882 h 2323145"/>
              <a:gd name="connsiteX234" fmla="*/ 1579590 w 11269336"/>
              <a:gd name="connsiteY234" fmla="*/ 2173680 h 2323145"/>
              <a:gd name="connsiteX235" fmla="*/ 1535601 w 11269336"/>
              <a:gd name="connsiteY235" fmla="*/ 2194590 h 2323145"/>
              <a:gd name="connsiteX236" fmla="*/ 1515594 w 11269336"/>
              <a:gd name="connsiteY236" fmla="*/ 2189622 h 2323145"/>
              <a:gd name="connsiteX237" fmla="*/ 1512113 w 11269336"/>
              <a:gd name="connsiteY237" fmla="*/ 2188534 h 2323145"/>
              <a:gd name="connsiteX238" fmla="*/ 1498838 w 11269336"/>
              <a:gd name="connsiteY238" fmla="*/ 2189213 h 2323145"/>
              <a:gd name="connsiteX239" fmla="*/ 1494279 w 11269336"/>
              <a:gd name="connsiteY239" fmla="*/ 2183112 h 2323145"/>
              <a:gd name="connsiteX240" fmla="*/ 1473714 w 11269336"/>
              <a:gd name="connsiteY240" fmla="*/ 2179625 h 2323145"/>
              <a:gd name="connsiteX241" fmla="*/ 1449503 w 11269336"/>
              <a:gd name="connsiteY241" fmla="*/ 2182633 h 2323145"/>
              <a:gd name="connsiteX242" fmla="*/ 1266687 w 11269336"/>
              <a:gd name="connsiteY242" fmla="*/ 2212688 h 2323145"/>
              <a:gd name="connsiteX243" fmla="*/ 1239614 w 11269336"/>
              <a:gd name="connsiteY243" fmla="*/ 2209727 h 2323145"/>
              <a:gd name="connsiteX244" fmla="*/ 1202436 w 11269336"/>
              <a:gd name="connsiteY244" fmla="*/ 2209817 h 2323145"/>
              <a:gd name="connsiteX245" fmla="*/ 1136097 w 11269336"/>
              <a:gd name="connsiteY245" fmla="*/ 2205112 h 2323145"/>
              <a:gd name="connsiteX246" fmla="*/ 988232 w 11269336"/>
              <a:gd name="connsiteY246" fmla="*/ 2235635 h 2323145"/>
              <a:gd name="connsiteX247" fmla="*/ 981959 w 11269336"/>
              <a:gd name="connsiteY247" fmla="*/ 2231607 h 2323145"/>
              <a:gd name="connsiteX248" fmla="*/ 938600 w 11269336"/>
              <a:gd name="connsiteY248" fmla="*/ 2238113 h 2323145"/>
              <a:gd name="connsiteX249" fmla="*/ 791788 w 11269336"/>
              <a:gd name="connsiteY249" fmla="*/ 2293224 h 2323145"/>
              <a:gd name="connsiteX250" fmla="*/ 706914 w 11269336"/>
              <a:gd name="connsiteY250" fmla="*/ 2305046 h 2323145"/>
              <a:gd name="connsiteX251" fmla="*/ 675971 w 11269336"/>
              <a:gd name="connsiteY251" fmla="*/ 2304030 h 2323145"/>
              <a:gd name="connsiteX252" fmla="*/ 624180 w 11269336"/>
              <a:gd name="connsiteY252" fmla="*/ 2302650 h 2323145"/>
              <a:gd name="connsiteX253" fmla="*/ 583453 w 11269336"/>
              <a:gd name="connsiteY253" fmla="*/ 2288788 h 2323145"/>
              <a:gd name="connsiteX254" fmla="*/ 540946 w 11269336"/>
              <a:gd name="connsiteY254" fmla="*/ 2292721 h 2323145"/>
              <a:gd name="connsiteX255" fmla="*/ 533680 w 11269336"/>
              <a:gd name="connsiteY255" fmla="*/ 2310233 h 2323145"/>
              <a:gd name="connsiteX256" fmla="*/ 487366 w 11269336"/>
              <a:gd name="connsiteY256" fmla="*/ 2309053 h 2323145"/>
              <a:gd name="connsiteX257" fmla="*/ 416820 w 11269336"/>
              <a:gd name="connsiteY257" fmla="*/ 2305443 h 2323145"/>
              <a:gd name="connsiteX258" fmla="*/ 376805 w 11269336"/>
              <a:gd name="connsiteY258" fmla="*/ 2307647 h 2323145"/>
              <a:gd name="connsiteX259" fmla="*/ 266777 w 11269336"/>
              <a:gd name="connsiteY259" fmla="*/ 2309012 h 2323145"/>
              <a:gd name="connsiteX260" fmla="*/ 156013 w 11269336"/>
              <a:gd name="connsiteY260" fmla="*/ 2306832 h 2323145"/>
              <a:gd name="connsiteX261" fmla="*/ 87258 w 11269336"/>
              <a:gd name="connsiteY261" fmla="*/ 2285511 h 2323145"/>
              <a:gd name="connsiteX262" fmla="*/ 23798 w 11269336"/>
              <a:gd name="connsiteY262" fmla="*/ 2281822 h 2323145"/>
              <a:gd name="connsiteX263" fmla="*/ 0 w 11269336"/>
              <a:gd name="connsiteY263" fmla="*/ 2285369 h 2323145"/>
              <a:gd name="connsiteX264" fmla="*/ 0 w 11269336"/>
              <a:gd name="connsiteY26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9062863 w 11269336"/>
              <a:gd name="connsiteY22" fmla="*/ 754656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33444 w 11269336"/>
              <a:gd name="connsiteY144" fmla="*/ 2181200 h 2323145"/>
              <a:gd name="connsiteX145" fmla="*/ 4492832 w 11269336"/>
              <a:gd name="connsiteY145" fmla="*/ 2188033 h 2323145"/>
              <a:gd name="connsiteX146" fmla="*/ 4467257 w 11269336"/>
              <a:gd name="connsiteY146" fmla="*/ 2196121 h 2323145"/>
              <a:gd name="connsiteX147" fmla="*/ 4459937 w 11269336"/>
              <a:gd name="connsiteY147" fmla="*/ 2195182 h 2323145"/>
              <a:gd name="connsiteX148" fmla="*/ 4433312 w 11269336"/>
              <a:gd name="connsiteY148" fmla="*/ 2199004 h 2323145"/>
              <a:gd name="connsiteX149" fmla="*/ 4420601 w 11269336"/>
              <a:gd name="connsiteY149" fmla="*/ 2205158 h 2323145"/>
              <a:gd name="connsiteX150" fmla="*/ 4405765 w 11269336"/>
              <a:gd name="connsiteY150" fmla="*/ 2199902 h 2323145"/>
              <a:gd name="connsiteX151" fmla="*/ 4401354 w 11269336"/>
              <a:gd name="connsiteY151" fmla="*/ 2194745 h 2323145"/>
              <a:gd name="connsiteX152" fmla="*/ 4383151 w 11269336"/>
              <a:gd name="connsiteY152" fmla="*/ 2201140 h 2323145"/>
              <a:gd name="connsiteX153" fmla="*/ 4366646 w 11269336"/>
              <a:gd name="connsiteY153" fmla="*/ 2198564 h 2323145"/>
              <a:gd name="connsiteX154" fmla="*/ 4354009 w 11269336"/>
              <a:gd name="connsiteY154" fmla="*/ 2204984 h 2323145"/>
              <a:gd name="connsiteX155" fmla="*/ 4348284 w 11269336"/>
              <a:gd name="connsiteY155" fmla="*/ 2205270 h 2323145"/>
              <a:gd name="connsiteX156" fmla="*/ 4333906 w 11269336"/>
              <a:gd name="connsiteY156" fmla="*/ 2205251 h 2323145"/>
              <a:gd name="connsiteX157" fmla="*/ 4308819 w 11269336"/>
              <a:gd name="connsiteY157" fmla="*/ 2203822 h 2323145"/>
              <a:gd name="connsiteX158" fmla="*/ 4301210 w 11269336"/>
              <a:gd name="connsiteY158" fmla="*/ 2204456 h 2323145"/>
              <a:gd name="connsiteX159" fmla="*/ 4283095 w 11269336"/>
              <a:gd name="connsiteY159" fmla="*/ 2198177 h 2323145"/>
              <a:gd name="connsiteX160" fmla="*/ 4250119 w 11269336"/>
              <a:gd name="connsiteY160" fmla="*/ 2196342 h 2323145"/>
              <a:gd name="connsiteX161" fmla="*/ 4189203 w 11269336"/>
              <a:gd name="connsiteY161" fmla="*/ 2178994 h 2323145"/>
              <a:gd name="connsiteX162" fmla="*/ 4154035 w 11269336"/>
              <a:gd name="connsiteY162" fmla="*/ 2171950 h 2323145"/>
              <a:gd name="connsiteX163" fmla="*/ 4129569 w 11269336"/>
              <a:gd name="connsiteY163" fmla="*/ 2163850 h 2323145"/>
              <a:gd name="connsiteX164" fmla="*/ 4061250 w 11269336"/>
              <a:gd name="connsiteY164" fmla="*/ 2159236 h 2323145"/>
              <a:gd name="connsiteX165" fmla="*/ 3945480 w 11269336"/>
              <a:gd name="connsiteY165" fmla="*/ 2158279 h 2323145"/>
              <a:gd name="connsiteX166" fmla="*/ 3921468 w 11269336"/>
              <a:gd name="connsiteY166" fmla="*/ 2156588 h 2323145"/>
              <a:gd name="connsiteX167" fmla="*/ 3903348 w 11269336"/>
              <a:gd name="connsiteY167" fmla="*/ 2149220 h 2323145"/>
              <a:gd name="connsiteX168" fmla="*/ 3901342 w 11269336"/>
              <a:gd name="connsiteY168" fmla="*/ 2142355 h 2323145"/>
              <a:gd name="connsiteX169" fmla="*/ 3888539 w 11269336"/>
              <a:gd name="connsiteY169" fmla="*/ 2140476 h 2323145"/>
              <a:gd name="connsiteX170" fmla="*/ 3885662 w 11269336"/>
              <a:gd name="connsiteY170" fmla="*/ 2138740 h 2323145"/>
              <a:gd name="connsiteX171" fmla="*/ 3868627 w 11269336"/>
              <a:gd name="connsiteY171" fmla="*/ 2130023 h 2323145"/>
              <a:gd name="connsiteX172" fmla="*/ 3819177 w 11269336"/>
              <a:gd name="connsiteY172" fmla="*/ 2142111 h 2323145"/>
              <a:gd name="connsiteX173" fmla="*/ 3769100 w 11269336"/>
              <a:gd name="connsiteY173" fmla="*/ 2131731 h 2323145"/>
              <a:gd name="connsiteX174" fmla="*/ 3562752 w 11269336"/>
              <a:gd name="connsiteY174" fmla="*/ 2131785 h 2323145"/>
              <a:gd name="connsiteX175" fmla="*/ 3541402 w 11269336"/>
              <a:gd name="connsiteY175" fmla="*/ 2106821 h 2323145"/>
              <a:gd name="connsiteX176" fmla="*/ 3365341 w 11269336"/>
              <a:gd name="connsiteY176" fmla="*/ 2077638 h 2323145"/>
              <a:gd name="connsiteX177" fmla="*/ 3170922 w 11269336"/>
              <a:gd name="connsiteY177" fmla="*/ 2115957 h 2323145"/>
              <a:gd name="connsiteX178" fmla="*/ 3156256 w 11269336"/>
              <a:gd name="connsiteY178" fmla="*/ 2124773 h 2323145"/>
              <a:gd name="connsiteX179" fmla="*/ 3140298 w 11269336"/>
              <a:gd name="connsiteY179" fmla="*/ 2129182 h 2323145"/>
              <a:gd name="connsiteX180" fmla="*/ 3138514 w 11269336"/>
              <a:gd name="connsiteY180" fmla="*/ 2128069 h 2323145"/>
              <a:gd name="connsiteX181" fmla="*/ 3120467 w 11269336"/>
              <a:gd name="connsiteY181" fmla="*/ 2128281 h 2323145"/>
              <a:gd name="connsiteX182" fmla="*/ 3116175 w 11269336"/>
              <a:gd name="connsiteY182" fmla="*/ 2131633 h 2323145"/>
              <a:gd name="connsiteX183" fmla="*/ 3103685 w 11269336"/>
              <a:gd name="connsiteY183" fmla="*/ 2132814 h 2323145"/>
              <a:gd name="connsiteX184" fmla="*/ 3078794 w 11269336"/>
              <a:gd name="connsiteY184" fmla="*/ 2137935 h 2323145"/>
              <a:gd name="connsiteX185" fmla="*/ 3074407 w 11269336"/>
              <a:gd name="connsiteY185" fmla="*/ 2136274 h 2323145"/>
              <a:gd name="connsiteX186" fmla="*/ 3037285 w 11269336"/>
              <a:gd name="connsiteY186" fmla="*/ 2139919 h 2323145"/>
              <a:gd name="connsiteX187" fmla="*/ 3036901 w 11269336"/>
              <a:gd name="connsiteY187" fmla="*/ 2138726 h 2323145"/>
              <a:gd name="connsiteX188" fmla="*/ 3026996 w 11269336"/>
              <a:gd name="connsiteY188" fmla="*/ 2134322 h 2323145"/>
              <a:gd name="connsiteX189" fmla="*/ 3007772 w 11269336"/>
              <a:gd name="connsiteY189" fmla="*/ 2128742 h 2323145"/>
              <a:gd name="connsiteX190" fmla="*/ 2965030 w 11269336"/>
              <a:gd name="connsiteY190" fmla="*/ 2100494 h 2323145"/>
              <a:gd name="connsiteX191" fmla="*/ 2926342 w 11269336"/>
              <a:gd name="connsiteY191" fmla="*/ 2104155 h 2323145"/>
              <a:gd name="connsiteX192" fmla="*/ 2918608 w 11269336"/>
              <a:gd name="connsiteY192" fmla="*/ 2104215 h 2323145"/>
              <a:gd name="connsiteX193" fmla="*/ 2918475 w 11269336"/>
              <a:gd name="connsiteY193" fmla="*/ 2103937 h 2323145"/>
              <a:gd name="connsiteX194" fmla="*/ 2910360 w 11269336"/>
              <a:gd name="connsiteY194" fmla="*/ 2103444 h 2323145"/>
              <a:gd name="connsiteX195" fmla="*/ 2904507 w 11269336"/>
              <a:gd name="connsiteY195" fmla="*/ 2104326 h 2323145"/>
              <a:gd name="connsiteX196" fmla="*/ 2889503 w 11269336"/>
              <a:gd name="connsiteY196" fmla="*/ 2104443 h 2323145"/>
              <a:gd name="connsiteX197" fmla="*/ 2884480 w 11269336"/>
              <a:gd name="connsiteY197" fmla="*/ 2102626 h 2323145"/>
              <a:gd name="connsiteX198" fmla="*/ 2882689 w 11269336"/>
              <a:gd name="connsiteY198" fmla="*/ 2099228 h 2323145"/>
              <a:gd name="connsiteX199" fmla="*/ 2881291 w 11269336"/>
              <a:gd name="connsiteY199" fmla="*/ 2099618 h 2323145"/>
              <a:gd name="connsiteX200" fmla="*/ 2853979 w 11269336"/>
              <a:gd name="connsiteY200" fmla="*/ 2090388 h 2323145"/>
              <a:gd name="connsiteX201" fmla="*/ 2791790 w 11269336"/>
              <a:gd name="connsiteY201" fmla="*/ 2080332 h 2323145"/>
              <a:gd name="connsiteX202" fmla="*/ 2755844 w 11269336"/>
              <a:gd name="connsiteY202" fmla="*/ 2078874 h 2323145"/>
              <a:gd name="connsiteX203" fmla="*/ 2657742 w 11269336"/>
              <a:gd name="connsiteY203" fmla="*/ 2070179 h 2323145"/>
              <a:gd name="connsiteX204" fmla="*/ 2559549 w 11269336"/>
              <a:gd name="connsiteY204" fmla="*/ 2057873 h 2323145"/>
              <a:gd name="connsiteX205" fmla="*/ 2512054 w 11269336"/>
              <a:gd name="connsiteY205" fmla="*/ 2031671 h 2323145"/>
              <a:gd name="connsiteX206" fmla="*/ 2506437 w 11269336"/>
              <a:gd name="connsiteY206" fmla="*/ 2030918 h 2323145"/>
              <a:gd name="connsiteX207" fmla="*/ 2491752 w 11269336"/>
              <a:gd name="connsiteY207" fmla="*/ 2033906 h 2323145"/>
              <a:gd name="connsiteX208" fmla="*/ 2486338 w 11269336"/>
              <a:gd name="connsiteY208" fmla="*/ 2035862 h 2323145"/>
              <a:gd name="connsiteX209" fmla="*/ 2478186 w 11269336"/>
              <a:gd name="connsiteY209" fmla="*/ 2036953 h 2323145"/>
              <a:gd name="connsiteX210" fmla="*/ 2477950 w 11269336"/>
              <a:gd name="connsiteY210" fmla="*/ 2036715 h 2323145"/>
              <a:gd name="connsiteX211" fmla="*/ 2470381 w 11269336"/>
              <a:gd name="connsiteY211" fmla="*/ 2038256 h 2323145"/>
              <a:gd name="connsiteX212" fmla="*/ 2433781 w 11269336"/>
              <a:gd name="connsiteY212" fmla="*/ 2049140 h 2323145"/>
              <a:gd name="connsiteX213" fmla="*/ 2381172 w 11269336"/>
              <a:gd name="connsiteY213" fmla="*/ 2030645 h 2323145"/>
              <a:gd name="connsiteX214" fmla="*/ 2360198 w 11269336"/>
              <a:gd name="connsiteY214" fmla="*/ 2029059 h 2323145"/>
              <a:gd name="connsiteX215" fmla="*/ 2348815 w 11269336"/>
              <a:gd name="connsiteY215" fmla="*/ 2026798 h 2323145"/>
              <a:gd name="connsiteX216" fmla="*/ 2347988 w 11269336"/>
              <a:gd name="connsiteY216" fmla="*/ 2025745 h 2323145"/>
              <a:gd name="connsiteX217" fmla="*/ 2312920 w 11269336"/>
              <a:gd name="connsiteY217" fmla="*/ 2036311 h 2323145"/>
              <a:gd name="connsiteX218" fmla="*/ 2307986 w 11269336"/>
              <a:gd name="connsiteY218" fmla="*/ 2035583 h 2323145"/>
              <a:gd name="connsiteX219" fmla="*/ 2285481 w 11269336"/>
              <a:gd name="connsiteY219" fmla="*/ 2045197 h 2323145"/>
              <a:gd name="connsiteX220" fmla="*/ 2273666 w 11269336"/>
              <a:gd name="connsiteY220" fmla="*/ 2048710 h 2323145"/>
              <a:gd name="connsiteX221" fmla="*/ 2270719 w 11269336"/>
              <a:gd name="connsiteY221" fmla="*/ 2052702 h 2323145"/>
              <a:gd name="connsiteX222" fmla="*/ 2253080 w 11269336"/>
              <a:gd name="connsiteY222" fmla="*/ 2056363 h 2323145"/>
              <a:gd name="connsiteX223" fmla="*/ 2250906 w 11269336"/>
              <a:gd name="connsiteY223" fmla="*/ 2055654 h 2323145"/>
              <a:gd name="connsiteX224" fmla="*/ 2236905 w 11269336"/>
              <a:gd name="connsiteY224" fmla="*/ 2062882 h 2323145"/>
              <a:gd name="connsiteX225" fmla="*/ 2225830 w 11269336"/>
              <a:gd name="connsiteY225" fmla="*/ 2074027 h 2323145"/>
              <a:gd name="connsiteX226" fmla="*/ 2073776 w 11269336"/>
              <a:gd name="connsiteY226" fmla="*/ 2089244 h 2323145"/>
              <a:gd name="connsiteX227" fmla="*/ 1948256 w 11269336"/>
              <a:gd name="connsiteY227" fmla="*/ 2146616 h 2323145"/>
              <a:gd name="connsiteX228" fmla="*/ 1865582 w 11269336"/>
              <a:gd name="connsiteY228" fmla="*/ 2153738 h 2323145"/>
              <a:gd name="connsiteX229" fmla="*/ 1835210 w 11269336"/>
              <a:gd name="connsiteY229" fmla="*/ 2134244 h 2323145"/>
              <a:gd name="connsiteX230" fmla="*/ 1632661 w 11269336"/>
              <a:gd name="connsiteY230" fmla="*/ 2173882 h 2323145"/>
              <a:gd name="connsiteX231" fmla="*/ 1579590 w 11269336"/>
              <a:gd name="connsiteY231" fmla="*/ 2173680 h 2323145"/>
              <a:gd name="connsiteX232" fmla="*/ 1535601 w 11269336"/>
              <a:gd name="connsiteY232" fmla="*/ 2194590 h 2323145"/>
              <a:gd name="connsiteX233" fmla="*/ 1515594 w 11269336"/>
              <a:gd name="connsiteY233" fmla="*/ 2189622 h 2323145"/>
              <a:gd name="connsiteX234" fmla="*/ 1512113 w 11269336"/>
              <a:gd name="connsiteY234" fmla="*/ 2188534 h 2323145"/>
              <a:gd name="connsiteX235" fmla="*/ 1498838 w 11269336"/>
              <a:gd name="connsiteY235" fmla="*/ 2189213 h 2323145"/>
              <a:gd name="connsiteX236" fmla="*/ 1494279 w 11269336"/>
              <a:gd name="connsiteY236" fmla="*/ 2183112 h 2323145"/>
              <a:gd name="connsiteX237" fmla="*/ 1473714 w 11269336"/>
              <a:gd name="connsiteY237" fmla="*/ 2179625 h 2323145"/>
              <a:gd name="connsiteX238" fmla="*/ 1449503 w 11269336"/>
              <a:gd name="connsiteY238" fmla="*/ 2182633 h 2323145"/>
              <a:gd name="connsiteX239" fmla="*/ 1266687 w 11269336"/>
              <a:gd name="connsiteY239" fmla="*/ 2212688 h 2323145"/>
              <a:gd name="connsiteX240" fmla="*/ 1239614 w 11269336"/>
              <a:gd name="connsiteY240" fmla="*/ 2209727 h 2323145"/>
              <a:gd name="connsiteX241" fmla="*/ 1202436 w 11269336"/>
              <a:gd name="connsiteY241" fmla="*/ 2209817 h 2323145"/>
              <a:gd name="connsiteX242" fmla="*/ 1136097 w 11269336"/>
              <a:gd name="connsiteY242" fmla="*/ 2205112 h 2323145"/>
              <a:gd name="connsiteX243" fmla="*/ 988232 w 11269336"/>
              <a:gd name="connsiteY243" fmla="*/ 2235635 h 2323145"/>
              <a:gd name="connsiteX244" fmla="*/ 981959 w 11269336"/>
              <a:gd name="connsiteY244" fmla="*/ 2231607 h 2323145"/>
              <a:gd name="connsiteX245" fmla="*/ 938600 w 11269336"/>
              <a:gd name="connsiteY245" fmla="*/ 2238113 h 2323145"/>
              <a:gd name="connsiteX246" fmla="*/ 791788 w 11269336"/>
              <a:gd name="connsiteY246" fmla="*/ 2293224 h 2323145"/>
              <a:gd name="connsiteX247" fmla="*/ 706914 w 11269336"/>
              <a:gd name="connsiteY247" fmla="*/ 2305046 h 2323145"/>
              <a:gd name="connsiteX248" fmla="*/ 675971 w 11269336"/>
              <a:gd name="connsiteY248" fmla="*/ 2304030 h 2323145"/>
              <a:gd name="connsiteX249" fmla="*/ 624180 w 11269336"/>
              <a:gd name="connsiteY249" fmla="*/ 2302650 h 2323145"/>
              <a:gd name="connsiteX250" fmla="*/ 583453 w 11269336"/>
              <a:gd name="connsiteY250" fmla="*/ 2288788 h 2323145"/>
              <a:gd name="connsiteX251" fmla="*/ 540946 w 11269336"/>
              <a:gd name="connsiteY251" fmla="*/ 2292721 h 2323145"/>
              <a:gd name="connsiteX252" fmla="*/ 533680 w 11269336"/>
              <a:gd name="connsiteY252" fmla="*/ 2310233 h 2323145"/>
              <a:gd name="connsiteX253" fmla="*/ 487366 w 11269336"/>
              <a:gd name="connsiteY253" fmla="*/ 2309053 h 2323145"/>
              <a:gd name="connsiteX254" fmla="*/ 416820 w 11269336"/>
              <a:gd name="connsiteY254" fmla="*/ 2305443 h 2323145"/>
              <a:gd name="connsiteX255" fmla="*/ 376805 w 11269336"/>
              <a:gd name="connsiteY255" fmla="*/ 2307647 h 2323145"/>
              <a:gd name="connsiteX256" fmla="*/ 266777 w 11269336"/>
              <a:gd name="connsiteY256" fmla="*/ 2309012 h 2323145"/>
              <a:gd name="connsiteX257" fmla="*/ 156013 w 11269336"/>
              <a:gd name="connsiteY257" fmla="*/ 2306832 h 2323145"/>
              <a:gd name="connsiteX258" fmla="*/ 87258 w 11269336"/>
              <a:gd name="connsiteY258" fmla="*/ 2285511 h 2323145"/>
              <a:gd name="connsiteX259" fmla="*/ 23798 w 11269336"/>
              <a:gd name="connsiteY259" fmla="*/ 2281822 h 2323145"/>
              <a:gd name="connsiteX260" fmla="*/ 0 w 11269336"/>
              <a:gd name="connsiteY260" fmla="*/ 2285369 h 2323145"/>
              <a:gd name="connsiteX261" fmla="*/ 0 w 11269336"/>
              <a:gd name="connsiteY26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593061 w 11269336"/>
              <a:gd name="connsiteY142" fmla="*/ 2171597 h 2323145"/>
              <a:gd name="connsiteX143" fmla="*/ 4533444 w 11269336"/>
              <a:gd name="connsiteY143" fmla="*/ 2181200 h 2323145"/>
              <a:gd name="connsiteX144" fmla="*/ 4492832 w 11269336"/>
              <a:gd name="connsiteY144" fmla="*/ 2188033 h 2323145"/>
              <a:gd name="connsiteX145" fmla="*/ 4467257 w 11269336"/>
              <a:gd name="connsiteY145" fmla="*/ 2196121 h 2323145"/>
              <a:gd name="connsiteX146" fmla="*/ 4459937 w 11269336"/>
              <a:gd name="connsiteY146" fmla="*/ 2195182 h 2323145"/>
              <a:gd name="connsiteX147" fmla="*/ 4433312 w 11269336"/>
              <a:gd name="connsiteY147" fmla="*/ 2199004 h 2323145"/>
              <a:gd name="connsiteX148" fmla="*/ 4420601 w 11269336"/>
              <a:gd name="connsiteY148" fmla="*/ 2205158 h 2323145"/>
              <a:gd name="connsiteX149" fmla="*/ 4405765 w 11269336"/>
              <a:gd name="connsiteY149" fmla="*/ 2199902 h 2323145"/>
              <a:gd name="connsiteX150" fmla="*/ 4401354 w 11269336"/>
              <a:gd name="connsiteY150" fmla="*/ 2194745 h 2323145"/>
              <a:gd name="connsiteX151" fmla="*/ 4383151 w 11269336"/>
              <a:gd name="connsiteY151" fmla="*/ 2201140 h 2323145"/>
              <a:gd name="connsiteX152" fmla="*/ 4366646 w 11269336"/>
              <a:gd name="connsiteY152" fmla="*/ 2198564 h 2323145"/>
              <a:gd name="connsiteX153" fmla="*/ 4354009 w 11269336"/>
              <a:gd name="connsiteY153" fmla="*/ 2204984 h 2323145"/>
              <a:gd name="connsiteX154" fmla="*/ 4348284 w 11269336"/>
              <a:gd name="connsiteY154" fmla="*/ 2205270 h 2323145"/>
              <a:gd name="connsiteX155" fmla="*/ 4333906 w 11269336"/>
              <a:gd name="connsiteY155" fmla="*/ 2205251 h 2323145"/>
              <a:gd name="connsiteX156" fmla="*/ 4308819 w 11269336"/>
              <a:gd name="connsiteY156" fmla="*/ 2203822 h 2323145"/>
              <a:gd name="connsiteX157" fmla="*/ 4301210 w 11269336"/>
              <a:gd name="connsiteY157" fmla="*/ 2204456 h 2323145"/>
              <a:gd name="connsiteX158" fmla="*/ 4283095 w 11269336"/>
              <a:gd name="connsiteY158" fmla="*/ 2198177 h 2323145"/>
              <a:gd name="connsiteX159" fmla="*/ 4250119 w 11269336"/>
              <a:gd name="connsiteY159" fmla="*/ 2196342 h 2323145"/>
              <a:gd name="connsiteX160" fmla="*/ 4189203 w 11269336"/>
              <a:gd name="connsiteY160" fmla="*/ 2178994 h 2323145"/>
              <a:gd name="connsiteX161" fmla="*/ 4154035 w 11269336"/>
              <a:gd name="connsiteY161" fmla="*/ 2171950 h 2323145"/>
              <a:gd name="connsiteX162" fmla="*/ 4129569 w 11269336"/>
              <a:gd name="connsiteY162" fmla="*/ 2163850 h 2323145"/>
              <a:gd name="connsiteX163" fmla="*/ 4061250 w 11269336"/>
              <a:gd name="connsiteY163" fmla="*/ 2159236 h 2323145"/>
              <a:gd name="connsiteX164" fmla="*/ 3945480 w 11269336"/>
              <a:gd name="connsiteY164" fmla="*/ 2158279 h 2323145"/>
              <a:gd name="connsiteX165" fmla="*/ 3921468 w 11269336"/>
              <a:gd name="connsiteY165" fmla="*/ 2156588 h 2323145"/>
              <a:gd name="connsiteX166" fmla="*/ 3903348 w 11269336"/>
              <a:gd name="connsiteY166" fmla="*/ 2149220 h 2323145"/>
              <a:gd name="connsiteX167" fmla="*/ 3901342 w 11269336"/>
              <a:gd name="connsiteY167" fmla="*/ 2142355 h 2323145"/>
              <a:gd name="connsiteX168" fmla="*/ 3888539 w 11269336"/>
              <a:gd name="connsiteY168" fmla="*/ 2140476 h 2323145"/>
              <a:gd name="connsiteX169" fmla="*/ 3885662 w 11269336"/>
              <a:gd name="connsiteY169" fmla="*/ 2138740 h 2323145"/>
              <a:gd name="connsiteX170" fmla="*/ 3868627 w 11269336"/>
              <a:gd name="connsiteY170" fmla="*/ 2130023 h 2323145"/>
              <a:gd name="connsiteX171" fmla="*/ 3819177 w 11269336"/>
              <a:gd name="connsiteY171" fmla="*/ 2142111 h 2323145"/>
              <a:gd name="connsiteX172" fmla="*/ 3769100 w 11269336"/>
              <a:gd name="connsiteY172" fmla="*/ 2131731 h 2323145"/>
              <a:gd name="connsiteX173" fmla="*/ 3562752 w 11269336"/>
              <a:gd name="connsiteY173" fmla="*/ 2131785 h 2323145"/>
              <a:gd name="connsiteX174" fmla="*/ 3541402 w 11269336"/>
              <a:gd name="connsiteY174" fmla="*/ 2106821 h 2323145"/>
              <a:gd name="connsiteX175" fmla="*/ 3365341 w 11269336"/>
              <a:gd name="connsiteY175" fmla="*/ 2077638 h 2323145"/>
              <a:gd name="connsiteX176" fmla="*/ 3170922 w 11269336"/>
              <a:gd name="connsiteY176" fmla="*/ 2115957 h 2323145"/>
              <a:gd name="connsiteX177" fmla="*/ 3156256 w 11269336"/>
              <a:gd name="connsiteY177" fmla="*/ 2124773 h 2323145"/>
              <a:gd name="connsiteX178" fmla="*/ 3140298 w 11269336"/>
              <a:gd name="connsiteY178" fmla="*/ 2129182 h 2323145"/>
              <a:gd name="connsiteX179" fmla="*/ 3138514 w 11269336"/>
              <a:gd name="connsiteY179" fmla="*/ 2128069 h 2323145"/>
              <a:gd name="connsiteX180" fmla="*/ 3120467 w 11269336"/>
              <a:gd name="connsiteY180" fmla="*/ 2128281 h 2323145"/>
              <a:gd name="connsiteX181" fmla="*/ 3116175 w 11269336"/>
              <a:gd name="connsiteY181" fmla="*/ 2131633 h 2323145"/>
              <a:gd name="connsiteX182" fmla="*/ 3103685 w 11269336"/>
              <a:gd name="connsiteY182" fmla="*/ 2132814 h 2323145"/>
              <a:gd name="connsiteX183" fmla="*/ 3078794 w 11269336"/>
              <a:gd name="connsiteY183" fmla="*/ 2137935 h 2323145"/>
              <a:gd name="connsiteX184" fmla="*/ 3074407 w 11269336"/>
              <a:gd name="connsiteY184" fmla="*/ 2136274 h 2323145"/>
              <a:gd name="connsiteX185" fmla="*/ 3037285 w 11269336"/>
              <a:gd name="connsiteY185" fmla="*/ 2139919 h 2323145"/>
              <a:gd name="connsiteX186" fmla="*/ 3036901 w 11269336"/>
              <a:gd name="connsiteY186" fmla="*/ 2138726 h 2323145"/>
              <a:gd name="connsiteX187" fmla="*/ 3026996 w 11269336"/>
              <a:gd name="connsiteY187" fmla="*/ 2134322 h 2323145"/>
              <a:gd name="connsiteX188" fmla="*/ 3007772 w 11269336"/>
              <a:gd name="connsiteY188" fmla="*/ 2128742 h 2323145"/>
              <a:gd name="connsiteX189" fmla="*/ 2965030 w 11269336"/>
              <a:gd name="connsiteY189" fmla="*/ 2100494 h 2323145"/>
              <a:gd name="connsiteX190" fmla="*/ 2926342 w 11269336"/>
              <a:gd name="connsiteY190" fmla="*/ 2104155 h 2323145"/>
              <a:gd name="connsiteX191" fmla="*/ 2918608 w 11269336"/>
              <a:gd name="connsiteY191" fmla="*/ 2104215 h 2323145"/>
              <a:gd name="connsiteX192" fmla="*/ 2918475 w 11269336"/>
              <a:gd name="connsiteY192" fmla="*/ 2103937 h 2323145"/>
              <a:gd name="connsiteX193" fmla="*/ 2910360 w 11269336"/>
              <a:gd name="connsiteY193" fmla="*/ 2103444 h 2323145"/>
              <a:gd name="connsiteX194" fmla="*/ 2904507 w 11269336"/>
              <a:gd name="connsiteY194" fmla="*/ 2104326 h 2323145"/>
              <a:gd name="connsiteX195" fmla="*/ 2889503 w 11269336"/>
              <a:gd name="connsiteY195" fmla="*/ 2104443 h 2323145"/>
              <a:gd name="connsiteX196" fmla="*/ 2884480 w 11269336"/>
              <a:gd name="connsiteY196" fmla="*/ 2102626 h 2323145"/>
              <a:gd name="connsiteX197" fmla="*/ 2882689 w 11269336"/>
              <a:gd name="connsiteY197" fmla="*/ 2099228 h 2323145"/>
              <a:gd name="connsiteX198" fmla="*/ 2881291 w 11269336"/>
              <a:gd name="connsiteY198" fmla="*/ 2099618 h 2323145"/>
              <a:gd name="connsiteX199" fmla="*/ 2853979 w 11269336"/>
              <a:gd name="connsiteY199" fmla="*/ 2090388 h 2323145"/>
              <a:gd name="connsiteX200" fmla="*/ 2791790 w 11269336"/>
              <a:gd name="connsiteY200" fmla="*/ 2080332 h 2323145"/>
              <a:gd name="connsiteX201" fmla="*/ 2755844 w 11269336"/>
              <a:gd name="connsiteY201" fmla="*/ 2078874 h 2323145"/>
              <a:gd name="connsiteX202" fmla="*/ 2657742 w 11269336"/>
              <a:gd name="connsiteY202" fmla="*/ 2070179 h 2323145"/>
              <a:gd name="connsiteX203" fmla="*/ 2559549 w 11269336"/>
              <a:gd name="connsiteY203" fmla="*/ 2057873 h 2323145"/>
              <a:gd name="connsiteX204" fmla="*/ 2512054 w 11269336"/>
              <a:gd name="connsiteY204" fmla="*/ 2031671 h 2323145"/>
              <a:gd name="connsiteX205" fmla="*/ 2506437 w 11269336"/>
              <a:gd name="connsiteY205" fmla="*/ 2030918 h 2323145"/>
              <a:gd name="connsiteX206" fmla="*/ 2491752 w 11269336"/>
              <a:gd name="connsiteY206" fmla="*/ 2033906 h 2323145"/>
              <a:gd name="connsiteX207" fmla="*/ 2486338 w 11269336"/>
              <a:gd name="connsiteY207" fmla="*/ 2035862 h 2323145"/>
              <a:gd name="connsiteX208" fmla="*/ 2478186 w 11269336"/>
              <a:gd name="connsiteY208" fmla="*/ 2036953 h 2323145"/>
              <a:gd name="connsiteX209" fmla="*/ 2477950 w 11269336"/>
              <a:gd name="connsiteY209" fmla="*/ 2036715 h 2323145"/>
              <a:gd name="connsiteX210" fmla="*/ 2470381 w 11269336"/>
              <a:gd name="connsiteY210" fmla="*/ 2038256 h 2323145"/>
              <a:gd name="connsiteX211" fmla="*/ 2433781 w 11269336"/>
              <a:gd name="connsiteY211" fmla="*/ 2049140 h 2323145"/>
              <a:gd name="connsiteX212" fmla="*/ 2381172 w 11269336"/>
              <a:gd name="connsiteY212" fmla="*/ 2030645 h 2323145"/>
              <a:gd name="connsiteX213" fmla="*/ 2360198 w 11269336"/>
              <a:gd name="connsiteY213" fmla="*/ 2029059 h 2323145"/>
              <a:gd name="connsiteX214" fmla="*/ 2348815 w 11269336"/>
              <a:gd name="connsiteY214" fmla="*/ 2026798 h 2323145"/>
              <a:gd name="connsiteX215" fmla="*/ 2347988 w 11269336"/>
              <a:gd name="connsiteY215" fmla="*/ 2025745 h 2323145"/>
              <a:gd name="connsiteX216" fmla="*/ 2312920 w 11269336"/>
              <a:gd name="connsiteY216" fmla="*/ 2036311 h 2323145"/>
              <a:gd name="connsiteX217" fmla="*/ 2307986 w 11269336"/>
              <a:gd name="connsiteY217" fmla="*/ 2035583 h 2323145"/>
              <a:gd name="connsiteX218" fmla="*/ 2285481 w 11269336"/>
              <a:gd name="connsiteY218" fmla="*/ 2045197 h 2323145"/>
              <a:gd name="connsiteX219" fmla="*/ 2273666 w 11269336"/>
              <a:gd name="connsiteY219" fmla="*/ 2048710 h 2323145"/>
              <a:gd name="connsiteX220" fmla="*/ 2270719 w 11269336"/>
              <a:gd name="connsiteY220" fmla="*/ 2052702 h 2323145"/>
              <a:gd name="connsiteX221" fmla="*/ 2253080 w 11269336"/>
              <a:gd name="connsiteY221" fmla="*/ 2056363 h 2323145"/>
              <a:gd name="connsiteX222" fmla="*/ 2250906 w 11269336"/>
              <a:gd name="connsiteY222" fmla="*/ 2055654 h 2323145"/>
              <a:gd name="connsiteX223" fmla="*/ 2236905 w 11269336"/>
              <a:gd name="connsiteY223" fmla="*/ 2062882 h 2323145"/>
              <a:gd name="connsiteX224" fmla="*/ 2225830 w 11269336"/>
              <a:gd name="connsiteY224" fmla="*/ 2074027 h 2323145"/>
              <a:gd name="connsiteX225" fmla="*/ 2073776 w 11269336"/>
              <a:gd name="connsiteY225" fmla="*/ 2089244 h 2323145"/>
              <a:gd name="connsiteX226" fmla="*/ 1948256 w 11269336"/>
              <a:gd name="connsiteY226" fmla="*/ 2146616 h 2323145"/>
              <a:gd name="connsiteX227" fmla="*/ 1865582 w 11269336"/>
              <a:gd name="connsiteY227" fmla="*/ 2153738 h 2323145"/>
              <a:gd name="connsiteX228" fmla="*/ 1835210 w 11269336"/>
              <a:gd name="connsiteY228" fmla="*/ 2134244 h 2323145"/>
              <a:gd name="connsiteX229" fmla="*/ 1632661 w 11269336"/>
              <a:gd name="connsiteY229" fmla="*/ 2173882 h 2323145"/>
              <a:gd name="connsiteX230" fmla="*/ 1579590 w 11269336"/>
              <a:gd name="connsiteY230" fmla="*/ 2173680 h 2323145"/>
              <a:gd name="connsiteX231" fmla="*/ 1535601 w 11269336"/>
              <a:gd name="connsiteY231" fmla="*/ 2194590 h 2323145"/>
              <a:gd name="connsiteX232" fmla="*/ 1515594 w 11269336"/>
              <a:gd name="connsiteY232" fmla="*/ 2189622 h 2323145"/>
              <a:gd name="connsiteX233" fmla="*/ 1512113 w 11269336"/>
              <a:gd name="connsiteY233" fmla="*/ 2188534 h 2323145"/>
              <a:gd name="connsiteX234" fmla="*/ 1498838 w 11269336"/>
              <a:gd name="connsiteY234" fmla="*/ 2189213 h 2323145"/>
              <a:gd name="connsiteX235" fmla="*/ 1494279 w 11269336"/>
              <a:gd name="connsiteY235" fmla="*/ 2183112 h 2323145"/>
              <a:gd name="connsiteX236" fmla="*/ 1473714 w 11269336"/>
              <a:gd name="connsiteY236" fmla="*/ 2179625 h 2323145"/>
              <a:gd name="connsiteX237" fmla="*/ 1449503 w 11269336"/>
              <a:gd name="connsiteY237" fmla="*/ 2182633 h 2323145"/>
              <a:gd name="connsiteX238" fmla="*/ 1266687 w 11269336"/>
              <a:gd name="connsiteY238" fmla="*/ 2212688 h 2323145"/>
              <a:gd name="connsiteX239" fmla="*/ 1239614 w 11269336"/>
              <a:gd name="connsiteY239" fmla="*/ 2209727 h 2323145"/>
              <a:gd name="connsiteX240" fmla="*/ 1202436 w 11269336"/>
              <a:gd name="connsiteY240" fmla="*/ 2209817 h 2323145"/>
              <a:gd name="connsiteX241" fmla="*/ 1136097 w 11269336"/>
              <a:gd name="connsiteY241" fmla="*/ 2205112 h 2323145"/>
              <a:gd name="connsiteX242" fmla="*/ 988232 w 11269336"/>
              <a:gd name="connsiteY242" fmla="*/ 2235635 h 2323145"/>
              <a:gd name="connsiteX243" fmla="*/ 981959 w 11269336"/>
              <a:gd name="connsiteY243" fmla="*/ 2231607 h 2323145"/>
              <a:gd name="connsiteX244" fmla="*/ 938600 w 11269336"/>
              <a:gd name="connsiteY244" fmla="*/ 2238113 h 2323145"/>
              <a:gd name="connsiteX245" fmla="*/ 791788 w 11269336"/>
              <a:gd name="connsiteY245" fmla="*/ 2293224 h 2323145"/>
              <a:gd name="connsiteX246" fmla="*/ 706914 w 11269336"/>
              <a:gd name="connsiteY246" fmla="*/ 2305046 h 2323145"/>
              <a:gd name="connsiteX247" fmla="*/ 675971 w 11269336"/>
              <a:gd name="connsiteY247" fmla="*/ 2304030 h 2323145"/>
              <a:gd name="connsiteX248" fmla="*/ 624180 w 11269336"/>
              <a:gd name="connsiteY248" fmla="*/ 2302650 h 2323145"/>
              <a:gd name="connsiteX249" fmla="*/ 583453 w 11269336"/>
              <a:gd name="connsiteY249" fmla="*/ 2288788 h 2323145"/>
              <a:gd name="connsiteX250" fmla="*/ 540946 w 11269336"/>
              <a:gd name="connsiteY250" fmla="*/ 2292721 h 2323145"/>
              <a:gd name="connsiteX251" fmla="*/ 533680 w 11269336"/>
              <a:gd name="connsiteY251" fmla="*/ 2310233 h 2323145"/>
              <a:gd name="connsiteX252" fmla="*/ 487366 w 11269336"/>
              <a:gd name="connsiteY252" fmla="*/ 2309053 h 2323145"/>
              <a:gd name="connsiteX253" fmla="*/ 416820 w 11269336"/>
              <a:gd name="connsiteY253" fmla="*/ 2305443 h 2323145"/>
              <a:gd name="connsiteX254" fmla="*/ 376805 w 11269336"/>
              <a:gd name="connsiteY254" fmla="*/ 2307647 h 2323145"/>
              <a:gd name="connsiteX255" fmla="*/ 266777 w 11269336"/>
              <a:gd name="connsiteY255" fmla="*/ 2309012 h 2323145"/>
              <a:gd name="connsiteX256" fmla="*/ 156013 w 11269336"/>
              <a:gd name="connsiteY256" fmla="*/ 2306832 h 2323145"/>
              <a:gd name="connsiteX257" fmla="*/ 87258 w 11269336"/>
              <a:gd name="connsiteY257" fmla="*/ 2285511 h 2323145"/>
              <a:gd name="connsiteX258" fmla="*/ 23798 w 11269336"/>
              <a:gd name="connsiteY258" fmla="*/ 2281822 h 2323145"/>
              <a:gd name="connsiteX259" fmla="*/ 0 w 11269336"/>
              <a:gd name="connsiteY259" fmla="*/ 2285369 h 2323145"/>
              <a:gd name="connsiteX260" fmla="*/ 0 w 11269336"/>
              <a:gd name="connsiteY26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593061 w 11269336"/>
              <a:gd name="connsiteY141" fmla="*/ 2171597 h 2323145"/>
              <a:gd name="connsiteX142" fmla="*/ 4533444 w 11269336"/>
              <a:gd name="connsiteY142" fmla="*/ 2181200 h 2323145"/>
              <a:gd name="connsiteX143" fmla="*/ 4492832 w 11269336"/>
              <a:gd name="connsiteY143" fmla="*/ 2188033 h 2323145"/>
              <a:gd name="connsiteX144" fmla="*/ 4467257 w 11269336"/>
              <a:gd name="connsiteY144" fmla="*/ 2196121 h 2323145"/>
              <a:gd name="connsiteX145" fmla="*/ 4459937 w 11269336"/>
              <a:gd name="connsiteY145" fmla="*/ 2195182 h 2323145"/>
              <a:gd name="connsiteX146" fmla="*/ 4433312 w 11269336"/>
              <a:gd name="connsiteY146" fmla="*/ 2199004 h 2323145"/>
              <a:gd name="connsiteX147" fmla="*/ 4420601 w 11269336"/>
              <a:gd name="connsiteY147" fmla="*/ 2205158 h 2323145"/>
              <a:gd name="connsiteX148" fmla="*/ 4405765 w 11269336"/>
              <a:gd name="connsiteY148" fmla="*/ 2199902 h 2323145"/>
              <a:gd name="connsiteX149" fmla="*/ 4401354 w 11269336"/>
              <a:gd name="connsiteY149" fmla="*/ 2194745 h 2323145"/>
              <a:gd name="connsiteX150" fmla="*/ 4383151 w 11269336"/>
              <a:gd name="connsiteY150" fmla="*/ 2201140 h 2323145"/>
              <a:gd name="connsiteX151" fmla="*/ 4366646 w 11269336"/>
              <a:gd name="connsiteY151" fmla="*/ 2198564 h 2323145"/>
              <a:gd name="connsiteX152" fmla="*/ 4354009 w 11269336"/>
              <a:gd name="connsiteY152" fmla="*/ 2204984 h 2323145"/>
              <a:gd name="connsiteX153" fmla="*/ 4348284 w 11269336"/>
              <a:gd name="connsiteY153" fmla="*/ 2205270 h 2323145"/>
              <a:gd name="connsiteX154" fmla="*/ 4333906 w 11269336"/>
              <a:gd name="connsiteY154" fmla="*/ 2205251 h 2323145"/>
              <a:gd name="connsiteX155" fmla="*/ 4308819 w 11269336"/>
              <a:gd name="connsiteY155" fmla="*/ 2203822 h 2323145"/>
              <a:gd name="connsiteX156" fmla="*/ 4301210 w 11269336"/>
              <a:gd name="connsiteY156" fmla="*/ 2204456 h 2323145"/>
              <a:gd name="connsiteX157" fmla="*/ 4283095 w 11269336"/>
              <a:gd name="connsiteY157" fmla="*/ 2198177 h 2323145"/>
              <a:gd name="connsiteX158" fmla="*/ 4250119 w 11269336"/>
              <a:gd name="connsiteY158" fmla="*/ 2196342 h 2323145"/>
              <a:gd name="connsiteX159" fmla="*/ 4189203 w 11269336"/>
              <a:gd name="connsiteY159" fmla="*/ 2178994 h 2323145"/>
              <a:gd name="connsiteX160" fmla="*/ 4154035 w 11269336"/>
              <a:gd name="connsiteY160" fmla="*/ 2171950 h 2323145"/>
              <a:gd name="connsiteX161" fmla="*/ 4129569 w 11269336"/>
              <a:gd name="connsiteY161" fmla="*/ 2163850 h 2323145"/>
              <a:gd name="connsiteX162" fmla="*/ 4061250 w 11269336"/>
              <a:gd name="connsiteY162" fmla="*/ 2159236 h 2323145"/>
              <a:gd name="connsiteX163" fmla="*/ 3945480 w 11269336"/>
              <a:gd name="connsiteY163" fmla="*/ 2158279 h 2323145"/>
              <a:gd name="connsiteX164" fmla="*/ 3921468 w 11269336"/>
              <a:gd name="connsiteY164" fmla="*/ 2156588 h 2323145"/>
              <a:gd name="connsiteX165" fmla="*/ 3903348 w 11269336"/>
              <a:gd name="connsiteY165" fmla="*/ 2149220 h 2323145"/>
              <a:gd name="connsiteX166" fmla="*/ 3901342 w 11269336"/>
              <a:gd name="connsiteY166" fmla="*/ 2142355 h 2323145"/>
              <a:gd name="connsiteX167" fmla="*/ 3888539 w 11269336"/>
              <a:gd name="connsiteY167" fmla="*/ 2140476 h 2323145"/>
              <a:gd name="connsiteX168" fmla="*/ 3885662 w 11269336"/>
              <a:gd name="connsiteY168" fmla="*/ 2138740 h 2323145"/>
              <a:gd name="connsiteX169" fmla="*/ 3868627 w 11269336"/>
              <a:gd name="connsiteY169" fmla="*/ 2130023 h 2323145"/>
              <a:gd name="connsiteX170" fmla="*/ 3819177 w 11269336"/>
              <a:gd name="connsiteY170" fmla="*/ 2142111 h 2323145"/>
              <a:gd name="connsiteX171" fmla="*/ 3769100 w 11269336"/>
              <a:gd name="connsiteY171" fmla="*/ 2131731 h 2323145"/>
              <a:gd name="connsiteX172" fmla="*/ 3562752 w 11269336"/>
              <a:gd name="connsiteY172" fmla="*/ 2131785 h 2323145"/>
              <a:gd name="connsiteX173" fmla="*/ 3541402 w 11269336"/>
              <a:gd name="connsiteY173" fmla="*/ 2106821 h 2323145"/>
              <a:gd name="connsiteX174" fmla="*/ 3365341 w 11269336"/>
              <a:gd name="connsiteY174" fmla="*/ 2077638 h 2323145"/>
              <a:gd name="connsiteX175" fmla="*/ 3170922 w 11269336"/>
              <a:gd name="connsiteY175" fmla="*/ 2115957 h 2323145"/>
              <a:gd name="connsiteX176" fmla="*/ 3156256 w 11269336"/>
              <a:gd name="connsiteY176" fmla="*/ 2124773 h 2323145"/>
              <a:gd name="connsiteX177" fmla="*/ 3140298 w 11269336"/>
              <a:gd name="connsiteY177" fmla="*/ 2129182 h 2323145"/>
              <a:gd name="connsiteX178" fmla="*/ 3138514 w 11269336"/>
              <a:gd name="connsiteY178" fmla="*/ 2128069 h 2323145"/>
              <a:gd name="connsiteX179" fmla="*/ 3120467 w 11269336"/>
              <a:gd name="connsiteY179" fmla="*/ 2128281 h 2323145"/>
              <a:gd name="connsiteX180" fmla="*/ 3116175 w 11269336"/>
              <a:gd name="connsiteY180" fmla="*/ 2131633 h 2323145"/>
              <a:gd name="connsiteX181" fmla="*/ 3103685 w 11269336"/>
              <a:gd name="connsiteY181" fmla="*/ 2132814 h 2323145"/>
              <a:gd name="connsiteX182" fmla="*/ 3078794 w 11269336"/>
              <a:gd name="connsiteY182" fmla="*/ 2137935 h 2323145"/>
              <a:gd name="connsiteX183" fmla="*/ 3074407 w 11269336"/>
              <a:gd name="connsiteY183" fmla="*/ 2136274 h 2323145"/>
              <a:gd name="connsiteX184" fmla="*/ 3037285 w 11269336"/>
              <a:gd name="connsiteY184" fmla="*/ 2139919 h 2323145"/>
              <a:gd name="connsiteX185" fmla="*/ 3036901 w 11269336"/>
              <a:gd name="connsiteY185" fmla="*/ 2138726 h 2323145"/>
              <a:gd name="connsiteX186" fmla="*/ 3026996 w 11269336"/>
              <a:gd name="connsiteY186" fmla="*/ 2134322 h 2323145"/>
              <a:gd name="connsiteX187" fmla="*/ 3007772 w 11269336"/>
              <a:gd name="connsiteY187" fmla="*/ 2128742 h 2323145"/>
              <a:gd name="connsiteX188" fmla="*/ 2965030 w 11269336"/>
              <a:gd name="connsiteY188" fmla="*/ 2100494 h 2323145"/>
              <a:gd name="connsiteX189" fmla="*/ 2926342 w 11269336"/>
              <a:gd name="connsiteY189" fmla="*/ 2104155 h 2323145"/>
              <a:gd name="connsiteX190" fmla="*/ 2918608 w 11269336"/>
              <a:gd name="connsiteY190" fmla="*/ 2104215 h 2323145"/>
              <a:gd name="connsiteX191" fmla="*/ 2918475 w 11269336"/>
              <a:gd name="connsiteY191" fmla="*/ 2103937 h 2323145"/>
              <a:gd name="connsiteX192" fmla="*/ 2910360 w 11269336"/>
              <a:gd name="connsiteY192" fmla="*/ 2103444 h 2323145"/>
              <a:gd name="connsiteX193" fmla="*/ 2904507 w 11269336"/>
              <a:gd name="connsiteY193" fmla="*/ 2104326 h 2323145"/>
              <a:gd name="connsiteX194" fmla="*/ 2889503 w 11269336"/>
              <a:gd name="connsiteY194" fmla="*/ 2104443 h 2323145"/>
              <a:gd name="connsiteX195" fmla="*/ 2884480 w 11269336"/>
              <a:gd name="connsiteY195" fmla="*/ 2102626 h 2323145"/>
              <a:gd name="connsiteX196" fmla="*/ 2882689 w 11269336"/>
              <a:gd name="connsiteY196" fmla="*/ 2099228 h 2323145"/>
              <a:gd name="connsiteX197" fmla="*/ 2881291 w 11269336"/>
              <a:gd name="connsiteY197" fmla="*/ 2099618 h 2323145"/>
              <a:gd name="connsiteX198" fmla="*/ 2853979 w 11269336"/>
              <a:gd name="connsiteY198" fmla="*/ 2090388 h 2323145"/>
              <a:gd name="connsiteX199" fmla="*/ 2791790 w 11269336"/>
              <a:gd name="connsiteY199" fmla="*/ 2080332 h 2323145"/>
              <a:gd name="connsiteX200" fmla="*/ 2755844 w 11269336"/>
              <a:gd name="connsiteY200" fmla="*/ 2078874 h 2323145"/>
              <a:gd name="connsiteX201" fmla="*/ 2657742 w 11269336"/>
              <a:gd name="connsiteY201" fmla="*/ 2070179 h 2323145"/>
              <a:gd name="connsiteX202" fmla="*/ 2559549 w 11269336"/>
              <a:gd name="connsiteY202" fmla="*/ 2057873 h 2323145"/>
              <a:gd name="connsiteX203" fmla="*/ 2512054 w 11269336"/>
              <a:gd name="connsiteY203" fmla="*/ 2031671 h 2323145"/>
              <a:gd name="connsiteX204" fmla="*/ 2506437 w 11269336"/>
              <a:gd name="connsiteY204" fmla="*/ 2030918 h 2323145"/>
              <a:gd name="connsiteX205" fmla="*/ 2491752 w 11269336"/>
              <a:gd name="connsiteY205" fmla="*/ 2033906 h 2323145"/>
              <a:gd name="connsiteX206" fmla="*/ 2486338 w 11269336"/>
              <a:gd name="connsiteY206" fmla="*/ 2035862 h 2323145"/>
              <a:gd name="connsiteX207" fmla="*/ 2478186 w 11269336"/>
              <a:gd name="connsiteY207" fmla="*/ 2036953 h 2323145"/>
              <a:gd name="connsiteX208" fmla="*/ 2477950 w 11269336"/>
              <a:gd name="connsiteY208" fmla="*/ 2036715 h 2323145"/>
              <a:gd name="connsiteX209" fmla="*/ 2470381 w 11269336"/>
              <a:gd name="connsiteY209" fmla="*/ 2038256 h 2323145"/>
              <a:gd name="connsiteX210" fmla="*/ 2433781 w 11269336"/>
              <a:gd name="connsiteY210" fmla="*/ 2049140 h 2323145"/>
              <a:gd name="connsiteX211" fmla="*/ 2381172 w 11269336"/>
              <a:gd name="connsiteY211" fmla="*/ 2030645 h 2323145"/>
              <a:gd name="connsiteX212" fmla="*/ 2360198 w 11269336"/>
              <a:gd name="connsiteY212" fmla="*/ 2029059 h 2323145"/>
              <a:gd name="connsiteX213" fmla="*/ 2348815 w 11269336"/>
              <a:gd name="connsiteY213" fmla="*/ 2026798 h 2323145"/>
              <a:gd name="connsiteX214" fmla="*/ 2347988 w 11269336"/>
              <a:gd name="connsiteY214" fmla="*/ 2025745 h 2323145"/>
              <a:gd name="connsiteX215" fmla="*/ 2312920 w 11269336"/>
              <a:gd name="connsiteY215" fmla="*/ 2036311 h 2323145"/>
              <a:gd name="connsiteX216" fmla="*/ 2307986 w 11269336"/>
              <a:gd name="connsiteY216" fmla="*/ 2035583 h 2323145"/>
              <a:gd name="connsiteX217" fmla="*/ 2285481 w 11269336"/>
              <a:gd name="connsiteY217" fmla="*/ 2045197 h 2323145"/>
              <a:gd name="connsiteX218" fmla="*/ 2273666 w 11269336"/>
              <a:gd name="connsiteY218" fmla="*/ 2048710 h 2323145"/>
              <a:gd name="connsiteX219" fmla="*/ 2270719 w 11269336"/>
              <a:gd name="connsiteY219" fmla="*/ 2052702 h 2323145"/>
              <a:gd name="connsiteX220" fmla="*/ 2253080 w 11269336"/>
              <a:gd name="connsiteY220" fmla="*/ 2056363 h 2323145"/>
              <a:gd name="connsiteX221" fmla="*/ 2250906 w 11269336"/>
              <a:gd name="connsiteY221" fmla="*/ 2055654 h 2323145"/>
              <a:gd name="connsiteX222" fmla="*/ 2236905 w 11269336"/>
              <a:gd name="connsiteY222" fmla="*/ 2062882 h 2323145"/>
              <a:gd name="connsiteX223" fmla="*/ 2225830 w 11269336"/>
              <a:gd name="connsiteY223" fmla="*/ 2074027 h 2323145"/>
              <a:gd name="connsiteX224" fmla="*/ 2073776 w 11269336"/>
              <a:gd name="connsiteY224" fmla="*/ 2089244 h 2323145"/>
              <a:gd name="connsiteX225" fmla="*/ 1948256 w 11269336"/>
              <a:gd name="connsiteY225" fmla="*/ 2146616 h 2323145"/>
              <a:gd name="connsiteX226" fmla="*/ 1865582 w 11269336"/>
              <a:gd name="connsiteY226" fmla="*/ 2153738 h 2323145"/>
              <a:gd name="connsiteX227" fmla="*/ 1835210 w 11269336"/>
              <a:gd name="connsiteY227" fmla="*/ 2134244 h 2323145"/>
              <a:gd name="connsiteX228" fmla="*/ 1632661 w 11269336"/>
              <a:gd name="connsiteY228" fmla="*/ 2173882 h 2323145"/>
              <a:gd name="connsiteX229" fmla="*/ 1579590 w 11269336"/>
              <a:gd name="connsiteY229" fmla="*/ 2173680 h 2323145"/>
              <a:gd name="connsiteX230" fmla="*/ 1535601 w 11269336"/>
              <a:gd name="connsiteY230" fmla="*/ 2194590 h 2323145"/>
              <a:gd name="connsiteX231" fmla="*/ 1515594 w 11269336"/>
              <a:gd name="connsiteY231" fmla="*/ 2189622 h 2323145"/>
              <a:gd name="connsiteX232" fmla="*/ 1512113 w 11269336"/>
              <a:gd name="connsiteY232" fmla="*/ 2188534 h 2323145"/>
              <a:gd name="connsiteX233" fmla="*/ 1498838 w 11269336"/>
              <a:gd name="connsiteY233" fmla="*/ 2189213 h 2323145"/>
              <a:gd name="connsiteX234" fmla="*/ 1494279 w 11269336"/>
              <a:gd name="connsiteY234" fmla="*/ 2183112 h 2323145"/>
              <a:gd name="connsiteX235" fmla="*/ 1473714 w 11269336"/>
              <a:gd name="connsiteY235" fmla="*/ 2179625 h 2323145"/>
              <a:gd name="connsiteX236" fmla="*/ 1449503 w 11269336"/>
              <a:gd name="connsiteY236" fmla="*/ 2182633 h 2323145"/>
              <a:gd name="connsiteX237" fmla="*/ 1266687 w 11269336"/>
              <a:gd name="connsiteY237" fmla="*/ 2212688 h 2323145"/>
              <a:gd name="connsiteX238" fmla="*/ 1239614 w 11269336"/>
              <a:gd name="connsiteY238" fmla="*/ 2209727 h 2323145"/>
              <a:gd name="connsiteX239" fmla="*/ 1202436 w 11269336"/>
              <a:gd name="connsiteY239" fmla="*/ 2209817 h 2323145"/>
              <a:gd name="connsiteX240" fmla="*/ 1136097 w 11269336"/>
              <a:gd name="connsiteY240" fmla="*/ 2205112 h 2323145"/>
              <a:gd name="connsiteX241" fmla="*/ 988232 w 11269336"/>
              <a:gd name="connsiteY241" fmla="*/ 2235635 h 2323145"/>
              <a:gd name="connsiteX242" fmla="*/ 981959 w 11269336"/>
              <a:gd name="connsiteY242" fmla="*/ 2231607 h 2323145"/>
              <a:gd name="connsiteX243" fmla="*/ 938600 w 11269336"/>
              <a:gd name="connsiteY243" fmla="*/ 2238113 h 2323145"/>
              <a:gd name="connsiteX244" fmla="*/ 791788 w 11269336"/>
              <a:gd name="connsiteY244" fmla="*/ 2293224 h 2323145"/>
              <a:gd name="connsiteX245" fmla="*/ 706914 w 11269336"/>
              <a:gd name="connsiteY245" fmla="*/ 2305046 h 2323145"/>
              <a:gd name="connsiteX246" fmla="*/ 675971 w 11269336"/>
              <a:gd name="connsiteY246" fmla="*/ 2304030 h 2323145"/>
              <a:gd name="connsiteX247" fmla="*/ 624180 w 11269336"/>
              <a:gd name="connsiteY247" fmla="*/ 2302650 h 2323145"/>
              <a:gd name="connsiteX248" fmla="*/ 583453 w 11269336"/>
              <a:gd name="connsiteY248" fmla="*/ 2288788 h 2323145"/>
              <a:gd name="connsiteX249" fmla="*/ 540946 w 11269336"/>
              <a:gd name="connsiteY249" fmla="*/ 2292721 h 2323145"/>
              <a:gd name="connsiteX250" fmla="*/ 533680 w 11269336"/>
              <a:gd name="connsiteY250" fmla="*/ 2310233 h 2323145"/>
              <a:gd name="connsiteX251" fmla="*/ 487366 w 11269336"/>
              <a:gd name="connsiteY251" fmla="*/ 2309053 h 2323145"/>
              <a:gd name="connsiteX252" fmla="*/ 416820 w 11269336"/>
              <a:gd name="connsiteY252" fmla="*/ 2305443 h 2323145"/>
              <a:gd name="connsiteX253" fmla="*/ 376805 w 11269336"/>
              <a:gd name="connsiteY253" fmla="*/ 2307647 h 2323145"/>
              <a:gd name="connsiteX254" fmla="*/ 266777 w 11269336"/>
              <a:gd name="connsiteY254" fmla="*/ 2309012 h 2323145"/>
              <a:gd name="connsiteX255" fmla="*/ 156013 w 11269336"/>
              <a:gd name="connsiteY255" fmla="*/ 2306832 h 2323145"/>
              <a:gd name="connsiteX256" fmla="*/ 87258 w 11269336"/>
              <a:gd name="connsiteY256" fmla="*/ 2285511 h 2323145"/>
              <a:gd name="connsiteX257" fmla="*/ 23798 w 11269336"/>
              <a:gd name="connsiteY257" fmla="*/ 2281822 h 2323145"/>
              <a:gd name="connsiteX258" fmla="*/ 0 w 11269336"/>
              <a:gd name="connsiteY258" fmla="*/ 2285369 h 2323145"/>
              <a:gd name="connsiteX259" fmla="*/ 0 w 11269336"/>
              <a:gd name="connsiteY25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83151 w 11269336"/>
              <a:gd name="connsiteY149" fmla="*/ 2201140 h 2323145"/>
              <a:gd name="connsiteX150" fmla="*/ 4366646 w 11269336"/>
              <a:gd name="connsiteY150" fmla="*/ 2198564 h 2323145"/>
              <a:gd name="connsiteX151" fmla="*/ 4354009 w 11269336"/>
              <a:gd name="connsiteY151" fmla="*/ 2204984 h 2323145"/>
              <a:gd name="connsiteX152" fmla="*/ 4348284 w 11269336"/>
              <a:gd name="connsiteY152" fmla="*/ 2205270 h 2323145"/>
              <a:gd name="connsiteX153" fmla="*/ 4333906 w 11269336"/>
              <a:gd name="connsiteY153" fmla="*/ 2205251 h 2323145"/>
              <a:gd name="connsiteX154" fmla="*/ 4308819 w 11269336"/>
              <a:gd name="connsiteY154" fmla="*/ 2203822 h 2323145"/>
              <a:gd name="connsiteX155" fmla="*/ 4301210 w 11269336"/>
              <a:gd name="connsiteY155" fmla="*/ 2204456 h 2323145"/>
              <a:gd name="connsiteX156" fmla="*/ 4283095 w 11269336"/>
              <a:gd name="connsiteY156" fmla="*/ 2198177 h 2323145"/>
              <a:gd name="connsiteX157" fmla="*/ 4250119 w 11269336"/>
              <a:gd name="connsiteY157" fmla="*/ 2196342 h 2323145"/>
              <a:gd name="connsiteX158" fmla="*/ 4189203 w 11269336"/>
              <a:gd name="connsiteY158" fmla="*/ 2178994 h 2323145"/>
              <a:gd name="connsiteX159" fmla="*/ 4154035 w 11269336"/>
              <a:gd name="connsiteY159" fmla="*/ 2171950 h 2323145"/>
              <a:gd name="connsiteX160" fmla="*/ 4129569 w 11269336"/>
              <a:gd name="connsiteY160" fmla="*/ 2163850 h 2323145"/>
              <a:gd name="connsiteX161" fmla="*/ 4061250 w 11269336"/>
              <a:gd name="connsiteY161" fmla="*/ 2159236 h 2323145"/>
              <a:gd name="connsiteX162" fmla="*/ 3945480 w 11269336"/>
              <a:gd name="connsiteY162" fmla="*/ 2158279 h 2323145"/>
              <a:gd name="connsiteX163" fmla="*/ 3921468 w 11269336"/>
              <a:gd name="connsiteY163" fmla="*/ 2156588 h 2323145"/>
              <a:gd name="connsiteX164" fmla="*/ 3903348 w 11269336"/>
              <a:gd name="connsiteY164" fmla="*/ 2149220 h 2323145"/>
              <a:gd name="connsiteX165" fmla="*/ 3901342 w 11269336"/>
              <a:gd name="connsiteY165" fmla="*/ 2142355 h 2323145"/>
              <a:gd name="connsiteX166" fmla="*/ 3888539 w 11269336"/>
              <a:gd name="connsiteY166" fmla="*/ 2140476 h 2323145"/>
              <a:gd name="connsiteX167" fmla="*/ 3885662 w 11269336"/>
              <a:gd name="connsiteY167" fmla="*/ 2138740 h 2323145"/>
              <a:gd name="connsiteX168" fmla="*/ 3868627 w 11269336"/>
              <a:gd name="connsiteY168" fmla="*/ 2130023 h 2323145"/>
              <a:gd name="connsiteX169" fmla="*/ 3819177 w 11269336"/>
              <a:gd name="connsiteY169" fmla="*/ 2142111 h 2323145"/>
              <a:gd name="connsiteX170" fmla="*/ 3769100 w 11269336"/>
              <a:gd name="connsiteY170" fmla="*/ 2131731 h 2323145"/>
              <a:gd name="connsiteX171" fmla="*/ 3562752 w 11269336"/>
              <a:gd name="connsiteY171" fmla="*/ 2131785 h 2323145"/>
              <a:gd name="connsiteX172" fmla="*/ 3541402 w 11269336"/>
              <a:gd name="connsiteY172" fmla="*/ 2106821 h 2323145"/>
              <a:gd name="connsiteX173" fmla="*/ 3365341 w 11269336"/>
              <a:gd name="connsiteY173" fmla="*/ 2077638 h 2323145"/>
              <a:gd name="connsiteX174" fmla="*/ 3170922 w 11269336"/>
              <a:gd name="connsiteY174" fmla="*/ 2115957 h 2323145"/>
              <a:gd name="connsiteX175" fmla="*/ 3156256 w 11269336"/>
              <a:gd name="connsiteY175" fmla="*/ 2124773 h 2323145"/>
              <a:gd name="connsiteX176" fmla="*/ 3140298 w 11269336"/>
              <a:gd name="connsiteY176" fmla="*/ 2129182 h 2323145"/>
              <a:gd name="connsiteX177" fmla="*/ 3138514 w 11269336"/>
              <a:gd name="connsiteY177" fmla="*/ 2128069 h 2323145"/>
              <a:gd name="connsiteX178" fmla="*/ 3120467 w 11269336"/>
              <a:gd name="connsiteY178" fmla="*/ 2128281 h 2323145"/>
              <a:gd name="connsiteX179" fmla="*/ 3116175 w 11269336"/>
              <a:gd name="connsiteY179" fmla="*/ 2131633 h 2323145"/>
              <a:gd name="connsiteX180" fmla="*/ 3103685 w 11269336"/>
              <a:gd name="connsiteY180" fmla="*/ 2132814 h 2323145"/>
              <a:gd name="connsiteX181" fmla="*/ 3078794 w 11269336"/>
              <a:gd name="connsiteY181" fmla="*/ 2137935 h 2323145"/>
              <a:gd name="connsiteX182" fmla="*/ 3074407 w 11269336"/>
              <a:gd name="connsiteY182" fmla="*/ 2136274 h 2323145"/>
              <a:gd name="connsiteX183" fmla="*/ 3037285 w 11269336"/>
              <a:gd name="connsiteY183" fmla="*/ 2139919 h 2323145"/>
              <a:gd name="connsiteX184" fmla="*/ 3036901 w 11269336"/>
              <a:gd name="connsiteY184" fmla="*/ 2138726 h 2323145"/>
              <a:gd name="connsiteX185" fmla="*/ 3026996 w 11269336"/>
              <a:gd name="connsiteY185" fmla="*/ 2134322 h 2323145"/>
              <a:gd name="connsiteX186" fmla="*/ 3007772 w 11269336"/>
              <a:gd name="connsiteY186" fmla="*/ 2128742 h 2323145"/>
              <a:gd name="connsiteX187" fmla="*/ 2965030 w 11269336"/>
              <a:gd name="connsiteY187" fmla="*/ 2100494 h 2323145"/>
              <a:gd name="connsiteX188" fmla="*/ 2926342 w 11269336"/>
              <a:gd name="connsiteY188" fmla="*/ 2104155 h 2323145"/>
              <a:gd name="connsiteX189" fmla="*/ 2918608 w 11269336"/>
              <a:gd name="connsiteY189" fmla="*/ 2104215 h 2323145"/>
              <a:gd name="connsiteX190" fmla="*/ 2918475 w 11269336"/>
              <a:gd name="connsiteY190" fmla="*/ 2103937 h 2323145"/>
              <a:gd name="connsiteX191" fmla="*/ 2910360 w 11269336"/>
              <a:gd name="connsiteY191" fmla="*/ 2103444 h 2323145"/>
              <a:gd name="connsiteX192" fmla="*/ 2904507 w 11269336"/>
              <a:gd name="connsiteY192" fmla="*/ 2104326 h 2323145"/>
              <a:gd name="connsiteX193" fmla="*/ 2889503 w 11269336"/>
              <a:gd name="connsiteY193" fmla="*/ 2104443 h 2323145"/>
              <a:gd name="connsiteX194" fmla="*/ 2884480 w 11269336"/>
              <a:gd name="connsiteY194" fmla="*/ 2102626 h 2323145"/>
              <a:gd name="connsiteX195" fmla="*/ 2882689 w 11269336"/>
              <a:gd name="connsiteY195" fmla="*/ 2099228 h 2323145"/>
              <a:gd name="connsiteX196" fmla="*/ 2881291 w 11269336"/>
              <a:gd name="connsiteY196" fmla="*/ 2099618 h 2323145"/>
              <a:gd name="connsiteX197" fmla="*/ 2853979 w 11269336"/>
              <a:gd name="connsiteY197" fmla="*/ 2090388 h 2323145"/>
              <a:gd name="connsiteX198" fmla="*/ 2791790 w 11269336"/>
              <a:gd name="connsiteY198" fmla="*/ 2080332 h 2323145"/>
              <a:gd name="connsiteX199" fmla="*/ 2755844 w 11269336"/>
              <a:gd name="connsiteY199" fmla="*/ 2078874 h 2323145"/>
              <a:gd name="connsiteX200" fmla="*/ 2657742 w 11269336"/>
              <a:gd name="connsiteY200" fmla="*/ 2070179 h 2323145"/>
              <a:gd name="connsiteX201" fmla="*/ 2559549 w 11269336"/>
              <a:gd name="connsiteY201" fmla="*/ 2057873 h 2323145"/>
              <a:gd name="connsiteX202" fmla="*/ 2512054 w 11269336"/>
              <a:gd name="connsiteY202" fmla="*/ 2031671 h 2323145"/>
              <a:gd name="connsiteX203" fmla="*/ 2506437 w 11269336"/>
              <a:gd name="connsiteY203" fmla="*/ 2030918 h 2323145"/>
              <a:gd name="connsiteX204" fmla="*/ 2491752 w 11269336"/>
              <a:gd name="connsiteY204" fmla="*/ 2033906 h 2323145"/>
              <a:gd name="connsiteX205" fmla="*/ 2486338 w 11269336"/>
              <a:gd name="connsiteY205" fmla="*/ 2035862 h 2323145"/>
              <a:gd name="connsiteX206" fmla="*/ 2478186 w 11269336"/>
              <a:gd name="connsiteY206" fmla="*/ 2036953 h 2323145"/>
              <a:gd name="connsiteX207" fmla="*/ 2477950 w 11269336"/>
              <a:gd name="connsiteY207" fmla="*/ 2036715 h 2323145"/>
              <a:gd name="connsiteX208" fmla="*/ 2470381 w 11269336"/>
              <a:gd name="connsiteY208" fmla="*/ 2038256 h 2323145"/>
              <a:gd name="connsiteX209" fmla="*/ 2433781 w 11269336"/>
              <a:gd name="connsiteY209" fmla="*/ 2049140 h 2323145"/>
              <a:gd name="connsiteX210" fmla="*/ 2381172 w 11269336"/>
              <a:gd name="connsiteY210" fmla="*/ 2030645 h 2323145"/>
              <a:gd name="connsiteX211" fmla="*/ 2360198 w 11269336"/>
              <a:gd name="connsiteY211" fmla="*/ 2029059 h 2323145"/>
              <a:gd name="connsiteX212" fmla="*/ 2348815 w 11269336"/>
              <a:gd name="connsiteY212" fmla="*/ 2026798 h 2323145"/>
              <a:gd name="connsiteX213" fmla="*/ 2347988 w 11269336"/>
              <a:gd name="connsiteY213" fmla="*/ 2025745 h 2323145"/>
              <a:gd name="connsiteX214" fmla="*/ 2312920 w 11269336"/>
              <a:gd name="connsiteY214" fmla="*/ 2036311 h 2323145"/>
              <a:gd name="connsiteX215" fmla="*/ 2307986 w 11269336"/>
              <a:gd name="connsiteY215" fmla="*/ 2035583 h 2323145"/>
              <a:gd name="connsiteX216" fmla="*/ 2285481 w 11269336"/>
              <a:gd name="connsiteY216" fmla="*/ 2045197 h 2323145"/>
              <a:gd name="connsiteX217" fmla="*/ 2273666 w 11269336"/>
              <a:gd name="connsiteY217" fmla="*/ 2048710 h 2323145"/>
              <a:gd name="connsiteX218" fmla="*/ 2270719 w 11269336"/>
              <a:gd name="connsiteY218" fmla="*/ 2052702 h 2323145"/>
              <a:gd name="connsiteX219" fmla="*/ 2253080 w 11269336"/>
              <a:gd name="connsiteY219" fmla="*/ 2056363 h 2323145"/>
              <a:gd name="connsiteX220" fmla="*/ 2250906 w 11269336"/>
              <a:gd name="connsiteY220" fmla="*/ 2055654 h 2323145"/>
              <a:gd name="connsiteX221" fmla="*/ 2236905 w 11269336"/>
              <a:gd name="connsiteY221" fmla="*/ 2062882 h 2323145"/>
              <a:gd name="connsiteX222" fmla="*/ 2225830 w 11269336"/>
              <a:gd name="connsiteY222" fmla="*/ 2074027 h 2323145"/>
              <a:gd name="connsiteX223" fmla="*/ 2073776 w 11269336"/>
              <a:gd name="connsiteY223" fmla="*/ 2089244 h 2323145"/>
              <a:gd name="connsiteX224" fmla="*/ 1948256 w 11269336"/>
              <a:gd name="connsiteY224" fmla="*/ 2146616 h 2323145"/>
              <a:gd name="connsiteX225" fmla="*/ 1865582 w 11269336"/>
              <a:gd name="connsiteY225" fmla="*/ 2153738 h 2323145"/>
              <a:gd name="connsiteX226" fmla="*/ 1835210 w 11269336"/>
              <a:gd name="connsiteY226" fmla="*/ 2134244 h 2323145"/>
              <a:gd name="connsiteX227" fmla="*/ 1632661 w 11269336"/>
              <a:gd name="connsiteY227" fmla="*/ 2173882 h 2323145"/>
              <a:gd name="connsiteX228" fmla="*/ 1579590 w 11269336"/>
              <a:gd name="connsiteY228" fmla="*/ 2173680 h 2323145"/>
              <a:gd name="connsiteX229" fmla="*/ 1535601 w 11269336"/>
              <a:gd name="connsiteY229" fmla="*/ 2194590 h 2323145"/>
              <a:gd name="connsiteX230" fmla="*/ 1515594 w 11269336"/>
              <a:gd name="connsiteY230" fmla="*/ 2189622 h 2323145"/>
              <a:gd name="connsiteX231" fmla="*/ 1512113 w 11269336"/>
              <a:gd name="connsiteY231" fmla="*/ 2188534 h 2323145"/>
              <a:gd name="connsiteX232" fmla="*/ 1498838 w 11269336"/>
              <a:gd name="connsiteY232" fmla="*/ 2189213 h 2323145"/>
              <a:gd name="connsiteX233" fmla="*/ 1494279 w 11269336"/>
              <a:gd name="connsiteY233" fmla="*/ 2183112 h 2323145"/>
              <a:gd name="connsiteX234" fmla="*/ 1473714 w 11269336"/>
              <a:gd name="connsiteY234" fmla="*/ 2179625 h 2323145"/>
              <a:gd name="connsiteX235" fmla="*/ 1449503 w 11269336"/>
              <a:gd name="connsiteY235" fmla="*/ 2182633 h 2323145"/>
              <a:gd name="connsiteX236" fmla="*/ 1266687 w 11269336"/>
              <a:gd name="connsiteY236" fmla="*/ 2212688 h 2323145"/>
              <a:gd name="connsiteX237" fmla="*/ 1239614 w 11269336"/>
              <a:gd name="connsiteY237" fmla="*/ 2209727 h 2323145"/>
              <a:gd name="connsiteX238" fmla="*/ 1202436 w 11269336"/>
              <a:gd name="connsiteY238" fmla="*/ 2209817 h 2323145"/>
              <a:gd name="connsiteX239" fmla="*/ 1136097 w 11269336"/>
              <a:gd name="connsiteY239" fmla="*/ 2205112 h 2323145"/>
              <a:gd name="connsiteX240" fmla="*/ 988232 w 11269336"/>
              <a:gd name="connsiteY240" fmla="*/ 2235635 h 2323145"/>
              <a:gd name="connsiteX241" fmla="*/ 981959 w 11269336"/>
              <a:gd name="connsiteY241" fmla="*/ 2231607 h 2323145"/>
              <a:gd name="connsiteX242" fmla="*/ 938600 w 11269336"/>
              <a:gd name="connsiteY242" fmla="*/ 2238113 h 2323145"/>
              <a:gd name="connsiteX243" fmla="*/ 791788 w 11269336"/>
              <a:gd name="connsiteY243" fmla="*/ 2293224 h 2323145"/>
              <a:gd name="connsiteX244" fmla="*/ 706914 w 11269336"/>
              <a:gd name="connsiteY244" fmla="*/ 2305046 h 2323145"/>
              <a:gd name="connsiteX245" fmla="*/ 675971 w 11269336"/>
              <a:gd name="connsiteY245" fmla="*/ 2304030 h 2323145"/>
              <a:gd name="connsiteX246" fmla="*/ 624180 w 11269336"/>
              <a:gd name="connsiteY246" fmla="*/ 2302650 h 2323145"/>
              <a:gd name="connsiteX247" fmla="*/ 583453 w 11269336"/>
              <a:gd name="connsiteY247" fmla="*/ 2288788 h 2323145"/>
              <a:gd name="connsiteX248" fmla="*/ 540946 w 11269336"/>
              <a:gd name="connsiteY248" fmla="*/ 2292721 h 2323145"/>
              <a:gd name="connsiteX249" fmla="*/ 533680 w 11269336"/>
              <a:gd name="connsiteY249" fmla="*/ 2310233 h 2323145"/>
              <a:gd name="connsiteX250" fmla="*/ 487366 w 11269336"/>
              <a:gd name="connsiteY250" fmla="*/ 2309053 h 2323145"/>
              <a:gd name="connsiteX251" fmla="*/ 416820 w 11269336"/>
              <a:gd name="connsiteY251" fmla="*/ 2305443 h 2323145"/>
              <a:gd name="connsiteX252" fmla="*/ 376805 w 11269336"/>
              <a:gd name="connsiteY252" fmla="*/ 2307647 h 2323145"/>
              <a:gd name="connsiteX253" fmla="*/ 266777 w 11269336"/>
              <a:gd name="connsiteY253" fmla="*/ 2309012 h 2323145"/>
              <a:gd name="connsiteX254" fmla="*/ 156013 w 11269336"/>
              <a:gd name="connsiteY254" fmla="*/ 2306832 h 2323145"/>
              <a:gd name="connsiteX255" fmla="*/ 87258 w 11269336"/>
              <a:gd name="connsiteY255" fmla="*/ 2285511 h 2323145"/>
              <a:gd name="connsiteX256" fmla="*/ 23798 w 11269336"/>
              <a:gd name="connsiteY256" fmla="*/ 2281822 h 2323145"/>
              <a:gd name="connsiteX257" fmla="*/ 0 w 11269336"/>
              <a:gd name="connsiteY257" fmla="*/ 2285369 h 2323145"/>
              <a:gd name="connsiteX258" fmla="*/ 0 w 11269336"/>
              <a:gd name="connsiteY25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66646 w 11269336"/>
              <a:gd name="connsiteY149" fmla="*/ 2198564 h 2323145"/>
              <a:gd name="connsiteX150" fmla="*/ 4354009 w 11269336"/>
              <a:gd name="connsiteY150" fmla="*/ 2204984 h 2323145"/>
              <a:gd name="connsiteX151" fmla="*/ 4348284 w 11269336"/>
              <a:gd name="connsiteY151" fmla="*/ 2205270 h 2323145"/>
              <a:gd name="connsiteX152" fmla="*/ 4333906 w 11269336"/>
              <a:gd name="connsiteY152" fmla="*/ 2205251 h 2323145"/>
              <a:gd name="connsiteX153" fmla="*/ 4308819 w 11269336"/>
              <a:gd name="connsiteY153" fmla="*/ 2203822 h 2323145"/>
              <a:gd name="connsiteX154" fmla="*/ 4301210 w 11269336"/>
              <a:gd name="connsiteY154" fmla="*/ 2204456 h 2323145"/>
              <a:gd name="connsiteX155" fmla="*/ 4283095 w 11269336"/>
              <a:gd name="connsiteY155" fmla="*/ 2198177 h 2323145"/>
              <a:gd name="connsiteX156" fmla="*/ 4250119 w 11269336"/>
              <a:gd name="connsiteY156" fmla="*/ 2196342 h 2323145"/>
              <a:gd name="connsiteX157" fmla="*/ 4189203 w 11269336"/>
              <a:gd name="connsiteY157" fmla="*/ 2178994 h 2323145"/>
              <a:gd name="connsiteX158" fmla="*/ 4154035 w 11269336"/>
              <a:gd name="connsiteY158" fmla="*/ 2171950 h 2323145"/>
              <a:gd name="connsiteX159" fmla="*/ 4129569 w 11269336"/>
              <a:gd name="connsiteY159" fmla="*/ 2163850 h 2323145"/>
              <a:gd name="connsiteX160" fmla="*/ 4061250 w 11269336"/>
              <a:gd name="connsiteY160" fmla="*/ 2159236 h 2323145"/>
              <a:gd name="connsiteX161" fmla="*/ 3945480 w 11269336"/>
              <a:gd name="connsiteY161" fmla="*/ 2158279 h 2323145"/>
              <a:gd name="connsiteX162" fmla="*/ 3921468 w 11269336"/>
              <a:gd name="connsiteY162" fmla="*/ 2156588 h 2323145"/>
              <a:gd name="connsiteX163" fmla="*/ 3903348 w 11269336"/>
              <a:gd name="connsiteY163" fmla="*/ 2149220 h 2323145"/>
              <a:gd name="connsiteX164" fmla="*/ 3901342 w 11269336"/>
              <a:gd name="connsiteY164" fmla="*/ 2142355 h 2323145"/>
              <a:gd name="connsiteX165" fmla="*/ 3888539 w 11269336"/>
              <a:gd name="connsiteY165" fmla="*/ 2140476 h 2323145"/>
              <a:gd name="connsiteX166" fmla="*/ 3885662 w 11269336"/>
              <a:gd name="connsiteY166" fmla="*/ 2138740 h 2323145"/>
              <a:gd name="connsiteX167" fmla="*/ 3868627 w 11269336"/>
              <a:gd name="connsiteY167" fmla="*/ 2130023 h 2323145"/>
              <a:gd name="connsiteX168" fmla="*/ 3819177 w 11269336"/>
              <a:gd name="connsiteY168" fmla="*/ 2142111 h 2323145"/>
              <a:gd name="connsiteX169" fmla="*/ 3769100 w 11269336"/>
              <a:gd name="connsiteY169" fmla="*/ 2131731 h 2323145"/>
              <a:gd name="connsiteX170" fmla="*/ 3562752 w 11269336"/>
              <a:gd name="connsiteY170" fmla="*/ 2131785 h 2323145"/>
              <a:gd name="connsiteX171" fmla="*/ 3541402 w 11269336"/>
              <a:gd name="connsiteY171" fmla="*/ 2106821 h 2323145"/>
              <a:gd name="connsiteX172" fmla="*/ 3365341 w 11269336"/>
              <a:gd name="connsiteY172" fmla="*/ 2077638 h 2323145"/>
              <a:gd name="connsiteX173" fmla="*/ 3170922 w 11269336"/>
              <a:gd name="connsiteY173" fmla="*/ 2115957 h 2323145"/>
              <a:gd name="connsiteX174" fmla="*/ 3156256 w 11269336"/>
              <a:gd name="connsiteY174" fmla="*/ 2124773 h 2323145"/>
              <a:gd name="connsiteX175" fmla="*/ 3140298 w 11269336"/>
              <a:gd name="connsiteY175" fmla="*/ 2129182 h 2323145"/>
              <a:gd name="connsiteX176" fmla="*/ 3138514 w 11269336"/>
              <a:gd name="connsiteY176" fmla="*/ 2128069 h 2323145"/>
              <a:gd name="connsiteX177" fmla="*/ 3120467 w 11269336"/>
              <a:gd name="connsiteY177" fmla="*/ 2128281 h 2323145"/>
              <a:gd name="connsiteX178" fmla="*/ 3116175 w 11269336"/>
              <a:gd name="connsiteY178" fmla="*/ 2131633 h 2323145"/>
              <a:gd name="connsiteX179" fmla="*/ 3103685 w 11269336"/>
              <a:gd name="connsiteY179" fmla="*/ 2132814 h 2323145"/>
              <a:gd name="connsiteX180" fmla="*/ 3078794 w 11269336"/>
              <a:gd name="connsiteY180" fmla="*/ 2137935 h 2323145"/>
              <a:gd name="connsiteX181" fmla="*/ 3074407 w 11269336"/>
              <a:gd name="connsiteY181" fmla="*/ 2136274 h 2323145"/>
              <a:gd name="connsiteX182" fmla="*/ 3037285 w 11269336"/>
              <a:gd name="connsiteY182" fmla="*/ 2139919 h 2323145"/>
              <a:gd name="connsiteX183" fmla="*/ 3036901 w 11269336"/>
              <a:gd name="connsiteY183" fmla="*/ 2138726 h 2323145"/>
              <a:gd name="connsiteX184" fmla="*/ 3026996 w 11269336"/>
              <a:gd name="connsiteY184" fmla="*/ 2134322 h 2323145"/>
              <a:gd name="connsiteX185" fmla="*/ 3007772 w 11269336"/>
              <a:gd name="connsiteY185" fmla="*/ 2128742 h 2323145"/>
              <a:gd name="connsiteX186" fmla="*/ 2965030 w 11269336"/>
              <a:gd name="connsiteY186" fmla="*/ 2100494 h 2323145"/>
              <a:gd name="connsiteX187" fmla="*/ 2926342 w 11269336"/>
              <a:gd name="connsiteY187" fmla="*/ 2104155 h 2323145"/>
              <a:gd name="connsiteX188" fmla="*/ 2918608 w 11269336"/>
              <a:gd name="connsiteY188" fmla="*/ 2104215 h 2323145"/>
              <a:gd name="connsiteX189" fmla="*/ 2918475 w 11269336"/>
              <a:gd name="connsiteY189" fmla="*/ 2103937 h 2323145"/>
              <a:gd name="connsiteX190" fmla="*/ 2910360 w 11269336"/>
              <a:gd name="connsiteY190" fmla="*/ 2103444 h 2323145"/>
              <a:gd name="connsiteX191" fmla="*/ 2904507 w 11269336"/>
              <a:gd name="connsiteY191" fmla="*/ 2104326 h 2323145"/>
              <a:gd name="connsiteX192" fmla="*/ 2889503 w 11269336"/>
              <a:gd name="connsiteY192" fmla="*/ 2104443 h 2323145"/>
              <a:gd name="connsiteX193" fmla="*/ 2884480 w 11269336"/>
              <a:gd name="connsiteY193" fmla="*/ 2102626 h 2323145"/>
              <a:gd name="connsiteX194" fmla="*/ 2882689 w 11269336"/>
              <a:gd name="connsiteY194" fmla="*/ 2099228 h 2323145"/>
              <a:gd name="connsiteX195" fmla="*/ 2881291 w 11269336"/>
              <a:gd name="connsiteY195" fmla="*/ 2099618 h 2323145"/>
              <a:gd name="connsiteX196" fmla="*/ 2853979 w 11269336"/>
              <a:gd name="connsiteY196" fmla="*/ 2090388 h 2323145"/>
              <a:gd name="connsiteX197" fmla="*/ 2791790 w 11269336"/>
              <a:gd name="connsiteY197" fmla="*/ 2080332 h 2323145"/>
              <a:gd name="connsiteX198" fmla="*/ 2755844 w 11269336"/>
              <a:gd name="connsiteY198" fmla="*/ 2078874 h 2323145"/>
              <a:gd name="connsiteX199" fmla="*/ 2657742 w 11269336"/>
              <a:gd name="connsiteY199" fmla="*/ 2070179 h 2323145"/>
              <a:gd name="connsiteX200" fmla="*/ 2559549 w 11269336"/>
              <a:gd name="connsiteY200" fmla="*/ 2057873 h 2323145"/>
              <a:gd name="connsiteX201" fmla="*/ 2512054 w 11269336"/>
              <a:gd name="connsiteY201" fmla="*/ 2031671 h 2323145"/>
              <a:gd name="connsiteX202" fmla="*/ 2506437 w 11269336"/>
              <a:gd name="connsiteY202" fmla="*/ 2030918 h 2323145"/>
              <a:gd name="connsiteX203" fmla="*/ 2491752 w 11269336"/>
              <a:gd name="connsiteY203" fmla="*/ 2033906 h 2323145"/>
              <a:gd name="connsiteX204" fmla="*/ 2486338 w 11269336"/>
              <a:gd name="connsiteY204" fmla="*/ 2035862 h 2323145"/>
              <a:gd name="connsiteX205" fmla="*/ 2478186 w 11269336"/>
              <a:gd name="connsiteY205" fmla="*/ 2036953 h 2323145"/>
              <a:gd name="connsiteX206" fmla="*/ 2477950 w 11269336"/>
              <a:gd name="connsiteY206" fmla="*/ 2036715 h 2323145"/>
              <a:gd name="connsiteX207" fmla="*/ 2470381 w 11269336"/>
              <a:gd name="connsiteY207" fmla="*/ 2038256 h 2323145"/>
              <a:gd name="connsiteX208" fmla="*/ 2433781 w 11269336"/>
              <a:gd name="connsiteY208" fmla="*/ 2049140 h 2323145"/>
              <a:gd name="connsiteX209" fmla="*/ 2381172 w 11269336"/>
              <a:gd name="connsiteY209" fmla="*/ 2030645 h 2323145"/>
              <a:gd name="connsiteX210" fmla="*/ 2360198 w 11269336"/>
              <a:gd name="connsiteY210" fmla="*/ 2029059 h 2323145"/>
              <a:gd name="connsiteX211" fmla="*/ 2348815 w 11269336"/>
              <a:gd name="connsiteY211" fmla="*/ 2026798 h 2323145"/>
              <a:gd name="connsiteX212" fmla="*/ 2347988 w 11269336"/>
              <a:gd name="connsiteY212" fmla="*/ 2025745 h 2323145"/>
              <a:gd name="connsiteX213" fmla="*/ 2312920 w 11269336"/>
              <a:gd name="connsiteY213" fmla="*/ 2036311 h 2323145"/>
              <a:gd name="connsiteX214" fmla="*/ 2307986 w 11269336"/>
              <a:gd name="connsiteY214" fmla="*/ 2035583 h 2323145"/>
              <a:gd name="connsiteX215" fmla="*/ 2285481 w 11269336"/>
              <a:gd name="connsiteY215" fmla="*/ 2045197 h 2323145"/>
              <a:gd name="connsiteX216" fmla="*/ 2273666 w 11269336"/>
              <a:gd name="connsiteY216" fmla="*/ 2048710 h 2323145"/>
              <a:gd name="connsiteX217" fmla="*/ 2270719 w 11269336"/>
              <a:gd name="connsiteY217" fmla="*/ 2052702 h 2323145"/>
              <a:gd name="connsiteX218" fmla="*/ 2253080 w 11269336"/>
              <a:gd name="connsiteY218" fmla="*/ 2056363 h 2323145"/>
              <a:gd name="connsiteX219" fmla="*/ 2250906 w 11269336"/>
              <a:gd name="connsiteY219" fmla="*/ 2055654 h 2323145"/>
              <a:gd name="connsiteX220" fmla="*/ 2236905 w 11269336"/>
              <a:gd name="connsiteY220" fmla="*/ 2062882 h 2323145"/>
              <a:gd name="connsiteX221" fmla="*/ 2225830 w 11269336"/>
              <a:gd name="connsiteY221" fmla="*/ 2074027 h 2323145"/>
              <a:gd name="connsiteX222" fmla="*/ 2073776 w 11269336"/>
              <a:gd name="connsiteY222" fmla="*/ 2089244 h 2323145"/>
              <a:gd name="connsiteX223" fmla="*/ 1948256 w 11269336"/>
              <a:gd name="connsiteY223" fmla="*/ 2146616 h 2323145"/>
              <a:gd name="connsiteX224" fmla="*/ 1865582 w 11269336"/>
              <a:gd name="connsiteY224" fmla="*/ 2153738 h 2323145"/>
              <a:gd name="connsiteX225" fmla="*/ 1835210 w 11269336"/>
              <a:gd name="connsiteY225" fmla="*/ 2134244 h 2323145"/>
              <a:gd name="connsiteX226" fmla="*/ 1632661 w 11269336"/>
              <a:gd name="connsiteY226" fmla="*/ 2173882 h 2323145"/>
              <a:gd name="connsiteX227" fmla="*/ 1579590 w 11269336"/>
              <a:gd name="connsiteY227" fmla="*/ 2173680 h 2323145"/>
              <a:gd name="connsiteX228" fmla="*/ 1535601 w 11269336"/>
              <a:gd name="connsiteY228" fmla="*/ 2194590 h 2323145"/>
              <a:gd name="connsiteX229" fmla="*/ 1515594 w 11269336"/>
              <a:gd name="connsiteY229" fmla="*/ 2189622 h 2323145"/>
              <a:gd name="connsiteX230" fmla="*/ 1512113 w 11269336"/>
              <a:gd name="connsiteY230" fmla="*/ 2188534 h 2323145"/>
              <a:gd name="connsiteX231" fmla="*/ 1498838 w 11269336"/>
              <a:gd name="connsiteY231" fmla="*/ 2189213 h 2323145"/>
              <a:gd name="connsiteX232" fmla="*/ 1494279 w 11269336"/>
              <a:gd name="connsiteY232" fmla="*/ 2183112 h 2323145"/>
              <a:gd name="connsiteX233" fmla="*/ 1473714 w 11269336"/>
              <a:gd name="connsiteY233" fmla="*/ 2179625 h 2323145"/>
              <a:gd name="connsiteX234" fmla="*/ 1449503 w 11269336"/>
              <a:gd name="connsiteY234" fmla="*/ 2182633 h 2323145"/>
              <a:gd name="connsiteX235" fmla="*/ 1266687 w 11269336"/>
              <a:gd name="connsiteY235" fmla="*/ 2212688 h 2323145"/>
              <a:gd name="connsiteX236" fmla="*/ 1239614 w 11269336"/>
              <a:gd name="connsiteY236" fmla="*/ 2209727 h 2323145"/>
              <a:gd name="connsiteX237" fmla="*/ 1202436 w 11269336"/>
              <a:gd name="connsiteY237" fmla="*/ 2209817 h 2323145"/>
              <a:gd name="connsiteX238" fmla="*/ 1136097 w 11269336"/>
              <a:gd name="connsiteY238" fmla="*/ 2205112 h 2323145"/>
              <a:gd name="connsiteX239" fmla="*/ 988232 w 11269336"/>
              <a:gd name="connsiteY239" fmla="*/ 2235635 h 2323145"/>
              <a:gd name="connsiteX240" fmla="*/ 981959 w 11269336"/>
              <a:gd name="connsiteY240" fmla="*/ 2231607 h 2323145"/>
              <a:gd name="connsiteX241" fmla="*/ 938600 w 11269336"/>
              <a:gd name="connsiteY241" fmla="*/ 2238113 h 2323145"/>
              <a:gd name="connsiteX242" fmla="*/ 791788 w 11269336"/>
              <a:gd name="connsiteY242" fmla="*/ 2293224 h 2323145"/>
              <a:gd name="connsiteX243" fmla="*/ 706914 w 11269336"/>
              <a:gd name="connsiteY243" fmla="*/ 2305046 h 2323145"/>
              <a:gd name="connsiteX244" fmla="*/ 675971 w 11269336"/>
              <a:gd name="connsiteY244" fmla="*/ 2304030 h 2323145"/>
              <a:gd name="connsiteX245" fmla="*/ 624180 w 11269336"/>
              <a:gd name="connsiteY245" fmla="*/ 2302650 h 2323145"/>
              <a:gd name="connsiteX246" fmla="*/ 583453 w 11269336"/>
              <a:gd name="connsiteY246" fmla="*/ 2288788 h 2323145"/>
              <a:gd name="connsiteX247" fmla="*/ 540946 w 11269336"/>
              <a:gd name="connsiteY247" fmla="*/ 2292721 h 2323145"/>
              <a:gd name="connsiteX248" fmla="*/ 533680 w 11269336"/>
              <a:gd name="connsiteY248" fmla="*/ 2310233 h 2323145"/>
              <a:gd name="connsiteX249" fmla="*/ 487366 w 11269336"/>
              <a:gd name="connsiteY249" fmla="*/ 2309053 h 2323145"/>
              <a:gd name="connsiteX250" fmla="*/ 416820 w 11269336"/>
              <a:gd name="connsiteY250" fmla="*/ 2305443 h 2323145"/>
              <a:gd name="connsiteX251" fmla="*/ 376805 w 11269336"/>
              <a:gd name="connsiteY251" fmla="*/ 2307647 h 2323145"/>
              <a:gd name="connsiteX252" fmla="*/ 266777 w 11269336"/>
              <a:gd name="connsiteY252" fmla="*/ 2309012 h 2323145"/>
              <a:gd name="connsiteX253" fmla="*/ 156013 w 11269336"/>
              <a:gd name="connsiteY253" fmla="*/ 2306832 h 2323145"/>
              <a:gd name="connsiteX254" fmla="*/ 87258 w 11269336"/>
              <a:gd name="connsiteY254" fmla="*/ 2285511 h 2323145"/>
              <a:gd name="connsiteX255" fmla="*/ 23798 w 11269336"/>
              <a:gd name="connsiteY255" fmla="*/ 2281822 h 2323145"/>
              <a:gd name="connsiteX256" fmla="*/ 0 w 11269336"/>
              <a:gd name="connsiteY256" fmla="*/ 2285369 h 2323145"/>
              <a:gd name="connsiteX257" fmla="*/ 0 w 11269336"/>
              <a:gd name="connsiteY25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05765 w 11269336"/>
              <a:gd name="connsiteY146" fmla="*/ 2199902 h 2323145"/>
              <a:gd name="connsiteX147" fmla="*/ 4401354 w 11269336"/>
              <a:gd name="connsiteY147" fmla="*/ 2194745 h 2323145"/>
              <a:gd name="connsiteX148" fmla="*/ 4366646 w 11269336"/>
              <a:gd name="connsiteY148" fmla="*/ 2198564 h 2323145"/>
              <a:gd name="connsiteX149" fmla="*/ 4354009 w 11269336"/>
              <a:gd name="connsiteY149" fmla="*/ 2204984 h 2323145"/>
              <a:gd name="connsiteX150" fmla="*/ 4348284 w 11269336"/>
              <a:gd name="connsiteY150" fmla="*/ 2205270 h 2323145"/>
              <a:gd name="connsiteX151" fmla="*/ 4333906 w 11269336"/>
              <a:gd name="connsiteY151" fmla="*/ 2205251 h 2323145"/>
              <a:gd name="connsiteX152" fmla="*/ 4308819 w 11269336"/>
              <a:gd name="connsiteY152" fmla="*/ 2203822 h 2323145"/>
              <a:gd name="connsiteX153" fmla="*/ 4301210 w 11269336"/>
              <a:gd name="connsiteY153" fmla="*/ 2204456 h 2323145"/>
              <a:gd name="connsiteX154" fmla="*/ 4283095 w 11269336"/>
              <a:gd name="connsiteY154" fmla="*/ 2198177 h 2323145"/>
              <a:gd name="connsiteX155" fmla="*/ 4250119 w 11269336"/>
              <a:gd name="connsiteY155" fmla="*/ 2196342 h 2323145"/>
              <a:gd name="connsiteX156" fmla="*/ 4189203 w 11269336"/>
              <a:gd name="connsiteY156" fmla="*/ 2178994 h 2323145"/>
              <a:gd name="connsiteX157" fmla="*/ 4154035 w 11269336"/>
              <a:gd name="connsiteY157" fmla="*/ 2171950 h 2323145"/>
              <a:gd name="connsiteX158" fmla="*/ 4129569 w 11269336"/>
              <a:gd name="connsiteY158" fmla="*/ 2163850 h 2323145"/>
              <a:gd name="connsiteX159" fmla="*/ 4061250 w 11269336"/>
              <a:gd name="connsiteY159" fmla="*/ 2159236 h 2323145"/>
              <a:gd name="connsiteX160" fmla="*/ 3945480 w 11269336"/>
              <a:gd name="connsiteY160" fmla="*/ 2158279 h 2323145"/>
              <a:gd name="connsiteX161" fmla="*/ 3921468 w 11269336"/>
              <a:gd name="connsiteY161" fmla="*/ 2156588 h 2323145"/>
              <a:gd name="connsiteX162" fmla="*/ 3903348 w 11269336"/>
              <a:gd name="connsiteY162" fmla="*/ 2149220 h 2323145"/>
              <a:gd name="connsiteX163" fmla="*/ 3901342 w 11269336"/>
              <a:gd name="connsiteY163" fmla="*/ 2142355 h 2323145"/>
              <a:gd name="connsiteX164" fmla="*/ 3888539 w 11269336"/>
              <a:gd name="connsiteY164" fmla="*/ 2140476 h 2323145"/>
              <a:gd name="connsiteX165" fmla="*/ 3885662 w 11269336"/>
              <a:gd name="connsiteY165" fmla="*/ 2138740 h 2323145"/>
              <a:gd name="connsiteX166" fmla="*/ 3868627 w 11269336"/>
              <a:gd name="connsiteY166" fmla="*/ 2130023 h 2323145"/>
              <a:gd name="connsiteX167" fmla="*/ 3819177 w 11269336"/>
              <a:gd name="connsiteY167" fmla="*/ 2142111 h 2323145"/>
              <a:gd name="connsiteX168" fmla="*/ 3769100 w 11269336"/>
              <a:gd name="connsiteY168" fmla="*/ 2131731 h 2323145"/>
              <a:gd name="connsiteX169" fmla="*/ 3562752 w 11269336"/>
              <a:gd name="connsiteY169" fmla="*/ 2131785 h 2323145"/>
              <a:gd name="connsiteX170" fmla="*/ 3541402 w 11269336"/>
              <a:gd name="connsiteY170" fmla="*/ 2106821 h 2323145"/>
              <a:gd name="connsiteX171" fmla="*/ 3365341 w 11269336"/>
              <a:gd name="connsiteY171" fmla="*/ 2077638 h 2323145"/>
              <a:gd name="connsiteX172" fmla="*/ 3170922 w 11269336"/>
              <a:gd name="connsiteY172" fmla="*/ 2115957 h 2323145"/>
              <a:gd name="connsiteX173" fmla="*/ 3156256 w 11269336"/>
              <a:gd name="connsiteY173" fmla="*/ 2124773 h 2323145"/>
              <a:gd name="connsiteX174" fmla="*/ 3140298 w 11269336"/>
              <a:gd name="connsiteY174" fmla="*/ 2129182 h 2323145"/>
              <a:gd name="connsiteX175" fmla="*/ 3138514 w 11269336"/>
              <a:gd name="connsiteY175" fmla="*/ 2128069 h 2323145"/>
              <a:gd name="connsiteX176" fmla="*/ 3120467 w 11269336"/>
              <a:gd name="connsiteY176" fmla="*/ 2128281 h 2323145"/>
              <a:gd name="connsiteX177" fmla="*/ 3116175 w 11269336"/>
              <a:gd name="connsiteY177" fmla="*/ 2131633 h 2323145"/>
              <a:gd name="connsiteX178" fmla="*/ 3103685 w 11269336"/>
              <a:gd name="connsiteY178" fmla="*/ 2132814 h 2323145"/>
              <a:gd name="connsiteX179" fmla="*/ 3078794 w 11269336"/>
              <a:gd name="connsiteY179" fmla="*/ 2137935 h 2323145"/>
              <a:gd name="connsiteX180" fmla="*/ 3074407 w 11269336"/>
              <a:gd name="connsiteY180" fmla="*/ 2136274 h 2323145"/>
              <a:gd name="connsiteX181" fmla="*/ 3037285 w 11269336"/>
              <a:gd name="connsiteY181" fmla="*/ 2139919 h 2323145"/>
              <a:gd name="connsiteX182" fmla="*/ 3036901 w 11269336"/>
              <a:gd name="connsiteY182" fmla="*/ 2138726 h 2323145"/>
              <a:gd name="connsiteX183" fmla="*/ 3026996 w 11269336"/>
              <a:gd name="connsiteY183" fmla="*/ 2134322 h 2323145"/>
              <a:gd name="connsiteX184" fmla="*/ 3007772 w 11269336"/>
              <a:gd name="connsiteY184" fmla="*/ 2128742 h 2323145"/>
              <a:gd name="connsiteX185" fmla="*/ 2965030 w 11269336"/>
              <a:gd name="connsiteY185" fmla="*/ 2100494 h 2323145"/>
              <a:gd name="connsiteX186" fmla="*/ 2926342 w 11269336"/>
              <a:gd name="connsiteY186" fmla="*/ 2104155 h 2323145"/>
              <a:gd name="connsiteX187" fmla="*/ 2918608 w 11269336"/>
              <a:gd name="connsiteY187" fmla="*/ 2104215 h 2323145"/>
              <a:gd name="connsiteX188" fmla="*/ 2918475 w 11269336"/>
              <a:gd name="connsiteY188" fmla="*/ 2103937 h 2323145"/>
              <a:gd name="connsiteX189" fmla="*/ 2910360 w 11269336"/>
              <a:gd name="connsiteY189" fmla="*/ 2103444 h 2323145"/>
              <a:gd name="connsiteX190" fmla="*/ 2904507 w 11269336"/>
              <a:gd name="connsiteY190" fmla="*/ 2104326 h 2323145"/>
              <a:gd name="connsiteX191" fmla="*/ 2889503 w 11269336"/>
              <a:gd name="connsiteY191" fmla="*/ 2104443 h 2323145"/>
              <a:gd name="connsiteX192" fmla="*/ 2884480 w 11269336"/>
              <a:gd name="connsiteY192" fmla="*/ 2102626 h 2323145"/>
              <a:gd name="connsiteX193" fmla="*/ 2882689 w 11269336"/>
              <a:gd name="connsiteY193" fmla="*/ 2099228 h 2323145"/>
              <a:gd name="connsiteX194" fmla="*/ 2881291 w 11269336"/>
              <a:gd name="connsiteY194" fmla="*/ 2099618 h 2323145"/>
              <a:gd name="connsiteX195" fmla="*/ 2853979 w 11269336"/>
              <a:gd name="connsiteY195" fmla="*/ 2090388 h 2323145"/>
              <a:gd name="connsiteX196" fmla="*/ 2791790 w 11269336"/>
              <a:gd name="connsiteY196" fmla="*/ 2080332 h 2323145"/>
              <a:gd name="connsiteX197" fmla="*/ 2755844 w 11269336"/>
              <a:gd name="connsiteY197" fmla="*/ 2078874 h 2323145"/>
              <a:gd name="connsiteX198" fmla="*/ 2657742 w 11269336"/>
              <a:gd name="connsiteY198" fmla="*/ 2070179 h 2323145"/>
              <a:gd name="connsiteX199" fmla="*/ 2559549 w 11269336"/>
              <a:gd name="connsiteY199" fmla="*/ 2057873 h 2323145"/>
              <a:gd name="connsiteX200" fmla="*/ 2512054 w 11269336"/>
              <a:gd name="connsiteY200" fmla="*/ 2031671 h 2323145"/>
              <a:gd name="connsiteX201" fmla="*/ 2506437 w 11269336"/>
              <a:gd name="connsiteY201" fmla="*/ 2030918 h 2323145"/>
              <a:gd name="connsiteX202" fmla="*/ 2491752 w 11269336"/>
              <a:gd name="connsiteY202" fmla="*/ 2033906 h 2323145"/>
              <a:gd name="connsiteX203" fmla="*/ 2486338 w 11269336"/>
              <a:gd name="connsiteY203" fmla="*/ 2035862 h 2323145"/>
              <a:gd name="connsiteX204" fmla="*/ 2478186 w 11269336"/>
              <a:gd name="connsiteY204" fmla="*/ 2036953 h 2323145"/>
              <a:gd name="connsiteX205" fmla="*/ 2477950 w 11269336"/>
              <a:gd name="connsiteY205" fmla="*/ 2036715 h 2323145"/>
              <a:gd name="connsiteX206" fmla="*/ 2470381 w 11269336"/>
              <a:gd name="connsiteY206" fmla="*/ 2038256 h 2323145"/>
              <a:gd name="connsiteX207" fmla="*/ 2433781 w 11269336"/>
              <a:gd name="connsiteY207" fmla="*/ 2049140 h 2323145"/>
              <a:gd name="connsiteX208" fmla="*/ 2381172 w 11269336"/>
              <a:gd name="connsiteY208" fmla="*/ 2030645 h 2323145"/>
              <a:gd name="connsiteX209" fmla="*/ 2360198 w 11269336"/>
              <a:gd name="connsiteY209" fmla="*/ 2029059 h 2323145"/>
              <a:gd name="connsiteX210" fmla="*/ 2348815 w 11269336"/>
              <a:gd name="connsiteY210" fmla="*/ 2026798 h 2323145"/>
              <a:gd name="connsiteX211" fmla="*/ 2347988 w 11269336"/>
              <a:gd name="connsiteY211" fmla="*/ 2025745 h 2323145"/>
              <a:gd name="connsiteX212" fmla="*/ 2312920 w 11269336"/>
              <a:gd name="connsiteY212" fmla="*/ 2036311 h 2323145"/>
              <a:gd name="connsiteX213" fmla="*/ 2307986 w 11269336"/>
              <a:gd name="connsiteY213" fmla="*/ 2035583 h 2323145"/>
              <a:gd name="connsiteX214" fmla="*/ 2285481 w 11269336"/>
              <a:gd name="connsiteY214" fmla="*/ 2045197 h 2323145"/>
              <a:gd name="connsiteX215" fmla="*/ 2273666 w 11269336"/>
              <a:gd name="connsiteY215" fmla="*/ 2048710 h 2323145"/>
              <a:gd name="connsiteX216" fmla="*/ 2270719 w 11269336"/>
              <a:gd name="connsiteY216" fmla="*/ 2052702 h 2323145"/>
              <a:gd name="connsiteX217" fmla="*/ 2253080 w 11269336"/>
              <a:gd name="connsiteY217" fmla="*/ 2056363 h 2323145"/>
              <a:gd name="connsiteX218" fmla="*/ 2250906 w 11269336"/>
              <a:gd name="connsiteY218" fmla="*/ 2055654 h 2323145"/>
              <a:gd name="connsiteX219" fmla="*/ 2236905 w 11269336"/>
              <a:gd name="connsiteY219" fmla="*/ 2062882 h 2323145"/>
              <a:gd name="connsiteX220" fmla="*/ 2225830 w 11269336"/>
              <a:gd name="connsiteY220" fmla="*/ 2074027 h 2323145"/>
              <a:gd name="connsiteX221" fmla="*/ 2073776 w 11269336"/>
              <a:gd name="connsiteY221" fmla="*/ 2089244 h 2323145"/>
              <a:gd name="connsiteX222" fmla="*/ 1948256 w 11269336"/>
              <a:gd name="connsiteY222" fmla="*/ 2146616 h 2323145"/>
              <a:gd name="connsiteX223" fmla="*/ 1865582 w 11269336"/>
              <a:gd name="connsiteY223" fmla="*/ 2153738 h 2323145"/>
              <a:gd name="connsiteX224" fmla="*/ 1835210 w 11269336"/>
              <a:gd name="connsiteY224" fmla="*/ 2134244 h 2323145"/>
              <a:gd name="connsiteX225" fmla="*/ 1632661 w 11269336"/>
              <a:gd name="connsiteY225" fmla="*/ 2173882 h 2323145"/>
              <a:gd name="connsiteX226" fmla="*/ 1579590 w 11269336"/>
              <a:gd name="connsiteY226" fmla="*/ 2173680 h 2323145"/>
              <a:gd name="connsiteX227" fmla="*/ 1535601 w 11269336"/>
              <a:gd name="connsiteY227" fmla="*/ 2194590 h 2323145"/>
              <a:gd name="connsiteX228" fmla="*/ 1515594 w 11269336"/>
              <a:gd name="connsiteY228" fmla="*/ 2189622 h 2323145"/>
              <a:gd name="connsiteX229" fmla="*/ 1512113 w 11269336"/>
              <a:gd name="connsiteY229" fmla="*/ 2188534 h 2323145"/>
              <a:gd name="connsiteX230" fmla="*/ 1498838 w 11269336"/>
              <a:gd name="connsiteY230" fmla="*/ 2189213 h 2323145"/>
              <a:gd name="connsiteX231" fmla="*/ 1494279 w 11269336"/>
              <a:gd name="connsiteY231" fmla="*/ 2183112 h 2323145"/>
              <a:gd name="connsiteX232" fmla="*/ 1473714 w 11269336"/>
              <a:gd name="connsiteY232" fmla="*/ 2179625 h 2323145"/>
              <a:gd name="connsiteX233" fmla="*/ 1449503 w 11269336"/>
              <a:gd name="connsiteY233" fmla="*/ 2182633 h 2323145"/>
              <a:gd name="connsiteX234" fmla="*/ 1266687 w 11269336"/>
              <a:gd name="connsiteY234" fmla="*/ 2212688 h 2323145"/>
              <a:gd name="connsiteX235" fmla="*/ 1239614 w 11269336"/>
              <a:gd name="connsiteY235" fmla="*/ 2209727 h 2323145"/>
              <a:gd name="connsiteX236" fmla="*/ 1202436 w 11269336"/>
              <a:gd name="connsiteY236" fmla="*/ 2209817 h 2323145"/>
              <a:gd name="connsiteX237" fmla="*/ 1136097 w 11269336"/>
              <a:gd name="connsiteY237" fmla="*/ 2205112 h 2323145"/>
              <a:gd name="connsiteX238" fmla="*/ 988232 w 11269336"/>
              <a:gd name="connsiteY238" fmla="*/ 2235635 h 2323145"/>
              <a:gd name="connsiteX239" fmla="*/ 981959 w 11269336"/>
              <a:gd name="connsiteY239" fmla="*/ 2231607 h 2323145"/>
              <a:gd name="connsiteX240" fmla="*/ 938600 w 11269336"/>
              <a:gd name="connsiteY240" fmla="*/ 2238113 h 2323145"/>
              <a:gd name="connsiteX241" fmla="*/ 791788 w 11269336"/>
              <a:gd name="connsiteY241" fmla="*/ 2293224 h 2323145"/>
              <a:gd name="connsiteX242" fmla="*/ 706914 w 11269336"/>
              <a:gd name="connsiteY242" fmla="*/ 2305046 h 2323145"/>
              <a:gd name="connsiteX243" fmla="*/ 675971 w 11269336"/>
              <a:gd name="connsiteY243" fmla="*/ 2304030 h 2323145"/>
              <a:gd name="connsiteX244" fmla="*/ 624180 w 11269336"/>
              <a:gd name="connsiteY244" fmla="*/ 2302650 h 2323145"/>
              <a:gd name="connsiteX245" fmla="*/ 583453 w 11269336"/>
              <a:gd name="connsiteY245" fmla="*/ 2288788 h 2323145"/>
              <a:gd name="connsiteX246" fmla="*/ 540946 w 11269336"/>
              <a:gd name="connsiteY246" fmla="*/ 2292721 h 2323145"/>
              <a:gd name="connsiteX247" fmla="*/ 533680 w 11269336"/>
              <a:gd name="connsiteY247" fmla="*/ 2310233 h 2323145"/>
              <a:gd name="connsiteX248" fmla="*/ 487366 w 11269336"/>
              <a:gd name="connsiteY248" fmla="*/ 2309053 h 2323145"/>
              <a:gd name="connsiteX249" fmla="*/ 416820 w 11269336"/>
              <a:gd name="connsiteY249" fmla="*/ 2305443 h 2323145"/>
              <a:gd name="connsiteX250" fmla="*/ 376805 w 11269336"/>
              <a:gd name="connsiteY250" fmla="*/ 2307647 h 2323145"/>
              <a:gd name="connsiteX251" fmla="*/ 266777 w 11269336"/>
              <a:gd name="connsiteY251" fmla="*/ 2309012 h 2323145"/>
              <a:gd name="connsiteX252" fmla="*/ 156013 w 11269336"/>
              <a:gd name="connsiteY252" fmla="*/ 2306832 h 2323145"/>
              <a:gd name="connsiteX253" fmla="*/ 87258 w 11269336"/>
              <a:gd name="connsiteY253" fmla="*/ 2285511 h 2323145"/>
              <a:gd name="connsiteX254" fmla="*/ 23798 w 11269336"/>
              <a:gd name="connsiteY254" fmla="*/ 2281822 h 2323145"/>
              <a:gd name="connsiteX255" fmla="*/ 0 w 11269336"/>
              <a:gd name="connsiteY255" fmla="*/ 2285369 h 2323145"/>
              <a:gd name="connsiteX256" fmla="*/ 0 w 11269336"/>
              <a:gd name="connsiteY25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05765 w 11269336"/>
              <a:gd name="connsiteY145" fmla="*/ 2199902 h 2323145"/>
              <a:gd name="connsiteX146" fmla="*/ 4401354 w 11269336"/>
              <a:gd name="connsiteY146" fmla="*/ 2194745 h 2323145"/>
              <a:gd name="connsiteX147" fmla="*/ 4366646 w 11269336"/>
              <a:gd name="connsiteY147" fmla="*/ 2198564 h 2323145"/>
              <a:gd name="connsiteX148" fmla="*/ 4354009 w 11269336"/>
              <a:gd name="connsiteY148" fmla="*/ 2204984 h 2323145"/>
              <a:gd name="connsiteX149" fmla="*/ 4348284 w 11269336"/>
              <a:gd name="connsiteY149" fmla="*/ 2205270 h 2323145"/>
              <a:gd name="connsiteX150" fmla="*/ 4333906 w 11269336"/>
              <a:gd name="connsiteY150" fmla="*/ 2205251 h 2323145"/>
              <a:gd name="connsiteX151" fmla="*/ 4308819 w 11269336"/>
              <a:gd name="connsiteY151" fmla="*/ 2203822 h 2323145"/>
              <a:gd name="connsiteX152" fmla="*/ 4301210 w 11269336"/>
              <a:gd name="connsiteY152" fmla="*/ 2204456 h 2323145"/>
              <a:gd name="connsiteX153" fmla="*/ 4283095 w 11269336"/>
              <a:gd name="connsiteY153" fmla="*/ 2198177 h 2323145"/>
              <a:gd name="connsiteX154" fmla="*/ 4250119 w 11269336"/>
              <a:gd name="connsiteY154" fmla="*/ 2196342 h 2323145"/>
              <a:gd name="connsiteX155" fmla="*/ 4189203 w 11269336"/>
              <a:gd name="connsiteY155" fmla="*/ 2178994 h 2323145"/>
              <a:gd name="connsiteX156" fmla="*/ 4154035 w 11269336"/>
              <a:gd name="connsiteY156" fmla="*/ 2171950 h 2323145"/>
              <a:gd name="connsiteX157" fmla="*/ 4129569 w 11269336"/>
              <a:gd name="connsiteY157" fmla="*/ 2163850 h 2323145"/>
              <a:gd name="connsiteX158" fmla="*/ 4061250 w 11269336"/>
              <a:gd name="connsiteY158" fmla="*/ 2159236 h 2323145"/>
              <a:gd name="connsiteX159" fmla="*/ 3945480 w 11269336"/>
              <a:gd name="connsiteY159" fmla="*/ 2158279 h 2323145"/>
              <a:gd name="connsiteX160" fmla="*/ 3921468 w 11269336"/>
              <a:gd name="connsiteY160" fmla="*/ 2156588 h 2323145"/>
              <a:gd name="connsiteX161" fmla="*/ 3903348 w 11269336"/>
              <a:gd name="connsiteY161" fmla="*/ 2149220 h 2323145"/>
              <a:gd name="connsiteX162" fmla="*/ 3901342 w 11269336"/>
              <a:gd name="connsiteY162" fmla="*/ 2142355 h 2323145"/>
              <a:gd name="connsiteX163" fmla="*/ 3888539 w 11269336"/>
              <a:gd name="connsiteY163" fmla="*/ 2140476 h 2323145"/>
              <a:gd name="connsiteX164" fmla="*/ 3885662 w 11269336"/>
              <a:gd name="connsiteY164" fmla="*/ 2138740 h 2323145"/>
              <a:gd name="connsiteX165" fmla="*/ 3868627 w 11269336"/>
              <a:gd name="connsiteY165" fmla="*/ 2130023 h 2323145"/>
              <a:gd name="connsiteX166" fmla="*/ 3819177 w 11269336"/>
              <a:gd name="connsiteY166" fmla="*/ 2142111 h 2323145"/>
              <a:gd name="connsiteX167" fmla="*/ 3769100 w 11269336"/>
              <a:gd name="connsiteY167" fmla="*/ 2131731 h 2323145"/>
              <a:gd name="connsiteX168" fmla="*/ 3562752 w 11269336"/>
              <a:gd name="connsiteY168" fmla="*/ 2131785 h 2323145"/>
              <a:gd name="connsiteX169" fmla="*/ 3541402 w 11269336"/>
              <a:gd name="connsiteY169" fmla="*/ 2106821 h 2323145"/>
              <a:gd name="connsiteX170" fmla="*/ 3365341 w 11269336"/>
              <a:gd name="connsiteY170" fmla="*/ 2077638 h 2323145"/>
              <a:gd name="connsiteX171" fmla="*/ 3170922 w 11269336"/>
              <a:gd name="connsiteY171" fmla="*/ 2115957 h 2323145"/>
              <a:gd name="connsiteX172" fmla="*/ 3156256 w 11269336"/>
              <a:gd name="connsiteY172" fmla="*/ 2124773 h 2323145"/>
              <a:gd name="connsiteX173" fmla="*/ 3140298 w 11269336"/>
              <a:gd name="connsiteY173" fmla="*/ 2129182 h 2323145"/>
              <a:gd name="connsiteX174" fmla="*/ 3138514 w 11269336"/>
              <a:gd name="connsiteY174" fmla="*/ 2128069 h 2323145"/>
              <a:gd name="connsiteX175" fmla="*/ 3120467 w 11269336"/>
              <a:gd name="connsiteY175" fmla="*/ 2128281 h 2323145"/>
              <a:gd name="connsiteX176" fmla="*/ 3116175 w 11269336"/>
              <a:gd name="connsiteY176" fmla="*/ 2131633 h 2323145"/>
              <a:gd name="connsiteX177" fmla="*/ 3103685 w 11269336"/>
              <a:gd name="connsiteY177" fmla="*/ 2132814 h 2323145"/>
              <a:gd name="connsiteX178" fmla="*/ 3078794 w 11269336"/>
              <a:gd name="connsiteY178" fmla="*/ 2137935 h 2323145"/>
              <a:gd name="connsiteX179" fmla="*/ 3074407 w 11269336"/>
              <a:gd name="connsiteY179" fmla="*/ 2136274 h 2323145"/>
              <a:gd name="connsiteX180" fmla="*/ 3037285 w 11269336"/>
              <a:gd name="connsiteY180" fmla="*/ 2139919 h 2323145"/>
              <a:gd name="connsiteX181" fmla="*/ 3036901 w 11269336"/>
              <a:gd name="connsiteY181" fmla="*/ 2138726 h 2323145"/>
              <a:gd name="connsiteX182" fmla="*/ 3026996 w 11269336"/>
              <a:gd name="connsiteY182" fmla="*/ 2134322 h 2323145"/>
              <a:gd name="connsiteX183" fmla="*/ 3007772 w 11269336"/>
              <a:gd name="connsiteY183" fmla="*/ 2128742 h 2323145"/>
              <a:gd name="connsiteX184" fmla="*/ 2965030 w 11269336"/>
              <a:gd name="connsiteY184" fmla="*/ 2100494 h 2323145"/>
              <a:gd name="connsiteX185" fmla="*/ 2926342 w 11269336"/>
              <a:gd name="connsiteY185" fmla="*/ 2104155 h 2323145"/>
              <a:gd name="connsiteX186" fmla="*/ 2918608 w 11269336"/>
              <a:gd name="connsiteY186" fmla="*/ 2104215 h 2323145"/>
              <a:gd name="connsiteX187" fmla="*/ 2918475 w 11269336"/>
              <a:gd name="connsiteY187" fmla="*/ 2103937 h 2323145"/>
              <a:gd name="connsiteX188" fmla="*/ 2910360 w 11269336"/>
              <a:gd name="connsiteY188" fmla="*/ 2103444 h 2323145"/>
              <a:gd name="connsiteX189" fmla="*/ 2904507 w 11269336"/>
              <a:gd name="connsiteY189" fmla="*/ 2104326 h 2323145"/>
              <a:gd name="connsiteX190" fmla="*/ 2889503 w 11269336"/>
              <a:gd name="connsiteY190" fmla="*/ 2104443 h 2323145"/>
              <a:gd name="connsiteX191" fmla="*/ 2884480 w 11269336"/>
              <a:gd name="connsiteY191" fmla="*/ 2102626 h 2323145"/>
              <a:gd name="connsiteX192" fmla="*/ 2882689 w 11269336"/>
              <a:gd name="connsiteY192" fmla="*/ 2099228 h 2323145"/>
              <a:gd name="connsiteX193" fmla="*/ 2881291 w 11269336"/>
              <a:gd name="connsiteY193" fmla="*/ 2099618 h 2323145"/>
              <a:gd name="connsiteX194" fmla="*/ 2853979 w 11269336"/>
              <a:gd name="connsiteY194" fmla="*/ 2090388 h 2323145"/>
              <a:gd name="connsiteX195" fmla="*/ 2791790 w 11269336"/>
              <a:gd name="connsiteY195" fmla="*/ 2080332 h 2323145"/>
              <a:gd name="connsiteX196" fmla="*/ 2755844 w 11269336"/>
              <a:gd name="connsiteY196" fmla="*/ 2078874 h 2323145"/>
              <a:gd name="connsiteX197" fmla="*/ 2657742 w 11269336"/>
              <a:gd name="connsiteY197" fmla="*/ 2070179 h 2323145"/>
              <a:gd name="connsiteX198" fmla="*/ 2559549 w 11269336"/>
              <a:gd name="connsiteY198" fmla="*/ 2057873 h 2323145"/>
              <a:gd name="connsiteX199" fmla="*/ 2512054 w 11269336"/>
              <a:gd name="connsiteY199" fmla="*/ 2031671 h 2323145"/>
              <a:gd name="connsiteX200" fmla="*/ 2506437 w 11269336"/>
              <a:gd name="connsiteY200" fmla="*/ 2030918 h 2323145"/>
              <a:gd name="connsiteX201" fmla="*/ 2491752 w 11269336"/>
              <a:gd name="connsiteY201" fmla="*/ 2033906 h 2323145"/>
              <a:gd name="connsiteX202" fmla="*/ 2486338 w 11269336"/>
              <a:gd name="connsiteY202" fmla="*/ 2035862 h 2323145"/>
              <a:gd name="connsiteX203" fmla="*/ 2478186 w 11269336"/>
              <a:gd name="connsiteY203" fmla="*/ 2036953 h 2323145"/>
              <a:gd name="connsiteX204" fmla="*/ 2477950 w 11269336"/>
              <a:gd name="connsiteY204" fmla="*/ 2036715 h 2323145"/>
              <a:gd name="connsiteX205" fmla="*/ 2470381 w 11269336"/>
              <a:gd name="connsiteY205" fmla="*/ 2038256 h 2323145"/>
              <a:gd name="connsiteX206" fmla="*/ 2433781 w 11269336"/>
              <a:gd name="connsiteY206" fmla="*/ 2049140 h 2323145"/>
              <a:gd name="connsiteX207" fmla="*/ 2381172 w 11269336"/>
              <a:gd name="connsiteY207" fmla="*/ 2030645 h 2323145"/>
              <a:gd name="connsiteX208" fmla="*/ 2360198 w 11269336"/>
              <a:gd name="connsiteY208" fmla="*/ 2029059 h 2323145"/>
              <a:gd name="connsiteX209" fmla="*/ 2348815 w 11269336"/>
              <a:gd name="connsiteY209" fmla="*/ 2026798 h 2323145"/>
              <a:gd name="connsiteX210" fmla="*/ 2347988 w 11269336"/>
              <a:gd name="connsiteY210" fmla="*/ 2025745 h 2323145"/>
              <a:gd name="connsiteX211" fmla="*/ 2312920 w 11269336"/>
              <a:gd name="connsiteY211" fmla="*/ 2036311 h 2323145"/>
              <a:gd name="connsiteX212" fmla="*/ 2307986 w 11269336"/>
              <a:gd name="connsiteY212" fmla="*/ 2035583 h 2323145"/>
              <a:gd name="connsiteX213" fmla="*/ 2285481 w 11269336"/>
              <a:gd name="connsiteY213" fmla="*/ 2045197 h 2323145"/>
              <a:gd name="connsiteX214" fmla="*/ 2273666 w 11269336"/>
              <a:gd name="connsiteY214" fmla="*/ 2048710 h 2323145"/>
              <a:gd name="connsiteX215" fmla="*/ 2270719 w 11269336"/>
              <a:gd name="connsiteY215" fmla="*/ 2052702 h 2323145"/>
              <a:gd name="connsiteX216" fmla="*/ 2253080 w 11269336"/>
              <a:gd name="connsiteY216" fmla="*/ 2056363 h 2323145"/>
              <a:gd name="connsiteX217" fmla="*/ 2250906 w 11269336"/>
              <a:gd name="connsiteY217" fmla="*/ 2055654 h 2323145"/>
              <a:gd name="connsiteX218" fmla="*/ 2236905 w 11269336"/>
              <a:gd name="connsiteY218" fmla="*/ 2062882 h 2323145"/>
              <a:gd name="connsiteX219" fmla="*/ 2225830 w 11269336"/>
              <a:gd name="connsiteY219" fmla="*/ 2074027 h 2323145"/>
              <a:gd name="connsiteX220" fmla="*/ 2073776 w 11269336"/>
              <a:gd name="connsiteY220" fmla="*/ 2089244 h 2323145"/>
              <a:gd name="connsiteX221" fmla="*/ 1948256 w 11269336"/>
              <a:gd name="connsiteY221" fmla="*/ 2146616 h 2323145"/>
              <a:gd name="connsiteX222" fmla="*/ 1865582 w 11269336"/>
              <a:gd name="connsiteY222" fmla="*/ 2153738 h 2323145"/>
              <a:gd name="connsiteX223" fmla="*/ 1835210 w 11269336"/>
              <a:gd name="connsiteY223" fmla="*/ 2134244 h 2323145"/>
              <a:gd name="connsiteX224" fmla="*/ 1632661 w 11269336"/>
              <a:gd name="connsiteY224" fmla="*/ 2173882 h 2323145"/>
              <a:gd name="connsiteX225" fmla="*/ 1579590 w 11269336"/>
              <a:gd name="connsiteY225" fmla="*/ 2173680 h 2323145"/>
              <a:gd name="connsiteX226" fmla="*/ 1535601 w 11269336"/>
              <a:gd name="connsiteY226" fmla="*/ 2194590 h 2323145"/>
              <a:gd name="connsiteX227" fmla="*/ 1515594 w 11269336"/>
              <a:gd name="connsiteY227" fmla="*/ 2189622 h 2323145"/>
              <a:gd name="connsiteX228" fmla="*/ 1512113 w 11269336"/>
              <a:gd name="connsiteY228" fmla="*/ 2188534 h 2323145"/>
              <a:gd name="connsiteX229" fmla="*/ 1498838 w 11269336"/>
              <a:gd name="connsiteY229" fmla="*/ 2189213 h 2323145"/>
              <a:gd name="connsiteX230" fmla="*/ 1494279 w 11269336"/>
              <a:gd name="connsiteY230" fmla="*/ 2183112 h 2323145"/>
              <a:gd name="connsiteX231" fmla="*/ 1473714 w 11269336"/>
              <a:gd name="connsiteY231" fmla="*/ 2179625 h 2323145"/>
              <a:gd name="connsiteX232" fmla="*/ 1449503 w 11269336"/>
              <a:gd name="connsiteY232" fmla="*/ 2182633 h 2323145"/>
              <a:gd name="connsiteX233" fmla="*/ 1266687 w 11269336"/>
              <a:gd name="connsiteY233" fmla="*/ 2212688 h 2323145"/>
              <a:gd name="connsiteX234" fmla="*/ 1239614 w 11269336"/>
              <a:gd name="connsiteY234" fmla="*/ 2209727 h 2323145"/>
              <a:gd name="connsiteX235" fmla="*/ 1202436 w 11269336"/>
              <a:gd name="connsiteY235" fmla="*/ 2209817 h 2323145"/>
              <a:gd name="connsiteX236" fmla="*/ 1136097 w 11269336"/>
              <a:gd name="connsiteY236" fmla="*/ 2205112 h 2323145"/>
              <a:gd name="connsiteX237" fmla="*/ 988232 w 11269336"/>
              <a:gd name="connsiteY237" fmla="*/ 2235635 h 2323145"/>
              <a:gd name="connsiteX238" fmla="*/ 981959 w 11269336"/>
              <a:gd name="connsiteY238" fmla="*/ 2231607 h 2323145"/>
              <a:gd name="connsiteX239" fmla="*/ 938600 w 11269336"/>
              <a:gd name="connsiteY239" fmla="*/ 2238113 h 2323145"/>
              <a:gd name="connsiteX240" fmla="*/ 791788 w 11269336"/>
              <a:gd name="connsiteY240" fmla="*/ 2293224 h 2323145"/>
              <a:gd name="connsiteX241" fmla="*/ 706914 w 11269336"/>
              <a:gd name="connsiteY241" fmla="*/ 2305046 h 2323145"/>
              <a:gd name="connsiteX242" fmla="*/ 675971 w 11269336"/>
              <a:gd name="connsiteY242" fmla="*/ 2304030 h 2323145"/>
              <a:gd name="connsiteX243" fmla="*/ 624180 w 11269336"/>
              <a:gd name="connsiteY243" fmla="*/ 2302650 h 2323145"/>
              <a:gd name="connsiteX244" fmla="*/ 583453 w 11269336"/>
              <a:gd name="connsiteY244" fmla="*/ 2288788 h 2323145"/>
              <a:gd name="connsiteX245" fmla="*/ 540946 w 11269336"/>
              <a:gd name="connsiteY245" fmla="*/ 2292721 h 2323145"/>
              <a:gd name="connsiteX246" fmla="*/ 533680 w 11269336"/>
              <a:gd name="connsiteY246" fmla="*/ 2310233 h 2323145"/>
              <a:gd name="connsiteX247" fmla="*/ 487366 w 11269336"/>
              <a:gd name="connsiteY247" fmla="*/ 2309053 h 2323145"/>
              <a:gd name="connsiteX248" fmla="*/ 416820 w 11269336"/>
              <a:gd name="connsiteY248" fmla="*/ 2305443 h 2323145"/>
              <a:gd name="connsiteX249" fmla="*/ 376805 w 11269336"/>
              <a:gd name="connsiteY249" fmla="*/ 2307647 h 2323145"/>
              <a:gd name="connsiteX250" fmla="*/ 266777 w 11269336"/>
              <a:gd name="connsiteY250" fmla="*/ 2309012 h 2323145"/>
              <a:gd name="connsiteX251" fmla="*/ 156013 w 11269336"/>
              <a:gd name="connsiteY251" fmla="*/ 2306832 h 2323145"/>
              <a:gd name="connsiteX252" fmla="*/ 87258 w 11269336"/>
              <a:gd name="connsiteY252" fmla="*/ 2285511 h 2323145"/>
              <a:gd name="connsiteX253" fmla="*/ 23798 w 11269336"/>
              <a:gd name="connsiteY253" fmla="*/ 2281822 h 2323145"/>
              <a:gd name="connsiteX254" fmla="*/ 0 w 11269336"/>
              <a:gd name="connsiteY254" fmla="*/ 2285369 h 2323145"/>
              <a:gd name="connsiteX255" fmla="*/ 0 w 11269336"/>
              <a:gd name="connsiteY25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05765 w 11269336"/>
              <a:gd name="connsiteY144" fmla="*/ 2199902 h 2323145"/>
              <a:gd name="connsiteX145" fmla="*/ 4401354 w 11269336"/>
              <a:gd name="connsiteY145" fmla="*/ 2194745 h 2323145"/>
              <a:gd name="connsiteX146" fmla="*/ 4366646 w 11269336"/>
              <a:gd name="connsiteY146" fmla="*/ 2198564 h 2323145"/>
              <a:gd name="connsiteX147" fmla="*/ 4354009 w 11269336"/>
              <a:gd name="connsiteY147" fmla="*/ 2204984 h 2323145"/>
              <a:gd name="connsiteX148" fmla="*/ 4348284 w 11269336"/>
              <a:gd name="connsiteY148" fmla="*/ 2205270 h 2323145"/>
              <a:gd name="connsiteX149" fmla="*/ 4333906 w 11269336"/>
              <a:gd name="connsiteY149" fmla="*/ 2205251 h 2323145"/>
              <a:gd name="connsiteX150" fmla="*/ 4308819 w 11269336"/>
              <a:gd name="connsiteY150" fmla="*/ 2203822 h 2323145"/>
              <a:gd name="connsiteX151" fmla="*/ 4301210 w 11269336"/>
              <a:gd name="connsiteY151" fmla="*/ 2204456 h 2323145"/>
              <a:gd name="connsiteX152" fmla="*/ 4283095 w 11269336"/>
              <a:gd name="connsiteY152" fmla="*/ 2198177 h 2323145"/>
              <a:gd name="connsiteX153" fmla="*/ 4250119 w 11269336"/>
              <a:gd name="connsiteY153" fmla="*/ 2196342 h 2323145"/>
              <a:gd name="connsiteX154" fmla="*/ 4189203 w 11269336"/>
              <a:gd name="connsiteY154" fmla="*/ 2178994 h 2323145"/>
              <a:gd name="connsiteX155" fmla="*/ 4154035 w 11269336"/>
              <a:gd name="connsiteY155" fmla="*/ 2171950 h 2323145"/>
              <a:gd name="connsiteX156" fmla="*/ 4129569 w 11269336"/>
              <a:gd name="connsiteY156" fmla="*/ 2163850 h 2323145"/>
              <a:gd name="connsiteX157" fmla="*/ 4061250 w 11269336"/>
              <a:gd name="connsiteY157" fmla="*/ 2159236 h 2323145"/>
              <a:gd name="connsiteX158" fmla="*/ 3945480 w 11269336"/>
              <a:gd name="connsiteY158" fmla="*/ 2158279 h 2323145"/>
              <a:gd name="connsiteX159" fmla="*/ 3921468 w 11269336"/>
              <a:gd name="connsiteY159" fmla="*/ 2156588 h 2323145"/>
              <a:gd name="connsiteX160" fmla="*/ 3903348 w 11269336"/>
              <a:gd name="connsiteY160" fmla="*/ 2149220 h 2323145"/>
              <a:gd name="connsiteX161" fmla="*/ 3901342 w 11269336"/>
              <a:gd name="connsiteY161" fmla="*/ 2142355 h 2323145"/>
              <a:gd name="connsiteX162" fmla="*/ 3888539 w 11269336"/>
              <a:gd name="connsiteY162" fmla="*/ 2140476 h 2323145"/>
              <a:gd name="connsiteX163" fmla="*/ 3885662 w 11269336"/>
              <a:gd name="connsiteY163" fmla="*/ 2138740 h 2323145"/>
              <a:gd name="connsiteX164" fmla="*/ 3868627 w 11269336"/>
              <a:gd name="connsiteY164" fmla="*/ 2130023 h 2323145"/>
              <a:gd name="connsiteX165" fmla="*/ 3819177 w 11269336"/>
              <a:gd name="connsiteY165" fmla="*/ 2142111 h 2323145"/>
              <a:gd name="connsiteX166" fmla="*/ 3769100 w 11269336"/>
              <a:gd name="connsiteY166" fmla="*/ 2131731 h 2323145"/>
              <a:gd name="connsiteX167" fmla="*/ 3562752 w 11269336"/>
              <a:gd name="connsiteY167" fmla="*/ 2131785 h 2323145"/>
              <a:gd name="connsiteX168" fmla="*/ 3541402 w 11269336"/>
              <a:gd name="connsiteY168" fmla="*/ 2106821 h 2323145"/>
              <a:gd name="connsiteX169" fmla="*/ 3365341 w 11269336"/>
              <a:gd name="connsiteY169" fmla="*/ 2077638 h 2323145"/>
              <a:gd name="connsiteX170" fmla="*/ 3170922 w 11269336"/>
              <a:gd name="connsiteY170" fmla="*/ 2115957 h 2323145"/>
              <a:gd name="connsiteX171" fmla="*/ 3156256 w 11269336"/>
              <a:gd name="connsiteY171" fmla="*/ 2124773 h 2323145"/>
              <a:gd name="connsiteX172" fmla="*/ 3140298 w 11269336"/>
              <a:gd name="connsiteY172" fmla="*/ 2129182 h 2323145"/>
              <a:gd name="connsiteX173" fmla="*/ 3138514 w 11269336"/>
              <a:gd name="connsiteY173" fmla="*/ 2128069 h 2323145"/>
              <a:gd name="connsiteX174" fmla="*/ 3120467 w 11269336"/>
              <a:gd name="connsiteY174" fmla="*/ 2128281 h 2323145"/>
              <a:gd name="connsiteX175" fmla="*/ 3116175 w 11269336"/>
              <a:gd name="connsiteY175" fmla="*/ 2131633 h 2323145"/>
              <a:gd name="connsiteX176" fmla="*/ 3103685 w 11269336"/>
              <a:gd name="connsiteY176" fmla="*/ 2132814 h 2323145"/>
              <a:gd name="connsiteX177" fmla="*/ 3078794 w 11269336"/>
              <a:gd name="connsiteY177" fmla="*/ 2137935 h 2323145"/>
              <a:gd name="connsiteX178" fmla="*/ 3074407 w 11269336"/>
              <a:gd name="connsiteY178" fmla="*/ 2136274 h 2323145"/>
              <a:gd name="connsiteX179" fmla="*/ 3037285 w 11269336"/>
              <a:gd name="connsiteY179" fmla="*/ 2139919 h 2323145"/>
              <a:gd name="connsiteX180" fmla="*/ 3036901 w 11269336"/>
              <a:gd name="connsiteY180" fmla="*/ 2138726 h 2323145"/>
              <a:gd name="connsiteX181" fmla="*/ 3026996 w 11269336"/>
              <a:gd name="connsiteY181" fmla="*/ 2134322 h 2323145"/>
              <a:gd name="connsiteX182" fmla="*/ 3007772 w 11269336"/>
              <a:gd name="connsiteY182" fmla="*/ 2128742 h 2323145"/>
              <a:gd name="connsiteX183" fmla="*/ 2965030 w 11269336"/>
              <a:gd name="connsiteY183" fmla="*/ 2100494 h 2323145"/>
              <a:gd name="connsiteX184" fmla="*/ 2926342 w 11269336"/>
              <a:gd name="connsiteY184" fmla="*/ 2104155 h 2323145"/>
              <a:gd name="connsiteX185" fmla="*/ 2918608 w 11269336"/>
              <a:gd name="connsiteY185" fmla="*/ 2104215 h 2323145"/>
              <a:gd name="connsiteX186" fmla="*/ 2918475 w 11269336"/>
              <a:gd name="connsiteY186" fmla="*/ 2103937 h 2323145"/>
              <a:gd name="connsiteX187" fmla="*/ 2910360 w 11269336"/>
              <a:gd name="connsiteY187" fmla="*/ 2103444 h 2323145"/>
              <a:gd name="connsiteX188" fmla="*/ 2904507 w 11269336"/>
              <a:gd name="connsiteY188" fmla="*/ 2104326 h 2323145"/>
              <a:gd name="connsiteX189" fmla="*/ 2889503 w 11269336"/>
              <a:gd name="connsiteY189" fmla="*/ 2104443 h 2323145"/>
              <a:gd name="connsiteX190" fmla="*/ 2884480 w 11269336"/>
              <a:gd name="connsiteY190" fmla="*/ 2102626 h 2323145"/>
              <a:gd name="connsiteX191" fmla="*/ 2882689 w 11269336"/>
              <a:gd name="connsiteY191" fmla="*/ 2099228 h 2323145"/>
              <a:gd name="connsiteX192" fmla="*/ 2881291 w 11269336"/>
              <a:gd name="connsiteY192" fmla="*/ 2099618 h 2323145"/>
              <a:gd name="connsiteX193" fmla="*/ 2853979 w 11269336"/>
              <a:gd name="connsiteY193" fmla="*/ 2090388 h 2323145"/>
              <a:gd name="connsiteX194" fmla="*/ 2791790 w 11269336"/>
              <a:gd name="connsiteY194" fmla="*/ 2080332 h 2323145"/>
              <a:gd name="connsiteX195" fmla="*/ 2755844 w 11269336"/>
              <a:gd name="connsiteY195" fmla="*/ 2078874 h 2323145"/>
              <a:gd name="connsiteX196" fmla="*/ 2657742 w 11269336"/>
              <a:gd name="connsiteY196" fmla="*/ 2070179 h 2323145"/>
              <a:gd name="connsiteX197" fmla="*/ 2559549 w 11269336"/>
              <a:gd name="connsiteY197" fmla="*/ 2057873 h 2323145"/>
              <a:gd name="connsiteX198" fmla="*/ 2512054 w 11269336"/>
              <a:gd name="connsiteY198" fmla="*/ 2031671 h 2323145"/>
              <a:gd name="connsiteX199" fmla="*/ 2506437 w 11269336"/>
              <a:gd name="connsiteY199" fmla="*/ 2030918 h 2323145"/>
              <a:gd name="connsiteX200" fmla="*/ 2491752 w 11269336"/>
              <a:gd name="connsiteY200" fmla="*/ 2033906 h 2323145"/>
              <a:gd name="connsiteX201" fmla="*/ 2486338 w 11269336"/>
              <a:gd name="connsiteY201" fmla="*/ 2035862 h 2323145"/>
              <a:gd name="connsiteX202" fmla="*/ 2478186 w 11269336"/>
              <a:gd name="connsiteY202" fmla="*/ 2036953 h 2323145"/>
              <a:gd name="connsiteX203" fmla="*/ 2477950 w 11269336"/>
              <a:gd name="connsiteY203" fmla="*/ 2036715 h 2323145"/>
              <a:gd name="connsiteX204" fmla="*/ 2470381 w 11269336"/>
              <a:gd name="connsiteY204" fmla="*/ 2038256 h 2323145"/>
              <a:gd name="connsiteX205" fmla="*/ 2433781 w 11269336"/>
              <a:gd name="connsiteY205" fmla="*/ 2049140 h 2323145"/>
              <a:gd name="connsiteX206" fmla="*/ 2381172 w 11269336"/>
              <a:gd name="connsiteY206" fmla="*/ 2030645 h 2323145"/>
              <a:gd name="connsiteX207" fmla="*/ 2360198 w 11269336"/>
              <a:gd name="connsiteY207" fmla="*/ 2029059 h 2323145"/>
              <a:gd name="connsiteX208" fmla="*/ 2348815 w 11269336"/>
              <a:gd name="connsiteY208" fmla="*/ 2026798 h 2323145"/>
              <a:gd name="connsiteX209" fmla="*/ 2347988 w 11269336"/>
              <a:gd name="connsiteY209" fmla="*/ 2025745 h 2323145"/>
              <a:gd name="connsiteX210" fmla="*/ 2312920 w 11269336"/>
              <a:gd name="connsiteY210" fmla="*/ 2036311 h 2323145"/>
              <a:gd name="connsiteX211" fmla="*/ 2307986 w 11269336"/>
              <a:gd name="connsiteY211" fmla="*/ 2035583 h 2323145"/>
              <a:gd name="connsiteX212" fmla="*/ 2285481 w 11269336"/>
              <a:gd name="connsiteY212" fmla="*/ 2045197 h 2323145"/>
              <a:gd name="connsiteX213" fmla="*/ 2273666 w 11269336"/>
              <a:gd name="connsiteY213" fmla="*/ 2048710 h 2323145"/>
              <a:gd name="connsiteX214" fmla="*/ 2270719 w 11269336"/>
              <a:gd name="connsiteY214" fmla="*/ 2052702 h 2323145"/>
              <a:gd name="connsiteX215" fmla="*/ 2253080 w 11269336"/>
              <a:gd name="connsiteY215" fmla="*/ 2056363 h 2323145"/>
              <a:gd name="connsiteX216" fmla="*/ 2250906 w 11269336"/>
              <a:gd name="connsiteY216" fmla="*/ 2055654 h 2323145"/>
              <a:gd name="connsiteX217" fmla="*/ 2236905 w 11269336"/>
              <a:gd name="connsiteY217" fmla="*/ 2062882 h 2323145"/>
              <a:gd name="connsiteX218" fmla="*/ 2225830 w 11269336"/>
              <a:gd name="connsiteY218" fmla="*/ 2074027 h 2323145"/>
              <a:gd name="connsiteX219" fmla="*/ 2073776 w 11269336"/>
              <a:gd name="connsiteY219" fmla="*/ 2089244 h 2323145"/>
              <a:gd name="connsiteX220" fmla="*/ 1948256 w 11269336"/>
              <a:gd name="connsiteY220" fmla="*/ 2146616 h 2323145"/>
              <a:gd name="connsiteX221" fmla="*/ 1865582 w 11269336"/>
              <a:gd name="connsiteY221" fmla="*/ 2153738 h 2323145"/>
              <a:gd name="connsiteX222" fmla="*/ 1835210 w 11269336"/>
              <a:gd name="connsiteY222" fmla="*/ 2134244 h 2323145"/>
              <a:gd name="connsiteX223" fmla="*/ 1632661 w 11269336"/>
              <a:gd name="connsiteY223" fmla="*/ 2173882 h 2323145"/>
              <a:gd name="connsiteX224" fmla="*/ 1579590 w 11269336"/>
              <a:gd name="connsiteY224" fmla="*/ 2173680 h 2323145"/>
              <a:gd name="connsiteX225" fmla="*/ 1535601 w 11269336"/>
              <a:gd name="connsiteY225" fmla="*/ 2194590 h 2323145"/>
              <a:gd name="connsiteX226" fmla="*/ 1515594 w 11269336"/>
              <a:gd name="connsiteY226" fmla="*/ 2189622 h 2323145"/>
              <a:gd name="connsiteX227" fmla="*/ 1512113 w 11269336"/>
              <a:gd name="connsiteY227" fmla="*/ 2188534 h 2323145"/>
              <a:gd name="connsiteX228" fmla="*/ 1498838 w 11269336"/>
              <a:gd name="connsiteY228" fmla="*/ 2189213 h 2323145"/>
              <a:gd name="connsiteX229" fmla="*/ 1494279 w 11269336"/>
              <a:gd name="connsiteY229" fmla="*/ 2183112 h 2323145"/>
              <a:gd name="connsiteX230" fmla="*/ 1473714 w 11269336"/>
              <a:gd name="connsiteY230" fmla="*/ 2179625 h 2323145"/>
              <a:gd name="connsiteX231" fmla="*/ 1449503 w 11269336"/>
              <a:gd name="connsiteY231" fmla="*/ 2182633 h 2323145"/>
              <a:gd name="connsiteX232" fmla="*/ 1266687 w 11269336"/>
              <a:gd name="connsiteY232" fmla="*/ 2212688 h 2323145"/>
              <a:gd name="connsiteX233" fmla="*/ 1239614 w 11269336"/>
              <a:gd name="connsiteY233" fmla="*/ 2209727 h 2323145"/>
              <a:gd name="connsiteX234" fmla="*/ 1202436 w 11269336"/>
              <a:gd name="connsiteY234" fmla="*/ 2209817 h 2323145"/>
              <a:gd name="connsiteX235" fmla="*/ 1136097 w 11269336"/>
              <a:gd name="connsiteY235" fmla="*/ 2205112 h 2323145"/>
              <a:gd name="connsiteX236" fmla="*/ 988232 w 11269336"/>
              <a:gd name="connsiteY236" fmla="*/ 2235635 h 2323145"/>
              <a:gd name="connsiteX237" fmla="*/ 981959 w 11269336"/>
              <a:gd name="connsiteY237" fmla="*/ 2231607 h 2323145"/>
              <a:gd name="connsiteX238" fmla="*/ 938600 w 11269336"/>
              <a:gd name="connsiteY238" fmla="*/ 2238113 h 2323145"/>
              <a:gd name="connsiteX239" fmla="*/ 791788 w 11269336"/>
              <a:gd name="connsiteY239" fmla="*/ 2293224 h 2323145"/>
              <a:gd name="connsiteX240" fmla="*/ 706914 w 11269336"/>
              <a:gd name="connsiteY240" fmla="*/ 2305046 h 2323145"/>
              <a:gd name="connsiteX241" fmla="*/ 675971 w 11269336"/>
              <a:gd name="connsiteY241" fmla="*/ 2304030 h 2323145"/>
              <a:gd name="connsiteX242" fmla="*/ 624180 w 11269336"/>
              <a:gd name="connsiteY242" fmla="*/ 2302650 h 2323145"/>
              <a:gd name="connsiteX243" fmla="*/ 583453 w 11269336"/>
              <a:gd name="connsiteY243" fmla="*/ 2288788 h 2323145"/>
              <a:gd name="connsiteX244" fmla="*/ 540946 w 11269336"/>
              <a:gd name="connsiteY244" fmla="*/ 2292721 h 2323145"/>
              <a:gd name="connsiteX245" fmla="*/ 533680 w 11269336"/>
              <a:gd name="connsiteY245" fmla="*/ 2310233 h 2323145"/>
              <a:gd name="connsiteX246" fmla="*/ 487366 w 11269336"/>
              <a:gd name="connsiteY246" fmla="*/ 2309053 h 2323145"/>
              <a:gd name="connsiteX247" fmla="*/ 416820 w 11269336"/>
              <a:gd name="connsiteY247" fmla="*/ 2305443 h 2323145"/>
              <a:gd name="connsiteX248" fmla="*/ 376805 w 11269336"/>
              <a:gd name="connsiteY248" fmla="*/ 2307647 h 2323145"/>
              <a:gd name="connsiteX249" fmla="*/ 266777 w 11269336"/>
              <a:gd name="connsiteY249" fmla="*/ 2309012 h 2323145"/>
              <a:gd name="connsiteX250" fmla="*/ 156013 w 11269336"/>
              <a:gd name="connsiteY250" fmla="*/ 2306832 h 2323145"/>
              <a:gd name="connsiteX251" fmla="*/ 87258 w 11269336"/>
              <a:gd name="connsiteY251" fmla="*/ 2285511 h 2323145"/>
              <a:gd name="connsiteX252" fmla="*/ 23798 w 11269336"/>
              <a:gd name="connsiteY252" fmla="*/ 2281822 h 2323145"/>
              <a:gd name="connsiteX253" fmla="*/ 0 w 11269336"/>
              <a:gd name="connsiteY253" fmla="*/ 2285369 h 2323145"/>
              <a:gd name="connsiteX254" fmla="*/ 0 w 11269336"/>
              <a:gd name="connsiteY25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67257 w 11269336"/>
              <a:gd name="connsiteY142" fmla="*/ 2196121 h 2323145"/>
              <a:gd name="connsiteX143" fmla="*/ 4405765 w 11269336"/>
              <a:gd name="connsiteY143" fmla="*/ 2199902 h 2323145"/>
              <a:gd name="connsiteX144" fmla="*/ 4401354 w 11269336"/>
              <a:gd name="connsiteY144" fmla="*/ 2194745 h 2323145"/>
              <a:gd name="connsiteX145" fmla="*/ 4366646 w 11269336"/>
              <a:gd name="connsiteY145" fmla="*/ 2198564 h 2323145"/>
              <a:gd name="connsiteX146" fmla="*/ 4354009 w 11269336"/>
              <a:gd name="connsiteY146" fmla="*/ 2204984 h 2323145"/>
              <a:gd name="connsiteX147" fmla="*/ 4348284 w 11269336"/>
              <a:gd name="connsiteY147" fmla="*/ 2205270 h 2323145"/>
              <a:gd name="connsiteX148" fmla="*/ 4333906 w 11269336"/>
              <a:gd name="connsiteY148" fmla="*/ 2205251 h 2323145"/>
              <a:gd name="connsiteX149" fmla="*/ 4308819 w 11269336"/>
              <a:gd name="connsiteY149" fmla="*/ 2203822 h 2323145"/>
              <a:gd name="connsiteX150" fmla="*/ 4301210 w 11269336"/>
              <a:gd name="connsiteY150" fmla="*/ 2204456 h 2323145"/>
              <a:gd name="connsiteX151" fmla="*/ 4283095 w 11269336"/>
              <a:gd name="connsiteY151" fmla="*/ 2198177 h 2323145"/>
              <a:gd name="connsiteX152" fmla="*/ 4250119 w 11269336"/>
              <a:gd name="connsiteY152" fmla="*/ 2196342 h 2323145"/>
              <a:gd name="connsiteX153" fmla="*/ 4189203 w 11269336"/>
              <a:gd name="connsiteY153" fmla="*/ 2178994 h 2323145"/>
              <a:gd name="connsiteX154" fmla="*/ 4154035 w 11269336"/>
              <a:gd name="connsiteY154" fmla="*/ 2171950 h 2323145"/>
              <a:gd name="connsiteX155" fmla="*/ 4129569 w 11269336"/>
              <a:gd name="connsiteY155" fmla="*/ 2163850 h 2323145"/>
              <a:gd name="connsiteX156" fmla="*/ 4061250 w 11269336"/>
              <a:gd name="connsiteY156" fmla="*/ 2159236 h 2323145"/>
              <a:gd name="connsiteX157" fmla="*/ 3945480 w 11269336"/>
              <a:gd name="connsiteY157" fmla="*/ 2158279 h 2323145"/>
              <a:gd name="connsiteX158" fmla="*/ 3921468 w 11269336"/>
              <a:gd name="connsiteY158" fmla="*/ 2156588 h 2323145"/>
              <a:gd name="connsiteX159" fmla="*/ 3903348 w 11269336"/>
              <a:gd name="connsiteY159" fmla="*/ 2149220 h 2323145"/>
              <a:gd name="connsiteX160" fmla="*/ 3901342 w 11269336"/>
              <a:gd name="connsiteY160" fmla="*/ 2142355 h 2323145"/>
              <a:gd name="connsiteX161" fmla="*/ 3888539 w 11269336"/>
              <a:gd name="connsiteY161" fmla="*/ 2140476 h 2323145"/>
              <a:gd name="connsiteX162" fmla="*/ 3885662 w 11269336"/>
              <a:gd name="connsiteY162" fmla="*/ 2138740 h 2323145"/>
              <a:gd name="connsiteX163" fmla="*/ 3868627 w 11269336"/>
              <a:gd name="connsiteY163" fmla="*/ 2130023 h 2323145"/>
              <a:gd name="connsiteX164" fmla="*/ 3819177 w 11269336"/>
              <a:gd name="connsiteY164" fmla="*/ 2142111 h 2323145"/>
              <a:gd name="connsiteX165" fmla="*/ 3769100 w 11269336"/>
              <a:gd name="connsiteY165" fmla="*/ 2131731 h 2323145"/>
              <a:gd name="connsiteX166" fmla="*/ 3562752 w 11269336"/>
              <a:gd name="connsiteY166" fmla="*/ 2131785 h 2323145"/>
              <a:gd name="connsiteX167" fmla="*/ 3541402 w 11269336"/>
              <a:gd name="connsiteY167" fmla="*/ 2106821 h 2323145"/>
              <a:gd name="connsiteX168" fmla="*/ 3365341 w 11269336"/>
              <a:gd name="connsiteY168" fmla="*/ 2077638 h 2323145"/>
              <a:gd name="connsiteX169" fmla="*/ 3170922 w 11269336"/>
              <a:gd name="connsiteY169" fmla="*/ 2115957 h 2323145"/>
              <a:gd name="connsiteX170" fmla="*/ 3156256 w 11269336"/>
              <a:gd name="connsiteY170" fmla="*/ 2124773 h 2323145"/>
              <a:gd name="connsiteX171" fmla="*/ 3140298 w 11269336"/>
              <a:gd name="connsiteY171" fmla="*/ 2129182 h 2323145"/>
              <a:gd name="connsiteX172" fmla="*/ 3138514 w 11269336"/>
              <a:gd name="connsiteY172" fmla="*/ 2128069 h 2323145"/>
              <a:gd name="connsiteX173" fmla="*/ 3120467 w 11269336"/>
              <a:gd name="connsiteY173" fmla="*/ 2128281 h 2323145"/>
              <a:gd name="connsiteX174" fmla="*/ 3116175 w 11269336"/>
              <a:gd name="connsiteY174" fmla="*/ 2131633 h 2323145"/>
              <a:gd name="connsiteX175" fmla="*/ 3103685 w 11269336"/>
              <a:gd name="connsiteY175" fmla="*/ 2132814 h 2323145"/>
              <a:gd name="connsiteX176" fmla="*/ 3078794 w 11269336"/>
              <a:gd name="connsiteY176" fmla="*/ 2137935 h 2323145"/>
              <a:gd name="connsiteX177" fmla="*/ 3074407 w 11269336"/>
              <a:gd name="connsiteY177" fmla="*/ 2136274 h 2323145"/>
              <a:gd name="connsiteX178" fmla="*/ 3037285 w 11269336"/>
              <a:gd name="connsiteY178" fmla="*/ 2139919 h 2323145"/>
              <a:gd name="connsiteX179" fmla="*/ 3036901 w 11269336"/>
              <a:gd name="connsiteY179" fmla="*/ 2138726 h 2323145"/>
              <a:gd name="connsiteX180" fmla="*/ 3026996 w 11269336"/>
              <a:gd name="connsiteY180" fmla="*/ 2134322 h 2323145"/>
              <a:gd name="connsiteX181" fmla="*/ 3007772 w 11269336"/>
              <a:gd name="connsiteY181" fmla="*/ 2128742 h 2323145"/>
              <a:gd name="connsiteX182" fmla="*/ 2965030 w 11269336"/>
              <a:gd name="connsiteY182" fmla="*/ 2100494 h 2323145"/>
              <a:gd name="connsiteX183" fmla="*/ 2926342 w 11269336"/>
              <a:gd name="connsiteY183" fmla="*/ 2104155 h 2323145"/>
              <a:gd name="connsiteX184" fmla="*/ 2918608 w 11269336"/>
              <a:gd name="connsiteY184" fmla="*/ 2104215 h 2323145"/>
              <a:gd name="connsiteX185" fmla="*/ 2918475 w 11269336"/>
              <a:gd name="connsiteY185" fmla="*/ 2103937 h 2323145"/>
              <a:gd name="connsiteX186" fmla="*/ 2910360 w 11269336"/>
              <a:gd name="connsiteY186" fmla="*/ 2103444 h 2323145"/>
              <a:gd name="connsiteX187" fmla="*/ 2904507 w 11269336"/>
              <a:gd name="connsiteY187" fmla="*/ 2104326 h 2323145"/>
              <a:gd name="connsiteX188" fmla="*/ 2889503 w 11269336"/>
              <a:gd name="connsiteY188" fmla="*/ 2104443 h 2323145"/>
              <a:gd name="connsiteX189" fmla="*/ 2884480 w 11269336"/>
              <a:gd name="connsiteY189" fmla="*/ 2102626 h 2323145"/>
              <a:gd name="connsiteX190" fmla="*/ 2882689 w 11269336"/>
              <a:gd name="connsiteY190" fmla="*/ 2099228 h 2323145"/>
              <a:gd name="connsiteX191" fmla="*/ 2881291 w 11269336"/>
              <a:gd name="connsiteY191" fmla="*/ 2099618 h 2323145"/>
              <a:gd name="connsiteX192" fmla="*/ 2853979 w 11269336"/>
              <a:gd name="connsiteY192" fmla="*/ 2090388 h 2323145"/>
              <a:gd name="connsiteX193" fmla="*/ 2791790 w 11269336"/>
              <a:gd name="connsiteY193" fmla="*/ 2080332 h 2323145"/>
              <a:gd name="connsiteX194" fmla="*/ 2755844 w 11269336"/>
              <a:gd name="connsiteY194" fmla="*/ 2078874 h 2323145"/>
              <a:gd name="connsiteX195" fmla="*/ 2657742 w 11269336"/>
              <a:gd name="connsiteY195" fmla="*/ 2070179 h 2323145"/>
              <a:gd name="connsiteX196" fmla="*/ 2559549 w 11269336"/>
              <a:gd name="connsiteY196" fmla="*/ 2057873 h 2323145"/>
              <a:gd name="connsiteX197" fmla="*/ 2512054 w 11269336"/>
              <a:gd name="connsiteY197" fmla="*/ 2031671 h 2323145"/>
              <a:gd name="connsiteX198" fmla="*/ 2506437 w 11269336"/>
              <a:gd name="connsiteY198" fmla="*/ 2030918 h 2323145"/>
              <a:gd name="connsiteX199" fmla="*/ 2491752 w 11269336"/>
              <a:gd name="connsiteY199" fmla="*/ 2033906 h 2323145"/>
              <a:gd name="connsiteX200" fmla="*/ 2486338 w 11269336"/>
              <a:gd name="connsiteY200" fmla="*/ 2035862 h 2323145"/>
              <a:gd name="connsiteX201" fmla="*/ 2478186 w 11269336"/>
              <a:gd name="connsiteY201" fmla="*/ 2036953 h 2323145"/>
              <a:gd name="connsiteX202" fmla="*/ 2477950 w 11269336"/>
              <a:gd name="connsiteY202" fmla="*/ 2036715 h 2323145"/>
              <a:gd name="connsiteX203" fmla="*/ 2470381 w 11269336"/>
              <a:gd name="connsiteY203" fmla="*/ 2038256 h 2323145"/>
              <a:gd name="connsiteX204" fmla="*/ 2433781 w 11269336"/>
              <a:gd name="connsiteY204" fmla="*/ 2049140 h 2323145"/>
              <a:gd name="connsiteX205" fmla="*/ 2381172 w 11269336"/>
              <a:gd name="connsiteY205" fmla="*/ 2030645 h 2323145"/>
              <a:gd name="connsiteX206" fmla="*/ 2360198 w 11269336"/>
              <a:gd name="connsiteY206" fmla="*/ 2029059 h 2323145"/>
              <a:gd name="connsiteX207" fmla="*/ 2348815 w 11269336"/>
              <a:gd name="connsiteY207" fmla="*/ 2026798 h 2323145"/>
              <a:gd name="connsiteX208" fmla="*/ 2347988 w 11269336"/>
              <a:gd name="connsiteY208" fmla="*/ 2025745 h 2323145"/>
              <a:gd name="connsiteX209" fmla="*/ 2312920 w 11269336"/>
              <a:gd name="connsiteY209" fmla="*/ 2036311 h 2323145"/>
              <a:gd name="connsiteX210" fmla="*/ 2307986 w 11269336"/>
              <a:gd name="connsiteY210" fmla="*/ 2035583 h 2323145"/>
              <a:gd name="connsiteX211" fmla="*/ 2285481 w 11269336"/>
              <a:gd name="connsiteY211" fmla="*/ 2045197 h 2323145"/>
              <a:gd name="connsiteX212" fmla="*/ 2273666 w 11269336"/>
              <a:gd name="connsiteY212" fmla="*/ 2048710 h 2323145"/>
              <a:gd name="connsiteX213" fmla="*/ 2270719 w 11269336"/>
              <a:gd name="connsiteY213" fmla="*/ 2052702 h 2323145"/>
              <a:gd name="connsiteX214" fmla="*/ 2253080 w 11269336"/>
              <a:gd name="connsiteY214" fmla="*/ 2056363 h 2323145"/>
              <a:gd name="connsiteX215" fmla="*/ 2250906 w 11269336"/>
              <a:gd name="connsiteY215" fmla="*/ 2055654 h 2323145"/>
              <a:gd name="connsiteX216" fmla="*/ 2236905 w 11269336"/>
              <a:gd name="connsiteY216" fmla="*/ 2062882 h 2323145"/>
              <a:gd name="connsiteX217" fmla="*/ 2225830 w 11269336"/>
              <a:gd name="connsiteY217" fmla="*/ 2074027 h 2323145"/>
              <a:gd name="connsiteX218" fmla="*/ 2073776 w 11269336"/>
              <a:gd name="connsiteY218" fmla="*/ 2089244 h 2323145"/>
              <a:gd name="connsiteX219" fmla="*/ 1948256 w 11269336"/>
              <a:gd name="connsiteY219" fmla="*/ 2146616 h 2323145"/>
              <a:gd name="connsiteX220" fmla="*/ 1865582 w 11269336"/>
              <a:gd name="connsiteY220" fmla="*/ 2153738 h 2323145"/>
              <a:gd name="connsiteX221" fmla="*/ 1835210 w 11269336"/>
              <a:gd name="connsiteY221" fmla="*/ 2134244 h 2323145"/>
              <a:gd name="connsiteX222" fmla="*/ 1632661 w 11269336"/>
              <a:gd name="connsiteY222" fmla="*/ 2173882 h 2323145"/>
              <a:gd name="connsiteX223" fmla="*/ 1579590 w 11269336"/>
              <a:gd name="connsiteY223" fmla="*/ 2173680 h 2323145"/>
              <a:gd name="connsiteX224" fmla="*/ 1535601 w 11269336"/>
              <a:gd name="connsiteY224" fmla="*/ 2194590 h 2323145"/>
              <a:gd name="connsiteX225" fmla="*/ 1515594 w 11269336"/>
              <a:gd name="connsiteY225" fmla="*/ 2189622 h 2323145"/>
              <a:gd name="connsiteX226" fmla="*/ 1512113 w 11269336"/>
              <a:gd name="connsiteY226" fmla="*/ 2188534 h 2323145"/>
              <a:gd name="connsiteX227" fmla="*/ 1498838 w 11269336"/>
              <a:gd name="connsiteY227" fmla="*/ 2189213 h 2323145"/>
              <a:gd name="connsiteX228" fmla="*/ 1494279 w 11269336"/>
              <a:gd name="connsiteY228" fmla="*/ 2183112 h 2323145"/>
              <a:gd name="connsiteX229" fmla="*/ 1473714 w 11269336"/>
              <a:gd name="connsiteY229" fmla="*/ 2179625 h 2323145"/>
              <a:gd name="connsiteX230" fmla="*/ 1449503 w 11269336"/>
              <a:gd name="connsiteY230" fmla="*/ 2182633 h 2323145"/>
              <a:gd name="connsiteX231" fmla="*/ 1266687 w 11269336"/>
              <a:gd name="connsiteY231" fmla="*/ 2212688 h 2323145"/>
              <a:gd name="connsiteX232" fmla="*/ 1239614 w 11269336"/>
              <a:gd name="connsiteY232" fmla="*/ 2209727 h 2323145"/>
              <a:gd name="connsiteX233" fmla="*/ 1202436 w 11269336"/>
              <a:gd name="connsiteY233" fmla="*/ 2209817 h 2323145"/>
              <a:gd name="connsiteX234" fmla="*/ 1136097 w 11269336"/>
              <a:gd name="connsiteY234" fmla="*/ 2205112 h 2323145"/>
              <a:gd name="connsiteX235" fmla="*/ 988232 w 11269336"/>
              <a:gd name="connsiteY235" fmla="*/ 2235635 h 2323145"/>
              <a:gd name="connsiteX236" fmla="*/ 981959 w 11269336"/>
              <a:gd name="connsiteY236" fmla="*/ 2231607 h 2323145"/>
              <a:gd name="connsiteX237" fmla="*/ 938600 w 11269336"/>
              <a:gd name="connsiteY237" fmla="*/ 2238113 h 2323145"/>
              <a:gd name="connsiteX238" fmla="*/ 791788 w 11269336"/>
              <a:gd name="connsiteY238" fmla="*/ 2293224 h 2323145"/>
              <a:gd name="connsiteX239" fmla="*/ 706914 w 11269336"/>
              <a:gd name="connsiteY239" fmla="*/ 2305046 h 2323145"/>
              <a:gd name="connsiteX240" fmla="*/ 675971 w 11269336"/>
              <a:gd name="connsiteY240" fmla="*/ 2304030 h 2323145"/>
              <a:gd name="connsiteX241" fmla="*/ 624180 w 11269336"/>
              <a:gd name="connsiteY241" fmla="*/ 2302650 h 2323145"/>
              <a:gd name="connsiteX242" fmla="*/ 583453 w 11269336"/>
              <a:gd name="connsiteY242" fmla="*/ 2288788 h 2323145"/>
              <a:gd name="connsiteX243" fmla="*/ 540946 w 11269336"/>
              <a:gd name="connsiteY243" fmla="*/ 2292721 h 2323145"/>
              <a:gd name="connsiteX244" fmla="*/ 533680 w 11269336"/>
              <a:gd name="connsiteY244" fmla="*/ 2310233 h 2323145"/>
              <a:gd name="connsiteX245" fmla="*/ 487366 w 11269336"/>
              <a:gd name="connsiteY245" fmla="*/ 2309053 h 2323145"/>
              <a:gd name="connsiteX246" fmla="*/ 416820 w 11269336"/>
              <a:gd name="connsiteY246" fmla="*/ 2305443 h 2323145"/>
              <a:gd name="connsiteX247" fmla="*/ 376805 w 11269336"/>
              <a:gd name="connsiteY247" fmla="*/ 2307647 h 2323145"/>
              <a:gd name="connsiteX248" fmla="*/ 266777 w 11269336"/>
              <a:gd name="connsiteY248" fmla="*/ 2309012 h 2323145"/>
              <a:gd name="connsiteX249" fmla="*/ 156013 w 11269336"/>
              <a:gd name="connsiteY249" fmla="*/ 2306832 h 2323145"/>
              <a:gd name="connsiteX250" fmla="*/ 87258 w 11269336"/>
              <a:gd name="connsiteY250" fmla="*/ 2285511 h 2323145"/>
              <a:gd name="connsiteX251" fmla="*/ 23798 w 11269336"/>
              <a:gd name="connsiteY251" fmla="*/ 2281822 h 2323145"/>
              <a:gd name="connsiteX252" fmla="*/ 0 w 11269336"/>
              <a:gd name="connsiteY252" fmla="*/ 2285369 h 2323145"/>
              <a:gd name="connsiteX253" fmla="*/ 0 w 11269336"/>
              <a:gd name="connsiteY25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67257 w 11269336"/>
              <a:gd name="connsiteY141" fmla="*/ 2196121 h 2323145"/>
              <a:gd name="connsiteX142" fmla="*/ 4405765 w 11269336"/>
              <a:gd name="connsiteY142" fmla="*/ 2199902 h 2323145"/>
              <a:gd name="connsiteX143" fmla="*/ 4401354 w 11269336"/>
              <a:gd name="connsiteY143" fmla="*/ 2194745 h 2323145"/>
              <a:gd name="connsiteX144" fmla="*/ 4366646 w 11269336"/>
              <a:gd name="connsiteY144" fmla="*/ 2198564 h 2323145"/>
              <a:gd name="connsiteX145" fmla="*/ 4354009 w 11269336"/>
              <a:gd name="connsiteY145" fmla="*/ 2204984 h 2323145"/>
              <a:gd name="connsiteX146" fmla="*/ 4348284 w 11269336"/>
              <a:gd name="connsiteY146" fmla="*/ 2205270 h 2323145"/>
              <a:gd name="connsiteX147" fmla="*/ 4333906 w 11269336"/>
              <a:gd name="connsiteY147" fmla="*/ 2205251 h 2323145"/>
              <a:gd name="connsiteX148" fmla="*/ 4308819 w 11269336"/>
              <a:gd name="connsiteY148" fmla="*/ 2203822 h 2323145"/>
              <a:gd name="connsiteX149" fmla="*/ 4301210 w 11269336"/>
              <a:gd name="connsiteY149" fmla="*/ 2204456 h 2323145"/>
              <a:gd name="connsiteX150" fmla="*/ 4283095 w 11269336"/>
              <a:gd name="connsiteY150" fmla="*/ 2198177 h 2323145"/>
              <a:gd name="connsiteX151" fmla="*/ 4250119 w 11269336"/>
              <a:gd name="connsiteY151" fmla="*/ 2196342 h 2323145"/>
              <a:gd name="connsiteX152" fmla="*/ 4189203 w 11269336"/>
              <a:gd name="connsiteY152" fmla="*/ 2178994 h 2323145"/>
              <a:gd name="connsiteX153" fmla="*/ 4154035 w 11269336"/>
              <a:gd name="connsiteY153" fmla="*/ 2171950 h 2323145"/>
              <a:gd name="connsiteX154" fmla="*/ 4129569 w 11269336"/>
              <a:gd name="connsiteY154" fmla="*/ 2163850 h 2323145"/>
              <a:gd name="connsiteX155" fmla="*/ 4061250 w 11269336"/>
              <a:gd name="connsiteY155" fmla="*/ 2159236 h 2323145"/>
              <a:gd name="connsiteX156" fmla="*/ 3945480 w 11269336"/>
              <a:gd name="connsiteY156" fmla="*/ 2158279 h 2323145"/>
              <a:gd name="connsiteX157" fmla="*/ 3921468 w 11269336"/>
              <a:gd name="connsiteY157" fmla="*/ 2156588 h 2323145"/>
              <a:gd name="connsiteX158" fmla="*/ 3903348 w 11269336"/>
              <a:gd name="connsiteY158" fmla="*/ 2149220 h 2323145"/>
              <a:gd name="connsiteX159" fmla="*/ 3901342 w 11269336"/>
              <a:gd name="connsiteY159" fmla="*/ 2142355 h 2323145"/>
              <a:gd name="connsiteX160" fmla="*/ 3888539 w 11269336"/>
              <a:gd name="connsiteY160" fmla="*/ 2140476 h 2323145"/>
              <a:gd name="connsiteX161" fmla="*/ 3885662 w 11269336"/>
              <a:gd name="connsiteY161" fmla="*/ 2138740 h 2323145"/>
              <a:gd name="connsiteX162" fmla="*/ 3868627 w 11269336"/>
              <a:gd name="connsiteY162" fmla="*/ 2130023 h 2323145"/>
              <a:gd name="connsiteX163" fmla="*/ 3819177 w 11269336"/>
              <a:gd name="connsiteY163" fmla="*/ 2142111 h 2323145"/>
              <a:gd name="connsiteX164" fmla="*/ 3769100 w 11269336"/>
              <a:gd name="connsiteY164" fmla="*/ 2131731 h 2323145"/>
              <a:gd name="connsiteX165" fmla="*/ 3562752 w 11269336"/>
              <a:gd name="connsiteY165" fmla="*/ 2131785 h 2323145"/>
              <a:gd name="connsiteX166" fmla="*/ 3541402 w 11269336"/>
              <a:gd name="connsiteY166" fmla="*/ 2106821 h 2323145"/>
              <a:gd name="connsiteX167" fmla="*/ 3365341 w 11269336"/>
              <a:gd name="connsiteY167" fmla="*/ 2077638 h 2323145"/>
              <a:gd name="connsiteX168" fmla="*/ 3170922 w 11269336"/>
              <a:gd name="connsiteY168" fmla="*/ 2115957 h 2323145"/>
              <a:gd name="connsiteX169" fmla="*/ 3156256 w 11269336"/>
              <a:gd name="connsiteY169" fmla="*/ 2124773 h 2323145"/>
              <a:gd name="connsiteX170" fmla="*/ 3140298 w 11269336"/>
              <a:gd name="connsiteY170" fmla="*/ 2129182 h 2323145"/>
              <a:gd name="connsiteX171" fmla="*/ 3138514 w 11269336"/>
              <a:gd name="connsiteY171" fmla="*/ 2128069 h 2323145"/>
              <a:gd name="connsiteX172" fmla="*/ 3120467 w 11269336"/>
              <a:gd name="connsiteY172" fmla="*/ 2128281 h 2323145"/>
              <a:gd name="connsiteX173" fmla="*/ 3116175 w 11269336"/>
              <a:gd name="connsiteY173" fmla="*/ 2131633 h 2323145"/>
              <a:gd name="connsiteX174" fmla="*/ 3103685 w 11269336"/>
              <a:gd name="connsiteY174" fmla="*/ 2132814 h 2323145"/>
              <a:gd name="connsiteX175" fmla="*/ 3078794 w 11269336"/>
              <a:gd name="connsiteY175" fmla="*/ 2137935 h 2323145"/>
              <a:gd name="connsiteX176" fmla="*/ 3074407 w 11269336"/>
              <a:gd name="connsiteY176" fmla="*/ 2136274 h 2323145"/>
              <a:gd name="connsiteX177" fmla="*/ 3037285 w 11269336"/>
              <a:gd name="connsiteY177" fmla="*/ 2139919 h 2323145"/>
              <a:gd name="connsiteX178" fmla="*/ 3036901 w 11269336"/>
              <a:gd name="connsiteY178" fmla="*/ 2138726 h 2323145"/>
              <a:gd name="connsiteX179" fmla="*/ 3026996 w 11269336"/>
              <a:gd name="connsiteY179" fmla="*/ 2134322 h 2323145"/>
              <a:gd name="connsiteX180" fmla="*/ 3007772 w 11269336"/>
              <a:gd name="connsiteY180" fmla="*/ 2128742 h 2323145"/>
              <a:gd name="connsiteX181" fmla="*/ 2965030 w 11269336"/>
              <a:gd name="connsiteY181" fmla="*/ 2100494 h 2323145"/>
              <a:gd name="connsiteX182" fmla="*/ 2926342 w 11269336"/>
              <a:gd name="connsiteY182" fmla="*/ 2104155 h 2323145"/>
              <a:gd name="connsiteX183" fmla="*/ 2918608 w 11269336"/>
              <a:gd name="connsiteY183" fmla="*/ 2104215 h 2323145"/>
              <a:gd name="connsiteX184" fmla="*/ 2918475 w 11269336"/>
              <a:gd name="connsiteY184" fmla="*/ 2103937 h 2323145"/>
              <a:gd name="connsiteX185" fmla="*/ 2910360 w 11269336"/>
              <a:gd name="connsiteY185" fmla="*/ 2103444 h 2323145"/>
              <a:gd name="connsiteX186" fmla="*/ 2904507 w 11269336"/>
              <a:gd name="connsiteY186" fmla="*/ 2104326 h 2323145"/>
              <a:gd name="connsiteX187" fmla="*/ 2889503 w 11269336"/>
              <a:gd name="connsiteY187" fmla="*/ 2104443 h 2323145"/>
              <a:gd name="connsiteX188" fmla="*/ 2884480 w 11269336"/>
              <a:gd name="connsiteY188" fmla="*/ 2102626 h 2323145"/>
              <a:gd name="connsiteX189" fmla="*/ 2882689 w 11269336"/>
              <a:gd name="connsiteY189" fmla="*/ 2099228 h 2323145"/>
              <a:gd name="connsiteX190" fmla="*/ 2881291 w 11269336"/>
              <a:gd name="connsiteY190" fmla="*/ 2099618 h 2323145"/>
              <a:gd name="connsiteX191" fmla="*/ 2853979 w 11269336"/>
              <a:gd name="connsiteY191" fmla="*/ 2090388 h 2323145"/>
              <a:gd name="connsiteX192" fmla="*/ 2791790 w 11269336"/>
              <a:gd name="connsiteY192" fmla="*/ 2080332 h 2323145"/>
              <a:gd name="connsiteX193" fmla="*/ 2755844 w 11269336"/>
              <a:gd name="connsiteY193" fmla="*/ 2078874 h 2323145"/>
              <a:gd name="connsiteX194" fmla="*/ 2657742 w 11269336"/>
              <a:gd name="connsiteY194" fmla="*/ 2070179 h 2323145"/>
              <a:gd name="connsiteX195" fmla="*/ 2559549 w 11269336"/>
              <a:gd name="connsiteY195" fmla="*/ 2057873 h 2323145"/>
              <a:gd name="connsiteX196" fmla="*/ 2512054 w 11269336"/>
              <a:gd name="connsiteY196" fmla="*/ 2031671 h 2323145"/>
              <a:gd name="connsiteX197" fmla="*/ 2506437 w 11269336"/>
              <a:gd name="connsiteY197" fmla="*/ 2030918 h 2323145"/>
              <a:gd name="connsiteX198" fmla="*/ 2491752 w 11269336"/>
              <a:gd name="connsiteY198" fmla="*/ 2033906 h 2323145"/>
              <a:gd name="connsiteX199" fmla="*/ 2486338 w 11269336"/>
              <a:gd name="connsiteY199" fmla="*/ 2035862 h 2323145"/>
              <a:gd name="connsiteX200" fmla="*/ 2478186 w 11269336"/>
              <a:gd name="connsiteY200" fmla="*/ 2036953 h 2323145"/>
              <a:gd name="connsiteX201" fmla="*/ 2477950 w 11269336"/>
              <a:gd name="connsiteY201" fmla="*/ 2036715 h 2323145"/>
              <a:gd name="connsiteX202" fmla="*/ 2470381 w 11269336"/>
              <a:gd name="connsiteY202" fmla="*/ 2038256 h 2323145"/>
              <a:gd name="connsiteX203" fmla="*/ 2433781 w 11269336"/>
              <a:gd name="connsiteY203" fmla="*/ 2049140 h 2323145"/>
              <a:gd name="connsiteX204" fmla="*/ 2381172 w 11269336"/>
              <a:gd name="connsiteY204" fmla="*/ 2030645 h 2323145"/>
              <a:gd name="connsiteX205" fmla="*/ 2360198 w 11269336"/>
              <a:gd name="connsiteY205" fmla="*/ 2029059 h 2323145"/>
              <a:gd name="connsiteX206" fmla="*/ 2348815 w 11269336"/>
              <a:gd name="connsiteY206" fmla="*/ 2026798 h 2323145"/>
              <a:gd name="connsiteX207" fmla="*/ 2347988 w 11269336"/>
              <a:gd name="connsiteY207" fmla="*/ 2025745 h 2323145"/>
              <a:gd name="connsiteX208" fmla="*/ 2312920 w 11269336"/>
              <a:gd name="connsiteY208" fmla="*/ 2036311 h 2323145"/>
              <a:gd name="connsiteX209" fmla="*/ 2307986 w 11269336"/>
              <a:gd name="connsiteY209" fmla="*/ 2035583 h 2323145"/>
              <a:gd name="connsiteX210" fmla="*/ 2285481 w 11269336"/>
              <a:gd name="connsiteY210" fmla="*/ 2045197 h 2323145"/>
              <a:gd name="connsiteX211" fmla="*/ 2273666 w 11269336"/>
              <a:gd name="connsiteY211" fmla="*/ 2048710 h 2323145"/>
              <a:gd name="connsiteX212" fmla="*/ 2270719 w 11269336"/>
              <a:gd name="connsiteY212" fmla="*/ 2052702 h 2323145"/>
              <a:gd name="connsiteX213" fmla="*/ 2253080 w 11269336"/>
              <a:gd name="connsiteY213" fmla="*/ 2056363 h 2323145"/>
              <a:gd name="connsiteX214" fmla="*/ 2250906 w 11269336"/>
              <a:gd name="connsiteY214" fmla="*/ 2055654 h 2323145"/>
              <a:gd name="connsiteX215" fmla="*/ 2236905 w 11269336"/>
              <a:gd name="connsiteY215" fmla="*/ 2062882 h 2323145"/>
              <a:gd name="connsiteX216" fmla="*/ 2225830 w 11269336"/>
              <a:gd name="connsiteY216" fmla="*/ 2074027 h 2323145"/>
              <a:gd name="connsiteX217" fmla="*/ 2073776 w 11269336"/>
              <a:gd name="connsiteY217" fmla="*/ 2089244 h 2323145"/>
              <a:gd name="connsiteX218" fmla="*/ 1948256 w 11269336"/>
              <a:gd name="connsiteY218" fmla="*/ 2146616 h 2323145"/>
              <a:gd name="connsiteX219" fmla="*/ 1865582 w 11269336"/>
              <a:gd name="connsiteY219" fmla="*/ 2153738 h 2323145"/>
              <a:gd name="connsiteX220" fmla="*/ 1835210 w 11269336"/>
              <a:gd name="connsiteY220" fmla="*/ 2134244 h 2323145"/>
              <a:gd name="connsiteX221" fmla="*/ 1632661 w 11269336"/>
              <a:gd name="connsiteY221" fmla="*/ 2173882 h 2323145"/>
              <a:gd name="connsiteX222" fmla="*/ 1579590 w 11269336"/>
              <a:gd name="connsiteY222" fmla="*/ 2173680 h 2323145"/>
              <a:gd name="connsiteX223" fmla="*/ 1535601 w 11269336"/>
              <a:gd name="connsiteY223" fmla="*/ 2194590 h 2323145"/>
              <a:gd name="connsiteX224" fmla="*/ 1515594 w 11269336"/>
              <a:gd name="connsiteY224" fmla="*/ 2189622 h 2323145"/>
              <a:gd name="connsiteX225" fmla="*/ 1512113 w 11269336"/>
              <a:gd name="connsiteY225" fmla="*/ 2188534 h 2323145"/>
              <a:gd name="connsiteX226" fmla="*/ 1498838 w 11269336"/>
              <a:gd name="connsiteY226" fmla="*/ 2189213 h 2323145"/>
              <a:gd name="connsiteX227" fmla="*/ 1494279 w 11269336"/>
              <a:gd name="connsiteY227" fmla="*/ 2183112 h 2323145"/>
              <a:gd name="connsiteX228" fmla="*/ 1473714 w 11269336"/>
              <a:gd name="connsiteY228" fmla="*/ 2179625 h 2323145"/>
              <a:gd name="connsiteX229" fmla="*/ 1449503 w 11269336"/>
              <a:gd name="connsiteY229" fmla="*/ 2182633 h 2323145"/>
              <a:gd name="connsiteX230" fmla="*/ 1266687 w 11269336"/>
              <a:gd name="connsiteY230" fmla="*/ 2212688 h 2323145"/>
              <a:gd name="connsiteX231" fmla="*/ 1239614 w 11269336"/>
              <a:gd name="connsiteY231" fmla="*/ 2209727 h 2323145"/>
              <a:gd name="connsiteX232" fmla="*/ 1202436 w 11269336"/>
              <a:gd name="connsiteY232" fmla="*/ 2209817 h 2323145"/>
              <a:gd name="connsiteX233" fmla="*/ 1136097 w 11269336"/>
              <a:gd name="connsiteY233" fmla="*/ 2205112 h 2323145"/>
              <a:gd name="connsiteX234" fmla="*/ 988232 w 11269336"/>
              <a:gd name="connsiteY234" fmla="*/ 2235635 h 2323145"/>
              <a:gd name="connsiteX235" fmla="*/ 981959 w 11269336"/>
              <a:gd name="connsiteY235" fmla="*/ 2231607 h 2323145"/>
              <a:gd name="connsiteX236" fmla="*/ 938600 w 11269336"/>
              <a:gd name="connsiteY236" fmla="*/ 2238113 h 2323145"/>
              <a:gd name="connsiteX237" fmla="*/ 791788 w 11269336"/>
              <a:gd name="connsiteY237" fmla="*/ 2293224 h 2323145"/>
              <a:gd name="connsiteX238" fmla="*/ 706914 w 11269336"/>
              <a:gd name="connsiteY238" fmla="*/ 2305046 h 2323145"/>
              <a:gd name="connsiteX239" fmla="*/ 675971 w 11269336"/>
              <a:gd name="connsiteY239" fmla="*/ 2304030 h 2323145"/>
              <a:gd name="connsiteX240" fmla="*/ 624180 w 11269336"/>
              <a:gd name="connsiteY240" fmla="*/ 2302650 h 2323145"/>
              <a:gd name="connsiteX241" fmla="*/ 583453 w 11269336"/>
              <a:gd name="connsiteY241" fmla="*/ 2288788 h 2323145"/>
              <a:gd name="connsiteX242" fmla="*/ 540946 w 11269336"/>
              <a:gd name="connsiteY242" fmla="*/ 2292721 h 2323145"/>
              <a:gd name="connsiteX243" fmla="*/ 533680 w 11269336"/>
              <a:gd name="connsiteY243" fmla="*/ 2310233 h 2323145"/>
              <a:gd name="connsiteX244" fmla="*/ 487366 w 11269336"/>
              <a:gd name="connsiteY244" fmla="*/ 2309053 h 2323145"/>
              <a:gd name="connsiteX245" fmla="*/ 416820 w 11269336"/>
              <a:gd name="connsiteY245" fmla="*/ 2305443 h 2323145"/>
              <a:gd name="connsiteX246" fmla="*/ 376805 w 11269336"/>
              <a:gd name="connsiteY246" fmla="*/ 2307647 h 2323145"/>
              <a:gd name="connsiteX247" fmla="*/ 266777 w 11269336"/>
              <a:gd name="connsiteY247" fmla="*/ 2309012 h 2323145"/>
              <a:gd name="connsiteX248" fmla="*/ 156013 w 11269336"/>
              <a:gd name="connsiteY248" fmla="*/ 2306832 h 2323145"/>
              <a:gd name="connsiteX249" fmla="*/ 87258 w 11269336"/>
              <a:gd name="connsiteY249" fmla="*/ 2285511 h 2323145"/>
              <a:gd name="connsiteX250" fmla="*/ 23798 w 11269336"/>
              <a:gd name="connsiteY250" fmla="*/ 2281822 h 2323145"/>
              <a:gd name="connsiteX251" fmla="*/ 0 w 11269336"/>
              <a:gd name="connsiteY251" fmla="*/ 2285369 h 2323145"/>
              <a:gd name="connsiteX252" fmla="*/ 0 w 11269336"/>
              <a:gd name="connsiteY25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05765 w 11269336"/>
              <a:gd name="connsiteY141" fmla="*/ 2199902 h 2323145"/>
              <a:gd name="connsiteX142" fmla="*/ 4401354 w 11269336"/>
              <a:gd name="connsiteY142" fmla="*/ 2194745 h 2323145"/>
              <a:gd name="connsiteX143" fmla="*/ 4366646 w 11269336"/>
              <a:gd name="connsiteY143" fmla="*/ 2198564 h 2323145"/>
              <a:gd name="connsiteX144" fmla="*/ 4354009 w 11269336"/>
              <a:gd name="connsiteY144" fmla="*/ 2204984 h 2323145"/>
              <a:gd name="connsiteX145" fmla="*/ 4348284 w 11269336"/>
              <a:gd name="connsiteY145" fmla="*/ 2205270 h 2323145"/>
              <a:gd name="connsiteX146" fmla="*/ 4333906 w 11269336"/>
              <a:gd name="connsiteY146" fmla="*/ 2205251 h 2323145"/>
              <a:gd name="connsiteX147" fmla="*/ 4308819 w 11269336"/>
              <a:gd name="connsiteY147" fmla="*/ 2203822 h 2323145"/>
              <a:gd name="connsiteX148" fmla="*/ 4301210 w 11269336"/>
              <a:gd name="connsiteY148" fmla="*/ 2204456 h 2323145"/>
              <a:gd name="connsiteX149" fmla="*/ 4283095 w 11269336"/>
              <a:gd name="connsiteY149" fmla="*/ 2198177 h 2323145"/>
              <a:gd name="connsiteX150" fmla="*/ 4250119 w 11269336"/>
              <a:gd name="connsiteY150" fmla="*/ 2196342 h 2323145"/>
              <a:gd name="connsiteX151" fmla="*/ 4189203 w 11269336"/>
              <a:gd name="connsiteY151" fmla="*/ 2178994 h 2323145"/>
              <a:gd name="connsiteX152" fmla="*/ 4154035 w 11269336"/>
              <a:gd name="connsiteY152" fmla="*/ 2171950 h 2323145"/>
              <a:gd name="connsiteX153" fmla="*/ 4129569 w 11269336"/>
              <a:gd name="connsiteY153" fmla="*/ 2163850 h 2323145"/>
              <a:gd name="connsiteX154" fmla="*/ 4061250 w 11269336"/>
              <a:gd name="connsiteY154" fmla="*/ 2159236 h 2323145"/>
              <a:gd name="connsiteX155" fmla="*/ 3945480 w 11269336"/>
              <a:gd name="connsiteY155" fmla="*/ 2158279 h 2323145"/>
              <a:gd name="connsiteX156" fmla="*/ 3921468 w 11269336"/>
              <a:gd name="connsiteY156" fmla="*/ 2156588 h 2323145"/>
              <a:gd name="connsiteX157" fmla="*/ 3903348 w 11269336"/>
              <a:gd name="connsiteY157" fmla="*/ 2149220 h 2323145"/>
              <a:gd name="connsiteX158" fmla="*/ 3901342 w 11269336"/>
              <a:gd name="connsiteY158" fmla="*/ 2142355 h 2323145"/>
              <a:gd name="connsiteX159" fmla="*/ 3888539 w 11269336"/>
              <a:gd name="connsiteY159" fmla="*/ 2140476 h 2323145"/>
              <a:gd name="connsiteX160" fmla="*/ 3885662 w 11269336"/>
              <a:gd name="connsiteY160" fmla="*/ 2138740 h 2323145"/>
              <a:gd name="connsiteX161" fmla="*/ 3868627 w 11269336"/>
              <a:gd name="connsiteY161" fmla="*/ 2130023 h 2323145"/>
              <a:gd name="connsiteX162" fmla="*/ 3819177 w 11269336"/>
              <a:gd name="connsiteY162" fmla="*/ 2142111 h 2323145"/>
              <a:gd name="connsiteX163" fmla="*/ 3769100 w 11269336"/>
              <a:gd name="connsiteY163" fmla="*/ 2131731 h 2323145"/>
              <a:gd name="connsiteX164" fmla="*/ 3562752 w 11269336"/>
              <a:gd name="connsiteY164" fmla="*/ 2131785 h 2323145"/>
              <a:gd name="connsiteX165" fmla="*/ 3541402 w 11269336"/>
              <a:gd name="connsiteY165" fmla="*/ 2106821 h 2323145"/>
              <a:gd name="connsiteX166" fmla="*/ 3365341 w 11269336"/>
              <a:gd name="connsiteY166" fmla="*/ 2077638 h 2323145"/>
              <a:gd name="connsiteX167" fmla="*/ 3170922 w 11269336"/>
              <a:gd name="connsiteY167" fmla="*/ 2115957 h 2323145"/>
              <a:gd name="connsiteX168" fmla="*/ 3156256 w 11269336"/>
              <a:gd name="connsiteY168" fmla="*/ 2124773 h 2323145"/>
              <a:gd name="connsiteX169" fmla="*/ 3140298 w 11269336"/>
              <a:gd name="connsiteY169" fmla="*/ 2129182 h 2323145"/>
              <a:gd name="connsiteX170" fmla="*/ 3138514 w 11269336"/>
              <a:gd name="connsiteY170" fmla="*/ 2128069 h 2323145"/>
              <a:gd name="connsiteX171" fmla="*/ 3120467 w 11269336"/>
              <a:gd name="connsiteY171" fmla="*/ 2128281 h 2323145"/>
              <a:gd name="connsiteX172" fmla="*/ 3116175 w 11269336"/>
              <a:gd name="connsiteY172" fmla="*/ 2131633 h 2323145"/>
              <a:gd name="connsiteX173" fmla="*/ 3103685 w 11269336"/>
              <a:gd name="connsiteY173" fmla="*/ 2132814 h 2323145"/>
              <a:gd name="connsiteX174" fmla="*/ 3078794 w 11269336"/>
              <a:gd name="connsiteY174" fmla="*/ 2137935 h 2323145"/>
              <a:gd name="connsiteX175" fmla="*/ 3074407 w 11269336"/>
              <a:gd name="connsiteY175" fmla="*/ 2136274 h 2323145"/>
              <a:gd name="connsiteX176" fmla="*/ 3037285 w 11269336"/>
              <a:gd name="connsiteY176" fmla="*/ 2139919 h 2323145"/>
              <a:gd name="connsiteX177" fmla="*/ 3036901 w 11269336"/>
              <a:gd name="connsiteY177" fmla="*/ 2138726 h 2323145"/>
              <a:gd name="connsiteX178" fmla="*/ 3026996 w 11269336"/>
              <a:gd name="connsiteY178" fmla="*/ 2134322 h 2323145"/>
              <a:gd name="connsiteX179" fmla="*/ 3007772 w 11269336"/>
              <a:gd name="connsiteY179" fmla="*/ 2128742 h 2323145"/>
              <a:gd name="connsiteX180" fmla="*/ 2965030 w 11269336"/>
              <a:gd name="connsiteY180" fmla="*/ 2100494 h 2323145"/>
              <a:gd name="connsiteX181" fmla="*/ 2926342 w 11269336"/>
              <a:gd name="connsiteY181" fmla="*/ 2104155 h 2323145"/>
              <a:gd name="connsiteX182" fmla="*/ 2918608 w 11269336"/>
              <a:gd name="connsiteY182" fmla="*/ 2104215 h 2323145"/>
              <a:gd name="connsiteX183" fmla="*/ 2918475 w 11269336"/>
              <a:gd name="connsiteY183" fmla="*/ 2103937 h 2323145"/>
              <a:gd name="connsiteX184" fmla="*/ 2910360 w 11269336"/>
              <a:gd name="connsiteY184" fmla="*/ 2103444 h 2323145"/>
              <a:gd name="connsiteX185" fmla="*/ 2904507 w 11269336"/>
              <a:gd name="connsiteY185" fmla="*/ 2104326 h 2323145"/>
              <a:gd name="connsiteX186" fmla="*/ 2889503 w 11269336"/>
              <a:gd name="connsiteY186" fmla="*/ 2104443 h 2323145"/>
              <a:gd name="connsiteX187" fmla="*/ 2884480 w 11269336"/>
              <a:gd name="connsiteY187" fmla="*/ 2102626 h 2323145"/>
              <a:gd name="connsiteX188" fmla="*/ 2882689 w 11269336"/>
              <a:gd name="connsiteY188" fmla="*/ 2099228 h 2323145"/>
              <a:gd name="connsiteX189" fmla="*/ 2881291 w 11269336"/>
              <a:gd name="connsiteY189" fmla="*/ 2099618 h 2323145"/>
              <a:gd name="connsiteX190" fmla="*/ 2853979 w 11269336"/>
              <a:gd name="connsiteY190" fmla="*/ 2090388 h 2323145"/>
              <a:gd name="connsiteX191" fmla="*/ 2791790 w 11269336"/>
              <a:gd name="connsiteY191" fmla="*/ 2080332 h 2323145"/>
              <a:gd name="connsiteX192" fmla="*/ 2755844 w 11269336"/>
              <a:gd name="connsiteY192" fmla="*/ 2078874 h 2323145"/>
              <a:gd name="connsiteX193" fmla="*/ 2657742 w 11269336"/>
              <a:gd name="connsiteY193" fmla="*/ 2070179 h 2323145"/>
              <a:gd name="connsiteX194" fmla="*/ 2559549 w 11269336"/>
              <a:gd name="connsiteY194" fmla="*/ 2057873 h 2323145"/>
              <a:gd name="connsiteX195" fmla="*/ 2512054 w 11269336"/>
              <a:gd name="connsiteY195" fmla="*/ 2031671 h 2323145"/>
              <a:gd name="connsiteX196" fmla="*/ 2506437 w 11269336"/>
              <a:gd name="connsiteY196" fmla="*/ 2030918 h 2323145"/>
              <a:gd name="connsiteX197" fmla="*/ 2491752 w 11269336"/>
              <a:gd name="connsiteY197" fmla="*/ 2033906 h 2323145"/>
              <a:gd name="connsiteX198" fmla="*/ 2486338 w 11269336"/>
              <a:gd name="connsiteY198" fmla="*/ 2035862 h 2323145"/>
              <a:gd name="connsiteX199" fmla="*/ 2478186 w 11269336"/>
              <a:gd name="connsiteY199" fmla="*/ 2036953 h 2323145"/>
              <a:gd name="connsiteX200" fmla="*/ 2477950 w 11269336"/>
              <a:gd name="connsiteY200" fmla="*/ 2036715 h 2323145"/>
              <a:gd name="connsiteX201" fmla="*/ 2470381 w 11269336"/>
              <a:gd name="connsiteY201" fmla="*/ 2038256 h 2323145"/>
              <a:gd name="connsiteX202" fmla="*/ 2433781 w 11269336"/>
              <a:gd name="connsiteY202" fmla="*/ 2049140 h 2323145"/>
              <a:gd name="connsiteX203" fmla="*/ 2381172 w 11269336"/>
              <a:gd name="connsiteY203" fmla="*/ 2030645 h 2323145"/>
              <a:gd name="connsiteX204" fmla="*/ 2360198 w 11269336"/>
              <a:gd name="connsiteY204" fmla="*/ 2029059 h 2323145"/>
              <a:gd name="connsiteX205" fmla="*/ 2348815 w 11269336"/>
              <a:gd name="connsiteY205" fmla="*/ 2026798 h 2323145"/>
              <a:gd name="connsiteX206" fmla="*/ 2347988 w 11269336"/>
              <a:gd name="connsiteY206" fmla="*/ 2025745 h 2323145"/>
              <a:gd name="connsiteX207" fmla="*/ 2312920 w 11269336"/>
              <a:gd name="connsiteY207" fmla="*/ 2036311 h 2323145"/>
              <a:gd name="connsiteX208" fmla="*/ 2307986 w 11269336"/>
              <a:gd name="connsiteY208" fmla="*/ 2035583 h 2323145"/>
              <a:gd name="connsiteX209" fmla="*/ 2285481 w 11269336"/>
              <a:gd name="connsiteY209" fmla="*/ 2045197 h 2323145"/>
              <a:gd name="connsiteX210" fmla="*/ 2273666 w 11269336"/>
              <a:gd name="connsiteY210" fmla="*/ 2048710 h 2323145"/>
              <a:gd name="connsiteX211" fmla="*/ 2270719 w 11269336"/>
              <a:gd name="connsiteY211" fmla="*/ 2052702 h 2323145"/>
              <a:gd name="connsiteX212" fmla="*/ 2253080 w 11269336"/>
              <a:gd name="connsiteY212" fmla="*/ 2056363 h 2323145"/>
              <a:gd name="connsiteX213" fmla="*/ 2250906 w 11269336"/>
              <a:gd name="connsiteY213" fmla="*/ 2055654 h 2323145"/>
              <a:gd name="connsiteX214" fmla="*/ 2236905 w 11269336"/>
              <a:gd name="connsiteY214" fmla="*/ 2062882 h 2323145"/>
              <a:gd name="connsiteX215" fmla="*/ 2225830 w 11269336"/>
              <a:gd name="connsiteY215" fmla="*/ 2074027 h 2323145"/>
              <a:gd name="connsiteX216" fmla="*/ 2073776 w 11269336"/>
              <a:gd name="connsiteY216" fmla="*/ 2089244 h 2323145"/>
              <a:gd name="connsiteX217" fmla="*/ 1948256 w 11269336"/>
              <a:gd name="connsiteY217" fmla="*/ 2146616 h 2323145"/>
              <a:gd name="connsiteX218" fmla="*/ 1865582 w 11269336"/>
              <a:gd name="connsiteY218" fmla="*/ 2153738 h 2323145"/>
              <a:gd name="connsiteX219" fmla="*/ 1835210 w 11269336"/>
              <a:gd name="connsiteY219" fmla="*/ 2134244 h 2323145"/>
              <a:gd name="connsiteX220" fmla="*/ 1632661 w 11269336"/>
              <a:gd name="connsiteY220" fmla="*/ 2173882 h 2323145"/>
              <a:gd name="connsiteX221" fmla="*/ 1579590 w 11269336"/>
              <a:gd name="connsiteY221" fmla="*/ 2173680 h 2323145"/>
              <a:gd name="connsiteX222" fmla="*/ 1535601 w 11269336"/>
              <a:gd name="connsiteY222" fmla="*/ 2194590 h 2323145"/>
              <a:gd name="connsiteX223" fmla="*/ 1515594 w 11269336"/>
              <a:gd name="connsiteY223" fmla="*/ 2189622 h 2323145"/>
              <a:gd name="connsiteX224" fmla="*/ 1512113 w 11269336"/>
              <a:gd name="connsiteY224" fmla="*/ 2188534 h 2323145"/>
              <a:gd name="connsiteX225" fmla="*/ 1498838 w 11269336"/>
              <a:gd name="connsiteY225" fmla="*/ 2189213 h 2323145"/>
              <a:gd name="connsiteX226" fmla="*/ 1494279 w 11269336"/>
              <a:gd name="connsiteY226" fmla="*/ 2183112 h 2323145"/>
              <a:gd name="connsiteX227" fmla="*/ 1473714 w 11269336"/>
              <a:gd name="connsiteY227" fmla="*/ 2179625 h 2323145"/>
              <a:gd name="connsiteX228" fmla="*/ 1449503 w 11269336"/>
              <a:gd name="connsiteY228" fmla="*/ 2182633 h 2323145"/>
              <a:gd name="connsiteX229" fmla="*/ 1266687 w 11269336"/>
              <a:gd name="connsiteY229" fmla="*/ 2212688 h 2323145"/>
              <a:gd name="connsiteX230" fmla="*/ 1239614 w 11269336"/>
              <a:gd name="connsiteY230" fmla="*/ 2209727 h 2323145"/>
              <a:gd name="connsiteX231" fmla="*/ 1202436 w 11269336"/>
              <a:gd name="connsiteY231" fmla="*/ 2209817 h 2323145"/>
              <a:gd name="connsiteX232" fmla="*/ 1136097 w 11269336"/>
              <a:gd name="connsiteY232" fmla="*/ 2205112 h 2323145"/>
              <a:gd name="connsiteX233" fmla="*/ 988232 w 11269336"/>
              <a:gd name="connsiteY233" fmla="*/ 2235635 h 2323145"/>
              <a:gd name="connsiteX234" fmla="*/ 981959 w 11269336"/>
              <a:gd name="connsiteY234" fmla="*/ 2231607 h 2323145"/>
              <a:gd name="connsiteX235" fmla="*/ 938600 w 11269336"/>
              <a:gd name="connsiteY235" fmla="*/ 2238113 h 2323145"/>
              <a:gd name="connsiteX236" fmla="*/ 791788 w 11269336"/>
              <a:gd name="connsiteY236" fmla="*/ 2293224 h 2323145"/>
              <a:gd name="connsiteX237" fmla="*/ 706914 w 11269336"/>
              <a:gd name="connsiteY237" fmla="*/ 2305046 h 2323145"/>
              <a:gd name="connsiteX238" fmla="*/ 675971 w 11269336"/>
              <a:gd name="connsiteY238" fmla="*/ 2304030 h 2323145"/>
              <a:gd name="connsiteX239" fmla="*/ 624180 w 11269336"/>
              <a:gd name="connsiteY239" fmla="*/ 2302650 h 2323145"/>
              <a:gd name="connsiteX240" fmla="*/ 583453 w 11269336"/>
              <a:gd name="connsiteY240" fmla="*/ 2288788 h 2323145"/>
              <a:gd name="connsiteX241" fmla="*/ 540946 w 11269336"/>
              <a:gd name="connsiteY241" fmla="*/ 2292721 h 2323145"/>
              <a:gd name="connsiteX242" fmla="*/ 533680 w 11269336"/>
              <a:gd name="connsiteY242" fmla="*/ 2310233 h 2323145"/>
              <a:gd name="connsiteX243" fmla="*/ 487366 w 11269336"/>
              <a:gd name="connsiteY243" fmla="*/ 2309053 h 2323145"/>
              <a:gd name="connsiteX244" fmla="*/ 416820 w 11269336"/>
              <a:gd name="connsiteY244" fmla="*/ 2305443 h 2323145"/>
              <a:gd name="connsiteX245" fmla="*/ 376805 w 11269336"/>
              <a:gd name="connsiteY245" fmla="*/ 2307647 h 2323145"/>
              <a:gd name="connsiteX246" fmla="*/ 266777 w 11269336"/>
              <a:gd name="connsiteY246" fmla="*/ 2309012 h 2323145"/>
              <a:gd name="connsiteX247" fmla="*/ 156013 w 11269336"/>
              <a:gd name="connsiteY247" fmla="*/ 2306832 h 2323145"/>
              <a:gd name="connsiteX248" fmla="*/ 87258 w 11269336"/>
              <a:gd name="connsiteY248" fmla="*/ 2285511 h 2323145"/>
              <a:gd name="connsiteX249" fmla="*/ 23798 w 11269336"/>
              <a:gd name="connsiteY249" fmla="*/ 2281822 h 2323145"/>
              <a:gd name="connsiteX250" fmla="*/ 0 w 11269336"/>
              <a:gd name="connsiteY250" fmla="*/ 2285369 h 2323145"/>
              <a:gd name="connsiteX251" fmla="*/ 0 w 11269336"/>
              <a:gd name="connsiteY251" fmla="*/ 0 h 23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1269336" h="2323145">
                <a:moveTo>
                  <a:pt x="0" y="0"/>
                </a:moveTo>
                <a:lnTo>
                  <a:pt x="11269336" y="0"/>
                </a:lnTo>
                <a:lnTo>
                  <a:pt x="11268645" y="511"/>
                </a:lnTo>
                <a:cubicBezTo>
                  <a:pt x="11257520" y="14091"/>
                  <a:pt x="11248967" y="32073"/>
                  <a:pt x="11230739" y="37096"/>
                </a:cubicBezTo>
                <a:cubicBezTo>
                  <a:pt x="11194283" y="47141"/>
                  <a:pt x="11124351" y="55013"/>
                  <a:pt x="11082485" y="78590"/>
                </a:cubicBezTo>
                <a:cubicBezTo>
                  <a:pt x="11064655" y="69818"/>
                  <a:pt x="11049588" y="97621"/>
                  <a:pt x="11031776" y="79197"/>
                </a:cubicBezTo>
                <a:cubicBezTo>
                  <a:pt x="11016683" y="85023"/>
                  <a:pt x="11009945" y="92832"/>
                  <a:pt x="10995894" y="83459"/>
                </a:cubicBezTo>
                <a:cubicBezTo>
                  <a:pt x="10971843" y="134740"/>
                  <a:pt x="10888992" y="106042"/>
                  <a:pt x="10861177" y="147419"/>
                </a:cubicBezTo>
                <a:cubicBezTo>
                  <a:pt x="10850370" y="129415"/>
                  <a:pt x="10807086" y="138624"/>
                  <a:pt x="10782732" y="135645"/>
                </a:cubicBezTo>
                <a:cubicBezTo>
                  <a:pt x="10869014" y="196205"/>
                  <a:pt x="10693356" y="147304"/>
                  <a:pt x="10660773" y="179312"/>
                </a:cubicBezTo>
                <a:cubicBezTo>
                  <a:pt x="10667385" y="121467"/>
                  <a:pt x="10595265" y="182241"/>
                  <a:pt x="10564442" y="160738"/>
                </a:cubicBezTo>
                <a:cubicBezTo>
                  <a:pt x="10544419" y="190949"/>
                  <a:pt x="10518436" y="167191"/>
                  <a:pt x="10490200" y="183533"/>
                </a:cubicBezTo>
                <a:cubicBezTo>
                  <a:pt x="10423905" y="202688"/>
                  <a:pt x="10362764" y="244779"/>
                  <a:pt x="10271351" y="243104"/>
                </a:cubicBezTo>
                <a:cubicBezTo>
                  <a:pt x="10247818" y="329775"/>
                  <a:pt x="10135674" y="303068"/>
                  <a:pt x="10061033" y="364937"/>
                </a:cubicBezTo>
                <a:cubicBezTo>
                  <a:pt x="10014289" y="383940"/>
                  <a:pt x="9930032" y="360289"/>
                  <a:pt x="9921770" y="406154"/>
                </a:cubicBezTo>
                <a:cubicBezTo>
                  <a:pt x="9894276" y="384665"/>
                  <a:pt x="9881945" y="430851"/>
                  <a:pt x="9858388" y="439489"/>
                </a:cubicBezTo>
                <a:cubicBezTo>
                  <a:pt x="9835642" y="426888"/>
                  <a:pt x="9828901" y="443125"/>
                  <a:pt x="9811914" y="449865"/>
                </a:cubicBezTo>
                <a:cubicBezTo>
                  <a:pt x="9801869" y="441287"/>
                  <a:pt x="9787055" y="444835"/>
                  <a:pt x="9784394" y="457816"/>
                </a:cubicBezTo>
                <a:cubicBezTo>
                  <a:pt x="9797169" y="483924"/>
                  <a:pt x="9656844" y="450179"/>
                  <a:pt x="9656836" y="469967"/>
                </a:cubicBezTo>
                <a:cubicBezTo>
                  <a:pt x="9589537" y="485301"/>
                  <a:pt x="9662097" y="527310"/>
                  <a:pt x="9561575" y="559978"/>
                </a:cubicBezTo>
                <a:cubicBezTo>
                  <a:pt x="9479149" y="599104"/>
                  <a:pt x="9215234" y="670585"/>
                  <a:pt x="9162278" y="704724"/>
                </a:cubicBezTo>
                <a:cubicBezTo>
                  <a:pt x="9173017" y="730567"/>
                  <a:pt x="9063215" y="727685"/>
                  <a:pt x="9062863" y="754656"/>
                </a:cubicBezTo>
                <a:cubicBezTo>
                  <a:pt x="9021608" y="774940"/>
                  <a:pt x="8924639" y="816390"/>
                  <a:pt x="8914746" y="826428"/>
                </a:cubicBezTo>
                <a:lnTo>
                  <a:pt x="8917778" y="835198"/>
                </a:lnTo>
                <a:lnTo>
                  <a:pt x="8905560" y="838358"/>
                </a:lnTo>
                <a:lnTo>
                  <a:pt x="8897564" y="834287"/>
                </a:lnTo>
                <a:lnTo>
                  <a:pt x="8878040" y="844150"/>
                </a:lnTo>
                <a:cubicBezTo>
                  <a:pt x="8861112" y="848992"/>
                  <a:pt x="8812843" y="856499"/>
                  <a:pt x="8795998" y="863337"/>
                </a:cubicBezTo>
                <a:cubicBezTo>
                  <a:pt x="8792888" y="873975"/>
                  <a:pt x="8786153" y="880792"/>
                  <a:pt x="8776970" y="885177"/>
                </a:cubicBezTo>
                <a:lnTo>
                  <a:pt x="8755719" y="889754"/>
                </a:lnTo>
                <a:lnTo>
                  <a:pt x="8743257" y="904723"/>
                </a:lnTo>
                <a:cubicBezTo>
                  <a:pt x="8737642" y="908108"/>
                  <a:pt x="8730651" y="908759"/>
                  <a:pt x="8721366" y="904711"/>
                </a:cubicBezTo>
                <a:cubicBezTo>
                  <a:pt x="8711895" y="915873"/>
                  <a:pt x="8676250" y="900745"/>
                  <a:pt x="8678353" y="926318"/>
                </a:cubicBezTo>
                <a:cubicBezTo>
                  <a:pt x="8658506" y="928813"/>
                  <a:pt x="8647569" y="933735"/>
                  <a:pt x="8636849" y="937900"/>
                </a:cubicBezTo>
                <a:lnTo>
                  <a:pt x="8620213" y="943068"/>
                </a:lnTo>
                <a:lnTo>
                  <a:pt x="8612581" y="952695"/>
                </a:lnTo>
                <a:cubicBezTo>
                  <a:pt x="8605836" y="959769"/>
                  <a:pt x="8598255" y="964412"/>
                  <a:pt x="8589038" y="963892"/>
                </a:cubicBezTo>
                <a:lnTo>
                  <a:pt x="8579950" y="960899"/>
                </a:lnTo>
                <a:cubicBezTo>
                  <a:pt x="8579740" y="962476"/>
                  <a:pt x="8579529" y="964053"/>
                  <a:pt x="8579319" y="965630"/>
                </a:cubicBezTo>
                <a:cubicBezTo>
                  <a:pt x="8579138" y="972972"/>
                  <a:pt x="8576531" y="980010"/>
                  <a:pt x="8547429" y="984506"/>
                </a:cubicBezTo>
                <a:cubicBezTo>
                  <a:pt x="8529238" y="1001725"/>
                  <a:pt x="8505565" y="1015840"/>
                  <a:pt x="8478704" y="1025490"/>
                </a:cubicBezTo>
                <a:cubicBezTo>
                  <a:pt x="8473109" y="1019545"/>
                  <a:pt x="8465819" y="1032194"/>
                  <a:pt x="8461421" y="1035512"/>
                </a:cubicBezTo>
                <a:cubicBezTo>
                  <a:pt x="8459739" y="1031087"/>
                  <a:pt x="8447663" y="1032074"/>
                  <a:pt x="8445003" y="1036851"/>
                </a:cubicBezTo>
                <a:cubicBezTo>
                  <a:pt x="8366593" y="1075951"/>
                  <a:pt x="8398773" y="1021402"/>
                  <a:pt x="8357350" y="1060213"/>
                </a:cubicBezTo>
                <a:cubicBezTo>
                  <a:pt x="8349366" y="1063843"/>
                  <a:pt x="8342208" y="1063367"/>
                  <a:pt x="8335565" y="1061151"/>
                </a:cubicBezTo>
                <a:lnTo>
                  <a:pt x="8325267" y="1055919"/>
                </a:lnTo>
                <a:lnTo>
                  <a:pt x="8293586" y="1076144"/>
                </a:lnTo>
                <a:cubicBezTo>
                  <a:pt x="8277595" y="1084193"/>
                  <a:pt x="8260401" y="1090863"/>
                  <a:pt x="8242405" y="1095960"/>
                </a:cubicBezTo>
                <a:cubicBezTo>
                  <a:pt x="8226373" y="1101227"/>
                  <a:pt x="8224213" y="1102052"/>
                  <a:pt x="8197391" y="1107746"/>
                </a:cubicBezTo>
                <a:cubicBezTo>
                  <a:pt x="8090266" y="1152133"/>
                  <a:pt x="8141491" y="1082372"/>
                  <a:pt x="8081474" y="1130125"/>
                </a:cubicBezTo>
                <a:cubicBezTo>
                  <a:pt x="8070634" y="1134173"/>
                  <a:pt x="8061619" y="1132810"/>
                  <a:pt x="8053585" y="1129169"/>
                </a:cubicBezTo>
                <a:lnTo>
                  <a:pt x="8038422" y="1119092"/>
                </a:lnTo>
                <a:lnTo>
                  <a:pt x="8029450" y="1125592"/>
                </a:lnTo>
                <a:cubicBezTo>
                  <a:pt x="7992226" y="1133484"/>
                  <a:pt x="7978616" y="1122765"/>
                  <a:pt x="7959552" y="1140188"/>
                </a:cubicBezTo>
                <a:cubicBezTo>
                  <a:pt x="7922008" y="1119572"/>
                  <a:pt x="7937737" y="1141786"/>
                  <a:pt x="7914188" y="1150862"/>
                </a:cubicBezTo>
                <a:cubicBezTo>
                  <a:pt x="7896037" y="1160155"/>
                  <a:pt x="7933463" y="1163411"/>
                  <a:pt x="7914918" y="1168758"/>
                </a:cubicBezTo>
                <a:cubicBezTo>
                  <a:pt x="7893102" y="1165887"/>
                  <a:pt x="7898453" y="1187420"/>
                  <a:pt x="7875510" y="1183153"/>
                </a:cubicBezTo>
                <a:cubicBezTo>
                  <a:pt x="7877354" y="1165743"/>
                  <a:pt x="7834286" y="1194789"/>
                  <a:pt x="7829932" y="1180782"/>
                </a:cubicBezTo>
                <a:cubicBezTo>
                  <a:pt x="7816047" y="1204874"/>
                  <a:pt x="7801901" y="1181513"/>
                  <a:pt x="7779182" y="1192665"/>
                </a:cubicBezTo>
                <a:cubicBezTo>
                  <a:pt x="7769446" y="1202686"/>
                  <a:pt x="7761564" y="1205661"/>
                  <a:pt x="7748774" y="1199586"/>
                </a:cubicBezTo>
                <a:cubicBezTo>
                  <a:pt x="7704339" y="1247771"/>
                  <a:pt x="7717626" y="1207638"/>
                  <a:pt x="7671846" y="1231966"/>
                </a:cubicBezTo>
                <a:cubicBezTo>
                  <a:pt x="7632956" y="1255682"/>
                  <a:pt x="7587383" y="1275180"/>
                  <a:pt x="7554146" y="1319748"/>
                </a:cubicBezTo>
                <a:cubicBezTo>
                  <a:pt x="7548775" y="1331557"/>
                  <a:pt x="7531272" y="1339155"/>
                  <a:pt x="7515052" y="1336718"/>
                </a:cubicBezTo>
                <a:cubicBezTo>
                  <a:pt x="7512260" y="1336298"/>
                  <a:pt x="7509613" y="1335590"/>
                  <a:pt x="7507193" y="1334617"/>
                </a:cubicBezTo>
                <a:cubicBezTo>
                  <a:pt x="7488273" y="1365207"/>
                  <a:pt x="7468925" y="1356298"/>
                  <a:pt x="7461694" y="1375866"/>
                </a:cubicBezTo>
                <a:cubicBezTo>
                  <a:pt x="7422434" y="1391917"/>
                  <a:pt x="7384603" y="1382819"/>
                  <a:pt x="7377571" y="1400128"/>
                </a:cubicBezTo>
                <a:cubicBezTo>
                  <a:pt x="7356236" y="1403926"/>
                  <a:pt x="7322509" y="1393138"/>
                  <a:pt x="7311261" y="1412652"/>
                </a:cubicBezTo>
                <a:cubicBezTo>
                  <a:pt x="7305349" y="1400071"/>
                  <a:pt x="7289966" y="1428039"/>
                  <a:pt x="7275307" y="1422171"/>
                </a:cubicBezTo>
                <a:cubicBezTo>
                  <a:pt x="7264529" y="1416601"/>
                  <a:pt x="7257348" y="1423786"/>
                  <a:pt x="7247783" y="1426330"/>
                </a:cubicBezTo>
                <a:cubicBezTo>
                  <a:pt x="7233839" y="1423056"/>
                  <a:pt x="7194363" y="1442037"/>
                  <a:pt x="7185047" y="1451812"/>
                </a:cubicBezTo>
                <a:cubicBezTo>
                  <a:pt x="7164447" y="1483396"/>
                  <a:pt x="7101577" y="1475742"/>
                  <a:pt x="7084117" y="1500281"/>
                </a:cubicBezTo>
                <a:cubicBezTo>
                  <a:pt x="7076899" y="1504821"/>
                  <a:pt x="7069494" y="1507565"/>
                  <a:pt x="7062011" y="1509183"/>
                </a:cubicBezTo>
                <a:lnTo>
                  <a:pt x="7040555" y="1511207"/>
                </a:lnTo>
                <a:lnTo>
                  <a:pt x="7033438" y="1506772"/>
                </a:lnTo>
                <a:lnTo>
                  <a:pt x="7020886" y="1510764"/>
                </a:lnTo>
                <a:lnTo>
                  <a:pt x="7017033" y="1510650"/>
                </a:lnTo>
                <a:lnTo>
                  <a:pt x="6995460" y="1511173"/>
                </a:lnTo>
                <a:cubicBezTo>
                  <a:pt x="7010208" y="1537643"/>
                  <a:pt x="6938512" y="1522467"/>
                  <a:pt x="6962144" y="1541508"/>
                </a:cubicBezTo>
                <a:cubicBezTo>
                  <a:pt x="6926351" y="1550586"/>
                  <a:pt x="6958236" y="1566326"/>
                  <a:pt x="6910674" y="1554793"/>
                </a:cubicBezTo>
                <a:cubicBezTo>
                  <a:pt x="6859225" y="1589274"/>
                  <a:pt x="6769015" y="1598548"/>
                  <a:pt x="6732152" y="1642538"/>
                </a:cubicBezTo>
                <a:cubicBezTo>
                  <a:pt x="6734901" y="1628031"/>
                  <a:pt x="6709146" y="1622413"/>
                  <a:pt x="6694106" y="1632377"/>
                </a:cubicBezTo>
                <a:cubicBezTo>
                  <a:pt x="6702628" y="1575914"/>
                  <a:pt x="6638899" y="1692862"/>
                  <a:pt x="6617223" y="1659889"/>
                </a:cubicBezTo>
                <a:cubicBezTo>
                  <a:pt x="6623246" y="1693349"/>
                  <a:pt x="6561228" y="1764690"/>
                  <a:pt x="6521138" y="1744340"/>
                </a:cubicBezTo>
                <a:cubicBezTo>
                  <a:pt x="6469831" y="1761656"/>
                  <a:pt x="6438109" y="1796731"/>
                  <a:pt x="6380677" y="1796883"/>
                </a:cubicBezTo>
                <a:cubicBezTo>
                  <a:pt x="6379865" y="1801686"/>
                  <a:pt x="6377810" y="1805986"/>
                  <a:pt x="6374897" y="1809910"/>
                </a:cubicBezTo>
                <a:lnTo>
                  <a:pt x="6364545" y="1820090"/>
                </a:lnTo>
                <a:lnTo>
                  <a:pt x="6362126" y="1819991"/>
                </a:lnTo>
                <a:cubicBezTo>
                  <a:pt x="6353055" y="1821720"/>
                  <a:pt x="6348796" y="1824537"/>
                  <a:pt x="6346673" y="1827824"/>
                </a:cubicBezTo>
                <a:lnTo>
                  <a:pt x="6345588" y="1832232"/>
                </a:lnTo>
                <a:lnTo>
                  <a:pt x="6335708" y="1838451"/>
                </a:lnTo>
                <a:lnTo>
                  <a:pt x="6318182" y="1852975"/>
                </a:lnTo>
                <a:lnTo>
                  <a:pt x="6313084" y="1853561"/>
                </a:lnTo>
                <a:lnTo>
                  <a:pt x="6283816" y="1872148"/>
                </a:lnTo>
                <a:lnTo>
                  <a:pt x="6282550" y="1871392"/>
                </a:lnTo>
                <a:cubicBezTo>
                  <a:pt x="6279041" y="1870121"/>
                  <a:pt x="6275192" y="1869982"/>
                  <a:pt x="6270527" y="1872208"/>
                </a:cubicBezTo>
                <a:cubicBezTo>
                  <a:pt x="6265029" y="1853962"/>
                  <a:pt x="6262790" y="1867903"/>
                  <a:pt x="6249518" y="1876079"/>
                </a:cubicBezTo>
                <a:cubicBezTo>
                  <a:pt x="6238019" y="1849564"/>
                  <a:pt x="6207959" y="1881750"/>
                  <a:pt x="6190386" y="1872478"/>
                </a:cubicBezTo>
                <a:cubicBezTo>
                  <a:pt x="6180893" y="1879083"/>
                  <a:pt x="6170646" y="1885584"/>
                  <a:pt x="6159777" y="1891745"/>
                </a:cubicBezTo>
                <a:lnTo>
                  <a:pt x="6153131" y="1895079"/>
                </a:lnTo>
                <a:lnTo>
                  <a:pt x="6152798" y="1894920"/>
                </a:lnTo>
                <a:cubicBezTo>
                  <a:pt x="6150925" y="1895166"/>
                  <a:pt x="6148578" y="1896082"/>
                  <a:pt x="6145388" y="1897990"/>
                </a:cubicBezTo>
                <a:lnTo>
                  <a:pt x="6141014" y="1901155"/>
                </a:lnTo>
                <a:lnTo>
                  <a:pt x="6128122" y="1907623"/>
                </a:lnTo>
                <a:lnTo>
                  <a:pt x="6122351" y="1908359"/>
                </a:lnTo>
                <a:cubicBezTo>
                  <a:pt x="6099508" y="1905910"/>
                  <a:pt x="6088334" y="1869006"/>
                  <a:pt x="6064750" y="1896394"/>
                </a:cubicBezTo>
                <a:cubicBezTo>
                  <a:pt x="6025977" y="1903785"/>
                  <a:pt x="5997095" y="1889190"/>
                  <a:pt x="5964230" y="1910038"/>
                </a:cubicBezTo>
                <a:cubicBezTo>
                  <a:pt x="5927910" y="1916874"/>
                  <a:pt x="5894873" y="1914928"/>
                  <a:pt x="5865399" y="1926966"/>
                </a:cubicBezTo>
                <a:cubicBezTo>
                  <a:pt x="5851644" y="1923038"/>
                  <a:pt x="5839380" y="1922808"/>
                  <a:pt x="5829951" y="1934755"/>
                </a:cubicBezTo>
                <a:cubicBezTo>
                  <a:pt x="5795498" y="1938369"/>
                  <a:pt x="5784532" y="1926246"/>
                  <a:pt x="5765285" y="1941322"/>
                </a:cubicBezTo>
                <a:cubicBezTo>
                  <a:pt x="5741789" y="1922874"/>
                  <a:pt x="5742385" y="1931607"/>
                  <a:pt x="5734750" y="1939793"/>
                </a:cubicBezTo>
                <a:lnTo>
                  <a:pt x="5733569" y="1940505"/>
                </a:lnTo>
                <a:lnTo>
                  <a:pt x="5730329" y="1937845"/>
                </a:lnTo>
                <a:lnTo>
                  <a:pt x="5724661" y="1937455"/>
                </a:lnTo>
                <a:lnTo>
                  <a:pt x="5710186" y="1941370"/>
                </a:lnTo>
                <a:lnTo>
                  <a:pt x="5704910" y="1943663"/>
                </a:lnTo>
                <a:cubicBezTo>
                  <a:pt x="5701213" y="1944937"/>
                  <a:pt x="5698678" y="1945391"/>
                  <a:pt x="5696836" y="1945271"/>
                </a:cubicBezTo>
                <a:lnTo>
                  <a:pt x="5696583" y="1945050"/>
                </a:lnTo>
                <a:lnTo>
                  <a:pt x="5689123" y="1947067"/>
                </a:lnTo>
                <a:cubicBezTo>
                  <a:pt x="5676655" y="1951072"/>
                  <a:pt x="5664639" y="1955533"/>
                  <a:pt x="5653291" y="1960245"/>
                </a:cubicBezTo>
                <a:cubicBezTo>
                  <a:pt x="5640346" y="1947636"/>
                  <a:pt x="5600180" y="1973739"/>
                  <a:pt x="5599385" y="1945198"/>
                </a:cubicBezTo>
                <a:cubicBezTo>
                  <a:pt x="5583913" y="1950736"/>
                  <a:pt x="5576590" y="1964134"/>
                  <a:pt x="5578300" y="1944963"/>
                </a:cubicBezTo>
                <a:cubicBezTo>
                  <a:pt x="5573104" y="1946266"/>
                  <a:pt x="5569560" y="1945382"/>
                  <a:pt x="5566758" y="1943441"/>
                </a:cubicBezTo>
                <a:lnTo>
                  <a:pt x="5565857" y="1942445"/>
                </a:lnTo>
                <a:lnTo>
                  <a:pt x="5531534" y="1955208"/>
                </a:lnTo>
                <a:lnTo>
                  <a:pt x="5526552" y="1954799"/>
                </a:lnTo>
                <a:lnTo>
                  <a:pt x="5504723" y="1965811"/>
                </a:lnTo>
                <a:lnTo>
                  <a:pt x="5493156" y="1970063"/>
                </a:lnTo>
                <a:lnTo>
                  <a:pt x="5490486" y="1974227"/>
                </a:lnTo>
                <a:cubicBezTo>
                  <a:pt x="5487271" y="1977077"/>
                  <a:pt x="5482233" y="1979045"/>
                  <a:pt x="5473107" y="1979001"/>
                </a:cubicBezTo>
                <a:lnTo>
                  <a:pt x="5470885" y="1978432"/>
                </a:lnTo>
                <a:lnTo>
                  <a:pt x="5457393" y="1986525"/>
                </a:lnTo>
                <a:cubicBezTo>
                  <a:pt x="5453194" y="1989853"/>
                  <a:pt x="5449663" y="1993721"/>
                  <a:pt x="5447102" y="1998329"/>
                </a:cubicBezTo>
                <a:cubicBezTo>
                  <a:pt x="5386283" y="2017364"/>
                  <a:pt x="5223545" y="2015483"/>
                  <a:pt x="5159151" y="2029640"/>
                </a:cubicBezTo>
                <a:cubicBezTo>
                  <a:pt x="5141359" y="2036610"/>
                  <a:pt x="5090827" y="2076822"/>
                  <a:pt x="5098838" y="2062961"/>
                </a:cubicBezTo>
                <a:cubicBezTo>
                  <a:pt x="5047883" y="2099457"/>
                  <a:pt x="4922007" y="2111466"/>
                  <a:pt x="4860988" y="2135698"/>
                </a:cubicBezTo>
                <a:cubicBezTo>
                  <a:pt x="4805413" y="2152292"/>
                  <a:pt x="4784714" y="2158665"/>
                  <a:pt x="4765388" y="2162525"/>
                </a:cubicBezTo>
                <a:cubicBezTo>
                  <a:pt x="4758560" y="2161978"/>
                  <a:pt x="4751823" y="2160531"/>
                  <a:pt x="4745033" y="2158859"/>
                </a:cubicBezTo>
                <a:lnTo>
                  <a:pt x="4741475" y="2157998"/>
                </a:lnTo>
                <a:lnTo>
                  <a:pt x="4728247" y="2159526"/>
                </a:lnTo>
                <a:lnTo>
                  <a:pt x="4723263" y="2153742"/>
                </a:lnTo>
                <a:lnTo>
                  <a:pt x="4593061" y="2171597"/>
                </a:lnTo>
                <a:lnTo>
                  <a:pt x="4405765" y="2199902"/>
                </a:lnTo>
                <a:cubicBezTo>
                  <a:pt x="4403942" y="2198353"/>
                  <a:pt x="4402457" y="2196614"/>
                  <a:pt x="4401354" y="2194745"/>
                </a:cubicBezTo>
                <a:lnTo>
                  <a:pt x="4366646" y="2198564"/>
                </a:lnTo>
                <a:lnTo>
                  <a:pt x="4354009" y="2204984"/>
                </a:lnTo>
                <a:lnTo>
                  <a:pt x="4348284" y="2205270"/>
                </a:lnTo>
                <a:lnTo>
                  <a:pt x="4333906" y="2205251"/>
                </a:lnTo>
                <a:cubicBezTo>
                  <a:pt x="4326429" y="2204713"/>
                  <a:pt x="4318024" y="2203940"/>
                  <a:pt x="4308819" y="2203822"/>
                </a:cubicBezTo>
                <a:lnTo>
                  <a:pt x="4301210" y="2204456"/>
                </a:lnTo>
                <a:lnTo>
                  <a:pt x="4283095" y="2198177"/>
                </a:lnTo>
                <a:cubicBezTo>
                  <a:pt x="4269863" y="2193337"/>
                  <a:pt x="4259612" y="2190345"/>
                  <a:pt x="4250119" y="2196342"/>
                </a:cubicBezTo>
                <a:cubicBezTo>
                  <a:pt x="4230702" y="2190559"/>
                  <a:pt x="4213171" y="2166890"/>
                  <a:pt x="4189203" y="2178994"/>
                </a:cubicBezTo>
                <a:cubicBezTo>
                  <a:pt x="4194512" y="2165594"/>
                  <a:pt x="4160734" y="2183257"/>
                  <a:pt x="4154035" y="2171950"/>
                </a:cubicBezTo>
                <a:cubicBezTo>
                  <a:pt x="4150098" y="2162547"/>
                  <a:pt x="4138934" y="2165714"/>
                  <a:pt x="4129569" y="2163850"/>
                </a:cubicBezTo>
                <a:cubicBezTo>
                  <a:pt x="4121391" y="2155090"/>
                  <a:pt x="4076089" y="2154737"/>
                  <a:pt x="4061250" y="2159236"/>
                </a:cubicBezTo>
                <a:cubicBezTo>
                  <a:pt x="4020618" y="2177811"/>
                  <a:pt x="3978175" y="2144465"/>
                  <a:pt x="3945480" y="2158279"/>
                </a:cubicBezTo>
                <a:cubicBezTo>
                  <a:pt x="3936362" y="2159139"/>
                  <a:pt x="3928502" y="2158369"/>
                  <a:pt x="3921468" y="2156588"/>
                </a:cubicBezTo>
                <a:lnTo>
                  <a:pt x="3903348" y="2149220"/>
                </a:lnTo>
                <a:lnTo>
                  <a:pt x="3901342" y="2142355"/>
                </a:lnTo>
                <a:lnTo>
                  <a:pt x="3888539" y="2140476"/>
                </a:lnTo>
                <a:lnTo>
                  <a:pt x="3885662" y="2138740"/>
                </a:lnTo>
                <a:cubicBezTo>
                  <a:pt x="3880178" y="2135398"/>
                  <a:pt x="3874645" y="2132286"/>
                  <a:pt x="3868627" y="2130023"/>
                </a:cubicBezTo>
                <a:cubicBezTo>
                  <a:pt x="3859240" y="2159198"/>
                  <a:pt x="3815892" y="2115590"/>
                  <a:pt x="3819177" y="2142111"/>
                </a:cubicBezTo>
                <a:cubicBezTo>
                  <a:pt x="3784478" y="2134756"/>
                  <a:pt x="3796708" y="2161930"/>
                  <a:pt x="3769100" y="2131731"/>
                </a:cubicBezTo>
                <a:cubicBezTo>
                  <a:pt x="3702423" y="2139704"/>
                  <a:pt x="3625642" y="2109386"/>
                  <a:pt x="3562752" y="2131785"/>
                </a:cubicBezTo>
                <a:cubicBezTo>
                  <a:pt x="3576244" y="2120400"/>
                  <a:pt x="3560801" y="2104591"/>
                  <a:pt x="3541402" y="2106821"/>
                </a:cubicBezTo>
                <a:cubicBezTo>
                  <a:pt x="3592232" y="2061584"/>
                  <a:pt x="3356194" y="2115384"/>
                  <a:pt x="3365341" y="2077638"/>
                </a:cubicBezTo>
                <a:cubicBezTo>
                  <a:pt x="3303594" y="2079161"/>
                  <a:pt x="3221644" y="2111487"/>
                  <a:pt x="3170922" y="2115957"/>
                </a:cubicBezTo>
                <a:cubicBezTo>
                  <a:pt x="3166532" y="2119769"/>
                  <a:pt x="3161579" y="2122617"/>
                  <a:pt x="3156256" y="2124773"/>
                </a:cubicBezTo>
                <a:lnTo>
                  <a:pt x="3140298" y="2129182"/>
                </a:lnTo>
                <a:lnTo>
                  <a:pt x="3138514" y="2128069"/>
                </a:lnTo>
                <a:cubicBezTo>
                  <a:pt x="3130169" y="2125710"/>
                  <a:pt x="3124679" y="2126336"/>
                  <a:pt x="3120467" y="2128281"/>
                </a:cubicBezTo>
                <a:lnTo>
                  <a:pt x="3116175" y="2131633"/>
                </a:lnTo>
                <a:lnTo>
                  <a:pt x="3103685" y="2132814"/>
                </a:lnTo>
                <a:lnTo>
                  <a:pt x="3078794" y="2137935"/>
                </a:lnTo>
                <a:lnTo>
                  <a:pt x="3074407" y="2136274"/>
                </a:lnTo>
                <a:lnTo>
                  <a:pt x="3037285" y="2139919"/>
                </a:lnTo>
                <a:lnTo>
                  <a:pt x="3036901" y="2138726"/>
                </a:lnTo>
                <a:cubicBezTo>
                  <a:pt x="3035193" y="2136135"/>
                  <a:pt x="3032337" y="2134379"/>
                  <a:pt x="3026996" y="2134322"/>
                </a:cubicBezTo>
                <a:cubicBezTo>
                  <a:pt x="3037063" y="2116196"/>
                  <a:pt x="3024412" y="2127308"/>
                  <a:pt x="3007772" y="2128742"/>
                </a:cubicBezTo>
                <a:cubicBezTo>
                  <a:pt x="3019697" y="2100910"/>
                  <a:pt x="2971305" y="2115987"/>
                  <a:pt x="2965030" y="2100494"/>
                </a:cubicBezTo>
                <a:cubicBezTo>
                  <a:pt x="2952539" y="2102174"/>
                  <a:pt x="2939545" y="2103445"/>
                  <a:pt x="2926342" y="2104155"/>
                </a:cubicBezTo>
                <a:lnTo>
                  <a:pt x="2918608" y="2104215"/>
                </a:lnTo>
                <a:cubicBezTo>
                  <a:pt x="2918564" y="2104122"/>
                  <a:pt x="2918519" y="2104030"/>
                  <a:pt x="2918475" y="2103937"/>
                </a:cubicBezTo>
                <a:cubicBezTo>
                  <a:pt x="2916840" y="2103354"/>
                  <a:pt x="2914314" y="2103149"/>
                  <a:pt x="2910360" y="2103444"/>
                </a:cubicBezTo>
                <a:lnTo>
                  <a:pt x="2904507" y="2104326"/>
                </a:lnTo>
                <a:lnTo>
                  <a:pt x="2889503" y="2104443"/>
                </a:lnTo>
                <a:lnTo>
                  <a:pt x="2884480" y="2102626"/>
                </a:lnTo>
                <a:lnTo>
                  <a:pt x="2882689" y="2099228"/>
                </a:lnTo>
                <a:lnTo>
                  <a:pt x="2881291" y="2099618"/>
                </a:lnTo>
                <a:cubicBezTo>
                  <a:pt x="2870663" y="2105606"/>
                  <a:pt x="2867338" y="2114210"/>
                  <a:pt x="2853979" y="2090388"/>
                </a:cubicBezTo>
                <a:cubicBezTo>
                  <a:pt x="2829652" y="2100099"/>
                  <a:pt x="2824975" y="2085577"/>
                  <a:pt x="2791790" y="2080332"/>
                </a:cubicBezTo>
                <a:cubicBezTo>
                  <a:pt x="2777850" y="2089504"/>
                  <a:pt x="2766709" y="2086170"/>
                  <a:pt x="2755844" y="2078874"/>
                </a:cubicBezTo>
                <a:cubicBezTo>
                  <a:pt x="2723488" y="2083049"/>
                  <a:pt x="2694065" y="2072780"/>
                  <a:pt x="2657742" y="2070179"/>
                </a:cubicBezTo>
                <a:cubicBezTo>
                  <a:pt x="2618372" y="2082020"/>
                  <a:pt x="2598368" y="2060559"/>
                  <a:pt x="2559549" y="2057873"/>
                </a:cubicBezTo>
                <a:cubicBezTo>
                  <a:pt x="2525789" y="2078403"/>
                  <a:pt x="2531908" y="2039838"/>
                  <a:pt x="2512054" y="2031671"/>
                </a:cubicBezTo>
                <a:lnTo>
                  <a:pt x="2506437" y="2030918"/>
                </a:lnTo>
                <a:lnTo>
                  <a:pt x="2491752" y="2033906"/>
                </a:lnTo>
                <a:lnTo>
                  <a:pt x="2486338" y="2035862"/>
                </a:lnTo>
                <a:cubicBezTo>
                  <a:pt x="2482568" y="2036899"/>
                  <a:pt x="2480011" y="2037191"/>
                  <a:pt x="2478186" y="2036953"/>
                </a:cubicBezTo>
                <a:lnTo>
                  <a:pt x="2477950" y="2036715"/>
                </a:lnTo>
                <a:lnTo>
                  <a:pt x="2470381" y="2038256"/>
                </a:lnTo>
                <a:cubicBezTo>
                  <a:pt x="2457686" y="2041461"/>
                  <a:pt x="2445410" y="2045155"/>
                  <a:pt x="2433781" y="2049140"/>
                </a:cubicBezTo>
                <a:cubicBezTo>
                  <a:pt x="2421781" y="2035703"/>
                  <a:pt x="2379959" y="2059234"/>
                  <a:pt x="2381172" y="2030645"/>
                </a:cubicBezTo>
                <a:cubicBezTo>
                  <a:pt x="2365380" y="2035192"/>
                  <a:pt x="2357148" y="2048120"/>
                  <a:pt x="2360198" y="2029059"/>
                </a:cubicBezTo>
                <a:cubicBezTo>
                  <a:pt x="2354933" y="2030031"/>
                  <a:pt x="2351467" y="2028919"/>
                  <a:pt x="2348815" y="2026798"/>
                </a:cubicBezTo>
                <a:lnTo>
                  <a:pt x="2347988" y="2025745"/>
                </a:lnTo>
                <a:lnTo>
                  <a:pt x="2312920" y="2036311"/>
                </a:lnTo>
                <a:lnTo>
                  <a:pt x="2307986" y="2035583"/>
                </a:lnTo>
                <a:lnTo>
                  <a:pt x="2285481" y="2045197"/>
                </a:lnTo>
                <a:lnTo>
                  <a:pt x="2273666" y="2048710"/>
                </a:lnTo>
                <a:lnTo>
                  <a:pt x="2270719" y="2052702"/>
                </a:lnTo>
                <a:cubicBezTo>
                  <a:pt x="2267315" y="2055347"/>
                  <a:pt x="2262161" y="2056992"/>
                  <a:pt x="2253080" y="2056363"/>
                </a:cubicBezTo>
                <a:lnTo>
                  <a:pt x="2250906" y="2055654"/>
                </a:lnTo>
                <a:lnTo>
                  <a:pt x="2236905" y="2062882"/>
                </a:lnTo>
                <a:cubicBezTo>
                  <a:pt x="2232493" y="2065942"/>
                  <a:pt x="2228705" y="2069583"/>
                  <a:pt x="2225830" y="2074027"/>
                </a:cubicBezTo>
                <a:cubicBezTo>
                  <a:pt x="2173117" y="2059597"/>
                  <a:pt x="2128486" y="2085502"/>
                  <a:pt x="2073776" y="2089244"/>
                </a:cubicBezTo>
                <a:cubicBezTo>
                  <a:pt x="2046050" y="2059365"/>
                  <a:pt x="1957570" y="2112693"/>
                  <a:pt x="1948256" y="2146616"/>
                </a:cubicBezTo>
                <a:cubicBezTo>
                  <a:pt x="1943005" y="2109192"/>
                  <a:pt x="1832736" y="2206239"/>
                  <a:pt x="1865582" y="2153738"/>
                </a:cubicBezTo>
                <a:cubicBezTo>
                  <a:pt x="1847376" y="2159567"/>
                  <a:pt x="1826258" y="2147592"/>
                  <a:pt x="1835210" y="2134244"/>
                </a:cubicBezTo>
                <a:cubicBezTo>
                  <a:pt x="1781916" y="2167476"/>
                  <a:pt x="1695112" y="2153556"/>
                  <a:pt x="1632661" y="2173882"/>
                </a:cubicBezTo>
                <a:cubicBezTo>
                  <a:pt x="1594177" y="2150642"/>
                  <a:pt x="1616426" y="2173975"/>
                  <a:pt x="1579590" y="2173680"/>
                </a:cubicBezTo>
                <a:cubicBezTo>
                  <a:pt x="1592812" y="2198112"/>
                  <a:pt x="1533818" y="2165220"/>
                  <a:pt x="1535601" y="2194590"/>
                </a:cubicBezTo>
                <a:cubicBezTo>
                  <a:pt x="1528840" y="2193608"/>
                  <a:pt x="1522236" y="2191728"/>
                  <a:pt x="1515594" y="2189622"/>
                </a:cubicBezTo>
                <a:lnTo>
                  <a:pt x="1512113" y="2188534"/>
                </a:lnTo>
                <a:lnTo>
                  <a:pt x="1498838" y="2189213"/>
                </a:lnTo>
                <a:lnTo>
                  <a:pt x="1494279" y="2183112"/>
                </a:lnTo>
                <a:lnTo>
                  <a:pt x="1473714" y="2179625"/>
                </a:lnTo>
                <a:cubicBezTo>
                  <a:pt x="1466138" y="2179292"/>
                  <a:pt x="1458132" y="2180071"/>
                  <a:pt x="1449503" y="2182633"/>
                </a:cubicBezTo>
                <a:lnTo>
                  <a:pt x="1266687" y="2212688"/>
                </a:lnTo>
                <a:cubicBezTo>
                  <a:pt x="1256792" y="2212722"/>
                  <a:pt x="1247024" y="2217857"/>
                  <a:pt x="1239614" y="2209727"/>
                </a:cubicBezTo>
                <a:cubicBezTo>
                  <a:pt x="1228778" y="2200326"/>
                  <a:pt x="1202276" y="2223497"/>
                  <a:pt x="1202436" y="2209817"/>
                </a:cubicBezTo>
                <a:cubicBezTo>
                  <a:pt x="1183471" y="2225854"/>
                  <a:pt x="1157340" y="2206849"/>
                  <a:pt x="1136097" y="2205112"/>
                </a:cubicBezTo>
                <a:cubicBezTo>
                  <a:pt x="1100396" y="2209415"/>
                  <a:pt x="1013922" y="2231219"/>
                  <a:pt x="988232" y="2235635"/>
                </a:cubicBezTo>
                <a:cubicBezTo>
                  <a:pt x="986445" y="2234079"/>
                  <a:pt x="984332" y="2232722"/>
                  <a:pt x="981959" y="2231607"/>
                </a:cubicBezTo>
                <a:cubicBezTo>
                  <a:pt x="968170" y="2225130"/>
                  <a:pt x="948759" y="2228043"/>
                  <a:pt x="938600" y="2238113"/>
                </a:cubicBezTo>
                <a:cubicBezTo>
                  <a:pt x="888371" y="2272824"/>
                  <a:pt x="837950" y="2280135"/>
                  <a:pt x="791788" y="2293224"/>
                </a:cubicBezTo>
                <a:cubicBezTo>
                  <a:pt x="739035" y="2305159"/>
                  <a:pt x="769009" y="2269676"/>
                  <a:pt x="706914" y="2305046"/>
                </a:cubicBezTo>
                <a:cubicBezTo>
                  <a:pt x="697882" y="2295919"/>
                  <a:pt x="689339" y="2296797"/>
                  <a:pt x="675971" y="2304030"/>
                </a:cubicBezTo>
                <a:cubicBezTo>
                  <a:pt x="650201" y="2309060"/>
                  <a:pt x="647591" y="2282853"/>
                  <a:pt x="624180" y="2302650"/>
                </a:cubicBezTo>
                <a:cubicBezTo>
                  <a:pt x="626400" y="2287987"/>
                  <a:pt x="574045" y="2305175"/>
                  <a:pt x="583453" y="2288788"/>
                </a:cubicBezTo>
                <a:cubicBezTo>
                  <a:pt x="564313" y="2278832"/>
                  <a:pt x="559671" y="2301039"/>
                  <a:pt x="540946" y="2292721"/>
                </a:cubicBezTo>
                <a:cubicBezTo>
                  <a:pt x="521576" y="2293191"/>
                  <a:pt x="554439" y="2305843"/>
                  <a:pt x="533680" y="2310233"/>
                </a:cubicBezTo>
                <a:cubicBezTo>
                  <a:pt x="508069" y="2313043"/>
                  <a:pt x="512638" y="2338541"/>
                  <a:pt x="487366" y="2309053"/>
                </a:cubicBezTo>
                <a:cubicBezTo>
                  <a:pt x="462164" y="2321083"/>
                  <a:pt x="454441" y="2307251"/>
                  <a:pt x="416820" y="2305443"/>
                </a:cubicBezTo>
                <a:cubicBezTo>
                  <a:pt x="403012" y="2315890"/>
                  <a:pt x="390105" y="2313733"/>
                  <a:pt x="376805" y="2307647"/>
                </a:cubicBezTo>
                <a:cubicBezTo>
                  <a:pt x="341751" y="2315035"/>
                  <a:pt x="307408" y="2307897"/>
                  <a:pt x="266777" y="2309012"/>
                </a:cubicBezTo>
                <a:cubicBezTo>
                  <a:pt x="225310" y="2324664"/>
                  <a:pt x="199419" y="2305548"/>
                  <a:pt x="156013" y="2306832"/>
                </a:cubicBezTo>
                <a:cubicBezTo>
                  <a:pt x="117457" y="2333851"/>
                  <a:pt x="122965" y="2279562"/>
                  <a:pt x="87258" y="2285511"/>
                </a:cubicBezTo>
                <a:cubicBezTo>
                  <a:pt x="38977" y="2309189"/>
                  <a:pt x="74043" y="2277969"/>
                  <a:pt x="23798" y="2281822"/>
                </a:cubicBezTo>
                <a:lnTo>
                  <a:pt x="0" y="2285369"/>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994763F7-F859-093B-2F47-9CE67E50190C}"/>
              </a:ext>
            </a:extLst>
          </p:cNvPr>
          <p:cNvSpPr>
            <a:spLocks noGrp="1"/>
          </p:cNvSpPr>
          <p:nvPr>
            <p:ph type="title"/>
          </p:nvPr>
        </p:nvSpPr>
        <p:spPr>
          <a:xfrm>
            <a:off x="497973" y="524349"/>
            <a:ext cx="5774238" cy="739881"/>
          </a:xfrm>
        </p:spPr>
        <p:txBody>
          <a:bodyPr vert="horz" lIns="91440" tIns="45720" rIns="91440" bIns="45720" rtlCol="0" anchor="b">
            <a:normAutofit/>
          </a:bodyPr>
          <a:lstStyle/>
          <a:p>
            <a:r>
              <a:rPr lang="en-US" dirty="0">
                <a:latin typeface="Times New Roman"/>
                <a:cs typeface="Times New Roman"/>
              </a:rPr>
              <a:t>Support Vector Machine</a:t>
            </a:r>
            <a:endParaRPr lang="en-US" dirty="0"/>
          </a:p>
        </p:txBody>
      </p:sp>
      <p:sp>
        <p:nvSpPr>
          <p:cNvPr id="21" name="Freeform: Shape 20">
            <a:extLst>
              <a:ext uri="{FF2B5EF4-FFF2-40B4-BE49-F238E27FC236}">
                <a16:creationId xmlns:a16="http://schemas.microsoft.com/office/drawing/2014/main" id="{CFDF195F-784B-4D00-8C92-6FC1B0499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277971"/>
            <a:ext cx="6884912" cy="580030"/>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2C1A24B-C12D-69C7-7FEA-7EE960C2E54A}"/>
              </a:ext>
            </a:extLst>
          </p:cNvPr>
          <p:cNvSpPr txBox="1"/>
          <p:nvPr/>
        </p:nvSpPr>
        <p:spPr>
          <a:xfrm>
            <a:off x="2565796" y="6084093"/>
            <a:ext cx="1464468" cy="3812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cs typeface="Times New Roman"/>
              </a:rPr>
              <a:t> </a:t>
            </a:r>
            <a:r>
              <a:rPr lang="en-US" dirty="0">
                <a:latin typeface="Times New Roman"/>
                <a:ea typeface="+mn-lt"/>
                <a:cs typeface="+mn-lt"/>
              </a:rPr>
              <a:t>Architecture</a:t>
            </a:r>
            <a:endParaRPr lang="en-US">
              <a:latin typeface="Times New Roman"/>
              <a:cs typeface="Times New Roman"/>
            </a:endParaRPr>
          </a:p>
        </p:txBody>
      </p:sp>
      <p:sp>
        <p:nvSpPr>
          <p:cNvPr id="7" name="TextBox 6">
            <a:extLst>
              <a:ext uri="{FF2B5EF4-FFF2-40B4-BE49-F238E27FC236}">
                <a16:creationId xmlns:a16="http://schemas.microsoft.com/office/drawing/2014/main" id="{9A65584D-78DB-394B-8BAB-C42D2B2B6E18}"/>
              </a:ext>
            </a:extLst>
          </p:cNvPr>
          <p:cNvSpPr txBox="1"/>
          <p:nvPr/>
        </p:nvSpPr>
        <p:spPr>
          <a:xfrm>
            <a:off x="7524750" y="5700117"/>
            <a:ext cx="3265289" cy="3812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cs typeface="Times New Roman"/>
              </a:rPr>
              <a:t>Box Plot(5 times model training)</a:t>
            </a:r>
          </a:p>
        </p:txBody>
      </p:sp>
      <p:pic>
        <p:nvPicPr>
          <p:cNvPr id="8" name="Picture 7" descr="A diagram of a positive hyperplane&#10;&#10;Description automatically generated">
            <a:extLst>
              <a:ext uri="{FF2B5EF4-FFF2-40B4-BE49-F238E27FC236}">
                <a16:creationId xmlns:a16="http://schemas.microsoft.com/office/drawing/2014/main" id="{6FF78349-AF84-4A37-E26E-C6AEAEBF8747}"/>
              </a:ext>
            </a:extLst>
          </p:cNvPr>
          <p:cNvPicPr>
            <a:picLocks noChangeAspect="1"/>
          </p:cNvPicPr>
          <p:nvPr/>
        </p:nvPicPr>
        <p:blipFill>
          <a:blip r:embed="rId2"/>
          <a:stretch>
            <a:fillRect/>
          </a:stretch>
        </p:blipFill>
        <p:spPr>
          <a:xfrm>
            <a:off x="328179" y="1716881"/>
            <a:ext cx="6118298" cy="4364830"/>
          </a:xfrm>
          <a:prstGeom prst="rect">
            <a:avLst/>
          </a:prstGeom>
        </p:spPr>
      </p:pic>
      <p:pic>
        <p:nvPicPr>
          <p:cNvPr id="9" name="Picture 8">
            <a:extLst>
              <a:ext uri="{FF2B5EF4-FFF2-40B4-BE49-F238E27FC236}">
                <a16:creationId xmlns:a16="http://schemas.microsoft.com/office/drawing/2014/main" id="{46A7E0CE-FB48-7BDE-AD2B-DDF66D5F397F}"/>
              </a:ext>
            </a:extLst>
          </p:cNvPr>
          <p:cNvPicPr>
            <a:picLocks noChangeAspect="1"/>
          </p:cNvPicPr>
          <p:nvPr/>
        </p:nvPicPr>
        <p:blipFill>
          <a:blip r:embed="rId3"/>
          <a:stretch>
            <a:fillRect/>
          </a:stretch>
        </p:blipFill>
        <p:spPr>
          <a:xfrm>
            <a:off x="6662737" y="2207419"/>
            <a:ext cx="4998243" cy="3014661"/>
          </a:xfrm>
          <a:prstGeom prst="rect">
            <a:avLst/>
          </a:prstGeom>
        </p:spPr>
      </p:pic>
    </p:spTree>
    <p:extLst>
      <p:ext uri="{BB962C8B-B14F-4D97-AF65-F5344CB8AC3E}">
        <p14:creationId xmlns:p14="http://schemas.microsoft.com/office/powerpoint/2010/main" val="34443106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8BA5F19-D5E1-4ECC-BEC2-DF7AEDFD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0CC88A9-A661-4C48-866E-8734E511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1269336" cy="2008639"/>
          </a:xfrm>
          <a:custGeom>
            <a:avLst/>
            <a:gdLst>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174645 w 11269336"/>
              <a:gd name="connsiteY140" fmla="*/ 2088358 h 2323145"/>
              <a:gd name="connsiteX141" fmla="*/ 5092476 w 11269336"/>
              <a:gd name="connsiteY141" fmla="*/ 2100737 h 2323145"/>
              <a:gd name="connsiteX142" fmla="*/ 5060738 w 11269336"/>
              <a:gd name="connsiteY142" fmla="*/ 2083274 h 2323145"/>
              <a:gd name="connsiteX143" fmla="*/ 4860988 w 11269336"/>
              <a:gd name="connsiteY143" fmla="*/ 2135698 h 2323145"/>
              <a:gd name="connsiteX144" fmla="*/ 4807902 w 11269336"/>
              <a:gd name="connsiteY144" fmla="*/ 2138894 h 2323145"/>
              <a:gd name="connsiteX145" fmla="*/ 4765388 w 11269336"/>
              <a:gd name="connsiteY145" fmla="*/ 2162525 h 2323145"/>
              <a:gd name="connsiteX146" fmla="*/ 4745033 w 11269336"/>
              <a:gd name="connsiteY146" fmla="*/ 2158859 h 2323145"/>
              <a:gd name="connsiteX147" fmla="*/ 4741475 w 11269336"/>
              <a:gd name="connsiteY147" fmla="*/ 2157998 h 2323145"/>
              <a:gd name="connsiteX148" fmla="*/ 4728247 w 11269336"/>
              <a:gd name="connsiteY148" fmla="*/ 2159526 h 2323145"/>
              <a:gd name="connsiteX149" fmla="*/ 4723263 w 11269336"/>
              <a:gd name="connsiteY149" fmla="*/ 2153742 h 2323145"/>
              <a:gd name="connsiteX150" fmla="*/ 4702453 w 11269336"/>
              <a:gd name="connsiteY150" fmla="*/ 2151586 h 2323145"/>
              <a:gd name="connsiteX151" fmla="*/ 4678455 w 11269336"/>
              <a:gd name="connsiteY151" fmla="*/ 2156131 h 2323145"/>
              <a:gd name="connsiteX152" fmla="*/ 4593061 w 11269336"/>
              <a:gd name="connsiteY152" fmla="*/ 2171597 h 2323145"/>
              <a:gd name="connsiteX153" fmla="*/ 4579902 w 11269336"/>
              <a:gd name="connsiteY153" fmla="*/ 2177927 h 2323145"/>
              <a:gd name="connsiteX154" fmla="*/ 4533444 w 11269336"/>
              <a:gd name="connsiteY154" fmla="*/ 2181200 h 2323145"/>
              <a:gd name="connsiteX155" fmla="*/ 4492832 w 11269336"/>
              <a:gd name="connsiteY155" fmla="*/ 2188033 h 2323145"/>
              <a:gd name="connsiteX156" fmla="*/ 4467257 w 11269336"/>
              <a:gd name="connsiteY156" fmla="*/ 2196121 h 2323145"/>
              <a:gd name="connsiteX157" fmla="*/ 4459937 w 11269336"/>
              <a:gd name="connsiteY157" fmla="*/ 2195182 h 2323145"/>
              <a:gd name="connsiteX158" fmla="*/ 4433312 w 11269336"/>
              <a:gd name="connsiteY158" fmla="*/ 2199004 h 2323145"/>
              <a:gd name="connsiteX159" fmla="*/ 4420601 w 11269336"/>
              <a:gd name="connsiteY159" fmla="*/ 2205158 h 2323145"/>
              <a:gd name="connsiteX160" fmla="*/ 4405765 w 11269336"/>
              <a:gd name="connsiteY160" fmla="*/ 2199902 h 2323145"/>
              <a:gd name="connsiteX161" fmla="*/ 4401354 w 11269336"/>
              <a:gd name="connsiteY161" fmla="*/ 2194745 h 2323145"/>
              <a:gd name="connsiteX162" fmla="*/ 4383151 w 11269336"/>
              <a:gd name="connsiteY162" fmla="*/ 2201140 h 2323145"/>
              <a:gd name="connsiteX163" fmla="*/ 4366646 w 11269336"/>
              <a:gd name="connsiteY163" fmla="*/ 2198564 h 2323145"/>
              <a:gd name="connsiteX164" fmla="*/ 4354009 w 11269336"/>
              <a:gd name="connsiteY164" fmla="*/ 2204984 h 2323145"/>
              <a:gd name="connsiteX165" fmla="*/ 4348284 w 11269336"/>
              <a:gd name="connsiteY165" fmla="*/ 2205270 h 2323145"/>
              <a:gd name="connsiteX166" fmla="*/ 4333906 w 11269336"/>
              <a:gd name="connsiteY166" fmla="*/ 2205251 h 2323145"/>
              <a:gd name="connsiteX167" fmla="*/ 4308819 w 11269336"/>
              <a:gd name="connsiteY167" fmla="*/ 2203822 h 2323145"/>
              <a:gd name="connsiteX168" fmla="*/ 4301210 w 11269336"/>
              <a:gd name="connsiteY168" fmla="*/ 2204456 h 2323145"/>
              <a:gd name="connsiteX169" fmla="*/ 4283095 w 11269336"/>
              <a:gd name="connsiteY169" fmla="*/ 2198177 h 2323145"/>
              <a:gd name="connsiteX170" fmla="*/ 4250119 w 11269336"/>
              <a:gd name="connsiteY170" fmla="*/ 2196342 h 2323145"/>
              <a:gd name="connsiteX171" fmla="*/ 4189203 w 11269336"/>
              <a:gd name="connsiteY171" fmla="*/ 2178994 h 2323145"/>
              <a:gd name="connsiteX172" fmla="*/ 4154035 w 11269336"/>
              <a:gd name="connsiteY172" fmla="*/ 2171950 h 2323145"/>
              <a:gd name="connsiteX173" fmla="*/ 4129569 w 11269336"/>
              <a:gd name="connsiteY173" fmla="*/ 2163850 h 2323145"/>
              <a:gd name="connsiteX174" fmla="*/ 4061250 w 11269336"/>
              <a:gd name="connsiteY174" fmla="*/ 2159236 h 2323145"/>
              <a:gd name="connsiteX175" fmla="*/ 3945480 w 11269336"/>
              <a:gd name="connsiteY175" fmla="*/ 2158279 h 2323145"/>
              <a:gd name="connsiteX176" fmla="*/ 3921468 w 11269336"/>
              <a:gd name="connsiteY176" fmla="*/ 2156588 h 2323145"/>
              <a:gd name="connsiteX177" fmla="*/ 3903348 w 11269336"/>
              <a:gd name="connsiteY177" fmla="*/ 2149220 h 2323145"/>
              <a:gd name="connsiteX178" fmla="*/ 3901342 w 11269336"/>
              <a:gd name="connsiteY178" fmla="*/ 2142355 h 2323145"/>
              <a:gd name="connsiteX179" fmla="*/ 3888539 w 11269336"/>
              <a:gd name="connsiteY179" fmla="*/ 2140476 h 2323145"/>
              <a:gd name="connsiteX180" fmla="*/ 3885662 w 11269336"/>
              <a:gd name="connsiteY180" fmla="*/ 2138740 h 2323145"/>
              <a:gd name="connsiteX181" fmla="*/ 3868627 w 11269336"/>
              <a:gd name="connsiteY181" fmla="*/ 2130023 h 2323145"/>
              <a:gd name="connsiteX182" fmla="*/ 3819177 w 11269336"/>
              <a:gd name="connsiteY182" fmla="*/ 2142111 h 2323145"/>
              <a:gd name="connsiteX183" fmla="*/ 3769100 w 11269336"/>
              <a:gd name="connsiteY183" fmla="*/ 2131731 h 2323145"/>
              <a:gd name="connsiteX184" fmla="*/ 3562752 w 11269336"/>
              <a:gd name="connsiteY184" fmla="*/ 2131785 h 2323145"/>
              <a:gd name="connsiteX185" fmla="*/ 3541402 w 11269336"/>
              <a:gd name="connsiteY185" fmla="*/ 2106821 h 2323145"/>
              <a:gd name="connsiteX186" fmla="*/ 3460591 w 11269336"/>
              <a:gd name="connsiteY186" fmla="*/ 2097951 h 2323145"/>
              <a:gd name="connsiteX187" fmla="*/ 3320348 w 11269336"/>
              <a:gd name="connsiteY187" fmla="*/ 2130191 h 2323145"/>
              <a:gd name="connsiteX188" fmla="*/ 3170922 w 11269336"/>
              <a:gd name="connsiteY188" fmla="*/ 2115957 h 2323145"/>
              <a:gd name="connsiteX189" fmla="*/ 3156256 w 11269336"/>
              <a:gd name="connsiteY189" fmla="*/ 2124773 h 2323145"/>
              <a:gd name="connsiteX190" fmla="*/ 3140298 w 11269336"/>
              <a:gd name="connsiteY190" fmla="*/ 2129182 h 2323145"/>
              <a:gd name="connsiteX191" fmla="*/ 3138514 w 11269336"/>
              <a:gd name="connsiteY191" fmla="*/ 2128069 h 2323145"/>
              <a:gd name="connsiteX192" fmla="*/ 3120467 w 11269336"/>
              <a:gd name="connsiteY192" fmla="*/ 2128281 h 2323145"/>
              <a:gd name="connsiteX193" fmla="*/ 3116175 w 11269336"/>
              <a:gd name="connsiteY193" fmla="*/ 2131633 h 2323145"/>
              <a:gd name="connsiteX194" fmla="*/ 3103685 w 11269336"/>
              <a:gd name="connsiteY194" fmla="*/ 2132814 h 2323145"/>
              <a:gd name="connsiteX195" fmla="*/ 3078794 w 11269336"/>
              <a:gd name="connsiteY195" fmla="*/ 2137935 h 2323145"/>
              <a:gd name="connsiteX196" fmla="*/ 3074407 w 11269336"/>
              <a:gd name="connsiteY196" fmla="*/ 2136274 h 2323145"/>
              <a:gd name="connsiteX197" fmla="*/ 3037285 w 11269336"/>
              <a:gd name="connsiteY197" fmla="*/ 2139919 h 2323145"/>
              <a:gd name="connsiteX198" fmla="*/ 3036901 w 11269336"/>
              <a:gd name="connsiteY198" fmla="*/ 2138726 h 2323145"/>
              <a:gd name="connsiteX199" fmla="*/ 3026996 w 11269336"/>
              <a:gd name="connsiteY199" fmla="*/ 2134322 h 2323145"/>
              <a:gd name="connsiteX200" fmla="*/ 3007772 w 11269336"/>
              <a:gd name="connsiteY200" fmla="*/ 2128742 h 2323145"/>
              <a:gd name="connsiteX201" fmla="*/ 2965030 w 11269336"/>
              <a:gd name="connsiteY201" fmla="*/ 2100494 h 2323145"/>
              <a:gd name="connsiteX202" fmla="*/ 2926342 w 11269336"/>
              <a:gd name="connsiteY202" fmla="*/ 2104155 h 2323145"/>
              <a:gd name="connsiteX203" fmla="*/ 2918608 w 11269336"/>
              <a:gd name="connsiteY203" fmla="*/ 2104215 h 2323145"/>
              <a:gd name="connsiteX204" fmla="*/ 2918475 w 11269336"/>
              <a:gd name="connsiteY204" fmla="*/ 2103937 h 2323145"/>
              <a:gd name="connsiteX205" fmla="*/ 2910360 w 11269336"/>
              <a:gd name="connsiteY205" fmla="*/ 2103444 h 2323145"/>
              <a:gd name="connsiteX206" fmla="*/ 2904507 w 11269336"/>
              <a:gd name="connsiteY206" fmla="*/ 2104326 h 2323145"/>
              <a:gd name="connsiteX207" fmla="*/ 2889503 w 11269336"/>
              <a:gd name="connsiteY207" fmla="*/ 2104443 h 2323145"/>
              <a:gd name="connsiteX208" fmla="*/ 2884480 w 11269336"/>
              <a:gd name="connsiteY208" fmla="*/ 2102626 h 2323145"/>
              <a:gd name="connsiteX209" fmla="*/ 2882689 w 11269336"/>
              <a:gd name="connsiteY209" fmla="*/ 2099228 h 2323145"/>
              <a:gd name="connsiteX210" fmla="*/ 2881291 w 11269336"/>
              <a:gd name="connsiteY210" fmla="*/ 2099618 h 2323145"/>
              <a:gd name="connsiteX211" fmla="*/ 2853979 w 11269336"/>
              <a:gd name="connsiteY211" fmla="*/ 2090388 h 2323145"/>
              <a:gd name="connsiteX212" fmla="*/ 2791790 w 11269336"/>
              <a:gd name="connsiteY212" fmla="*/ 2080332 h 2323145"/>
              <a:gd name="connsiteX213" fmla="*/ 2755844 w 11269336"/>
              <a:gd name="connsiteY213" fmla="*/ 2078874 h 2323145"/>
              <a:gd name="connsiteX214" fmla="*/ 2657742 w 11269336"/>
              <a:gd name="connsiteY214" fmla="*/ 2070179 h 2323145"/>
              <a:gd name="connsiteX215" fmla="*/ 2559549 w 11269336"/>
              <a:gd name="connsiteY215" fmla="*/ 2057873 h 2323145"/>
              <a:gd name="connsiteX216" fmla="*/ 2512054 w 11269336"/>
              <a:gd name="connsiteY216" fmla="*/ 2031671 h 2323145"/>
              <a:gd name="connsiteX217" fmla="*/ 2506437 w 11269336"/>
              <a:gd name="connsiteY217" fmla="*/ 2030918 h 2323145"/>
              <a:gd name="connsiteX218" fmla="*/ 2491752 w 11269336"/>
              <a:gd name="connsiteY218" fmla="*/ 2033906 h 2323145"/>
              <a:gd name="connsiteX219" fmla="*/ 2486338 w 11269336"/>
              <a:gd name="connsiteY219" fmla="*/ 2035862 h 2323145"/>
              <a:gd name="connsiteX220" fmla="*/ 2478186 w 11269336"/>
              <a:gd name="connsiteY220" fmla="*/ 2036953 h 2323145"/>
              <a:gd name="connsiteX221" fmla="*/ 2477950 w 11269336"/>
              <a:gd name="connsiteY221" fmla="*/ 2036715 h 2323145"/>
              <a:gd name="connsiteX222" fmla="*/ 2470381 w 11269336"/>
              <a:gd name="connsiteY222" fmla="*/ 2038256 h 2323145"/>
              <a:gd name="connsiteX223" fmla="*/ 2433781 w 11269336"/>
              <a:gd name="connsiteY223" fmla="*/ 2049140 h 2323145"/>
              <a:gd name="connsiteX224" fmla="*/ 2381172 w 11269336"/>
              <a:gd name="connsiteY224" fmla="*/ 2030645 h 2323145"/>
              <a:gd name="connsiteX225" fmla="*/ 2360198 w 11269336"/>
              <a:gd name="connsiteY225" fmla="*/ 2029059 h 2323145"/>
              <a:gd name="connsiteX226" fmla="*/ 2348815 w 11269336"/>
              <a:gd name="connsiteY226" fmla="*/ 2026798 h 2323145"/>
              <a:gd name="connsiteX227" fmla="*/ 2347988 w 11269336"/>
              <a:gd name="connsiteY227" fmla="*/ 2025745 h 2323145"/>
              <a:gd name="connsiteX228" fmla="*/ 2312920 w 11269336"/>
              <a:gd name="connsiteY228" fmla="*/ 2036311 h 2323145"/>
              <a:gd name="connsiteX229" fmla="*/ 2307986 w 11269336"/>
              <a:gd name="connsiteY229" fmla="*/ 2035583 h 2323145"/>
              <a:gd name="connsiteX230" fmla="*/ 2285481 w 11269336"/>
              <a:gd name="connsiteY230" fmla="*/ 2045197 h 2323145"/>
              <a:gd name="connsiteX231" fmla="*/ 2273666 w 11269336"/>
              <a:gd name="connsiteY231" fmla="*/ 2048710 h 2323145"/>
              <a:gd name="connsiteX232" fmla="*/ 2270719 w 11269336"/>
              <a:gd name="connsiteY232" fmla="*/ 2052702 h 2323145"/>
              <a:gd name="connsiteX233" fmla="*/ 2253080 w 11269336"/>
              <a:gd name="connsiteY233" fmla="*/ 2056363 h 2323145"/>
              <a:gd name="connsiteX234" fmla="*/ 2250906 w 11269336"/>
              <a:gd name="connsiteY234" fmla="*/ 2055654 h 2323145"/>
              <a:gd name="connsiteX235" fmla="*/ 2236905 w 11269336"/>
              <a:gd name="connsiteY235" fmla="*/ 2062882 h 2323145"/>
              <a:gd name="connsiteX236" fmla="*/ 2225830 w 11269336"/>
              <a:gd name="connsiteY236" fmla="*/ 2074027 h 2323145"/>
              <a:gd name="connsiteX237" fmla="*/ 2073776 w 11269336"/>
              <a:gd name="connsiteY237" fmla="*/ 2089244 h 2323145"/>
              <a:gd name="connsiteX238" fmla="*/ 1948256 w 11269336"/>
              <a:gd name="connsiteY238" fmla="*/ 2146616 h 2323145"/>
              <a:gd name="connsiteX239" fmla="*/ 1865582 w 11269336"/>
              <a:gd name="connsiteY239" fmla="*/ 2153738 h 2323145"/>
              <a:gd name="connsiteX240" fmla="*/ 1835210 w 11269336"/>
              <a:gd name="connsiteY240" fmla="*/ 2134244 h 2323145"/>
              <a:gd name="connsiteX241" fmla="*/ 1632661 w 11269336"/>
              <a:gd name="connsiteY241" fmla="*/ 2173882 h 2323145"/>
              <a:gd name="connsiteX242" fmla="*/ 1579590 w 11269336"/>
              <a:gd name="connsiteY242" fmla="*/ 2173680 h 2323145"/>
              <a:gd name="connsiteX243" fmla="*/ 1535601 w 11269336"/>
              <a:gd name="connsiteY243" fmla="*/ 2194590 h 2323145"/>
              <a:gd name="connsiteX244" fmla="*/ 1515594 w 11269336"/>
              <a:gd name="connsiteY244" fmla="*/ 2189622 h 2323145"/>
              <a:gd name="connsiteX245" fmla="*/ 1512113 w 11269336"/>
              <a:gd name="connsiteY245" fmla="*/ 2188534 h 2323145"/>
              <a:gd name="connsiteX246" fmla="*/ 1498838 w 11269336"/>
              <a:gd name="connsiteY246" fmla="*/ 2189213 h 2323145"/>
              <a:gd name="connsiteX247" fmla="*/ 1494279 w 11269336"/>
              <a:gd name="connsiteY247" fmla="*/ 2183112 h 2323145"/>
              <a:gd name="connsiteX248" fmla="*/ 1473714 w 11269336"/>
              <a:gd name="connsiteY248" fmla="*/ 2179625 h 2323145"/>
              <a:gd name="connsiteX249" fmla="*/ 1449503 w 11269336"/>
              <a:gd name="connsiteY249" fmla="*/ 2182633 h 2323145"/>
              <a:gd name="connsiteX250" fmla="*/ 1335495 w 11269336"/>
              <a:gd name="connsiteY250" fmla="*/ 2203940 h 2323145"/>
              <a:gd name="connsiteX251" fmla="*/ 1266687 w 11269336"/>
              <a:gd name="connsiteY251" fmla="*/ 2212688 h 2323145"/>
              <a:gd name="connsiteX252" fmla="*/ 1239614 w 11269336"/>
              <a:gd name="connsiteY252" fmla="*/ 2209727 h 2323145"/>
              <a:gd name="connsiteX253" fmla="*/ 1202436 w 11269336"/>
              <a:gd name="connsiteY253" fmla="*/ 2209817 h 2323145"/>
              <a:gd name="connsiteX254" fmla="*/ 1136097 w 11269336"/>
              <a:gd name="connsiteY254" fmla="*/ 2205112 h 2323145"/>
              <a:gd name="connsiteX255" fmla="*/ 1048229 w 11269336"/>
              <a:gd name="connsiteY255" fmla="*/ 2207249 h 2323145"/>
              <a:gd name="connsiteX256" fmla="*/ 988232 w 11269336"/>
              <a:gd name="connsiteY256" fmla="*/ 2235635 h 2323145"/>
              <a:gd name="connsiteX257" fmla="*/ 981959 w 11269336"/>
              <a:gd name="connsiteY257" fmla="*/ 2231607 h 2323145"/>
              <a:gd name="connsiteX258" fmla="*/ 938600 w 11269336"/>
              <a:gd name="connsiteY258" fmla="*/ 2238113 h 2323145"/>
              <a:gd name="connsiteX259" fmla="*/ 791788 w 11269336"/>
              <a:gd name="connsiteY259" fmla="*/ 2293224 h 2323145"/>
              <a:gd name="connsiteX260" fmla="*/ 706914 w 11269336"/>
              <a:gd name="connsiteY260" fmla="*/ 2305046 h 2323145"/>
              <a:gd name="connsiteX261" fmla="*/ 675971 w 11269336"/>
              <a:gd name="connsiteY261" fmla="*/ 2304030 h 2323145"/>
              <a:gd name="connsiteX262" fmla="*/ 624180 w 11269336"/>
              <a:gd name="connsiteY262" fmla="*/ 2302650 h 2323145"/>
              <a:gd name="connsiteX263" fmla="*/ 583453 w 11269336"/>
              <a:gd name="connsiteY263" fmla="*/ 2288788 h 2323145"/>
              <a:gd name="connsiteX264" fmla="*/ 540946 w 11269336"/>
              <a:gd name="connsiteY264" fmla="*/ 2292721 h 2323145"/>
              <a:gd name="connsiteX265" fmla="*/ 533680 w 11269336"/>
              <a:gd name="connsiteY265" fmla="*/ 2310233 h 2323145"/>
              <a:gd name="connsiteX266" fmla="*/ 487366 w 11269336"/>
              <a:gd name="connsiteY266" fmla="*/ 2309053 h 2323145"/>
              <a:gd name="connsiteX267" fmla="*/ 416820 w 11269336"/>
              <a:gd name="connsiteY267" fmla="*/ 2305443 h 2323145"/>
              <a:gd name="connsiteX268" fmla="*/ 376805 w 11269336"/>
              <a:gd name="connsiteY268" fmla="*/ 2307647 h 2323145"/>
              <a:gd name="connsiteX269" fmla="*/ 266777 w 11269336"/>
              <a:gd name="connsiteY269" fmla="*/ 2309012 h 2323145"/>
              <a:gd name="connsiteX270" fmla="*/ 156013 w 11269336"/>
              <a:gd name="connsiteY270" fmla="*/ 2306832 h 2323145"/>
              <a:gd name="connsiteX271" fmla="*/ 87258 w 11269336"/>
              <a:gd name="connsiteY271" fmla="*/ 2285511 h 2323145"/>
              <a:gd name="connsiteX272" fmla="*/ 23798 w 11269336"/>
              <a:gd name="connsiteY272" fmla="*/ 2281822 h 2323145"/>
              <a:gd name="connsiteX273" fmla="*/ 0 w 11269336"/>
              <a:gd name="connsiteY273" fmla="*/ 2285369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092476 w 11269336"/>
              <a:gd name="connsiteY140" fmla="*/ 2100737 h 2323145"/>
              <a:gd name="connsiteX141" fmla="*/ 5060738 w 11269336"/>
              <a:gd name="connsiteY141" fmla="*/ 2083274 h 2323145"/>
              <a:gd name="connsiteX142" fmla="*/ 4860988 w 11269336"/>
              <a:gd name="connsiteY142" fmla="*/ 2135698 h 2323145"/>
              <a:gd name="connsiteX143" fmla="*/ 4807902 w 11269336"/>
              <a:gd name="connsiteY143" fmla="*/ 2138894 h 2323145"/>
              <a:gd name="connsiteX144" fmla="*/ 4765388 w 11269336"/>
              <a:gd name="connsiteY144" fmla="*/ 2162525 h 2323145"/>
              <a:gd name="connsiteX145" fmla="*/ 4745033 w 11269336"/>
              <a:gd name="connsiteY145" fmla="*/ 2158859 h 2323145"/>
              <a:gd name="connsiteX146" fmla="*/ 4741475 w 11269336"/>
              <a:gd name="connsiteY146" fmla="*/ 2157998 h 2323145"/>
              <a:gd name="connsiteX147" fmla="*/ 4728247 w 11269336"/>
              <a:gd name="connsiteY147" fmla="*/ 2159526 h 2323145"/>
              <a:gd name="connsiteX148" fmla="*/ 4723263 w 11269336"/>
              <a:gd name="connsiteY148" fmla="*/ 2153742 h 2323145"/>
              <a:gd name="connsiteX149" fmla="*/ 4702453 w 11269336"/>
              <a:gd name="connsiteY149" fmla="*/ 2151586 h 2323145"/>
              <a:gd name="connsiteX150" fmla="*/ 4678455 w 11269336"/>
              <a:gd name="connsiteY150" fmla="*/ 2156131 h 2323145"/>
              <a:gd name="connsiteX151" fmla="*/ 4593061 w 11269336"/>
              <a:gd name="connsiteY151" fmla="*/ 2171597 h 2323145"/>
              <a:gd name="connsiteX152" fmla="*/ 4579902 w 11269336"/>
              <a:gd name="connsiteY152" fmla="*/ 2177927 h 2323145"/>
              <a:gd name="connsiteX153" fmla="*/ 4533444 w 11269336"/>
              <a:gd name="connsiteY153" fmla="*/ 2181200 h 2323145"/>
              <a:gd name="connsiteX154" fmla="*/ 4492832 w 11269336"/>
              <a:gd name="connsiteY154" fmla="*/ 2188033 h 2323145"/>
              <a:gd name="connsiteX155" fmla="*/ 4467257 w 11269336"/>
              <a:gd name="connsiteY155" fmla="*/ 2196121 h 2323145"/>
              <a:gd name="connsiteX156" fmla="*/ 4459937 w 11269336"/>
              <a:gd name="connsiteY156" fmla="*/ 2195182 h 2323145"/>
              <a:gd name="connsiteX157" fmla="*/ 4433312 w 11269336"/>
              <a:gd name="connsiteY157" fmla="*/ 2199004 h 2323145"/>
              <a:gd name="connsiteX158" fmla="*/ 4420601 w 11269336"/>
              <a:gd name="connsiteY158" fmla="*/ 2205158 h 2323145"/>
              <a:gd name="connsiteX159" fmla="*/ 4405765 w 11269336"/>
              <a:gd name="connsiteY159" fmla="*/ 2199902 h 2323145"/>
              <a:gd name="connsiteX160" fmla="*/ 4401354 w 11269336"/>
              <a:gd name="connsiteY160" fmla="*/ 2194745 h 2323145"/>
              <a:gd name="connsiteX161" fmla="*/ 4383151 w 11269336"/>
              <a:gd name="connsiteY161" fmla="*/ 2201140 h 2323145"/>
              <a:gd name="connsiteX162" fmla="*/ 4366646 w 11269336"/>
              <a:gd name="connsiteY162" fmla="*/ 2198564 h 2323145"/>
              <a:gd name="connsiteX163" fmla="*/ 4354009 w 11269336"/>
              <a:gd name="connsiteY163" fmla="*/ 2204984 h 2323145"/>
              <a:gd name="connsiteX164" fmla="*/ 4348284 w 11269336"/>
              <a:gd name="connsiteY164" fmla="*/ 2205270 h 2323145"/>
              <a:gd name="connsiteX165" fmla="*/ 4333906 w 11269336"/>
              <a:gd name="connsiteY165" fmla="*/ 2205251 h 2323145"/>
              <a:gd name="connsiteX166" fmla="*/ 4308819 w 11269336"/>
              <a:gd name="connsiteY166" fmla="*/ 2203822 h 2323145"/>
              <a:gd name="connsiteX167" fmla="*/ 4301210 w 11269336"/>
              <a:gd name="connsiteY167" fmla="*/ 2204456 h 2323145"/>
              <a:gd name="connsiteX168" fmla="*/ 4283095 w 11269336"/>
              <a:gd name="connsiteY168" fmla="*/ 2198177 h 2323145"/>
              <a:gd name="connsiteX169" fmla="*/ 4250119 w 11269336"/>
              <a:gd name="connsiteY169" fmla="*/ 2196342 h 2323145"/>
              <a:gd name="connsiteX170" fmla="*/ 4189203 w 11269336"/>
              <a:gd name="connsiteY170" fmla="*/ 2178994 h 2323145"/>
              <a:gd name="connsiteX171" fmla="*/ 4154035 w 11269336"/>
              <a:gd name="connsiteY171" fmla="*/ 2171950 h 2323145"/>
              <a:gd name="connsiteX172" fmla="*/ 4129569 w 11269336"/>
              <a:gd name="connsiteY172" fmla="*/ 2163850 h 2323145"/>
              <a:gd name="connsiteX173" fmla="*/ 4061250 w 11269336"/>
              <a:gd name="connsiteY173" fmla="*/ 2159236 h 2323145"/>
              <a:gd name="connsiteX174" fmla="*/ 3945480 w 11269336"/>
              <a:gd name="connsiteY174" fmla="*/ 2158279 h 2323145"/>
              <a:gd name="connsiteX175" fmla="*/ 3921468 w 11269336"/>
              <a:gd name="connsiteY175" fmla="*/ 2156588 h 2323145"/>
              <a:gd name="connsiteX176" fmla="*/ 3903348 w 11269336"/>
              <a:gd name="connsiteY176" fmla="*/ 2149220 h 2323145"/>
              <a:gd name="connsiteX177" fmla="*/ 3901342 w 11269336"/>
              <a:gd name="connsiteY177" fmla="*/ 2142355 h 2323145"/>
              <a:gd name="connsiteX178" fmla="*/ 3888539 w 11269336"/>
              <a:gd name="connsiteY178" fmla="*/ 2140476 h 2323145"/>
              <a:gd name="connsiteX179" fmla="*/ 3885662 w 11269336"/>
              <a:gd name="connsiteY179" fmla="*/ 2138740 h 2323145"/>
              <a:gd name="connsiteX180" fmla="*/ 3868627 w 11269336"/>
              <a:gd name="connsiteY180" fmla="*/ 2130023 h 2323145"/>
              <a:gd name="connsiteX181" fmla="*/ 3819177 w 11269336"/>
              <a:gd name="connsiteY181" fmla="*/ 2142111 h 2323145"/>
              <a:gd name="connsiteX182" fmla="*/ 3769100 w 11269336"/>
              <a:gd name="connsiteY182" fmla="*/ 2131731 h 2323145"/>
              <a:gd name="connsiteX183" fmla="*/ 3562752 w 11269336"/>
              <a:gd name="connsiteY183" fmla="*/ 2131785 h 2323145"/>
              <a:gd name="connsiteX184" fmla="*/ 3541402 w 11269336"/>
              <a:gd name="connsiteY184" fmla="*/ 2106821 h 2323145"/>
              <a:gd name="connsiteX185" fmla="*/ 3460591 w 11269336"/>
              <a:gd name="connsiteY185" fmla="*/ 2097951 h 2323145"/>
              <a:gd name="connsiteX186" fmla="*/ 3320348 w 11269336"/>
              <a:gd name="connsiteY186" fmla="*/ 2130191 h 2323145"/>
              <a:gd name="connsiteX187" fmla="*/ 3170922 w 11269336"/>
              <a:gd name="connsiteY187" fmla="*/ 2115957 h 2323145"/>
              <a:gd name="connsiteX188" fmla="*/ 3156256 w 11269336"/>
              <a:gd name="connsiteY188" fmla="*/ 2124773 h 2323145"/>
              <a:gd name="connsiteX189" fmla="*/ 3140298 w 11269336"/>
              <a:gd name="connsiteY189" fmla="*/ 2129182 h 2323145"/>
              <a:gd name="connsiteX190" fmla="*/ 3138514 w 11269336"/>
              <a:gd name="connsiteY190" fmla="*/ 2128069 h 2323145"/>
              <a:gd name="connsiteX191" fmla="*/ 3120467 w 11269336"/>
              <a:gd name="connsiteY191" fmla="*/ 2128281 h 2323145"/>
              <a:gd name="connsiteX192" fmla="*/ 3116175 w 11269336"/>
              <a:gd name="connsiteY192" fmla="*/ 2131633 h 2323145"/>
              <a:gd name="connsiteX193" fmla="*/ 3103685 w 11269336"/>
              <a:gd name="connsiteY193" fmla="*/ 2132814 h 2323145"/>
              <a:gd name="connsiteX194" fmla="*/ 3078794 w 11269336"/>
              <a:gd name="connsiteY194" fmla="*/ 2137935 h 2323145"/>
              <a:gd name="connsiteX195" fmla="*/ 3074407 w 11269336"/>
              <a:gd name="connsiteY195" fmla="*/ 2136274 h 2323145"/>
              <a:gd name="connsiteX196" fmla="*/ 3037285 w 11269336"/>
              <a:gd name="connsiteY196" fmla="*/ 2139919 h 2323145"/>
              <a:gd name="connsiteX197" fmla="*/ 3036901 w 11269336"/>
              <a:gd name="connsiteY197" fmla="*/ 2138726 h 2323145"/>
              <a:gd name="connsiteX198" fmla="*/ 3026996 w 11269336"/>
              <a:gd name="connsiteY198" fmla="*/ 2134322 h 2323145"/>
              <a:gd name="connsiteX199" fmla="*/ 3007772 w 11269336"/>
              <a:gd name="connsiteY199" fmla="*/ 2128742 h 2323145"/>
              <a:gd name="connsiteX200" fmla="*/ 2965030 w 11269336"/>
              <a:gd name="connsiteY200" fmla="*/ 2100494 h 2323145"/>
              <a:gd name="connsiteX201" fmla="*/ 2926342 w 11269336"/>
              <a:gd name="connsiteY201" fmla="*/ 2104155 h 2323145"/>
              <a:gd name="connsiteX202" fmla="*/ 2918608 w 11269336"/>
              <a:gd name="connsiteY202" fmla="*/ 2104215 h 2323145"/>
              <a:gd name="connsiteX203" fmla="*/ 2918475 w 11269336"/>
              <a:gd name="connsiteY203" fmla="*/ 2103937 h 2323145"/>
              <a:gd name="connsiteX204" fmla="*/ 2910360 w 11269336"/>
              <a:gd name="connsiteY204" fmla="*/ 2103444 h 2323145"/>
              <a:gd name="connsiteX205" fmla="*/ 2904507 w 11269336"/>
              <a:gd name="connsiteY205" fmla="*/ 2104326 h 2323145"/>
              <a:gd name="connsiteX206" fmla="*/ 2889503 w 11269336"/>
              <a:gd name="connsiteY206" fmla="*/ 2104443 h 2323145"/>
              <a:gd name="connsiteX207" fmla="*/ 2884480 w 11269336"/>
              <a:gd name="connsiteY207" fmla="*/ 2102626 h 2323145"/>
              <a:gd name="connsiteX208" fmla="*/ 2882689 w 11269336"/>
              <a:gd name="connsiteY208" fmla="*/ 2099228 h 2323145"/>
              <a:gd name="connsiteX209" fmla="*/ 2881291 w 11269336"/>
              <a:gd name="connsiteY209" fmla="*/ 2099618 h 2323145"/>
              <a:gd name="connsiteX210" fmla="*/ 2853979 w 11269336"/>
              <a:gd name="connsiteY210" fmla="*/ 2090388 h 2323145"/>
              <a:gd name="connsiteX211" fmla="*/ 2791790 w 11269336"/>
              <a:gd name="connsiteY211" fmla="*/ 2080332 h 2323145"/>
              <a:gd name="connsiteX212" fmla="*/ 2755844 w 11269336"/>
              <a:gd name="connsiteY212" fmla="*/ 2078874 h 2323145"/>
              <a:gd name="connsiteX213" fmla="*/ 2657742 w 11269336"/>
              <a:gd name="connsiteY213" fmla="*/ 2070179 h 2323145"/>
              <a:gd name="connsiteX214" fmla="*/ 2559549 w 11269336"/>
              <a:gd name="connsiteY214" fmla="*/ 2057873 h 2323145"/>
              <a:gd name="connsiteX215" fmla="*/ 2512054 w 11269336"/>
              <a:gd name="connsiteY215" fmla="*/ 2031671 h 2323145"/>
              <a:gd name="connsiteX216" fmla="*/ 2506437 w 11269336"/>
              <a:gd name="connsiteY216" fmla="*/ 2030918 h 2323145"/>
              <a:gd name="connsiteX217" fmla="*/ 2491752 w 11269336"/>
              <a:gd name="connsiteY217" fmla="*/ 2033906 h 2323145"/>
              <a:gd name="connsiteX218" fmla="*/ 2486338 w 11269336"/>
              <a:gd name="connsiteY218" fmla="*/ 2035862 h 2323145"/>
              <a:gd name="connsiteX219" fmla="*/ 2478186 w 11269336"/>
              <a:gd name="connsiteY219" fmla="*/ 2036953 h 2323145"/>
              <a:gd name="connsiteX220" fmla="*/ 2477950 w 11269336"/>
              <a:gd name="connsiteY220" fmla="*/ 2036715 h 2323145"/>
              <a:gd name="connsiteX221" fmla="*/ 2470381 w 11269336"/>
              <a:gd name="connsiteY221" fmla="*/ 2038256 h 2323145"/>
              <a:gd name="connsiteX222" fmla="*/ 2433781 w 11269336"/>
              <a:gd name="connsiteY222" fmla="*/ 2049140 h 2323145"/>
              <a:gd name="connsiteX223" fmla="*/ 2381172 w 11269336"/>
              <a:gd name="connsiteY223" fmla="*/ 2030645 h 2323145"/>
              <a:gd name="connsiteX224" fmla="*/ 2360198 w 11269336"/>
              <a:gd name="connsiteY224" fmla="*/ 2029059 h 2323145"/>
              <a:gd name="connsiteX225" fmla="*/ 2348815 w 11269336"/>
              <a:gd name="connsiteY225" fmla="*/ 2026798 h 2323145"/>
              <a:gd name="connsiteX226" fmla="*/ 2347988 w 11269336"/>
              <a:gd name="connsiteY226" fmla="*/ 2025745 h 2323145"/>
              <a:gd name="connsiteX227" fmla="*/ 2312920 w 11269336"/>
              <a:gd name="connsiteY227" fmla="*/ 2036311 h 2323145"/>
              <a:gd name="connsiteX228" fmla="*/ 2307986 w 11269336"/>
              <a:gd name="connsiteY228" fmla="*/ 2035583 h 2323145"/>
              <a:gd name="connsiteX229" fmla="*/ 2285481 w 11269336"/>
              <a:gd name="connsiteY229" fmla="*/ 2045197 h 2323145"/>
              <a:gd name="connsiteX230" fmla="*/ 2273666 w 11269336"/>
              <a:gd name="connsiteY230" fmla="*/ 2048710 h 2323145"/>
              <a:gd name="connsiteX231" fmla="*/ 2270719 w 11269336"/>
              <a:gd name="connsiteY231" fmla="*/ 2052702 h 2323145"/>
              <a:gd name="connsiteX232" fmla="*/ 2253080 w 11269336"/>
              <a:gd name="connsiteY232" fmla="*/ 2056363 h 2323145"/>
              <a:gd name="connsiteX233" fmla="*/ 2250906 w 11269336"/>
              <a:gd name="connsiteY233" fmla="*/ 2055654 h 2323145"/>
              <a:gd name="connsiteX234" fmla="*/ 2236905 w 11269336"/>
              <a:gd name="connsiteY234" fmla="*/ 2062882 h 2323145"/>
              <a:gd name="connsiteX235" fmla="*/ 2225830 w 11269336"/>
              <a:gd name="connsiteY235" fmla="*/ 2074027 h 2323145"/>
              <a:gd name="connsiteX236" fmla="*/ 2073776 w 11269336"/>
              <a:gd name="connsiteY236" fmla="*/ 2089244 h 2323145"/>
              <a:gd name="connsiteX237" fmla="*/ 1948256 w 11269336"/>
              <a:gd name="connsiteY237" fmla="*/ 2146616 h 2323145"/>
              <a:gd name="connsiteX238" fmla="*/ 1865582 w 11269336"/>
              <a:gd name="connsiteY238" fmla="*/ 2153738 h 2323145"/>
              <a:gd name="connsiteX239" fmla="*/ 1835210 w 11269336"/>
              <a:gd name="connsiteY239" fmla="*/ 2134244 h 2323145"/>
              <a:gd name="connsiteX240" fmla="*/ 1632661 w 11269336"/>
              <a:gd name="connsiteY240" fmla="*/ 2173882 h 2323145"/>
              <a:gd name="connsiteX241" fmla="*/ 1579590 w 11269336"/>
              <a:gd name="connsiteY241" fmla="*/ 2173680 h 2323145"/>
              <a:gd name="connsiteX242" fmla="*/ 1535601 w 11269336"/>
              <a:gd name="connsiteY242" fmla="*/ 2194590 h 2323145"/>
              <a:gd name="connsiteX243" fmla="*/ 1515594 w 11269336"/>
              <a:gd name="connsiteY243" fmla="*/ 2189622 h 2323145"/>
              <a:gd name="connsiteX244" fmla="*/ 1512113 w 11269336"/>
              <a:gd name="connsiteY244" fmla="*/ 2188534 h 2323145"/>
              <a:gd name="connsiteX245" fmla="*/ 1498838 w 11269336"/>
              <a:gd name="connsiteY245" fmla="*/ 2189213 h 2323145"/>
              <a:gd name="connsiteX246" fmla="*/ 1494279 w 11269336"/>
              <a:gd name="connsiteY246" fmla="*/ 2183112 h 2323145"/>
              <a:gd name="connsiteX247" fmla="*/ 1473714 w 11269336"/>
              <a:gd name="connsiteY247" fmla="*/ 2179625 h 2323145"/>
              <a:gd name="connsiteX248" fmla="*/ 1449503 w 11269336"/>
              <a:gd name="connsiteY248" fmla="*/ 2182633 h 2323145"/>
              <a:gd name="connsiteX249" fmla="*/ 1335495 w 11269336"/>
              <a:gd name="connsiteY249" fmla="*/ 2203940 h 2323145"/>
              <a:gd name="connsiteX250" fmla="*/ 1266687 w 11269336"/>
              <a:gd name="connsiteY250" fmla="*/ 2212688 h 2323145"/>
              <a:gd name="connsiteX251" fmla="*/ 1239614 w 11269336"/>
              <a:gd name="connsiteY251" fmla="*/ 2209727 h 2323145"/>
              <a:gd name="connsiteX252" fmla="*/ 1202436 w 11269336"/>
              <a:gd name="connsiteY252" fmla="*/ 2209817 h 2323145"/>
              <a:gd name="connsiteX253" fmla="*/ 1136097 w 11269336"/>
              <a:gd name="connsiteY253" fmla="*/ 2205112 h 2323145"/>
              <a:gd name="connsiteX254" fmla="*/ 1048229 w 11269336"/>
              <a:gd name="connsiteY254" fmla="*/ 2207249 h 2323145"/>
              <a:gd name="connsiteX255" fmla="*/ 988232 w 11269336"/>
              <a:gd name="connsiteY255" fmla="*/ 2235635 h 2323145"/>
              <a:gd name="connsiteX256" fmla="*/ 981959 w 11269336"/>
              <a:gd name="connsiteY256" fmla="*/ 2231607 h 2323145"/>
              <a:gd name="connsiteX257" fmla="*/ 938600 w 11269336"/>
              <a:gd name="connsiteY257" fmla="*/ 2238113 h 2323145"/>
              <a:gd name="connsiteX258" fmla="*/ 791788 w 11269336"/>
              <a:gd name="connsiteY258" fmla="*/ 2293224 h 2323145"/>
              <a:gd name="connsiteX259" fmla="*/ 706914 w 11269336"/>
              <a:gd name="connsiteY259" fmla="*/ 2305046 h 2323145"/>
              <a:gd name="connsiteX260" fmla="*/ 675971 w 11269336"/>
              <a:gd name="connsiteY260" fmla="*/ 2304030 h 2323145"/>
              <a:gd name="connsiteX261" fmla="*/ 624180 w 11269336"/>
              <a:gd name="connsiteY261" fmla="*/ 2302650 h 2323145"/>
              <a:gd name="connsiteX262" fmla="*/ 583453 w 11269336"/>
              <a:gd name="connsiteY262" fmla="*/ 2288788 h 2323145"/>
              <a:gd name="connsiteX263" fmla="*/ 540946 w 11269336"/>
              <a:gd name="connsiteY263" fmla="*/ 2292721 h 2323145"/>
              <a:gd name="connsiteX264" fmla="*/ 533680 w 11269336"/>
              <a:gd name="connsiteY264" fmla="*/ 2310233 h 2323145"/>
              <a:gd name="connsiteX265" fmla="*/ 487366 w 11269336"/>
              <a:gd name="connsiteY265" fmla="*/ 2309053 h 2323145"/>
              <a:gd name="connsiteX266" fmla="*/ 416820 w 11269336"/>
              <a:gd name="connsiteY266" fmla="*/ 2305443 h 2323145"/>
              <a:gd name="connsiteX267" fmla="*/ 376805 w 11269336"/>
              <a:gd name="connsiteY267" fmla="*/ 2307647 h 2323145"/>
              <a:gd name="connsiteX268" fmla="*/ 266777 w 11269336"/>
              <a:gd name="connsiteY268" fmla="*/ 2309012 h 2323145"/>
              <a:gd name="connsiteX269" fmla="*/ 156013 w 11269336"/>
              <a:gd name="connsiteY269" fmla="*/ 2306832 h 2323145"/>
              <a:gd name="connsiteX270" fmla="*/ 87258 w 11269336"/>
              <a:gd name="connsiteY270" fmla="*/ 2285511 h 2323145"/>
              <a:gd name="connsiteX271" fmla="*/ 23798 w 11269336"/>
              <a:gd name="connsiteY271" fmla="*/ 2281822 h 2323145"/>
              <a:gd name="connsiteX272" fmla="*/ 0 w 11269336"/>
              <a:gd name="connsiteY272" fmla="*/ 2285369 h 2323145"/>
              <a:gd name="connsiteX273" fmla="*/ 0 w 11269336"/>
              <a:gd name="connsiteY27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092476 w 11269336"/>
              <a:gd name="connsiteY139" fmla="*/ 2100737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988232 w 11269336"/>
              <a:gd name="connsiteY252" fmla="*/ 2235635 h 2323145"/>
              <a:gd name="connsiteX253" fmla="*/ 981959 w 11269336"/>
              <a:gd name="connsiteY253" fmla="*/ 2231607 h 2323145"/>
              <a:gd name="connsiteX254" fmla="*/ 938600 w 11269336"/>
              <a:gd name="connsiteY254" fmla="*/ 2238113 h 2323145"/>
              <a:gd name="connsiteX255" fmla="*/ 791788 w 11269336"/>
              <a:gd name="connsiteY255" fmla="*/ 2293224 h 2323145"/>
              <a:gd name="connsiteX256" fmla="*/ 706914 w 11269336"/>
              <a:gd name="connsiteY256" fmla="*/ 2305046 h 2323145"/>
              <a:gd name="connsiteX257" fmla="*/ 675971 w 11269336"/>
              <a:gd name="connsiteY257" fmla="*/ 2304030 h 2323145"/>
              <a:gd name="connsiteX258" fmla="*/ 624180 w 11269336"/>
              <a:gd name="connsiteY258" fmla="*/ 2302650 h 2323145"/>
              <a:gd name="connsiteX259" fmla="*/ 583453 w 11269336"/>
              <a:gd name="connsiteY259" fmla="*/ 2288788 h 2323145"/>
              <a:gd name="connsiteX260" fmla="*/ 540946 w 11269336"/>
              <a:gd name="connsiteY260" fmla="*/ 2292721 h 2323145"/>
              <a:gd name="connsiteX261" fmla="*/ 533680 w 11269336"/>
              <a:gd name="connsiteY261" fmla="*/ 2310233 h 2323145"/>
              <a:gd name="connsiteX262" fmla="*/ 487366 w 11269336"/>
              <a:gd name="connsiteY262" fmla="*/ 2309053 h 2323145"/>
              <a:gd name="connsiteX263" fmla="*/ 416820 w 11269336"/>
              <a:gd name="connsiteY263" fmla="*/ 2305443 h 2323145"/>
              <a:gd name="connsiteX264" fmla="*/ 376805 w 11269336"/>
              <a:gd name="connsiteY264" fmla="*/ 2307647 h 2323145"/>
              <a:gd name="connsiteX265" fmla="*/ 266777 w 11269336"/>
              <a:gd name="connsiteY265" fmla="*/ 2309012 h 2323145"/>
              <a:gd name="connsiteX266" fmla="*/ 156013 w 11269336"/>
              <a:gd name="connsiteY266" fmla="*/ 2306832 h 2323145"/>
              <a:gd name="connsiteX267" fmla="*/ 87258 w 11269336"/>
              <a:gd name="connsiteY267" fmla="*/ 2285511 h 2323145"/>
              <a:gd name="connsiteX268" fmla="*/ 23798 w 11269336"/>
              <a:gd name="connsiteY268" fmla="*/ 2281822 h 2323145"/>
              <a:gd name="connsiteX269" fmla="*/ 0 w 11269336"/>
              <a:gd name="connsiteY269" fmla="*/ 2285369 h 2323145"/>
              <a:gd name="connsiteX270" fmla="*/ 0 w 11269336"/>
              <a:gd name="connsiteY27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266687 w 11269336"/>
              <a:gd name="connsiteY247" fmla="*/ 2212688 h 2323145"/>
              <a:gd name="connsiteX248" fmla="*/ 1239614 w 11269336"/>
              <a:gd name="connsiteY248" fmla="*/ 2209727 h 2323145"/>
              <a:gd name="connsiteX249" fmla="*/ 1202436 w 11269336"/>
              <a:gd name="connsiteY249" fmla="*/ 2209817 h 2323145"/>
              <a:gd name="connsiteX250" fmla="*/ 1136097 w 11269336"/>
              <a:gd name="connsiteY250" fmla="*/ 2205112 h 2323145"/>
              <a:gd name="connsiteX251" fmla="*/ 988232 w 11269336"/>
              <a:gd name="connsiteY251" fmla="*/ 2235635 h 2323145"/>
              <a:gd name="connsiteX252" fmla="*/ 981959 w 11269336"/>
              <a:gd name="connsiteY252" fmla="*/ 2231607 h 2323145"/>
              <a:gd name="connsiteX253" fmla="*/ 938600 w 11269336"/>
              <a:gd name="connsiteY253" fmla="*/ 2238113 h 2323145"/>
              <a:gd name="connsiteX254" fmla="*/ 791788 w 11269336"/>
              <a:gd name="connsiteY254" fmla="*/ 2293224 h 2323145"/>
              <a:gd name="connsiteX255" fmla="*/ 706914 w 11269336"/>
              <a:gd name="connsiteY255" fmla="*/ 2305046 h 2323145"/>
              <a:gd name="connsiteX256" fmla="*/ 675971 w 11269336"/>
              <a:gd name="connsiteY256" fmla="*/ 2304030 h 2323145"/>
              <a:gd name="connsiteX257" fmla="*/ 624180 w 11269336"/>
              <a:gd name="connsiteY257" fmla="*/ 2302650 h 2323145"/>
              <a:gd name="connsiteX258" fmla="*/ 583453 w 11269336"/>
              <a:gd name="connsiteY258" fmla="*/ 2288788 h 2323145"/>
              <a:gd name="connsiteX259" fmla="*/ 540946 w 11269336"/>
              <a:gd name="connsiteY259" fmla="*/ 2292721 h 2323145"/>
              <a:gd name="connsiteX260" fmla="*/ 533680 w 11269336"/>
              <a:gd name="connsiteY260" fmla="*/ 2310233 h 2323145"/>
              <a:gd name="connsiteX261" fmla="*/ 487366 w 11269336"/>
              <a:gd name="connsiteY261" fmla="*/ 2309053 h 2323145"/>
              <a:gd name="connsiteX262" fmla="*/ 416820 w 11269336"/>
              <a:gd name="connsiteY262" fmla="*/ 2305443 h 2323145"/>
              <a:gd name="connsiteX263" fmla="*/ 376805 w 11269336"/>
              <a:gd name="connsiteY263" fmla="*/ 2307647 h 2323145"/>
              <a:gd name="connsiteX264" fmla="*/ 266777 w 11269336"/>
              <a:gd name="connsiteY264" fmla="*/ 2309012 h 2323145"/>
              <a:gd name="connsiteX265" fmla="*/ 156013 w 11269336"/>
              <a:gd name="connsiteY265" fmla="*/ 2306832 h 2323145"/>
              <a:gd name="connsiteX266" fmla="*/ 87258 w 11269336"/>
              <a:gd name="connsiteY266" fmla="*/ 2285511 h 2323145"/>
              <a:gd name="connsiteX267" fmla="*/ 23798 w 11269336"/>
              <a:gd name="connsiteY267" fmla="*/ 2281822 h 2323145"/>
              <a:gd name="connsiteX268" fmla="*/ 0 w 11269336"/>
              <a:gd name="connsiteY268" fmla="*/ 2285369 h 2323145"/>
              <a:gd name="connsiteX269" fmla="*/ 0 w 11269336"/>
              <a:gd name="connsiteY26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197391 w 11269336"/>
              <a:gd name="connsiteY54" fmla="*/ 1107746 h 2323145"/>
              <a:gd name="connsiteX55" fmla="*/ 8081474 w 11269336"/>
              <a:gd name="connsiteY55" fmla="*/ 1130125 h 2323145"/>
              <a:gd name="connsiteX56" fmla="*/ 8053585 w 11269336"/>
              <a:gd name="connsiteY56" fmla="*/ 1129169 h 2323145"/>
              <a:gd name="connsiteX57" fmla="*/ 8038422 w 11269336"/>
              <a:gd name="connsiteY57" fmla="*/ 1119092 h 2323145"/>
              <a:gd name="connsiteX58" fmla="*/ 8029450 w 11269336"/>
              <a:gd name="connsiteY58" fmla="*/ 1125592 h 2323145"/>
              <a:gd name="connsiteX59" fmla="*/ 7959552 w 11269336"/>
              <a:gd name="connsiteY59" fmla="*/ 1140188 h 2323145"/>
              <a:gd name="connsiteX60" fmla="*/ 7914188 w 11269336"/>
              <a:gd name="connsiteY60" fmla="*/ 1150862 h 2323145"/>
              <a:gd name="connsiteX61" fmla="*/ 7914918 w 11269336"/>
              <a:gd name="connsiteY61" fmla="*/ 1168758 h 2323145"/>
              <a:gd name="connsiteX62" fmla="*/ 7875510 w 11269336"/>
              <a:gd name="connsiteY62" fmla="*/ 1183153 h 2323145"/>
              <a:gd name="connsiteX63" fmla="*/ 7829932 w 11269336"/>
              <a:gd name="connsiteY63" fmla="*/ 1180782 h 2323145"/>
              <a:gd name="connsiteX64" fmla="*/ 7779182 w 11269336"/>
              <a:gd name="connsiteY64" fmla="*/ 1192665 h 2323145"/>
              <a:gd name="connsiteX65" fmla="*/ 7748774 w 11269336"/>
              <a:gd name="connsiteY65" fmla="*/ 1199586 h 2323145"/>
              <a:gd name="connsiteX66" fmla="*/ 7671846 w 11269336"/>
              <a:gd name="connsiteY66" fmla="*/ 1231966 h 2323145"/>
              <a:gd name="connsiteX67" fmla="*/ 7554146 w 11269336"/>
              <a:gd name="connsiteY67" fmla="*/ 1319748 h 2323145"/>
              <a:gd name="connsiteX68" fmla="*/ 7515052 w 11269336"/>
              <a:gd name="connsiteY68" fmla="*/ 1336718 h 2323145"/>
              <a:gd name="connsiteX69" fmla="*/ 7507193 w 11269336"/>
              <a:gd name="connsiteY69" fmla="*/ 1334617 h 2323145"/>
              <a:gd name="connsiteX70" fmla="*/ 7461694 w 11269336"/>
              <a:gd name="connsiteY70" fmla="*/ 1375866 h 2323145"/>
              <a:gd name="connsiteX71" fmla="*/ 7377571 w 11269336"/>
              <a:gd name="connsiteY71" fmla="*/ 1400128 h 2323145"/>
              <a:gd name="connsiteX72" fmla="*/ 7311261 w 11269336"/>
              <a:gd name="connsiteY72" fmla="*/ 1412652 h 2323145"/>
              <a:gd name="connsiteX73" fmla="*/ 7275307 w 11269336"/>
              <a:gd name="connsiteY73" fmla="*/ 1422171 h 2323145"/>
              <a:gd name="connsiteX74" fmla="*/ 7247783 w 11269336"/>
              <a:gd name="connsiteY74" fmla="*/ 1426330 h 2323145"/>
              <a:gd name="connsiteX75" fmla="*/ 7185047 w 11269336"/>
              <a:gd name="connsiteY75" fmla="*/ 1451812 h 2323145"/>
              <a:gd name="connsiteX76" fmla="*/ 7084117 w 11269336"/>
              <a:gd name="connsiteY76" fmla="*/ 1500281 h 2323145"/>
              <a:gd name="connsiteX77" fmla="*/ 7062011 w 11269336"/>
              <a:gd name="connsiteY77" fmla="*/ 1509183 h 2323145"/>
              <a:gd name="connsiteX78" fmla="*/ 7040555 w 11269336"/>
              <a:gd name="connsiteY78" fmla="*/ 1511207 h 2323145"/>
              <a:gd name="connsiteX79" fmla="*/ 7033438 w 11269336"/>
              <a:gd name="connsiteY79" fmla="*/ 1506772 h 2323145"/>
              <a:gd name="connsiteX80" fmla="*/ 7020886 w 11269336"/>
              <a:gd name="connsiteY80" fmla="*/ 1510764 h 2323145"/>
              <a:gd name="connsiteX81" fmla="*/ 7017033 w 11269336"/>
              <a:gd name="connsiteY81" fmla="*/ 1510650 h 2323145"/>
              <a:gd name="connsiteX82" fmla="*/ 6995460 w 11269336"/>
              <a:gd name="connsiteY82" fmla="*/ 1511173 h 2323145"/>
              <a:gd name="connsiteX83" fmla="*/ 6962144 w 11269336"/>
              <a:gd name="connsiteY83" fmla="*/ 1541508 h 2323145"/>
              <a:gd name="connsiteX84" fmla="*/ 6910674 w 11269336"/>
              <a:gd name="connsiteY84" fmla="*/ 1554793 h 2323145"/>
              <a:gd name="connsiteX85" fmla="*/ 6732152 w 11269336"/>
              <a:gd name="connsiteY85" fmla="*/ 1642538 h 2323145"/>
              <a:gd name="connsiteX86" fmla="*/ 6694106 w 11269336"/>
              <a:gd name="connsiteY86" fmla="*/ 1632377 h 2323145"/>
              <a:gd name="connsiteX87" fmla="*/ 6617223 w 11269336"/>
              <a:gd name="connsiteY87" fmla="*/ 1659889 h 2323145"/>
              <a:gd name="connsiteX88" fmla="*/ 6521138 w 11269336"/>
              <a:gd name="connsiteY88" fmla="*/ 1744340 h 2323145"/>
              <a:gd name="connsiteX89" fmla="*/ 6380677 w 11269336"/>
              <a:gd name="connsiteY89" fmla="*/ 1796883 h 2323145"/>
              <a:gd name="connsiteX90" fmla="*/ 6374897 w 11269336"/>
              <a:gd name="connsiteY90" fmla="*/ 1809910 h 2323145"/>
              <a:gd name="connsiteX91" fmla="*/ 6364545 w 11269336"/>
              <a:gd name="connsiteY91" fmla="*/ 1820090 h 2323145"/>
              <a:gd name="connsiteX92" fmla="*/ 6362126 w 11269336"/>
              <a:gd name="connsiteY92" fmla="*/ 1819991 h 2323145"/>
              <a:gd name="connsiteX93" fmla="*/ 6346673 w 11269336"/>
              <a:gd name="connsiteY93" fmla="*/ 1827824 h 2323145"/>
              <a:gd name="connsiteX94" fmla="*/ 6345588 w 11269336"/>
              <a:gd name="connsiteY94" fmla="*/ 1832232 h 2323145"/>
              <a:gd name="connsiteX95" fmla="*/ 6335708 w 11269336"/>
              <a:gd name="connsiteY95" fmla="*/ 1838451 h 2323145"/>
              <a:gd name="connsiteX96" fmla="*/ 6318182 w 11269336"/>
              <a:gd name="connsiteY96" fmla="*/ 1852975 h 2323145"/>
              <a:gd name="connsiteX97" fmla="*/ 6313084 w 11269336"/>
              <a:gd name="connsiteY97" fmla="*/ 1853561 h 2323145"/>
              <a:gd name="connsiteX98" fmla="*/ 6283816 w 11269336"/>
              <a:gd name="connsiteY98" fmla="*/ 1872148 h 2323145"/>
              <a:gd name="connsiteX99" fmla="*/ 6282550 w 11269336"/>
              <a:gd name="connsiteY99" fmla="*/ 1871392 h 2323145"/>
              <a:gd name="connsiteX100" fmla="*/ 6270527 w 11269336"/>
              <a:gd name="connsiteY100" fmla="*/ 1872208 h 2323145"/>
              <a:gd name="connsiteX101" fmla="*/ 6249518 w 11269336"/>
              <a:gd name="connsiteY101" fmla="*/ 1876079 h 2323145"/>
              <a:gd name="connsiteX102" fmla="*/ 6190386 w 11269336"/>
              <a:gd name="connsiteY102" fmla="*/ 1872478 h 2323145"/>
              <a:gd name="connsiteX103" fmla="*/ 6159777 w 11269336"/>
              <a:gd name="connsiteY103" fmla="*/ 1891745 h 2323145"/>
              <a:gd name="connsiteX104" fmla="*/ 6153131 w 11269336"/>
              <a:gd name="connsiteY104" fmla="*/ 1895079 h 2323145"/>
              <a:gd name="connsiteX105" fmla="*/ 6152798 w 11269336"/>
              <a:gd name="connsiteY105" fmla="*/ 1894920 h 2323145"/>
              <a:gd name="connsiteX106" fmla="*/ 6145388 w 11269336"/>
              <a:gd name="connsiteY106" fmla="*/ 1897990 h 2323145"/>
              <a:gd name="connsiteX107" fmla="*/ 6141014 w 11269336"/>
              <a:gd name="connsiteY107" fmla="*/ 1901155 h 2323145"/>
              <a:gd name="connsiteX108" fmla="*/ 6128122 w 11269336"/>
              <a:gd name="connsiteY108" fmla="*/ 1907623 h 2323145"/>
              <a:gd name="connsiteX109" fmla="*/ 6122351 w 11269336"/>
              <a:gd name="connsiteY109" fmla="*/ 1908359 h 2323145"/>
              <a:gd name="connsiteX110" fmla="*/ 6064750 w 11269336"/>
              <a:gd name="connsiteY110" fmla="*/ 1896394 h 2323145"/>
              <a:gd name="connsiteX111" fmla="*/ 5964230 w 11269336"/>
              <a:gd name="connsiteY111" fmla="*/ 1910038 h 2323145"/>
              <a:gd name="connsiteX112" fmla="*/ 5865399 w 11269336"/>
              <a:gd name="connsiteY112" fmla="*/ 1926966 h 2323145"/>
              <a:gd name="connsiteX113" fmla="*/ 5829951 w 11269336"/>
              <a:gd name="connsiteY113" fmla="*/ 1934755 h 2323145"/>
              <a:gd name="connsiteX114" fmla="*/ 5765285 w 11269336"/>
              <a:gd name="connsiteY114" fmla="*/ 1941322 h 2323145"/>
              <a:gd name="connsiteX115" fmla="*/ 5734750 w 11269336"/>
              <a:gd name="connsiteY115" fmla="*/ 1939793 h 2323145"/>
              <a:gd name="connsiteX116" fmla="*/ 5733569 w 11269336"/>
              <a:gd name="connsiteY116" fmla="*/ 1940505 h 2323145"/>
              <a:gd name="connsiteX117" fmla="*/ 5730329 w 11269336"/>
              <a:gd name="connsiteY117" fmla="*/ 1937845 h 2323145"/>
              <a:gd name="connsiteX118" fmla="*/ 5724661 w 11269336"/>
              <a:gd name="connsiteY118" fmla="*/ 1937455 h 2323145"/>
              <a:gd name="connsiteX119" fmla="*/ 5710186 w 11269336"/>
              <a:gd name="connsiteY119" fmla="*/ 1941370 h 2323145"/>
              <a:gd name="connsiteX120" fmla="*/ 5704910 w 11269336"/>
              <a:gd name="connsiteY120" fmla="*/ 1943663 h 2323145"/>
              <a:gd name="connsiteX121" fmla="*/ 5696836 w 11269336"/>
              <a:gd name="connsiteY121" fmla="*/ 1945271 h 2323145"/>
              <a:gd name="connsiteX122" fmla="*/ 5696583 w 11269336"/>
              <a:gd name="connsiteY122" fmla="*/ 1945050 h 2323145"/>
              <a:gd name="connsiteX123" fmla="*/ 5689123 w 11269336"/>
              <a:gd name="connsiteY123" fmla="*/ 1947067 h 2323145"/>
              <a:gd name="connsiteX124" fmla="*/ 5653291 w 11269336"/>
              <a:gd name="connsiteY124" fmla="*/ 1960245 h 2323145"/>
              <a:gd name="connsiteX125" fmla="*/ 5599385 w 11269336"/>
              <a:gd name="connsiteY125" fmla="*/ 1945198 h 2323145"/>
              <a:gd name="connsiteX126" fmla="*/ 5578300 w 11269336"/>
              <a:gd name="connsiteY126" fmla="*/ 1944963 h 2323145"/>
              <a:gd name="connsiteX127" fmla="*/ 5566758 w 11269336"/>
              <a:gd name="connsiteY127" fmla="*/ 1943441 h 2323145"/>
              <a:gd name="connsiteX128" fmla="*/ 5565857 w 11269336"/>
              <a:gd name="connsiteY128" fmla="*/ 1942445 h 2323145"/>
              <a:gd name="connsiteX129" fmla="*/ 5531534 w 11269336"/>
              <a:gd name="connsiteY129" fmla="*/ 1955208 h 2323145"/>
              <a:gd name="connsiteX130" fmla="*/ 5526552 w 11269336"/>
              <a:gd name="connsiteY130" fmla="*/ 1954799 h 2323145"/>
              <a:gd name="connsiteX131" fmla="*/ 5504723 w 11269336"/>
              <a:gd name="connsiteY131" fmla="*/ 1965811 h 2323145"/>
              <a:gd name="connsiteX132" fmla="*/ 5493156 w 11269336"/>
              <a:gd name="connsiteY132" fmla="*/ 1970063 h 2323145"/>
              <a:gd name="connsiteX133" fmla="*/ 5490486 w 11269336"/>
              <a:gd name="connsiteY133" fmla="*/ 1974227 h 2323145"/>
              <a:gd name="connsiteX134" fmla="*/ 5473107 w 11269336"/>
              <a:gd name="connsiteY134" fmla="*/ 1979001 h 2323145"/>
              <a:gd name="connsiteX135" fmla="*/ 5470885 w 11269336"/>
              <a:gd name="connsiteY135" fmla="*/ 1978432 h 2323145"/>
              <a:gd name="connsiteX136" fmla="*/ 5457393 w 11269336"/>
              <a:gd name="connsiteY136" fmla="*/ 1986525 h 2323145"/>
              <a:gd name="connsiteX137" fmla="*/ 5447102 w 11269336"/>
              <a:gd name="connsiteY137" fmla="*/ 1998329 h 2323145"/>
              <a:gd name="connsiteX138" fmla="*/ 5159151 w 11269336"/>
              <a:gd name="connsiteY138" fmla="*/ 2029640 h 2323145"/>
              <a:gd name="connsiteX139" fmla="*/ 5041688 w 11269336"/>
              <a:gd name="connsiteY139" fmla="*/ 2022334 h 2323145"/>
              <a:gd name="connsiteX140" fmla="*/ 4860988 w 11269336"/>
              <a:gd name="connsiteY140" fmla="*/ 2135698 h 2323145"/>
              <a:gd name="connsiteX141" fmla="*/ 4807902 w 11269336"/>
              <a:gd name="connsiteY141" fmla="*/ 2138894 h 2323145"/>
              <a:gd name="connsiteX142" fmla="*/ 4765388 w 11269336"/>
              <a:gd name="connsiteY142" fmla="*/ 2162525 h 2323145"/>
              <a:gd name="connsiteX143" fmla="*/ 4745033 w 11269336"/>
              <a:gd name="connsiteY143" fmla="*/ 2158859 h 2323145"/>
              <a:gd name="connsiteX144" fmla="*/ 4741475 w 11269336"/>
              <a:gd name="connsiteY144" fmla="*/ 2157998 h 2323145"/>
              <a:gd name="connsiteX145" fmla="*/ 4728247 w 11269336"/>
              <a:gd name="connsiteY145" fmla="*/ 2159526 h 2323145"/>
              <a:gd name="connsiteX146" fmla="*/ 4723263 w 11269336"/>
              <a:gd name="connsiteY146" fmla="*/ 2153742 h 2323145"/>
              <a:gd name="connsiteX147" fmla="*/ 4702453 w 11269336"/>
              <a:gd name="connsiteY147" fmla="*/ 2151586 h 2323145"/>
              <a:gd name="connsiteX148" fmla="*/ 4678455 w 11269336"/>
              <a:gd name="connsiteY148" fmla="*/ 2156131 h 2323145"/>
              <a:gd name="connsiteX149" fmla="*/ 4593061 w 11269336"/>
              <a:gd name="connsiteY149" fmla="*/ 2171597 h 2323145"/>
              <a:gd name="connsiteX150" fmla="*/ 4579902 w 11269336"/>
              <a:gd name="connsiteY150" fmla="*/ 2177927 h 2323145"/>
              <a:gd name="connsiteX151" fmla="*/ 4533444 w 11269336"/>
              <a:gd name="connsiteY151" fmla="*/ 2181200 h 2323145"/>
              <a:gd name="connsiteX152" fmla="*/ 4492832 w 11269336"/>
              <a:gd name="connsiteY152" fmla="*/ 2188033 h 2323145"/>
              <a:gd name="connsiteX153" fmla="*/ 4467257 w 11269336"/>
              <a:gd name="connsiteY153" fmla="*/ 2196121 h 2323145"/>
              <a:gd name="connsiteX154" fmla="*/ 4459937 w 11269336"/>
              <a:gd name="connsiteY154" fmla="*/ 2195182 h 2323145"/>
              <a:gd name="connsiteX155" fmla="*/ 4433312 w 11269336"/>
              <a:gd name="connsiteY155" fmla="*/ 2199004 h 2323145"/>
              <a:gd name="connsiteX156" fmla="*/ 4420601 w 11269336"/>
              <a:gd name="connsiteY156" fmla="*/ 2205158 h 2323145"/>
              <a:gd name="connsiteX157" fmla="*/ 4405765 w 11269336"/>
              <a:gd name="connsiteY157" fmla="*/ 2199902 h 2323145"/>
              <a:gd name="connsiteX158" fmla="*/ 4401354 w 11269336"/>
              <a:gd name="connsiteY158" fmla="*/ 2194745 h 2323145"/>
              <a:gd name="connsiteX159" fmla="*/ 4383151 w 11269336"/>
              <a:gd name="connsiteY159" fmla="*/ 2201140 h 2323145"/>
              <a:gd name="connsiteX160" fmla="*/ 4366646 w 11269336"/>
              <a:gd name="connsiteY160" fmla="*/ 2198564 h 2323145"/>
              <a:gd name="connsiteX161" fmla="*/ 4354009 w 11269336"/>
              <a:gd name="connsiteY161" fmla="*/ 2204984 h 2323145"/>
              <a:gd name="connsiteX162" fmla="*/ 4348284 w 11269336"/>
              <a:gd name="connsiteY162" fmla="*/ 2205270 h 2323145"/>
              <a:gd name="connsiteX163" fmla="*/ 4333906 w 11269336"/>
              <a:gd name="connsiteY163" fmla="*/ 2205251 h 2323145"/>
              <a:gd name="connsiteX164" fmla="*/ 4308819 w 11269336"/>
              <a:gd name="connsiteY164" fmla="*/ 2203822 h 2323145"/>
              <a:gd name="connsiteX165" fmla="*/ 4301210 w 11269336"/>
              <a:gd name="connsiteY165" fmla="*/ 2204456 h 2323145"/>
              <a:gd name="connsiteX166" fmla="*/ 4283095 w 11269336"/>
              <a:gd name="connsiteY166" fmla="*/ 2198177 h 2323145"/>
              <a:gd name="connsiteX167" fmla="*/ 4250119 w 11269336"/>
              <a:gd name="connsiteY167" fmla="*/ 2196342 h 2323145"/>
              <a:gd name="connsiteX168" fmla="*/ 4189203 w 11269336"/>
              <a:gd name="connsiteY168" fmla="*/ 2178994 h 2323145"/>
              <a:gd name="connsiteX169" fmla="*/ 4154035 w 11269336"/>
              <a:gd name="connsiteY169" fmla="*/ 2171950 h 2323145"/>
              <a:gd name="connsiteX170" fmla="*/ 4129569 w 11269336"/>
              <a:gd name="connsiteY170" fmla="*/ 2163850 h 2323145"/>
              <a:gd name="connsiteX171" fmla="*/ 4061250 w 11269336"/>
              <a:gd name="connsiteY171" fmla="*/ 2159236 h 2323145"/>
              <a:gd name="connsiteX172" fmla="*/ 3945480 w 11269336"/>
              <a:gd name="connsiteY172" fmla="*/ 2158279 h 2323145"/>
              <a:gd name="connsiteX173" fmla="*/ 3921468 w 11269336"/>
              <a:gd name="connsiteY173" fmla="*/ 2156588 h 2323145"/>
              <a:gd name="connsiteX174" fmla="*/ 3903348 w 11269336"/>
              <a:gd name="connsiteY174" fmla="*/ 2149220 h 2323145"/>
              <a:gd name="connsiteX175" fmla="*/ 3901342 w 11269336"/>
              <a:gd name="connsiteY175" fmla="*/ 2142355 h 2323145"/>
              <a:gd name="connsiteX176" fmla="*/ 3888539 w 11269336"/>
              <a:gd name="connsiteY176" fmla="*/ 2140476 h 2323145"/>
              <a:gd name="connsiteX177" fmla="*/ 3885662 w 11269336"/>
              <a:gd name="connsiteY177" fmla="*/ 2138740 h 2323145"/>
              <a:gd name="connsiteX178" fmla="*/ 3868627 w 11269336"/>
              <a:gd name="connsiteY178" fmla="*/ 2130023 h 2323145"/>
              <a:gd name="connsiteX179" fmla="*/ 3819177 w 11269336"/>
              <a:gd name="connsiteY179" fmla="*/ 2142111 h 2323145"/>
              <a:gd name="connsiteX180" fmla="*/ 3769100 w 11269336"/>
              <a:gd name="connsiteY180" fmla="*/ 2131731 h 2323145"/>
              <a:gd name="connsiteX181" fmla="*/ 3562752 w 11269336"/>
              <a:gd name="connsiteY181" fmla="*/ 2131785 h 2323145"/>
              <a:gd name="connsiteX182" fmla="*/ 3541402 w 11269336"/>
              <a:gd name="connsiteY182" fmla="*/ 2106821 h 2323145"/>
              <a:gd name="connsiteX183" fmla="*/ 3365341 w 11269336"/>
              <a:gd name="connsiteY183" fmla="*/ 2077638 h 2323145"/>
              <a:gd name="connsiteX184" fmla="*/ 3170922 w 11269336"/>
              <a:gd name="connsiteY184" fmla="*/ 2115957 h 2323145"/>
              <a:gd name="connsiteX185" fmla="*/ 3156256 w 11269336"/>
              <a:gd name="connsiteY185" fmla="*/ 2124773 h 2323145"/>
              <a:gd name="connsiteX186" fmla="*/ 3140298 w 11269336"/>
              <a:gd name="connsiteY186" fmla="*/ 2129182 h 2323145"/>
              <a:gd name="connsiteX187" fmla="*/ 3138514 w 11269336"/>
              <a:gd name="connsiteY187" fmla="*/ 2128069 h 2323145"/>
              <a:gd name="connsiteX188" fmla="*/ 3120467 w 11269336"/>
              <a:gd name="connsiteY188" fmla="*/ 2128281 h 2323145"/>
              <a:gd name="connsiteX189" fmla="*/ 3116175 w 11269336"/>
              <a:gd name="connsiteY189" fmla="*/ 2131633 h 2323145"/>
              <a:gd name="connsiteX190" fmla="*/ 3103685 w 11269336"/>
              <a:gd name="connsiteY190" fmla="*/ 2132814 h 2323145"/>
              <a:gd name="connsiteX191" fmla="*/ 3078794 w 11269336"/>
              <a:gd name="connsiteY191" fmla="*/ 2137935 h 2323145"/>
              <a:gd name="connsiteX192" fmla="*/ 3074407 w 11269336"/>
              <a:gd name="connsiteY192" fmla="*/ 2136274 h 2323145"/>
              <a:gd name="connsiteX193" fmla="*/ 3037285 w 11269336"/>
              <a:gd name="connsiteY193" fmla="*/ 2139919 h 2323145"/>
              <a:gd name="connsiteX194" fmla="*/ 3036901 w 11269336"/>
              <a:gd name="connsiteY194" fmla="*/ 2138726 h 2323145"/>
              <a:gd name="connsiteX195" fmla="*/ 3026996 w 11269336"/>
              <a:gd name="connsiteY195" fmla="*/ 2134322 h 2323145"/>
              <a:gd name="connsiteX196" fmla="*/ 3007772 w 11269336"/>
              <a:gd name="connsiteY196" fmla="*/ 2128742 h 2323145"/>
              <a:gd name="connsiteX197" fmla="*/ 2965030 w 11269336"/>
              <a:gd name="connsiteY197" fmla="*/ 2100494 h 2323145"/>
              <a:gd name="connsiteX198" fmla="*/ 2926342 w 11269336"/>
              <a:gd name="connsiteY198" fmla="*/ 2104155 h 2323145"/>
              <a:gd name="connsiteX199" fmla="*/ 2918608 w 11269336"/>
              <a:gd name="connsiteY199" fmla="*/ 2104215 h 2323145"/>
              <a:gd name="connsiteX200" fmla="*/ 2918475 w 11269336"/>
              <a:gd name="connsiteY200" fmla="*/ 2103937 h 2323145"/>
              <a:gd name="connsiteX201" fmla="*/ 2910360 w 11269336"/>
              <a:gd name="connsiteY201" fmla="*/ 2103444 h 2323145"/>
              <a:gd name="connsiteX202" fmla="*/ 2904507 w 11269336"/>
              <a:gd name="connsiteY202" fmla="*/ 2104326 h 2323145"/>
              <a:gd name="connsiteX203" fmla="*/ 2889503 w 11269336"/>
              <a:gd name="connsiteY203" fmla="*/ 2104443 h 2323145"/>
              <a:gd name="connsiteX204" fmla="*/ 2884480 w 11269336"/>
              <a:gd name="connsiteY204" fmla="*/ 2102626 h 2323145"/>
              <a:gd name="connsiteX205" fmla="*/ 2882689 w 11269336"/>
              <a:gd name="connsiteY205" fmla="*/ 2099228 h 2323145"/>
              <a:gd name="connsiteX206" fmla="*/ 2881291 w 11269336"/>
              <a:gd name="connsiteY206" fmla="*/ 2099618 h 2323145"/>
              <a:gd name="connsiteX207" fmla="*/ 2853979 w 11269336"/>
              <a:gd name="connsiteY207" fmla="*/ 2090388 h 2323145"/>
              <a:gd name="connsiteX208" fmla="*/ 2791790 w 11269336"/>
              <a:gd name="connsiteY208" fmla="*/ 2080332 h 2323145"/>
              <a:gd name="connsiteX209" fmla="*/ 2755844 w 11269336"/>
              <a:gd name="connsiteY209" fmla="*/ 2078874 h 2323145"/>
              <a:gd name="connsiteX210" fmla="*/ 2657742 w 11269336"/>
              <a:gd name="connsiteY210" fmla="*/ 2070179 h 2323145"/>
              <a:gd name="connsiteX211" fmla="*/ 2559549 w 11269336"/>
              <a:gd name="connsiteY211" fmla="*/ 2057873 h 2323145"/>
              <a:gd name="connsiteX212" fmla="*/ 2512054 w 11269336"/>
              <a:gd name="connsiteY212" fmla="*/ 2031671 h 2323145"/>
              <a:gd name="connsiteX213" fmla="*/ 2506437 w 11269336"/>
              <a:gd name="connsiteY213" fmla="*/ 2030918 h 2323145"/>
              <a:gd name="connsiteX214" fmla="*/ 2491752 w 11269336"/>
              <a:gd name="connsiteY214" fmla="*/ 2033906 h 2323145"/>
              <a:gd name="connsiteX215" fmla="*/ 2486338 w 11269336"/>
              <a:gd name="connsiteY215" fmla="*/ 2035862 h 2323145"/>
              <a:gd name="connsiteX216" fmla="*/ 2478186 w 11269336"/>
              <a:gd name="connsiteY216" fmla="*/ 2036953 h 2323145"/>
              <a:gd name="connsiteX217" fmla="*/ 2477950 w 11269336"/>
              <a:gd name="connsiteY217" fmla="*/ 2036715 h 2323145"/>
              <a:gd name="connsiteX218" fmla="*/ 2470381 w 11269336"/>
              <a:gd name="connsiteY218" fmla="*/ 2038256 h 2323145"/>
              <a:gd name="connsiteX219" fmla="*/ 2433781 w 11269336"/>
              <a:gd name="connsiteY219" fmla="*/ 2049140 h 2323145"/>
              <a:gd name="connsiteX220" fmla="*/ 2381172 w 11269336"/>
              <a:gd name="connsiteY220" fmla="*/ 2030645 h 2323145"/>
              <a:gd name="connsiteX221" fmla="*/ 2360198 w 11269336"/>
              <a:gd name="connsiteY221" fmla="*/ 2029059 h 2323145"/>
              <a:gd name="connsiteX222" fmla="*/ 2348815 w 11269336"/>
              <a:gd name="connsiteY222" fmla="*/ 2026798 h 2323145"/>
              <a:gd name="connsiteX223" fmla="*/ 2347988 w 11269336"/>
              <a:gd name="connsiteY223" fmla="*/ 2025745 h 2323145"/>
              <a:gd name="connsiteX224" fmla="*/ 2312920 w 11269336"/>
              <a:gd name="connsiteY224" fmla="*/ 2036311 h 2323145"/>
              <a:gd name="connsiteX225" fmla="*/ 2307986 w 11269336"/>
              <a:gd name="connsiteY225" fmla="*/ 2035583 h 2323145"/>
              <a:gd name="connsiteX226" fmla="*/ 2285481 w 11269336"/>
              <a:gd name="connsiteY226" fmla="*/ 2045197 h 2323145"/>
              <a:gd name="connsiteX227" fmla="*/ 2273666 w 11269336"/>
              <a:gd name="connsiteY227" fmla="*/ 2048710 h 2323145"/>
              <a:gd name="connsiteX228" fmla="*/ 2270719 w 11269336"/>
              <a:gd name="connsiteY228" fmla="*/ 2052702 h 2323145"/>
              <a:gd name="connsiteX229" fmla="*/ 2253080 w 11269336"/>
              <a:gd name="connsiteY229" fmla="*/ 2056363 h 2323145"/>
              <a:gd name="connsiteX230" fmla="*/ 2250906 w 11269336"/>
              <a:gd name="connsiteY230" fmla="*/ 2055654 h 2323145"/>
              <a:gd name="connsiteX231" fmla="*/ 2236905 w 11269336"/>
              <a:gd name="connsiteY231" fmla="*/ 2062882 h 2323145"/>
              <a:gd name="connsiteX232" fmla="*/ 2225830 w 11269336"/>
              <a:gd name="connsiteY232" fmla="*/ 2074027 h 2323145"/>
              <a:gd name="connsiteX233" fmla="*/ 2073776 w 11269336"/>
              <a:gd name="connsiteY233" fmla="*/ 2089244 h 2323145"/>
              <a:gd name="connsiteX234" fmla="*/ 1948256 w 11269336"/>
              <a:gd name="connsiteY234" fmla="*/ 2146616 h 2323145"/>
              <a:gd name="connsiteX235" fmla="*/ 1865582 w 11269336"/>
              <a:gd name="connsiteY235" fmla="*/ 2153738 h 2323145"/>
              <a:gd name="connsiteX236" fmla="*/ 1835210 w 11269336"/>
              <a:gd name="connsiteY236" fmla="*/ 2134244 h 2323145"/>
              <a:gd name="connsiteX237" fmla="*/ 1632661 w 11269336"/>
              <a:gd name="connsiteY237" fmla="*/ 2173882 h 2323145"/>
              <a:gd name="connsiteX238" fmla="*/ 1579590 w 11269336"/>
              <a:gd name="connsiteY238" fmla="*/ 2173680 h 2323145"/>
              <a:gd name="connsiteX239" fmla="*/ 1535601 w 11269336"/>
              <a:gd name="connsiteY239" fmla="*/ 2194590 h 2323145"/>
              <a:gd name="connsiteX240" fmla="*/ 1515594 w 11269336"/>
              <a:gd name="connsiteY240" fmla="*/ 2189622 h 2323145"/>
              <a:gd name="connsiteX241" fmla="*/ 1512113 w 11269336"/>
              <a:gd name="connsiteY241" fmla="*/ 2188534 h 2323145"/>
              <a:gd name="connsiteX242" fmla="*/ 1498838 w 11269336"/>
              <a:gd name="connsiteY242" fmla="*/ 2189213 h 2323145"/>
              <a:gd name="connsiteX243" fmla="*/ 1494279 w 11269336"/>
              <a:gd name="connsiteY243" fmla="*/ 2183112 h 2323145"/>
              <a:gd name="connsiteX244" fmla="*/ 1473714 w 11269336"/>
              <a:gd name="connsiteY244" fmla="*/ 2179625 h 2323145"/>
              <a:gd name="connsiteX245" fmla="*/ 1449503 w 11269336"/>
              <a:gd name="connsiteY245" fmla="*/ 2182633 h 2323145"/>
              <a:gd name="connsiteX246" fmla="*/ 1266687 w 11269336"/>
              <a:gd name="connsiteY246" fmla="*/ 2212688 h 2323145"/>
              <a:gd name="connsiteX247" fmla="*/ 1239614 w 11269336"/>
              <a:gd name="connsiteY247" fmla="*/ 2209727 h 2323145"/>
              <a:gd name="connsiteX248" fmla="*/ 1202436 w 11269336"/>
              <a:gd name="connsiteY248" fmla="*/ 2209817 h 2323145"/>
              <a:gd name="connsiteX249" fmla="*/ 1136097 w 11269336"/>
              <a:gd name="connsiteY249" fmla="*/ 2205112 h 2323145"/>
              <a:gd name="connsiteX250" fmla="*/ 988232 w 11269336"/>
              <a:gd name="connsiteY250" fmla="*/ 2235635 h 2323145"/>
              <a:gd name="connsiteX251" fmla="*/ 981959 w 11269336"/>
              <a:gd name="connsiteY251" fmla="*/ 2231607 h 2323145"/>
              <a:gd name="connsiteX252" fmla="*/ 938600 w 11269336"/>
              <a:gd name="connsiteY252" fmla="*/ 2238113 h 2323145"/>
              <a:gd name="connsiteX253" fmla="*/ 791788 w 11269336"/>
              <a:gd name="connsiteY253" fmla="*/ 2293224 h 2323145"/>
              <a:gd name="connsiteX254" fmla="*/ 706914 w 11269336"/>
              <a:gd name="connsiteY254" fmla="*/ 2305046 h 2323145"/>
              <a:gd name="connsiteX255" fmla="*/ 675971 w 11269336"/>
              <a:gd name="connsiteY255" fmla="*/ 2304030 h 2323145"/>
              <a:gd name="connsiteX256" fmla="*/ 624180 w 11269336"/>
              <a:gd name="connsiteY256" fmla="*/ 2302650 h 2323145"/>
              <a:gd name="connsiteX257" fmla="*/ 583453 w 11269336"/>
              <a:gd name="connsiteY257" fmla="*/ 2288788 h 2323145"/>
              <a:gd name="connsiteX258" fmla="*/ 540946 w 11269336"/>
              <a:gd name="connsiteY258" fmla="*/ 2292721 h 2323145"/>
              <a:gd name="connsiteX259" fmla="*/ 533680 w 11269336"/>
              <a:gd name="connsiteY259" fmla="*/ 2310233 h 2323145"/>
              <a:gd name="connsiteX260" fmla="*/ 487366 w 11269336"/>
              <a:gd name="connsiteY260" fmla="*/ 2309053 h 2323145"/>
              <a:gd name="connsiteX261" fmla="*/ 416820 w 11269336"/>
              <a:gd name="connsiteY261" fmla="*/ 2305443 h 2323145"/>
              <a:gd name="connsiteX262" fmla="*/ 376805 w 11269336"/>
              <a:gd name="connsiteY262" fmla="*/ 2307647 h 2323145"/>
              <a:gd name="connsiteX263" fmla="*/ 266777 w 11269336"/>
              <a:gd name="connsiteY263" fmla="*/ 2309012 h 2323145"/>
              <a:gd name="connsiteX264" fmla="*/ 156013 w 11269336"/>
              <a:gd name="connsiteY264" fmla="*/ 2306832 h 2323145"/>
              <a:gd name="connsiteX265" fmla="*/ 87258 w 11269336"/>
              <a:gd name="connsiteY265" fmla="*/ 2285511 h 2323145"/>
              <a:gd name="connsiteX266" fmla="*/ 23798 w 11269336"/>
              <a:gd name="connsiteY266" fmla="*/ 2281822 h 2323145"/>
              <a:gd name="connsiteX267" fmla="*/ 0 w 11269336"/>
              <a:gd name="connsiteY267" fmla="*/ 2285369 h 2323145"/>
              <a:gd name="connsiteX268" fmla="*/ 0 w 11269336"/>
              <a:gd name="connsiteY26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795998 w 11269336"/>
              <a:gd name="connsiteY32" fmla="*/ 863337 h 2323145"/>
              <a:gd name="connsiteX33" fmla="*/ 8776970 w 11269336"/>
              <a:gd name="connsiteY33" fmla="*/ 885177 h 2323145"/>
              <a:gd name="connsiteX34" fmla="*/ 8755719 w 11269336"/>
              <a:gd name="connsiteY34" fmla="*/ 889754 h 2323145"/>
              <a:gd name="connsiteX35" fmla="*/ 8743257 w 11269336"/>
              <a:gd name="connsiteY35" fmla="*/ 904723 h 2323145"/>
              <a:gd name="connsiteX36" fmla="*/ 8721366 w 11269336"/>
              <a:gd name="connsiteY36" fmla="*/ 904711 h 2323145"/>
              <a:gd name="connsiteX37" fmla="*/ 8678353 w 11269336"/>
              <a:gd name="connsiteY37" fmla="*/ 926318 h 2323145"/>
              <a:gd name="connsiteX38" fmla="*/ 8636849 w 11269336"/>
              <a:gd name="connsiteY38" fmla="*/ 937900 h 2323145"/>
              <a:gd name="connsiteX39" fmla="*/ 8620213 w 11269336"/>
              <a:gd name="connsiteY39" fmla="*/ 943068 h 2323145"/>
              <a:gd name="connsiteX40" fmla="*/ 8612581 w 11269336"/>
              <a:gd name="connsiteY40" fmla="*/ 952695 h 2323145"/>
              <a:gd name="connsiteX41" fmla="*/ 8589038 w 11269336"/>
              <a:gd name="connsiteY41" fmla="*/ 963892 h 2323145"/>
              <a:gd name="connsiteX42" fmla="*/ 8579950 w 11269336"/>
              <a:gd name="connsiteY42" fmla="*/ 960899 h 2323145"/>
              <a:gd name="connsiteX43" fmla="*/ 8579319 w 11269336"/>
              <a:gd name="connsiteY43" fmla="*/ 965630 h 2323145"/>
              <a:gd name="connsiteX44" fmla="*/ 8547429 w 11269336"/>
              <a:gd name="connsiteY44" fmla="*/ 984506 h 2323145"/>
              <a:gd name="connsiteX45" fmla="*/ 8478704 w 11269336"/>
              <a:gd name="connsiteY45" fmla="*/ 1025490 h 2323145"/>
              <a:gd name="connsiteX46" fmla="*/ 8461421 w 11269336"/>
              <a:gd name="connsiteY46" fmla="*/ 1035512 h 2323145"/>
              <a:gd name="connsiteX47" fmla="*/ 8445003 w 11269336"/>
              <a:gd name="connsiteY47" fmla="*/ 1036851 h 2323145"/>
              <a:gd name="connsiteX48" fmla="*/ 8357350 w 11269336"/>
              <a:gd name="connsiteY48" fmla="*/ 1060213 h 2323145"/>
              <a:gd name="connsiteX49" fmla="*/ 8335565 w 11269336"/>
              <a:gd name="connsiteY49" fmla="*/ 1061151 h 2323145"/>
              <a:gd name="connsiteX50" fmla="*/ 8325267 w 11269336"/>
              <a:gd name="connsiteY50" fmla="*/ 1055919 h 2323145"/>
              <a:gd name="connsiteX51" fmla="*/ 8293586 w 11269336"/>
              <a:gd name="connsiteY51" fmla="*/ 1076144 h 2323145"/>
              <a:gd name="connsiteX52" fmla="*/ 8242405 w 11269336"/>
              <a:gd name="connsiteY52" fmla="*/ 1095960 h 2323145"/>
              <a:gd name="connsiteX53" fmla="*/ 8197391 w 11269336"/>
              <a:gd name="connsiteY53" fmla="*/ 1107746 h 2323145"/>
              <a:gd name="connsiteX54" fmla="*/ 8081474 w 11269336"/>
              <a:gd name="connsiteY54" fmla="*/ 1130125 h 2323145"/>
              <a:gd name="connsiteX55" fmla="*/ 8053585 w 11269336"/>
              <a:gd name="connsiteY55" fmla="*/ 1129169 h 2323145"/>
              <a:gd name="connsiteX56" fmla="*/ 8038422 w 11269336"/>
              <a:gd name="connsiteY56" fmla="*/ 1119092 h 2323145"/>
              <a:gd name="connsiteX57" fmla="*/ 8029450 w 11269336"/>
              <a:gd name="connsiteY57" fmla="*/ 1125592 h 2323145"/>
              <a:gd name="connsiteX58" fmla="*/ 7959552 w 11269336"/>
              <a:gd name="connsiteY58" fmla="*/ 1140188 h 2323145"/>
              <a:gd name="connsiteX59" fmla="*/ 7914188 w 11269336"/>
              <a:gd name="connsiteY59" fmla="*/ 1150862 h 2323145"/>
              <a:gd name="connsiteX60" fmla="*/ 7914918 w 11269336"/>
              <a:gd name="connsiteY60" fmla="*/ 1168758 h 2323145"/>
              <a:gd name="connsiteX61" fmla="*/ 7875510 w 11269336"/>
              <a:gd name="connsiteY61" fmla="*/ 1183153 h 2323145"/>
              <a:gd name="connsiteX62" fmla="*/ 7829932 w 11269336"/>
              <a:gd name="connsiteY62" fmla="*/ 1180782 h 2323145"/>
              <a:gd name="connsiteX63" fmla="*/ 7779182 w 11269336"/>
              <a:gd name="connsiteY63" fmla="*/ 1192665 h 2323145"/>
              <a:gd name="connsiteX64" fmla="*/ 7748774 w 11269336"/>
              <a:gd name="connsiteY64" fmla="*/ 1199586 h 2323145"/>
              <a:gd name="connsiteX65" fmla="*/ 7671846 w 11269336"/>
              <a:gd name="connsiteY65" fmla="*/ 1231966 h 2323145"/>
              <a:gd name="connsiteX66" fmla="*/ 7554146 w 11269336"/>
              <a:gd name="connsiteY66" fmla="*/ 1319748 h 2323145"/>
              <a:gd name="connsiteX67" fmla="*/ 7515052 w 11269336"/>
              <a:gd name="connsiteY67" fmla="*/ 1336718 h 2323145"/>
              <a:gd name="connsiteX68" fmla="*/ 7507193 w 11269336"/>
              <a:gd name="connsiteY68" fmla="*/ 1334617 h 2323145"/>
              <a:gd name="connsiteX69" fmla="*/ 7461694 w 11269336"/>
              <a:gd name="connsiteY69" fmla="*/ 1375866 h 2323145"/>
              <a:gd name="connsiteX70" fmla="*/ 7377571 w 11269336"/>
              <a:gd name="connsiteY70" fmla="*/ 1400128 h 2323145"/>
              <a:gd name="connsiteX71" fmla="*/ 7311261 w 11269336"/>
              <a:gd name="connsiteY71" fmla="*/ 1412652 h 2323145"/>
              <a:gd name="connsiteX72" fmla="*/ 7275307 w 11269336"/>
              <a:gd name="connsiteY72" fmla="*/ 1422171 h 2323145"/>
              <a:gd name="connsiteX73" fmla="*/ 7247783 w 11269336"/>
              <a:gd name="connsiteY73" fmla="*/ 1426330 h 2323145"/>
              <a:gd name="connsiteX74" fmla="*/ 7185047 w 11269336"/>
              <a:gd name="connsiteY74" fmla="*/ 1451812 h 2323145"/>
              <a:gd name="connsiteX75" fmla="*/ 7084117 w 11269336"/>
              <a:gd name="connsiteY75" fmla="*/ 1500281 h 2323145"/>
              <a:gd name="connsiteX76" fmla="*/ 7062011 w 11269336"/>
              <a:gd name="connsiteY76" fmla="*/ 1509183 h 2323145"/>
              <a:gd name="connsiteX77" fmla="*/ 7040555 w 11269336"/>
              <a:gd name="connsiteY77" fmla="*/ 1511207 h 2323145"/>
              <a:gd name="connsiteX78" fmla="*/ 7033438 w 11269336"/>
              <a:gd name="connsiteY78" fmla="*/ 1506772 h 2323145"/>
              <a:gd name="connsiteX79" fmla="*/ 7020886 w 11269336"/>
              <a:gd name="connsiteY79" fmla="*/ 1510764 h 2323145"/>
              <a:gd name="connsiteX80" fmla="*/ 7017033 w 11269336"/>
              <a:gd name="connsiteY80" fmla="*/ 1510650 h 2323145"/>
              <a:gd name="connsiteX81" fmla="*/ 6995460 w 11269336"/>
              <a:gd name="connsiteY81" fmla="*/ 1511173 h 2323145"/>
              <a:gd name="connsiteX82" fmla="*/ 6962144 w 11269336"/>
              <a:gd name="connsiteY82" fmla="*/ 1541508 h 2323145"/>
              <a:gd name="connsiteX83" fmla="*/ 6910674 w 11269336"/>
              <a:gd name="connsiteY83" fmla="*/ 1554793 h 2323145"/>
              <a:gd name="connsiteX84" fmla="*/ 6732152 w 11269336"/>
              <a:gd name="connsiteY84" fmla="*/ 1642538 h 2323145"/>
              <a:gd name="connsiteX85" fmla="*/ 6694106 w 11269336"/>
              <a:gd name="connsiteY85" fmla="*/ 1632377 h 2323145"/>
              <a:gd name="connsiteX86" fmla="*/ 6617223 w 11269336"/>
              <a:gd name="connsiteY86" fmla="*/ 1659889 h 2323145"/>
              <a:gd name="connsiteX87" fmla="*/ 6521138 w 11269336"/>
              <a:gd name="connsiteY87" fmla="*/ 1744340 h 2323145"/>
              <a:gd name="connsiteX88" fmla="*/ 6380677 w 11269336"/>
              <a:gd name="connsiteY88" fmla="*/ 1796883 h 2323145"/>
              <a:gd name="connsiteX89" fmla="*/ 6374897 w 11269336"/>
              <a:gd name="connsiteY89" fmla="*/ 1809910 h 2323145"/>
              <a:gd name="connsiteX90" fmla="*/ 6364545 w 11269336"/>
              <a:gd name="connsiteY90" fmla="*/ 1820090 h 2323145"/>
              <a:gd name="connsiteX91" fmla="*/ 6362126 w 11269336"/>
              <a:gd name="connsiteY91" fmla="*/ 1819991 h 2323145"/>
              <a:gd name="connsiteX92" fmla="*/ 6346673 w 11269336"/>
              <a:gd name="connsiteY92" fmla="*/ 1827824 h 2323145"/>
              <a:gd name="connsiteX93" fmla="*/ 6345588 w 11269336"/>
              <a:gd name="connsiteY93" fmla="*/ 1832232 h 2323145"/>
              <a:gd name="connsiteX94" fmla="*/ 6335708 w 11269336"/>
              <a:gd name="connsiteY94" fmla="*/ 1838451 h 2323145"/>
              <a:gd name="connsiteX95" fmla="*/ 6318182 w 11269336"/>
              <a:gd name="connsiteY95" fmla="*/ 1852975 h 2323145"/>
              <a:gd name="connsiteX96" fmla="*/ 6313084 w 11269336"/>
              <a:gd name="connsiteY96" fmla="*/ 1853561 h 2323145"/>
              <a:gd name="connsiteX97" fmla="*/ 6283816 w 11269336"/>
              <a:gd name="connsiteY97" fmla="*/ 1872148 h 2323145"/>
              <a:gd name="connsiteX98" fmla="*/ 6282550 w 11269336"/>
              <a:gd name="connsiteY98" fmla="*/ 1871392 h 2323145"/>
              <a:gd name="connsiteX99" fmla="*/ 6270527 w 11269336"/>
              <a:gd name="connsiteY99" fmla="*/ 1872208 h 2323145"/>
              <a:gd name="connsiteX100" fmla="*/ 6249518 w 11269336"/>
              <a:gd name="connsiteY100" fmla="*/ 1876079 h 2323145"/>
              <a:gd name="connsiteX101" fmla="*/ 6190386 w 11269336"/>
              <a:gd name="connsiteY101" fmla="*/ 1872478 h 2323145"/>
              <a:gd name="connsiteX102" fmla="*/ 6159777 w 11269336"/>
              <a:gd name="connsiteY102" fmla="*/ 1891745 h 2323145"/>
              <a:gd name="connsiteX103" fmla="*/ 6153131 w 11269336"/>
              <a:gd name="connsiteY103" fmla="*/ 1895079 h 2323145"/>
              <a:gd name="connsiteX104" fmla="*/ 6152798 w 11269336"/>
              <a:gd name="connsiteY104" fmla="*/ 1894920 h 2323145"/>
              <a:gd name="connsiteX105" fmla="*/ 6145388 w 11269336"/>
              <a:gd name="connsiteY105" fmla="*/ 1897990 h 2323145"/>
              <a:gd name="connsiteX106" fmla="*/ 6141014 w 11269336"/>
              <a:gd name="connsiteY106" fmla="*/ 1901155 h 2323145"/>
              <a:gd name="connsiteX107" fmla="*/ 6128122 w 11269336"/>
              <a:gd name="connsiteY107" fmla="*/ 1907623 h 2323145"/>
              <a:gd name="connsiteX108" fmla="*/ 6122351 w 11269336"/>
              <a:gd name="connsiteY108" fmla="*/ 1908359 h 2323145"/>
              <a:gd name="connsiteX109" fmla="*/ 6064750 w 11269336"/>
              <a:gd name="connsiteY109" fmla="*/ 1896394 h 2323145"/>
              <a:gd name="connsiteX110" fmla="*/ 5964230 w 11269336"/>
              <a:gd name="connsiteY110" fmla="*/ 1910038 h 2323145"/>
              <a:gd name="connsiteX111" fmla="*/ 5865399 w 11269336"/>
              <a:gd name="connsiteY111" fmla="*/ 1926966 h 2323145"/>
              <a:gd name="connsiteX112" fmla="*/ 5829951 w 11269336"/>
              <a:gd name="connsiteY112" fmla="*/ 1934755 h 2323145"/>
              <a:gd name="connsiteX113" fmla="*/ 5765285 w 11269336"/>
              <a:gd name="connsiteY113" fmla="*/ 1941322 h 2323145"/>
              <a:gd name="connsiteX114" fmla="*/ 5734750 w 11269336"/>
              <a:gd name="connsiteY114" fmla="*/ 1939793 h 2323145"/>
              <a:gd name="connsiteX115" fmla="*/ 5733569 w 11269336"/>
              <a:gd name="connsiteY115" fmla="*/ 1940505 h 2323145"/>
              <a:gd name="connsiteX116" fmla="*/ 5730329 w 11269336"/>
              <a:gd name="connsiteY116" fmla="*/ 1937845 h 2323145"/>
              <a:gd name="connsiteX117" fmla="*/ 5724661 w 11269336"/>
              <a:gd name="connsiteY117" fmla="*/ 1937455 h 2323145"/>
              <a:gd name="connsiteX118" fmla="*/ 5710186 w 11269336"/>
              <a:gd name="connsiteY118" fmla="*/ 1941370 h 2323145"/>
              <a:gd name="connsiteX119" fmla="*/ 5704910 w 11269336"/>
              <a:gd name="connsiteY119" fmla="*/ 1943663 h 2323145"/>
              <a:gd name="connsiteX120" fmla="*/ 5696836 w 11269336"/>
              <a:gd name="connsiteY120" fmla="*/ 1945271 h 2323145"/>
              <a:gd name="connsiteX121" fmla="*/ 5696583 w 11269336"/>
              <a:gd name="connsiteY121" fmla="*/ 1945050 h 2323145"/>
              <a:gd name="connsiteX122" fmla="*/ 5689123 w 11269336"/>
              <a:gd name="connsiteY122" fmla="*/ 1947067 h 2323145"/>
              <a:gd name="connsiteX123" fmla="*/ 5653291 w 11269336"/>
              <a:gd name="connsiteY123" fmla="*/ 1960245 h 2323145"/>
              <a:gd name="connsiteX124" fmla="*/ 5599385 w 11269336"/>
              <a:gd name="connsiteY124" fmla="*/ 1945198 h 2323145"/>
              <a:gd name="connsiteX125" fmla="*/ 5578300 w 11269336"/>
              <a:gd name="connsiteY125" fmla="*/ 1944963 h 2323145"/>
              <a:gd name="connsiteX126" fmla="*/ 5566758 w 11269336"/>
              <a:gd name="connsiteY126" fmla="*/ 1943441 h 2323145"/>
              <a:gd name="connsiteX127" fmla="*/ 5565857 w 11269336"/>
              <a:gd name="connsiteY127" fmla="*/ 1942445 h 2323145"/>
              <a:gd name="connsiteX128" fmla="*/ 5531534 w 11269336"/>
              <a:gd name="connsiteY128" fmla="*/ 1955208 h 2323145"/>
              <a:gd name="connsiteX129" fmla="*/ 5526552 w 11269336"/>
              <a:gd name="connsiteY129" fmla="*/ 1954799 h 2323145"/>
              <a:gd name="connsiteX130" fmla="*/ 5504723 w 11269336"/>
              <a:gd name="connsiteY130" fmla="*/ 1965811 h 2323145"/>
              <a:gd name="connsiteX131" fmla="*/ 5493156 w 11269336"/>
              <a:gd name="connsiteY131" fmla="*/ 1970063 h 2323145"/>
              <a:gd name="connsiteX132" fmla="*/ 5490486 w 11269336"/>
              <a:gd name="connsiteY132" fmla="*/ 1974227 h 2323145"/>
              <a:gd name="connsiteX133" fmla="*/ 5473107 w 11269336"/>
              <a:gd name="connsiteY133" fmla="*/ 1979001 h 2323145"/>
              <a:gd name="connsiteX134" fmla="*/ 5470885 w 11269336"/>
              <a:gd name="connsiteY134" fmla="*/ 1978432 h 2323145"/>
              <a:gd name="connsiteX135" fmla="*/ 5457393 w 11269336"/>
              <a:gd name="connsiteY135" fmla="*/ 1986525 h 2323145"/>
              <a:gd name="connsiteX136" fmla="*/ 5447102 w 11269336"/>
              <a:gd name="connsiteY136" fmla="*/ 1998329 h 2323145"/>
              <a:gd name="connsiteX137" fmla="*/ 5159151 w 11269336"/>
              <a:gd name="connsiteY137" fmla="*/ 2029640 h 2323145"/>
              <a:gd name="connsiteX138" fmla="*/ 5041688 w 11269336"/>
              <a:gd name="connsiteY138" fmla="*/ 2022334 h 2323145"/>
              <a:gd name="connsiteX139" fmla="*/ 4860988 w 11269336"/>
              <a:gd name="connsiteY139" fmla="*/ 2135698 h 2323145"/>
              <a:gd name="connsiteX140" fmla="*/ 4807902 w 11269336"/>
              <a:gd name="connsiteY140" fmla="*/ 2138894 h 2323145"/>
              <a:gd name="connsiteX141" fmla="*/ 4765388 w 11269336"/>
              <a:gd name="connsiteY141" fmla="*/ 2162525 h 2323145"/>
              <a:gd name="connsiteX142" fmla="*/ 4745033 w 11269336"/>
              <a:gd name="connsiteY142" fmla="*/ 2158859 h 2323145"/>
              <a:gd name="connsiteX143" fmla="*/ 4741475 w 11269336"/>
              <a:gd name="connsiteY143" fmla="*/ 2157998 h 2323145"/>
              <a:gd name="connsiteX144" fmla="*/ 4728247 w 11269336"/>
              <a:gd name="connsiteY144" fmla="*/ 2159526 h 2323145"/>
              <a:gd name="connsiteX145" fmla="*/ 4723263 w 11269336"/>
              <a:gd name="connsiteY145" fmla="*/ 2153742 h 2323145"/>
              <a:gd name="connsiteX146" fmla="*/ 4702453 w 11269336"/>
              <a:gd name="connsiteY146" fmla="*/ 2151586 h 2323145"/>
              <a:gd name="connsiteX147" fmla="*/ 4678455 w 11269336"/>
              <a:gd name="connsiteY147" fmla="*/ 2156131 h 2323145"/>
              <a:gd name="connsiteX148" fmla="*/ 4593061 w 11269336"/>
              <a:gd name="connsiteY148" fmla="*/ 2171597 h 2323145"/>
              <a:gd name="connsiteX149" fmla="*/ 4579902 w 11269336"/>
              <a:gd name="connsiteY149" fmla="*/ 2177927 h 2323145"/>
              <a:gd name="connsiteX150" fmla="*/ 4533444 w 11269336"/>
              <a:gd name="connsiteY150" fmla="*/ 2181200 h 2323145"/>
              <a:gd name="connsiteX151" fmla="*/ 4492832 w 11269336"/>
              <a:gd name="connsiteY151" fmla="*/ 2188033 h 2323145"/>
              <a:gd name="connsiteX152" fmla="*/ 4467257 w 11269336"/>
              <a:gd name="connsiteY152" fmla="*/ 2196121 h 2323145"/>
              <a:gd name="connsiteX153" fmla="*/ 4459937 w 11269336"/>
              <a:gd name="connsiteY153" fmla="*/ 2195182 h 2323145"/>
              <a:gd name="connsiteX154" fmla="*/ 4433312 w 11269336"/>
              <a:gd name="connsiteY154" fmla="*/ 2199004 h 2323145"/>
              <a:gd name="connsiteX155" fmla="*/ 4420601 w 11269336"/>
              <a:gd name="connsiteY155" fmla="*/ 2205158 h 2323145"/>
              <a:gd name="connsiteX156" fmla="*/ 4405765 w 11269336"/>
              <a:gd name="connsiteY156" fmla="*/ 2199902 h 2323145"/>
              <a:gd name="connsiteX157" fmla="*/ 4401354 w 11269336"/>
              <a:gd name="connsiteY157" fmla="*/ 2194745 h 2323145"/>
              <a:gd name="connsiteX158" fmla="*/ 4383151 w 11269336"/>
              <a:gd name="connsiteY158" fmla="*/ 2201140 h 2323145"/>
              <a:gd name="connsiteX159" fmla="*/ 4366646 w 11269336"/>
              <a:gd name="connsiteY159" fmla="*/ 2198564 h 2323145"/>
              <a:gd name="connsiteX160" fmla="*/ 4354009 w 11269336"/>
              <a:gd name="connsiteY160" fmla="*/ 2204984 h 2323145"/>
              <a:gd name="connsiteX161" fmla="*/ 4348284 w 11269336"/>
              <a:gd name="connsiteY161" fmla="*/ 2205270 h 2323145"/>
              <a:gd name="connsiteX162" fmla="*/ 4333906 w 11269336"/>
              <a:gd name="connsiteY162" fmla="*/ 2205251 h 2323145"/>
              <a:gd name="connsiteX163" fmla="*/ 4308819 w 11269336"/>
              <a:gd name="connsiteY163" fmla="*/ 2203822 h 2323145"/>
              <a:gd name="connsiteX164" fmla="*/ 4301210 w 11269336"/>
              <a:gd name="connsiteY164" fmla="*/ 2204456 h 2323145"/>
              <a:gd name="connsiteX165" fmla="*/ 4283095 w 11269336"/>
              <a:gd name="connsiteY165" fmla="*/ 2198177 h 2323145"/>
              <a:gd name="connsiteX166" fmla="*/ 4250119 w 11269336"/>
              <a:gd name="connsiteY166" fmla="*/ 2196342 h 2323145"/>
              <a:gd name="connsiteX167" fmla="*/ 4189203 w 11269336"/>
              <a:gd name="connsiteY167" fmla="*/ 2178994 h 2323145"/>
              <a:gd name="connsiteX168" fmla="*/ 4154035 w 11269336"/>
              <a:gd name="connsiteY168" fmla="*/ 2171950 h 2323145"/>
              <a:gd name="connsiteX169" fmla="*/ 4129569 w 11269336"/>
              <a:gd name="connsiteY169" fmla="*/ 2163850 h 2323145"/>
              <a:gd name="connsiteX170" fmla="*/ 4061250 w 11269336"/>
              <a:gd name="connsiteY170" fmla="*/ 2159236 h 2323145"/>
              <a:gd name="connsiteX171" fmla="*/ 3945480 w 11269336"/>
              <a:gd name="connsiteY171" fmla="*/ 2158279 h 2323145"/>
              <a:gd name="connsiteX172" fmla="*/ 3921468 w 11269336"/>
              <a:gd name="connsiteY172" fmla="*/ 2156588 h 2323145"/>
              <a:gd name="connsiteX173" fmla="*/ 3903348 w 11269336"/>
              <a:gd name="connsiteY173" fmla="*/ 2149220 h 2323145"/>
              <a:gd name="connsiteX174" fmla="*/ 3901342 w 11269336"/>
              <a:gd name="connsiteY174" fmla="*/ 2142355 h 2323145"/>
              <a:gd name="connsiteX175" fmla="*/ 3888539 w 11269336"/>
              <a:gd name="connsiteY175" fmla="*/ 2140476 h 2323145"/>
              <a:gd name="connsiteX176" fmla="*/ 3885662 w 11269336"/>
              <a:gd name="connsiteY176" fmla="*/ 2138740 h 2323145"/>
              <a:gd name="connsiteX177" fmla="*/ 3868627 w 11269336"/>
              <a:gd name="connsiteY177" fmla="*/ 2130023 h 2323145"/>
              <a:gd name="connsiteX178" fmla="*/ 3819177 w 11269336"/>
              <a:gd name="connsiteY178" fmla="*/ 2142111 h 2323145"/>
              <a:gd name="connsiteX179" fmla="*/ 3769100 w 11269336"/>
              <a:gd name="connsiteY179" fmla="*/ 2131731 h 2323145"/>
              <a:gd name="connsiteX180" fmla="*/ 3562752 w 11269336"/>
              <a:gd name="connsiteY180" fmla="*/ 2131785 h 2323145"/>
              <a:gd name="connsiteX181" fmla="*/ 3541402 w 11269336"/>
              <a:gd name="connsiteY181" fmla="*/ 2106821 h 2323145"/>
              <a:gd name="connsiteX182" fmla="*/ 3365341 w 11269336"/>
              <a:gd name="connsiteY182" fmla="*/ 2077638 h 2323145"/>
              <a:gd name="connsiteX183" fmla="*/ 3170922 w 11269336"/>
              <a:gd name="connsiteY183" fmla="*/ 2115957 h 2323145"/>
              <a:gd name="connsiteX184" fmla="*/ 3156256 w 11269336"/>
              <a:gd name="connsiteY184" fmla="*/ 2124773 h 2323145"/>
              <a:gd name="connsiteX185" fmla="*/ 3140298 w 11269336"/>
              <a:gd name="connsiteY185" fmla="*/ 2129182 h 2323145"/>
              <a:gd name="connsiteX186" fmla="*/ 3138514 w 11269336"/>
              <a:gd name="connsiteY186" fmla="*/ 2128069 h 2323145"/>
              <a:gd name="connsiteX187" fmla="*/ 3120467 w 11269336"/>
              <a:gd name="connsiteY187" fmla="*/ 2128281 h 2323145"/>
              <a:gd name="connsiteX188" fmla="*/ 3116175 w 11269336"/>
              <a:gd name="connsiteY188" fmla="*/ 2131633 h 2323145"/>
              <a:gd name="connsiteX189" fmla="*/ 3103685 w 11269336"/>
              <a:gd name="connsiteY189" fmla="*/ 2132814 h 2323145"/>
              <a:gd name="connsiteX190" fmla="*/ 3078794 w 11269336"/>
              <a:gd name="connsiteY190" fmla="*/ 2137935 h 2323145"/>
              <a:gd name="connsiteX191" fmla="*/ 3074407 w 11269336"/>
              <a:gd name="connsiteY191" fmla="*/ 2136274 h 2323145"/>
              <a:gd name="connsiteX192" fmla="*/ 3037285 w 11269336"/>
              <a:gd name="connsiteY192" fmla="*/ 2139919 h 2323145"/>
              <a:gd name="connsiteX193" fmla="*/ 3036901 w 11269336"/>
              <a:gd name="connsiteY193" fmla="*/ 2138726 h 2323145"/>
              <a:gd name="connsiteX194" fmla="*/ 3026996 w 11269336"/>
              <a:gd name="connsiteY194" fmla="*/ 2134322 h 2323145"/>
              <a:gd name="connsiteX195" fmla="*/ 3007772 w 11269336"/>
              <a:gd name="connsiteY195" fmla="*/ 2128742 h 2323145"/>
              <a:gd name="connsiteX196" fmla="*/ 2965030 w 11269336"/>
              <a:gd name="connsiteY196" fmla="*/ 2100494 h 2323145"/>
              <a:gd name="connsiteX197" fmla="*/ 2926342 w 11269336"/>
              <a:gd name="connsiteY197" fmla="*/ 2104155 h 2323145"/>
              <a:gd name="connsiteX198" fmla="*/ 2918608 w 11269336"/>
              <a:gd name="connsiteY198" fmla="*/ 2104215 h 2323145"/>
              <a:gd name="connsiteX199" fmla="*/ 2918475 w 11269336"/>
              <a:gd name="connsiteY199" fmla="*/ 2103937 h 2323145"/>
              <a:gd name="connsiteX200" fmla="*/ 2910360 w 11269336"/>
              <a:gd name="connsiteY200" fmla="*/ 2103444 h 2323145"/>
              <a:gd name="connsiteX201" fmla="*/ 2904507 w 11269336"/>
              <a:gd name="connsiteY201" fmla="*/ 2104326 h 2323145"/>
              <a:gd name="connsiteX202" fmla="*/ 2889503 w 11269336"/>
              <a:gd name="connsiteY202" fmla="*/ 2104443 h 2323145"/>
              <a:gd name="connsiteX203" fmla="*/ 2884480 w 11269336"/>
              <a:gd name="connsiteY203" fmla="*/ 2102626 h 2323145"/>
              <a:gd name="connsiteX204" fmla="*/ 2882689 w 11269336"/>
              <a:gd name="connsiteY204" fmla="*/ 2099228 h 2323145"/>
              <a:gd name="connsiteX205" fmla="*/ 2881291 w 11269336"/>
              <a:gd name="connsiteY205" fmla="*/ 2099618 h 2323145"/>
              <a:gd name="connsiteX206" fmla="*/ 2853979 w 11269336"/>
              <a:gd name="connsiteY206" fmla="*/ 2090388 h 2323145"/>
              <a:gd name="connsiteX207" fmla="*/ 2791790 w 11269336"/>
              <a:gd name="connsiteY207" fmla="*/ 2080332 h 2323145"/>
              <a:gd name="connsiteX208" fmla="*/ 2755844 w 11269336"/>
              <a:gd name="connsiteY208" fmla="*/ 2078874 h 2323145"/>
              <a:gd name="connsiteX209" fmla="*/ 2657742 w 11269336"/>
              <a:gd name="connsiteY209" fmla="*/ 2070179 h 2323145"/>
              <a:gd name="connsiteX210" fmla="*/ 2559549 w 11269336"/>
              <a:gd name="connsiteY210" fmla="*/ 2057873 h 2323145"/>
              <a:gd name="connsiteX211" fmla="*/ 2512054 w 11269336"/>
              <a:gd name="connsiteY211" fmla="*/ 2031671 h 2323145"/>
              <a:gd name="connsiteX212" fmla="*/ 2506437 w 11269336"/>
              <a:gd name="connsiteY212" fmla="*/ 2030918 h 2323145"/>
              <a:gd name="connsiteX213" fmla="*/ 2491752 w 11269336"/>
              <a:gd name="connsiteY213" fmla="*/ 2033906 h 2323145"/>
              <a:gd name="connsiteX214" fmla="*/ 2486338 w 11269336"/>
              <a:gd name="connsiteY214" fmla="*/ 2035862 h 2323145"/>
              <a:gd name="connsiteX215" fmla="*/ 2478186 w 11269336"/>
              <a:gd name="connsiteY215" fmla="*/ 2036953 h 2323145"/>
              <a:gd name="connsiteX216" fmla="*/ 2477950 w 11269336"/>
              <a:gd name="connsiteY216" fmla="*/ 2036715 h 2323145"/>
              <a:gd name="connsiteX217" fmla="*/ 2470381 w 11269336"/>
              <a:gd name="connsiteY217" fmla="*/ 2038256 h 2323145"/>
              <a:gd name="connsiteX218" fmla="*/ 2433781 w 11269336"/>
              <a:gd name="connsiteY218" fmla="*/ 2049140 h 2323145"/>
              <a:gd name="connsiteX219" fmla="*/ 2381172 w 11269336"/>
              <a:gd name="connsiteY219" fmla="*/ 2030645 h 2323145"/>
              <a:gd name="connsiteX220" fmla="*/ 2360198 w 11269336"/>
              <a:gd name="connsiteY220" fmla="*/ 2029059 h 2323145"/>
              <a:gd name="connsiteX221" fmla="*/ 2348815 w 11269336"/>
              <a:gd name="connsiteY221" fmla="*/ 2026798 h 2323145"/>
              <a:gd name="connsiteX222" fmla="*/ 2347988 w 11269336"/>
              <a:gd name="connsiteY222" fmla="*/ 2025745 h 2323145"/>
              <a:gd name="connsiteX223" fmla="*/ 2312920 w 11269336"/>
              <a:gd name="connsiteY223" fmla="*/ 2036311 h 2323145"/>
              <a:gd name="connsiteX224" fmla="*/ 2307986 w 11269336"/>
              <a:gd name="connsiteY224" fmla="*/ 2035583 h 2323145"/>
              <a:gd name="connsiteX225" fmla="*/ 2285481 w 11269336"/>
              <a:gd name="connsiteY225" fmla="*/ 2045197 h 2323145"/>
              <a:gd name="connsiteX226" fmla="*/ 2273666 w 11269336"/>
              <a:gd name="connsiteY226" fmla="*/ 2048710 h 2323145"/>
              <a:gd name="connsiteX227" fmla="*/ 2270719 w 11269336"/>
              <a:gd name="connsiteY227" fmla="*/ 2052702 h 2323145"/>
              <a:gd name="connsiteX228" fmla="*/ 2253080 w 11269336"/>
              <a:gd name="connsiteY228" fmla="*/ 2056363 h 2323145"/>
              <a:gd name="connsiteX229" fmla="*/ 2250906 w 11269336"/>
              <a:gd name="connsiteY229" fmla="*/ 2055654 h 2323145"/>
              <a:gd name="connsiteX230" fmla="*/ 2236905 w 11269336"/>
              <a:gd name="connsiteY230" fmla="*/ 2062882 h 2323145"/>
              <a:gd name="connsiteX231" fmla="*/ 2225830 w 11269336"/>
              <a:gd name="connsiteY231" fmla="*/ 2074027 h 2323145"/>
              <a:gd name="connsiteX232" fmla="*/ 2073776 w 11269336"/>
              <a:gd name="connsiteY232" fmla="*/ 2089244 h 2323145"/>
              <a:gd name="connsiteX233" fmla="*/ 1948256 w 11269336"/>
              <a:gd name="connsiteY233" fmla="*/ 2146616 h 2323145"/>
              <a:gd name="connsiteX234" fmla="*/ 1865582 w 11269336"/>
              <a:gd name="connsiteY234" fmla="*/ 2153738 h 2323145"/>
              <a:gd name="connsiteX235" fmla="*/ 1835210 w 11269336"/>
              <a:gd name="connsiteY235" fmla="*/ 2134244 h 2323145"/>
              <a:gd name="connsiteX236" fmla="*/ 1632661 w 11269336"/>
              <a:gd name="connsiteY236" fmla="*/ 2173882 h 2323145"/>
              <a:gd name="connsiteX237" fmla="*/ 1579590 w 11269336"/>
              <a:gd name="connsiteY237" fmla="*/ 2173680 h 2323145"/>
              <a:gd name="connsiteX238" fmla="*/ 1535601 w 11269336"/>
              <a:gd name="connsiteY238" fmla="*/ 2194590 h 2323145"/>
              <a:gd name="connsiteX239" fmla="*/ 1515594 w 11269336"/>
              <a:gd name="connsiteY239" fmla="*/ 2189622 h 2323145"/>
              <a:gd name="connsiteX240" fmla="*/ 1512113 w 11269336"/>
              <a:gd name="connsiteY240" fmla="*/ 2188534 h 2323145"/>
              <a:gd name="connsiteX241" fmla="*/ 1498838 w 11269336"/>
              <a:gd name="connsiteY241" fmla="*/ 2189213 h 2323145"/>
              <a:gd name="connsiteX242" fmla="*/ 1494279 w 11269336"/>
              <a:gd name="connsiteY242" fmla="*/ 2183112 h 2323145"/>
              <a:gd name="connsiteX243" fmla="*/ 1473714 w 11269336"/>
              <a:gd name="connsiteY243" fmla="*/ 2179625 h 2323145"/>
              <a:gd name="connsiteX244" fmla="*/ 1449503 w 11269336"/>
              <a:gd name="connsiteY244" fmla="*/ 2182633 h 2323145"/>
              <a:gd name="connsiteX245" fmla="*/ 1266687 w 11269336"/>
              <a:gd name="connsiteY245" fmla="*/ 2212688 h 2323145"/>
              <a:gd name="connsiteX246" fmla="*/ 1239614 w 11269336"/>
              <a:gd name="connsiteY246" fmla="*/ 2209727 h 2323145"/>
              <a:gd name="connsiteX247" fmla="*/ 1202436 w 11269336"/>
              <a:gd name="connsiteY247" fmla="*/ 2209817 h 2323145"/>
              <a:gd name="connsiteX248" fmla="*/ 1136097 w 11269336"/>
              <a:gd name="connsiteY248" fmla="*/ 2205112 h 2323145"/>
              <a:gd name="connsiteX249" fmla="*/ 988232 w 11269336"/>
              <a:gd name="connsiteY249" fmla="*/ 2235635 h 2323145"/>
              <a:gd name="connsiteX250" fmla="*/ 981959 w 11269336"/>
              <a:gd name="connsiteY250" fmla="*/ 2231607 h 2323145"/>
              <a:gd name="connsiteX251" fmla="*/ 938600 w 11269336"/>
              <a:gd name="connsiteY251" fmla="*/ 2238113 h 2323145"/>
              <a:gd name="connsiteX252" fmla="*/ 791788 w 11269336"/>
              <a:gd name="connsiteY252" fmla="*/ 2293224 h 2323145"/>
              <a:gd name="connsiteX253" fmla="*/ 706914 w 11269336"/>
              <a:gd name="connsiteY253" fmla="*/ 2305046 h 2323145"/>
              <a:gd name="connsiteX254" fmla="*/ 675971 w 11269336"/>
              <a:gd name="connsiteY254" fmla="*/ 2304030 h 2323145"/>
              <a:gd name="connsiteX255" fmla="*/ 624180 w 11269336"/>
              <a:gd name="connsiteY255" fmla="*/ 2302650 h 2323145"/>
              <a:gd name="connsiteX256" fmla="*/ 583453 w 11269336"/>
              <a:gd name="connsiteY256" fmla="*/ 2288788 h 2323145"/>
              <a:gd name="connsiteX257" fmla="*/ 540946 w 11269336"/>
              <a:gd name="connsiteY257" fmla="*/ 2292721 h 2323145"/>
              <a:gd name="connsiteX258" fmla="*/ 533680 w 11269336"/>
              <a:gd name="connsiteY258" fmla="*/ 2310233 h 2323145"/>
              <a:gd name="connsiteX259" fmla="*/ 487366 w 11269336"/>
              <a:gd name="connsiteY259" fmla="*/ 2309053 h 2323145"/>
              <a:gd name="connsiteX260" fmla="*/ 416820 w 11269336"/>
              <a:gd name="connsiteY260" fmla="*/ 2305443 h 2323145"/>
              <a:gd name="connsiteX261" fmla="*/ 376805 w 11269336"/>
              <a:gd name="connsiteY261" fmla="*/ 2307647 h 2323145"/>
              <a:gd name="connsiteX262" fmla="*/ 266777 w 11269336"/>
              <a:gd name="connsiteY262" fmla="*/ 2309012 h 2323145"/>
              <a:gd name="connsiteX263" fmla="*/ 156013 w 11269336"/>
              <a:gd name="connsiteY263" fmla="*/ 2306832 h 2323145"/>
              <a:gd name="connsiteX264" fmla="*/ 87258 w 11269336"/>
              <a:gd name="connsiteY264" fmla="*/ 2285511 h 2323145"/>
              <a:gd name="connsiteX265" fmla="*/ 23798 w 11269336"/>
              <a:gd name="connsiteY265" fmla="*/ 2281822 h 2323145"/>
              <a:gd name="connsiteX266" fmla="*/ 0 w 11269336"/>
              <a:gd name="connsiteY266" fmla="*/ 2285369 h 2323145"/>
              <a:gd name="connsiteX267" fmla="*/ 0 w 11269336"/>
              <a:gd name="connsiteY26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795998 w 11269336"/>
              <a:gd name="connsiteY29" fmla="*/ 863337 h 2323145"/>
              <a:gd name="connsiteX30" fmla="*/ 8776970 w 11269336"/>
              <a:gd name="connsiteY30" fmla="*/ 885177 h 2323145"/>
              <a:gd name="connsiteX31" fmla="*/ 8755719 w 11269336"/>
              <a:gd name="connsiteY31" fmla="*/ 889754 h 2323145"/>
              <a:gd name="connsiteX32" fmla="*/ 8743257 w 11269336"/>
              <a:gd name="connsiteY32" fmla="*/ 904723 h 2323145"/>
              <a:gd name="connsiteX33" fmla="*/ 8721366 w 11269336"/>
              <a:gd name="connsiteY33" fmla="*/ 904711 h 2323145"/>
              <a:gd name="connsiteX34" fmla="*/ 8678353 w 11269336"/>
              <a:gd name="connsiteY34" fmla="*/ 926318 h 2323145"/>
              <a:gd name="connsiteX35" fmla="*/ 8636849 w 11269336"/>
              <a:gd name="connsiteY35" fmla="*/ 937900 h 2323145"/>
              <a:gd name="connsiteX36" fmla="*/ 8620213 w 11269336"/>
              <a:gd name="connsiteY36" fmla="*/ 943068 h 2323145"/>
              <a:gd name="connsiteX37" fmla="*/ 8612581 w 11269336"/>
              <a:gd name="connsiteY37" fmla="*/ 952695 h 2323145"/>
              <a:gd name="connsiteX38" fmla="*/ 8589038 w 11269336"/>
              <a:gd name="connsiteY38" fmla="*/ 963892 h 2323145"/>
              <a:gd name="connsiteX39" fmla="*/ 8579950 w 11269336"/>
              <a:gd name="connsiteY39" fmla="*/ 960899 h 2323145"/>
              <a:gd name="connsiteX40" fmla="*/ 8579319 w 11269336"/>
              <a:gd name="connsiteY40" fmla="*/ 965630 h 2323145"/>
              <a:gd name="connsiteX41" fmla="*/ 8547429 w 11269336"/>
              <a:gd name="connsiteY41" fmla="*/ 984506 h 2323145"/>
              <a:gd name="connsiteX42" fmla="*/ 8478704 w 11269336"/>
              <a:gd name="connsiteY42" fmla="*/ 1025490 h 2323145"/>
              <a:gd name="connsiteX43" fmla="*/ 8461421 w 11269336"/>
              <a:gd name="connsiteY43" fmla="*/ 1035512 h 2323145"/>
              <a:gd name="connsiteX44" fmla="*/ 8445003 w 11269336"/>
              <a:gd name="connsiteY44" fmla="*/ 1036851 h 2323145"/>
              <a:gd name="connsiteX45" fmla="*/ 8357350 w 11269336"/>
              <a:gd name="connsiteY45" fmla="*/ 1060213 h 2323145"/>
              <a:gd name="connsiteX46" fmla="*/ 8335565 w 11269336"/>
              <a:gd name="connsiteY46" fmla="*/ 1061151 h 2323145"/>
              <a:gd name="connsiteX47" fmla="*/ 8325267 w 11269336"/>
              <a:gd name="connsiteY47" fmla="*/ 1055919 h 2323145"/>
              <a:gd name="connsiteX48" fmla="*/ 8293586 w 11269336"/>
              <a:gd name="connsiteY48" fmla="*/ 1076144 h 2323145"/>
              <a:gd name="connsiteX49" fmla="*/ 8242405 w 11269336"/>
              <a:gd name="connsiteY49" fmla="*/ 1095960 h 2323145"/>
              <a:gd name="connsiteX50" fmla="*/ 8197391 w 11269336"/>
              <a:gd name="connsiteY50" fmla="*/ 1107746 h 2323145"/>
              <a:gd name="connsiteX51" fmla="*/ 8081474 w 11269336"/>
              <a:gd name="connsiteY51" fmla="*/ 1130125 h 2323145"/>
              <a:gd name="connsiteX52" fmla="*/ 8053585 w 11269336"/>
              <a:gd name="connsiteY52" fmla="*/ 1129169 h 2323145"/>
              <a:gd name="connsiteX53" fmla="*/ 8038422 w 11269336"/>
              <a:gd name="connsiteY53" fmla="*/ 1119092 h 2323145"/>
              <a:gd name="connsiteX54" fmla="*/ 8029450 w 11269336"/>
              <a:gd name="connsiteY54" fmla="*/ 1125592 h 2323145"/>
              <a:gd name="connsiteX55" fmla="*/ 7959552 w 11269336"/>
              <a:gd name="connsiteY55" fmla="*/ 1140188 h 2323145"/>
              <a:gd name="connsiteX56" fmla="*/ 7914188 w 11269336"/>
              <a:gd name="connsiteY56" fmla="*/ 1150862 h 2323145"/>
              <a:gd name="connsiteX57" fmla="*/ 7914918 w 11269336"/>
              <a:gd name="connsiteY57" fmla="*/ 1168758 h 2323145"/>
              <a:gd name="connsiteX58" fmla="*/ 7875510 w 11269336"/>
              <a:gd name="connsiteY58" fmla="*/ 1183153 h 2323145"/>
              <a:gd name="connsiteX59" fmla="*/ 7829932 w 11269336"/>
              <a:gd name="connsiteY59" fmla="*/ 1180782 h 2323145"/>
              <a:gd name="connsiteX60" fmla="*/ 7779182 w 11269336"/>
              <a:gd name="connsiteY60" fmla="*/ 1192665 h 2323145"/>
              <a:gd name="connsiteX61" fmla="*/ 7748774 w 11269336"/>
              <a:gd name="connsiteY61" fmla="*/ 1199586 h 2323145"/>
              <a:gd name="connsiteX62" fmla="*/ 7671846 w 11269336"/>
              <a:gd name="connsiteY62" fmla="*/ 1231966 h 2323145"/>
              <a:gd name="connsiteX63" fmla="*/ 7554146 w 11269336"/>
              <a:gd name="connsiteY63" fmla="*/ 1319748 h 2323145"/>
              <a:gd name="connsiteX64" fmla="*/ 7515052 w 11269336"/>
              <a:gd name="connsiteY64" fmla="*/ 1336718 h 2323145"/>
              <a:gd name="connsiteX65" fmla="*/ 7507193 w 11269336"/>
              <a:gd name="connsiteY65" fmla="*/ 1334617 h 2323145"/>
              <a:gd name="connsiteX66" fmla="*/ 7461694 w 11269336"/>
              <a:gd name="connsiteY66" fmla="*/ 1375866 h 2323145"/>
              <a:gd name="connsiteX67" fmla="*/ 7377571 w 11269336"/>
              <a:gd name="connsiteY67" fmla="*/ 1400128 h 2323145"/>
              <a:gd name="connsiteX68" fmla="*/ 7311261 w 11269336"/>
              <a:gd name="connsiteY68" fmla="*/ 1412652 h 2323145"/>
              <a:gd name="connsiteX69" fmla="*/ 7275307 w 11269336"/>
              <a:gd name="connsiteY69" fmla="*/ 1422171 h 2323145"/>
              <a:gd name="connsiteX70" fmla="*/ 7247783 w 11269336"/>
              <a:gd name="connsiteY70" fmla="*/ 1426330 h 2323145"/>
              <a:gd name="connsiteX71" fmla="*/ 7185047 w 11269336"/>
              <a:gd name="connsiteY71" fmla="*/ 1451812 h 2323145"/>
              <a:gd name="connsiteX72" fmla="*/ 7084117 w 11269336"/>
              <a:gd name="connsiteY72" fmla="*/ 1500281 h 2323145"/>
              <a:gd name="connsiteX73" fmla="*/ 7062011 w 11269336"/>
              <a:gd name="connsiteY73" fmla="*/ 1509183 h 2323145"/>
              <a:gd name="connsiteX74" fmla="*/ 7040555 w 11269336"/>
              <a:gd name="connsiteY74" fmla="*/ 1511207 h 2323145"/>
              <a:gd name="connsiteX75" fmla="*/ 7033438 w 11269336"/>
              <a:gd name="connsiteY75" fmla="*/ 1506772 h 2323145"/>
              <a:gd name="connsiteX76" fmla="*/ 7020886 w 11269336"/>
              <a:gd name="connsiteY76" fmla="*/ 1510764 h 2323145"/>
              <a:gd name="connsiteX77" fmla="*/ 7017033 w 11269336"/>
              <a:gd name="connsiteY77" fmla="*/ 1510650 h 2323145"/>
              <a:gd name="connsiteX78" fmla="*/ 6995460 w 11269336"/>
              <a:gd name="connsiteY78" fmla="*/ 1511173 h 2323145"/>
              <a:gd name="connsiteX79" fmla="*/ 6962144 w 11269336"/>
              <a:gd name="connsiteY79" fmla="*/ 1541508 h 2323145"/>
              <a:gd name="connsiteX80" fmla="*/ 6910674 w 11269336"/>
              <a:gd name="connsiteY80" fmla="*/ 1554793 h 2323145"/>
              <a:gd name="connsiteX81" fmla="*/ 6732152 w 11269336"/>
              <a:gd name="connsiteY81" fmla="*/ 1642538 h 2323145"/>
              <a:gd name="connsiteX82" fmla="*/ 6694106 w 11269336"/>
              <a:gd name="connsiteY82" fmla="*/ 1632377 h 2323145"/>
              <a:gd name="connsiteX83" fmla="*/ 6617223 w 11269336"/>
              <a:gd name="connsiteY83" fmla="*/ 1659889 h 2323145"/>
              <a:gd name="connsiteX84" fmla="*/ 6521138 w 11269336"/>
              <a:gd name="connsiteY84" fmla="*/ 1744340 h 2323145"/>
              <a:gd name="connsiteX85" fmla="*/ 6380677 w 11269336"/>
              <a:gd name="connsiteY85" fmla="*/ 1796883 h 2323145"/>
              <a:gd name="connsiteX86" fmla="*/ 6374897 w 11269336"/>
              <a:gd name="connsiteY86" fmla="*/ 1809910 h 2323145"/>
              <a:gd name="connsiteX87" fmla="*/ 6364545 w 11269336"/>
              <a:gd name="connsiteY87" fmla="*/ 1820090 h 2323145"/>
              <a:gd name="connsiteX88" fmla="*/ 6362126 w 11269336"/>
              <a:gd name="connsiteY88" fmla="*/ 1819991 h 2323145"/>
              <a:gd name="connsiteX89" fmla="*/ 6346673 w 11269336"/>
              <a:gd name="connsiteY89" fmla="*/ 1827824 h 2323145"/>
              <a:gd name="connsiteX90" fmla="*/ 6345588 w 11269336"/>
              <a:gd name="connsiteY90" fmla="*/ 1832232 h 2323145"/>
              <a:gd name="connsiteX91" fmla="*/ 6335708 w 11269336"/>
              <a:gd name="connsiteY91" fmla="*/ 1838451 h 2323145"/>
              <a:gd name="connsiteX92" fmla="*/ 6318182 w 11269336"/>
              <a:gd name="connsiteY92" fmla="*/ 1852975 h 2323145"/>
              <a:gd name="connsiteX93" fmla="*/ 6313084 w 11269336"/>
              <a:gd name="connsiteY93" fmla="*/ 1853561 h 2323145"/>
              <a:gd name="connsiteX94" fmla="*/ 6283816 w 11269336"/>
              <a:gd name="connsiteY94" fmla="*/ 1872148 h 2323145"/>
              <a:gd name="connsiteX95" fmla="*/ 6282550 w 11269336"/>
              <a:gd name="connsiteY95" fmla="*/ 1871392 h 2323145"/>
              <a:gd name="connsiteX96" fmla="*/ 6270527 w 11269336"/>
              <a:gd name="connsiteY96" fmla="*/ 1872208 h 2323145"/>
              <a:gd name="connsiteX97" fmla="*/ 6249518 w 11269336"/>
              <a:gd name="connsiteY97" fmla="*/ 1876079 h 2323145"/>
              <a:gd name="connsiteX98" fmla="*/ 6190386 w 11269336"/>
              <a:gd name="connsiteY98" fmla="*/ 1872478 h 2323145"/>
              <a:gd name="connsiteX99" fmla="*/ 6159777 w 11269336"/>
              <a:gd name="connsiteY99" fmla="*/ 1891745 h 2323145"/>
              <a:gd name="connsiteX100" fmla="*/ 6153131 w 11269336"/>
              <a:gd name="connsiteY100" fmla="*/ 1895079 h 2323145"/>
              <a:gd name="connsiteX101" fmla="*/ 6152798 w 11269336"/>
              <a:gd name="connsiteY101" fmla="*/ 1894920 h 2323145"/>
              <a:gd name="connsiteX102" fmla="*/ 6145388 w 11269336"/>
              <a:gd name="connsiteY102" fmla="*/ 1897990 h 2323145"/>
              <a:gd name="connsiteX103" fmla="*/ 6141014 w 11269336"/>
              <a:gd name="connsiteY103" fmla="*/ 1901155 h 2323145"/>
              <a:gd name="connsiteX104" fmla="*/ 6128122 w 11269336"/>
              <a:gd name="connsiteY104" fmla="*/ 1907623 h 2323145"/>
              <a:gd name="connsiteX105" fmla="*/ 6122351 w 11269336"/>
              <a:gd name="connsiteY105" fmla="*/ 1908359 h 2323145"/>
              <a:gd name="connsiteX106" fmla="*/ 6064750 w 11269336"/>
              <a:gd name="connsiteY106" fmla="*/ 1896394 h 2323145"/>
              <a:gd name="connsiteX107" fmla="*/ 5964230 w 11269336"/>
              <a:gd name="connsiteY107" fmla="*/ 1910038 h 2323145"/>
              <a:gd name="connsiteX108" fmla="*/ 5865399 w 11269336"/>
              <a:gd name="connsiteY108" fmla="*/ 1926966 h 2323145"/>
              <a:gd name="connsiteX109" fmla="*/ 5829951 w 11269336"/>
              <a:gd name="connsiteY109" fmla="*/ 1934755 h 2323145"/>
              <a:gd name="connsiteX110" fmla="*/ 5765285 w 11269336"/>
              <a:gd name="connsiteY110" fmla="*/ 1941322 h 2323145"/>
              <a:gd name="connsiteX111" fmla="*/ 5734750 w 11269336"/>
              <a:gd name="connsiteY111" fmla="*/ 1939793 h 2323145"/>
              <a:gd name="connsiteX112" fmla="*/ 5733569 w 11269336"/>
              <a:gd name="connsiteY112" fmla="*/ 1940505 h 2323145"/>
              <a:gd name="connsiteX113" fmla="*/ 5730329 w 11269336"/>
              <a:gd name="connsiteY113" fmla="*/ 1937845 h 2323145"/>
              <a:gd name="connsiteX114" fmla="*/ 5724661 w 11269336"/>
              <a:gd name="connsiteY114" fmla="*/ 1937455 h 2323145"/>
              <a:gd name="connsiteX115" fmla="*/ 5710186 w 11269336"/>
              <a:gd name="connsiteY115" fmla="*/ 1941370 h 2323145"/>
              <a:gd name="connsiteX116" fmla="*/ 5704910 w 11269336"/>
              <a:gd name="connsiteY116" fmla="*/ 1943663 h 2323145"/>
              <a:gd name="connsiteX117" fmla="*/ 5696836 w 11269336"/>
              <a:gd name="connsiteY117" fmla="*/ 1945271 h 2323145"/>
              <a:gd name="connsiteX118" fmla="*/ 5696583 w 11269336"/>
              <a:gd name="connsiteY118" fmla="*/ 1945050 h 2323145"/>
              <a:gd name="connsiteX119" fmla="*/ 5689123 w 11269336"/>
              <a:gd name="connsiteY119" fmla="*/ 1947067 h 2323145"/>
              <a:gd name="connsiteX120" fmla="*/ 5653291 w 11269336"/>
              <a:gd name="connsiteY120" fmla="*/ 1960245 h 2323145"/>
              <a:gd name="connsiteX121" fmla="*/ 5599385 w 11269336"/>
              <a:gd name="connsiteY121" fmla="*/ 1945198 h 2323145"/>
              <a:gd name="connsiteX122" fmla="*/ 5578300 w 11269336"/>
              <a:gd name="connsiteY122" fmla="*/ 1944963 h 2323145"/>
              <a:gd name="connsiteX123" fmla="*/ 5566758 w 11269336"/>
              <a:gd name="connsiteY123" fmla="*/ 1943441 h 2323145"/>
              <a:gd name="connsiteX124" fmla="*/ 5565857 w 11269336"/>
              <a:gd name="connsiteY124" fmla="*/ 1942445 h 2323145"/>
              <a:gd name="connsiteX125" fmla="*/ 5531534 w 11269336"/>
              <a:gd name="connsiteY125" fmla="*/ 1955208 h 2323145"/>
              <a:gd name="connsiteX126" fmla="*/ 5526552 w 11269336"/>
              <a:gd name="connsiteY126" fmla="*/ 1954799 h 2323145"/>
              <a:gd name="connsiteX127" fmla="*/ 5504723 w 11269336"/>
              <a:gd name="connsiteY127" fmla="*/ 1965811 h 2323145"/>
              <a:gd name="connsiteX128" fmla="*/ 5493156 w 11269336"/>
              <a:gd name="connsiteY128" fmla="*/ 1970063 h 2323145"/>
              <a:gd name="connsiteX129" fmla="*/ 5490486 w 11269336"/>
              <a:gd name="connsiteY129" fmla="*/ 1974227 h 2323145"/>
              <a:gd name="connsiteX130" fmla="*/ 5473107 w 11269336"/>
              <a:gd name="connsiteY130" fmla="*/ 1979001 h 2323145"/>
              <a:gd name="connsiteX131" fmla="*/ 5470885 w 11269336"/>
              <a:gd name="connsiteY131" fmla="*/ 1978432 h 2323145"/>
              <a:gd name="connsiteX132" fmla="*/ 5457393 w 11269336"/>
              <a:gd name="connsiteY132" fmla="*/ 1986525 h 2323145"/>
              <a:gd name="connsiteX133" fmla="*/ 5447102 w 11269336"/>
              <a:gd name="connsiteY133" fmla="*/ 1998329 h 2323145"/>
              <a:gd name="connsiteX134" fmla="*/ 5159151 w 11269336"/>
              <a:gd name="connsiteY134" fmla="*/ 2029640 h 2323145"/>
              <a:gd name="connsiteX135" fmla="*/ 5041688 w 11269336"/>
              <a:gd name="connsiteY135" fmla="*/ 2022334 h 2323145"/>
              <a:gd name="connsiteX136" fmla="*/ 4860988 w 11269336"/>
              <a:gd name="connsiteY136" fmla="*/ 2135698 h 2323145"/>
              <a:gd name="connsiteX137" fmla="*/ 4807902 w 11269336"/>
              <a:gd name="connsiteY137" fmla="*/ 2138894 h 2323145"/>
              <a:gd name="connsiteX138" fmla="*/ 4765388 w 11269336"/>
              <a:gd name="connsiteY138" fmla="*/ 2162525 h 2323145"/>
              <a:gd name="connsiteX139" fmla="*/ 4745033 w 11269336"/>
              <a:gd name="connsiteY139" fmla="*/ 2158859 h 2323145"/>
              <a:gd name="connsiteX140" fmla="*/ 4741475 w 11269336"/>
              <a:gd name="connsiteY140" fmla="*/ 2157998 h 2323145"/>
              <a:gd name="connsiteX141" fmla="*/ 4728247 w 11269336"/>
              <a:gd name="connsiteY141" fmla="*/ 2159526 h 2323145"/>
              <a:gd name="connsiteX142" fmla="*/ 4723263 w 11269336"/>
              <a:gd name="connsiteY142" fmla="*/ 2153742 h 2323145"/>
              <a:gd name="connsiteX143" fmla="*/ 4702453 w 11269336"/>
              <a:gd name="connsiteY143" fmla="*/ 2151586 h 2323145"/>
              <a:gd name="connsiteX144" fmla="*/ 4678455 w 11269336"/>
              <a:gd name="connsiteY144" fmla="*/ 2156131 h 2323145"/>
              <a:gd name="connsiteX145" fmla="*/ 4593061 w 11269336"/>
              <a:gd name="connsiteY145" fmla="*/ 2171597 h 2323145"/>
              <a:gd name="connsiteX146" fmla="*/ 4579902 w 11269336"/>
              <a:gd name="connsiteY146" fmla="*/ 2177927 h 2323145"/>
              <a:gd name="connsiteX147" fmla="*/ 4533444 w 11269336"/>
              <a:gd name="connsiteY147" fmla="*/ 2181200 h 2323145"/>
              <a:gd name="connsiteX148" fmla="*/ 4492832 w 11269336"/>
              <a:gd name="connsiteY148" fmla="*/ 2188033 h 2323145"/>
              <a:gd name="connsiteX149" fmla="*/ 4467257 w 11269336"/>
              <a:gd name="connsiteY149" fmla="*/ 2196121 h 2323145"/>
              <a:gd name="connsiteX150" fmla="*/ 4459937 w 11269336"/>
              <a:gd name="connsiteY150" fmla="*/ 2195182 h 2323145"/>
              <a:gd name="connsiteX151" fmla="*/ 4433312 w 11269336"/>
              <a:gd name="connsiteY151" fmla="*/ 2199004 h 2323145"/>
              <a:gd name="connsiteX152" fmla="*/ 4420601 w 11269336"/>
              <a:gd name="connsiteY152" fmla="*/ 2205158 h 2323145"/>
              <a:gd name="connsiteX153" fmla="*/ 4405765 w 11269336"/>
              <a:gd name="connsiteY153" fmla="*/ 2199902 h 2323145"/>
              <a:gd name="connsiteX154" fmla="*/ 4401354 w 11269336"/>
              <a:gd name="connsiteY154" fmla="*/ 2194745 h 2323145"/>
              <a:gd name="connsiteX155" fmla="*/ 4383151 w 11269336"/>
              <a:gd name="connsiteY155" fmla="*/ 2201140 h 2323145"/>
              <a:gd name="connsiteX156" fmla="*/ 4366646 w 11269336"/>
              <a:gd name="connsiteY156" fmla="*/ 2198564 h 2323145"/>
              <a:gd name="connsiteX157" fmla="*/ 4354009 w 11269336"/>
              <a:gd name="connsiteY157" fmla="*/ 2204984 h 2323145"/>
              <a:gd name="connsiteX158" fmla="*/ 4348284 w 11269336"/>
              <a:gd name="connsiteY158" fmla="*/ 2205270 h 2323145"/>
              <a:gd name="connsiteX159" fmla="*/ 4333906 w 11269336"/>
              <a:gd name="connsiteY159" fmla="*/ 2205251 h 2323145"/>
              <a:gd name="connsiteX160" fmla="*/ 4308819 w 11269336"/>
              <a:gd name="connsiteY160" fmla="*/ 2203822 h 2323145"/>
              <a:gd name="connsiteX161" fmla="*/ 4301210 w 11269336"/>
              <a:gd name="connsiteY161" fmla="*/ 2204456 h 2323145"/>
              <a:gd name="connsiteX162" fmla="*/ 4283095 w 11269336"/>
              <a:gd name="connsiteY162" fmla="*/ 2198177 h 2323145"/>
              <a:gd name="connsiteX163" fmla="*/ 4250119 w 11269336"/>
              <a:gd name="connsiteY163" fmla="*/ 2196342 h 2323145"/>
              <a:gd name="connsiteX164" fmla="*/ 4189203 w 11269336"/>
              <a:gd name="connsiteY164" fmla="*/ 2178994 h 2323145"/>
              <a:gd name="connsiteX165" fmla="*/ 4154035 w 11269336"/>
              <a:gd name="connsiteY165" fmla="*/ 2171950 h 2323145"/>
              <a:gd name="connsiteX166" fmla="*/ 4129569 w 11269336"/>
              <a:gd name="connsiteY166" fmla="*/ 2163850 h 2323145"/>
              <a:gd name="connsiteX167" fmla="*/ 4061250 w 11269336"/>
              <a:gd name="connsiteY167" fmla="*/ 2159236 h 2323145"/>
              <a:gd name="connsiteX168" fmla="*/ 3945480 w 11269336"/>
              <a:gd name="connsiteY168" fmla="*/ 2158279 h 2323145"/>
              <a:gd name="connsiteX169" fmla="*/ 3921468 w 11269336"/>
              <a:gd name="connsiteY169" fmla="*/ 2156588 h 2323145"/>
              <a:gd name="connsiteX170" fmla="*/ 3903348 w 11269336"/>
              <a:gd name="connsiteY170" fmla="*/ 2149220 h 2323145"/>
              <a:gd name="connsiteX171" fmla="*/ 3901342 w 11269336"/>
              <a:gd name="connsiteY171" fmla="*/ 2142355 h 2323145"/>
              <a:gd name="connsiteX172" fmla="*/ 3888539 w 11269336"/>
              <a:gd name="connsiteY172" fmla="*/ 2140476 h 2323145"/>
              <a:gd name="connsiteX173" fmla="*/ 3885662 w 11269336"/>
              <a:gd name="connsiteY173" fmla="*/ 2138740 h 2323145"/>
              <a:gd name="connsiteX174" fmla="*/ 3868627 w 11269336"/>
              <a:gd name="connsiteY174" fmla="*/ 2130023 h 2323145"/>
              <a:gd name="connsiteX175" fmla="*/ 3819177 w 11269336"/>
              <a:gd name="connsiteY175" fmla="*/ 2142111 h 2323145"/>
              <a:gd name="connsiteX176" fmla="*/ 3769100 w 11269336"/>
              <a:gd name="connsiteY176" fmla="*/ 2131731 h 2323145"/>
              <a:gd name="connsiteX177" fmla="*/ 3562752 w 11269336"/>
              <a:gd name="connsiteY177" fmla="*/ 2131785 h 2323145"/>
              <a:gd name="connsiteX178" fmla="*/ 3541402 w 11269336"/>
              <a:gd name="connsiteY178" fmla="*/ 2106821 h 2323145"/>
              <a:gd name="connsiteX179" fmla="*/ 3365341 w 11269336"/>
              <a:gd name="connsiteY179" fmla="*/ 2077638 h 2323145"/>
              <a:gd name="connsiteX180" fmla="*/ 3170922 w 11269336"/>
              <a:gd name="connsiteY180" fmla="*/ 2115957 h 2323145"/>
              <a:gd name="connsiteX181" fmla="*/ 3156256 w 11269336"/>
              <a:gd name="connsiteY181" fmla="*/ 2124773 h 2323145"/>
              <a:gd name="connsiteX182" fmla="*/ 3140298 w 11269336"/>
              <a:gd name="connsiteY182" fmla="*/ 2129182 h 2323145"/>
              <a:gd name="connsiteX183" fmla="*/ 3138514 w 11269336"/>
              <a:gd name="connsiteY183" fmla="*/ 2128069 h 2323145"/>
              <a:gd name="connsiteX184" fmla="*/ 3120467 w 11269336"/>
              <a:gd name="connsiteY184" fmla="*/ 2128281 h 2323145"/>
              <a:gd name="connsiteX185" fmla="*/ 3116175 w 11269336"/>
              <a:gd name="connsiteY185" fmla="*/ 2131633 h 2323145"/>
              <a:gd name="connsiteX186" fmla="*/ 3103685 w 11269336"/>
              <a:gd name="connsiteY186" fmla="*/ 2132814 h 2323145"/>
              <a:gd name="connsiteX187" fmla="*/ 3078794 w 11269336"/>
              <a:gd name="connsiteY187" fmla="*/ 2137935 h 2323145"/>
              <a:gd name="connsiteX188" fmla="*/ 3074407 w 11269336"/>
              <a:gd name="connsiteY188" fmla="*/ 2136274 h 2323145"/>
              <a:gd name="connsiteX189" fmla="*/ 3037285 w 11269336"/>
              <a:gd name="connsiteY189" fmla="*/ 2139919 h 2323145"/>
              <a:gd name="connsiteX190" fmla="*/ 3036901 w 11269336"/>
              <a:gd name="connsiteY190" fmla="*/ 2138726 h 2323145"/>
              <a:gd name="connsiteX191" fmla="*/ 3026996 w 11269336"/>
              <a:gd name="connsiteY191" fmla="*/ 2134322 h 2323145"/>
              <a:gd name="connsiteX192" fmla="*/ 3007772 w 11269336"/>
              <a:gd name="connsiteY192" fmla="*/ 2128742 h 2323145"/>
              <a:gd name="connsiteX193" fmla="*/ 2965030 w 11269336"/>
              <a:gd name="connsiteY193" fmla="*/ 2100494 h 2323145"/>
              <a:gd name="connsiteX194" fmla="*/ 2926342 w 11269336"/>
              <a:gd name="connsiteY194" fmla="*/ 2104155 h 2323145"/>
              <a:gd name="connsiteX195" fmla="*/ 2918608 w 11269336"/>
              <a:gd name="connsiteY195" fmla="*/ 2104215 h 2323145"/>
              <a:gd name="connsiteX196" fmla="*/ 2918475 w 11269336"/>
              <a:gd name="connsiteY196" fmla="*/ 2103937 h 2323145"/>
              <a:gd name="connsiteX197" fmla="*/ 2910360 w 11269336"/>
              <a:gd name="connsiteY197" fmla="*/ 2103444 h 2323145"/>
              <a:gd name="connsiteX198" fmla="*/ 2904507 w 11269336"/>
              <a:gd name="connsiteY198" fmla="*/ 2104326 h 2323145"/>
              <a:gd name="connsiteX199" fmla="*/ 2889503 w 11269336"/>
              <a:gd name="connsiteY199" fmla="*/ 2104443 h 2323145"/>
              <a:gd name="connsiteX200" fmla="*/ 2884480 w 11269336"/>
              <a:gd name="connsiteY200" fmla="*/ 2102626 h 2323145"/>
              <a:gd name="connsiteX201" fmla="*/ 2882689 w 11269336"/>
              <a:gd name="connsiteY201" fmla="*/ 2099228 h 2323145"/>
              <a:gd name="connsiteX202" fmla="*/ 2881291 w 11269336"/>
              <a:gd name="connsiteY202" fmla="*/ 2099618 h 2323145"/>
              <a:gd name="connsiteX203" fmla="*/ 2853979 w 11269336"/>
              <a:gd name="connsiteY203" fmla="*/ 2090388 h 2323145"/>
              <a:gd name="connsiteX204" fmla="*/ 2791790 w 11269336"/>
              <a:gd name="connsiteY204" fmla="*/ 2080332 h 2323145"/>
              <a:gd name="connsiteX205" fmla="*/ 2755844 w 11269336"/>
              <a:gd name="connsiteY205" fmla="*/ 2078874 h 2323145"/>
              <a:gd name="connsiteX206" fmla="*/ 2657742 w 11269336"/>
              <a:gd name="connsiteY206" fmla="*/ 2070179 h 2323145"/>
              <a:gd name="connsiteX207" fmla="*/ 2559549 w 11269336"/>
              <a:gd name="connsiteY207" fmla="*/ 2057873 h 2323145"/>
              <a:gd name="connsiteX208" fmla="*/ 2512054 w 11269336"/>
              <a:gd name="connsiteY208" fmla="*/ 2031671 h 2323145"/>
              <a:gd name="connsiteX209" fmla="*/ 2506437 w 11269336"/>
              <a:gd name="connsiteY209" fmla="*/ 2030918 h 2323145"/>
              <a:gd name="connsiteX210" fmla="*/ 2491752 w 11269336"/>
              <a:gd name="connsiteY210" fmla="*/ 2033906 h 2323145"/>
              <a:gd name="connsiteX211" fmla="*/ 2486338 w 11269336"/>
              <a:gd name="connsiteY211" fmla="*/ 2035862 h 2323145"/>
              <a:gd name="connsiteX212" fmla="*/ 2478186 w 11269336"/>
              <a:gd name="connsiteY212" fmla="*/ 2036953 h 2323145"/>
              <a:gd name="connsiteX213" fmla="*/ 2477950 w 11269336"/>
              <a:gd name="connsiteY213" fmla="*/ 2036715 h 2323145"/>
              <a:gd name="connsiteX214" fmla="*/ 2470381 w 11269336"/>
              <a:gd name="connsiteY214" fmla="*/ 2038256 h 2323145"/>
              <a:gd name="connsiteX215" fmla="*/ 2433781 w 11269336"/>
              <a:gd name="connsiteY215" fmla="*/ 2049140 h 2323145"/>
              <a:gd name="connsiteX216" fmla="*/ 2381172 w 11269336"/>
              <a:gd name="connsiteY216" fmla="*/ 2030645 h 2323145"/>
              <a:gd name="connsiteX217" fmla="*/ 2360198 w 11269336"/>
              <a:gd name="connsiteY217" fmla="*/ 2029059 h 2323145"/>
              <a:gd name="connsiteX218" fmla="*/ 2348815 w 11269336"/>
              <a:gd name="connsiteY218" fmla="*/ 2026798 h 2323145"/>
              <a:gd name="connsiteX219" fmla="*/ 2347988 w 11269336"/>
              <a:gd name="connsiteY219" fmla="*/ 2025745 h 2323145"/>
              <a:gd name="connsiteX220" fmla="*/ 2312920 w 11269336"/>
              <a:gd name="connsiteY220" fmla="*/ 2036311 h 2323145"/>
              <a:gd name="connsiteX221" fmla="*/ 2307986 w 11269336"/>
              <a:gd name="connsiteY221" fmla="*/ 2035583 h 2323145"/>
              <a:gd name="connsiteX222" fmla="*/ 2285481 w 11269336"/>
              <a:gd name="connsiteY222" fmla="*/ 2045197 h 2323145"/>
              <a:gd name="connsiteX223" fmla="*/ 2273666 w 11269336"/>
              <a:gd name="connsiteY223" fmla="*/ 2048710 h 2323145"/>
              <a:gd name="connsiteX224" fmla="*/ 2270719 w 11269336"/>
              <a:gd name="connsiteY224" fmla="*/ 2052702 h 2323145"/>
              <a:gd name="connsiteX225" fmla="*/ 2253080 w 11269336"/>
              <a:gd name="connsiteY225" fmla="*/ 2056363 h 2323145"/>
              <a:gd name="connsiteX226" fmla="*/ 2250906 w 11269336"/>
              <a:gd name="connsiteY226" fmla="*/ 2055654 h 2323145"/>
              <a:gd name="connsiteX227" fmla="*/ 2236905 w 11269336"/>
              <a:gd name="connsiteY227" fmla="*/ 2062882 h 2323145"/>
              <a:gd name="connsiteX228" fmla="*/ 2225830 w 11269336"/>
              <a:gd name="connsiteY228" fmla="*/ 2074027 h 2323145"/>
              <a:gd name="connsiteX229" fmla="*/ 2073776 w 11269336"/>
              <a:gd name="connsiteY229" fmla="*/ 2089244 h 2323145"/>
              <a:gd name="connsiteX230" fmla="*/ 1948256 w 11269336"/>
              <a:gd name="connsiteY230" fmla="*/ 2146616 h 2323145"/>
              <a:gd name="connsiteX231" fmla="*/ 1865582 w 11269336"/>
              <a:gd name="connsiteY231" fmla="*/ 2153738 h 2323145"/>
              <a:gd name="connsiteX232" fmla="*/ 1835210 w 11269336"/>
              <a:gd name="connsiteY232" fmla="*/ 2134244 h 2323145"/>
              <a:gd name="connsiteX233" fmla="*/ 1632661 w 11269336"/>
              <a:gd name="connsiteY233" fmla="*/ 2173882 h 2323145"/>
              <a:gd name="connsiteX234" fmla="*/ 1579590 w 11269336"/>
              <a:gd name="connsiteY234" fmla="*/ 2173680 h 2323145"/>
              <a:gd name="connsiteX235" fmla="*/ 1535601 w 11269336"/>
              <a:gd name="connsiteY235" fmla="*/ 2194590 h 2323145"/>
              <a:gd name="connsiteX236" fmla="*/ 1515594 w 11269336"/>
              <a:gd name="connsiteY236" fmla="*/ 2189622 h 2323145"/>
              <a:gd name="connsiteX237" fmla="*/ 1512113 w 11269336"/>
              <a:gd name="connsiteY237" fmla="*/ 2188534 h 2323145"/>
              <a:gd name="connsiteX238" fmla="*/ 1498838 w 11269336"/>
              <a:gd name="connsiteY238" fmla="*/ 2189213 h 2323145"/>
              <a:gd name="connsiteX239" fmla="*/ 1494279 w 11269336"/>
              <a:gd name="connsiteY239" fmla="*/ 2183112 h 2323145"/>
              <a:gd name="connsiteX240" fmla="*/ 1473714 w 11269336"/>
              <a:gd name="connsiteY240" fmla="*/ 2179625 h 2323145"/>
              <a:gd name="connsiteX241" fmla="*/ 1449503 w 11269336"/>
              <a:gd name="connsiteY241" fmla="*/ 2182633 h 2323145"/>
              <a:gd name="connsiteX242" fmla="*/ 1266687 w 11269336"/>
              <a:gd name="connsiteY242" fmla="*/ 2212688 h 2323145"/>
              <a:gd name="connsiteX243" fmla="*/ 1239614 w 11269336"/>
              <a:gd name="connsiteY243" fmla="*/ 2209727 h 2323145"/>
              <a:gd name="connsiteX244" fmla="*/ 1202436 w 11269336"/>
              <a:gd name="connsiteY244" fmla="*/ 2209817 h 2323145"/>
              <a:gd name="connsiteX245" fmla="*/ 1136097 w 11269336"/>
              <a:gd name="connsiteY245" fmla="*/ 2205112 h 2323145"/>
              <a:gd name="connsiteX246" fmla="*/ 988232 w 11269336"/>
              <a:gd name="connsiteY246" fmla="*/ 2235635 h 2323145"/>
              <a:gd name="connsiteX247" fmla="*/ 981959 w 11269336"/>
              <a:gd name="connsiteY247" fmla="*/ 2231607 h 2323145"/>
              <a:gd name="connsiteX248" fmla="*/ 938600 w 11269336"/>
              <a:gd name="connsiteY248" fmla="*/ 2238113 h 2323145"/>
              <a:gd name="connsiteX249" fmla="*/ 791788 w 11269336"/>
              <a:gd name="connsiteY249" fmla="*/ 2293224 h 2323145"/>
              <a:gd name="connsiteX250" fmla="*/ 706914 w 11269336"/>
              <a:gd name="connsiteY250" fmla="*/ 2305046 h 2323145"/>
              <a:gd name="connsiteX251" fmla="*/ 675971 w 11269336"/>
              <a:gd name="connsiteY251" fmla="*/ 2304030 h 2323145"/>
              <a:gd name="connsiteX252" fmla="*/ 624180 w 11269336"/>
              <a:gd name="connsiteY252" fmla="*/ 2302650 h 2323145"/>
              <a:gd name="connsiteX253" fmla="*/ 583453 w 11269336"/>
              <a:gd name="connsiteY253" fmla="*/ 2288788 h 2323145"/>
              <a:gd name="connsiteX254" fmla="*/ 540946 w 11269336"/>
              <a:gd name="connsiteY254" fmla="*/ 2292721 h 2323145"/>
              <a:gd name="connsiteX255" fmla="*/ 533680 w 11269336"/>
              <a:gd name="connsiteY255" fmla="*/ 2310233 h 2323145"/>
              <a:gd name="connsiteX256" fmla="*/ 487366 w 11269336"/>
              <a:gd name="connsiteY256" fmla="*/ 2309053 h 2323145"/>
              <a:gd name="connsiteX257" fmla="*/ 416820 w 11269336"/>
              <a:gd name="connsiteY257" fmla="*/ 2305443 h 2323145"/>
              <a:gd name="connsiteX258" fmla="*/ 376805 w 11269336"/>
              <a:gd name="connsiteY258" fmla="*/ 2307647 h 2323145"/>
              <a:gd name="connsiteX259" fmla="*/ 266777 w 11269336"/>
              <a:gd name="connsiteY259" fmla="*/ 2309012 h 2323145"/>
              <a:gd name="connsiteX260" fmla="*/ 156013 w 11269336"/>
              <a:gd name="connsiteY260" fmla="*/ 2306832 h 2323145"/>
              <a:gd name="connsiteX261" fmla="*/ 87258 w 11269336"/>
              <a:gd name="connsiteY261" fmla="*/ 2285511 h 2323145"/>
              <a:gd name="connsiteX262" fmla="*/ 23798 w 11269336"/>
              <a:gd name="connsiteY262" fmla="*/ 2281822 h 2323145"/>
              <a:gd name="connsiteX263" fmla="*/ 0 w 11269336"/>
              <a:gd name="connsiteY263" fmla="*/ 2285369 h 2323145"/>
              <a:gd name="connsiteX264" fmla="*/ 0 w 11269336"/>
              <a:gd name="connsiteY26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9062863 w 11269336"/>
              <a:gd name="connsiteY22" fmla="*/ 754656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33444 w 11269336"/>
              <a:gd name="connsiteY144" fmla="*/ 2181200 h 2323145"/>
              <a:gd name="connsiteX145" fmla="*/ 4492832 w 11269336"/>
              <a:gd name="connsiteY145" fmla="*/ 2188033 h 2323145"/>
              <a:gd name="connsiteX146" fmla="*/ 4467257 w 11269336"/>
              <a:gd name="connsiteY146" fmla="*/ 2196121 h 2323145"/>
              <a:gd name="connsiteX147" fmla="*/ 4459937 w 11269336"/>
              <a:gd name="connsiteY147" fmla="*/ 2195182 h 2323145"/>
              <a:gd name="connsiteX148" fmla="*/ 4433312 w 11269336"/>
              <a:gd name="connsiteY148" fmla="*/ 2199004 h 2323145"/>
              <a:gd name="connsiteX149" fmla="*/ 4420601 w 11269336"/>
              <a:gd name="connsiteY149" fmla="*/ 2205158 h 2323145"/>
              <a:gd name="connsiteX150" fmla="*/ 4405765 w 11269336"/>
              <a:gd name="connsiteY150" fmla="*/ 2199902 h 2323145"/>
              <a:gd name="connsiteX151" fmla="*/ 4401354 w 11269336"/>
              <a:gd name="connsiteY151" fmla="*/ 2194745 h 2323145"/>
              <a:gd name="connsiteX152" fmla="*/ 4383151 w 11269336"/>
              <a:gd name="connsiteY152" fmla="*/ 2201140 h 2323145"/>
              <a:gd name="connsiteX153" fmla="*/ 4366646 w 11269336"/>
              <a:gd name="connsiteY153" fmla="*/ 2198564 h 2323145"/>
              <a:gd name="connsiteX154" fmla="*/ 4354009 w 11269336"/>
              <a:gd name="connsiteY154" fmla="*/ 2204984 h 2323145"/>
              <a:gd name="connsiteX155" fmla="*/ 4348284 w 11269336"/>
              <a:gd name="connsiteY155" fmla="*/ 2205270 h 2323145"/>
              <a:gd name="connsiteX156" fmla="*/ 4333906 w 11269336"/>
              <a:gd name="connsiteY156" fmla="*/ 2205251 h 2323145"/>
              <a:gd name="connsiteX157" fmla="*/ 4308819 w 11269336"/>
              <a:gd name="connsiteY157" fmla="*/ 2203822 h 2323145"/>
              <a:gd name="connsiteX158" fmla="*/ 4301210 w 11269336"/>
              <a:gd name="connsiteY158" fmla="*/ 2204456 h 2323145"/>
              <a:gd name="connsiteX159" fmla="*/ 4283095 w 11269336"/>
              <a:gd name="connsiteY159" fmla="*/ 2198177 h 2323145"/>
              <a:gd name="connsiteX160" fmla="*/ 4250119 w 11269336"/>
              <a:gd name="connsiteY160" fmla="*/ 2196342 h 2323145"/>
              <a:gd name="connsiteX161" fmla="*/ 4189203 w 11269336"/>
              <a:gd name="connsiteY161" fmla="*/ 2178994 h 2323145"/>
              <a:gd name="connsiteX162" fmla="*/ 4154035 w 11269336"/>
              <a:gd name="connsiteY162" fmla="*/ 2171950 h 2323145"/>
              <a:gd name="connsiteX163" fmla="*/ 4129569 w 11269336"/>
              <a:gd name="connsiteY163" fmla="*/ 2163850 h 2323145"/>
              <a:gd name="connsiteX164" fmla="*/ 4061250 w 11269336"/>
              <a:gd name="connsiteY164" fmla="*/ 2159236 h 2323145"/>
              <a:gd name="connsiteX165" fmla="*/ 3945480 w 11269336"/>
              <a:gd name="connsiteY165" fmla="*/ 2158279 h 2323145"/>
              <a:gd name="connsiteX166" fmla="*/ 3921468 w 11269336"/>
              <a:gd name="connsiteY166" fmla="*/ 2156588 h 2323145"/>
              <a:gd name="connsiteX167" fmla="*/ 3903348 w 11269336"/>
              <a:gd name="connsiteY167" fmla="*/ 2149220 h 2323145"/>
              <a:gd name="connsiteX168" fmla="*/ 3901342 w 11269336"/>
              <a:gd name="connsiteY168" fmla="*/ 2142355 h 2323145"/>
              <a:gd name="connsiteX169" fmla="*/ 3888539 w 11269336"/>
              <a:gd name="connsiteY169" fmla="*/ 2140476 h 2323145"/>
              <a:gd name="connsiteX170" fmla="*/ 3885662 w 11269336"/>
              <a:gd name="connsiteY170" fmla="*/ 2138740 h 2323145"/>
              <a:gd name="connsiteX171" fmla="*/ 3868627 w 11269336"/>
              <a:gd name="connsiteY171" fmla="*/ 2130023 h 2323145"/>
              <a:gd name="connsiteX172" fmla="*/ 3819177 w 11269336"/>
              <a:gd name="connsiteY172" fmla="*/ 2142111 h 2323145"/>
              <a:gd name="connsiteX173" fmla="*/ 3769100 w 11269336"/>
              <a:gd name="connsiteY173" fmla="*/ 2131731 h 2323145"/>
              <a:gd name="connsiteX174" fmla="*/ 3562752 w 11269336"/>
              <a:gd name="connsiteY174" fmla="*/ 2131785 h 2323145"/>
              <a:gd name="connsiteX175" fmla="*/ 3541402 w 11269336"/>
              <a:gd name="connsiteY175" fmla="*/ 2106821 h 2323145"/>
              <a:gd name="connsiteX176" fmla="*/ 3365341 w 11269336"/>
              <a:gd name="connsiteY176" fmla="*/ 2077638 h 2323145"/>
              <a:gd name="connsiteX177" fmla="*/ 3170922 w 11269336"/>
              <a:gd name="connsiteY177" fmla="*/ 2115957 h 2323145"/>
              <a:gd name="connsiteX178" fmla="*/ 3156256 w 11269336"/>
              <a:gd name="connsiteY178" fmla="*/ 2124773 h 2323145"/>
              <a:gd name="connsiteX179" fmla="*/ 3140298 w 11269336"/>
              <a:gd name="connsiteY179" fmla="*/ 2129182 h 2323145"/>
              <a:gd name="connsiteX180" fmla="*/ 3138514 w 11269336"/>
              <a:gd name="connsiteY180" fmla="*/ 2128069 h 2323145"/>
              <a:gd name="connsiteX181" fmla="*/ 3120467 w 11269336"/>
              <a:gd name="connsiteY181" fmla="*/ 2128281 h 2323145"/>
              <a:gd name="connsiteX182" fmla="*/ 3116175 w 11269336"/>
              <a:gd name="connsiteY182" fmla="*/ 2131633 h 2323145"/>
              <a:gd name="connsiteX183" fmla="*/ 3103685 w 11269336"/>
              <a:gd name="connsiteY183" fmla="*/ 2132814 h 2323145"/>
              <a:gd name="connsiteX184" fmla="*/ 3078794 w 11269336"/>
              <a:gd name="connsiteY184" fmla="*/ 2137935 h 2323145"/>
              <a:gd name="connsiteX185" fmla="*/ 3074407 w 11269336"/>
              <a:gd name="connsiteY185" fmla="*/ 2136274 h 2323145"/>
              <a:gd name="connsiteX186" fmla="*/ 3037285 w 11269336"/>
              <a:gd name="connsiteY186" fmla="*/ 2139919 h 2323145"/>
              <a:gd name="connsiteX187" fmla="*/ 3036901 w 11269336"/>
              <a:gd name="connsiteY187" fmla="*/ 2138726 h 2323145"/>
              <a:gd name="connsiteX188" fmla="*/ 3026996 w 11269336"/>
              <a:gd name="connsiteY188" fmla="*/ 2134322 h 2323145"/>
              <a:gd name="connsiteX189" fmla="*/ 3007772 w 11269336"/>
              <a:gd name="connsiteY189" fmla="*/ 2128742 h 2323145"/>
              <a:gd name="connsiteX190" fmla="*/ 2965030 w 11269336"/>
              <a:gd name="connsiteY190" fmla="*/ 2100494 h 2323145"/>
              <a:gd name="connsiteX191" fmla="*/ 2926342 w 11269336"/>
              <a:gd name="connsiteY191" fmla="*/ 2104155 h 2323145"/>
              <a:gd name="connsiteX192" fmla="*/ 2918608 w 11269336"/>
              <a:gd name="connsiteY192" fmla="*/ 2104215 h 2323145"/>
              <a:gd name="connsiteX193" fmla="*/ 2918475 w 11269336"/>
              <a:gd name="connsiteY193" fmla="*/ 2103937 h 2323145"/>
              <a:gd name="connsiteX194" fmla="*/ 2910360 w 11269336"/>
              <a:gd name="connsiteY194" fmla="*/ 2103444 h 2323145"/>
              <a:gd name="connsiteX195" fmla="*/ 2904507 w 11269336"/>
              <a:gd name="connsiteY195" fmla="*/ 2104326 h 2323145"/>
              <a:gd name="connsiteX196" fmla="*/ 2889503 w 11269336"/>
              <a:gd name="connsiteY196" fmla="*/ 2104443 h 2323145"/>
              <a:gd name="connsiteX197" fmla="*/ 2884480 w 11269336"/>
              <a:gd name="connsiteY197" fmla="*/ 2102626 h 2323145"/>
              <a:gd name="connsiteX198" fmla="*/ 2882689 w 11269336"/>
              <a:gd name="connsiteY198" fmla="*/ 2099228 h 2323145"/>
              <a:gd name="connsiteX199" fmla="*/ 2881291 w 11269336"/>
              <a:gd name="connsiteY199" fmla="*/ 2099618 h 2323145"/>
              <a:gd name="connsiteX200" fmla="*/ 2853979 w 11269336"/>
              <a:gd name="connsiteY200" fmla="*/ 2090388 h 2323145"/>
              <a:gd name="connsiteX201" fmla="*/ 2791790 w 11269336"/>
              <a:gd name="connsiteY201" fmla="*/ 2080332 h 2323145"/>
              <a:gd name="connsiteX202" fmla="*/ 2755844 w 11269336"/>
              <a:gd name="connsiteY202" fmla="*/ 2078874 h 2323145"/>
              <a:gd name="connsiteX203" fmla="*/ 2657742 w 11269336"/>
              <a:gd name="connsiteY203" fmla="*/ 2070179 h 2323145"/>
              <a:gd name="connsiteX204" fmla="*/ 2559549 w 11269336"/>
              <a:gd name="connsiteY204" fmla="*/ 2057873 h 2323145"/>
              <a:gd name="connsiteX205" fmla="*/ 2512054 w 11269336"/>
              <a:gd name="connsiteY205" fmla="*/ 2031671 h 2323145"/>
              <a:gd name="connsiteX206" fmla="*/ 2506437 w 11269336"/>
              <a:gd name="connsiteY206" fmla="*/ 2030918 h 2323145"/>
              <a:gd name="connsiteX207" fmla="*/ 2491752 w 11269336"/>
              <a:gd name="connsiteY207" fmla="*/ 2033906 h 2323145"/>
              <a:gd name="connsiteX208" fmla="*/ 2486338 w 11269336"/>
              <a:gd name="connsiteY208" fmla="*/ 2035862 h 2323145"/>
              <a:gd name="connsiteX209" fmla="*/ 2478186 w 11269336"/>
              <a:gd name="connsiteY209" fmla="*/ 2036953 h 2323145"/>
              <a:gd name="connsiteX210" fmla="*/ 2477950 w 11269336"/>
              <a:gd name="connsiteY210" fmla="*/ 2036715 h 2323145"/>
              <a:gd name="connsiteX211" fmla="*/ 2470381 w 11269336"/>
              <a:gd name="connsiteY211" fmla="*/ 2038256 h 2323145"/>
              <a:gd name="connsiteX212" fmla="*/ 2433781 w 11269336"/>
              <a:gd name="connsiteY212" fmla="*/ 2049140 h 2323145"/>
              <a:gd name="connsiteX213" fmla="*/ 2381172 w 11269336"/>
              <a:gd name="connsiteY213" fmla="*/ 2030645 h 2323145"/>
              <a:gd name="connsiteX214" fmla="*/ 2360198 w 11269336"/>
              <a:gd name="connsiteY214" fmla="*/ 2029059 h 2323145"/>
              <a:gd name="connsiteX215" fmla="*/ 2348815 w 11269336"/>
              <a:gd name="connsiteY215" fmla="*/ 2026798 h 2323145"/>
              <a:gd name="connsiteX216" fmla="*/ 2347988 w 11269336"/>
              <a:gd name="connsiteY216" fmla="*/ 2025745 h 2323145"/>
              <a:gd name="connsiteX217" fmla="*/ 2312920 w 11269336"/>
              <a:gd name="connsiteY217" fmla="*/ 2036311 h 2323145"/>
              <a:gd name="connsiteX218" fmla="*/ 2307986 w 11269336"/>
              <a:gd name="connsiteY218" fmla="*/ 2035583 h 2323145"/>
              <a:gd name="connsiteX219" fmla="*/ 2285481 w 11269336"/>
              <a:gd name="connsiteY219" fmla="*/ 2045197 h 2323145"/>
              <a:gd name="connsiteX220" fmla="*/ 2273666 w 11269336"/>
              <a:gd name="connsiteY220" fmla="*/ 2048710 h 2323145"/>
              <a:gd name="connsiteX221" fmla="*/ 2270719 w 11269336"/>
              <a:gd name="connsiteY221" fmla="*/ 2052702 h 2323145"/>
              <a:gd name="connsiteX222" fmla="*/ 2253080 w 11269336"/>
              <a:gd name="connsiteY222" fmla="*/ 2056363 h 2323145"/>
              <a:gd name="connsiteX223" fmla="*/ 2250906 w 11269336"/>
              <a:gd name="connsiteY223" fmla="*/ 2055654 h 2323145"/>
              <a:gd name="connsiteX224" fmla="*/ 2236905 w 11269336"/>
              <a:gd name="connsiteY224" fmla="*/ 2062882 h 2323145"/>
              <a:gd name="connsiteX225" fmla="*/ 2225830 w 11269336"/>
              <a:gd name="connsiteY225" fmla="*/ 2074027 h 2323145"/>
              <a:gd name="connsiteX226" fmla="*/ 2073776 w 11269336"/>
              <a:gd name="connsiteY226" fmla="*/ 2089244 h 2323145"/>
              <a:gd name="connsiteX227" fmla="*/ 1948256 w 11269336"/>
              <a:gd name="connsiteY227" fmla="*/ 2146616 h 2323145"/>
              <a:gd name="connsiteX228" fmla="*/ 1865582 w 11269336"/>
              <a:gd name="connsiteY228" fmla="*/ 2153738 h 2323145"/>
              <a:gd name="connsiteX229" fmla="*/ 1835210 w 11269336"/>
              <a:gd name="connsiteY229" fmla="*/ 2134244 h 2323145"/>
              <a:gd name="connsiteX230" fmla="*/ 1632661 w 11269336"/>
              <a:gd name="connsiteY230" fmla="*/ 2173882 h 2323145"/>
              <a:gd name="connsiteX231" fmla="*/ 1579590 w 11269336"/>
              <a:gd name="connsiteY231" fmla="*/ 2173680 h 2323145"/>
              <a:gd name="connsiteX232" fmla="*/ 1535601 w 11269336"/>
              <a:gd name="connsiteY232" fmla="*/ 2194590 h 2323145"/>
              <a:gd name="connsiteX233" fmla="*/ 1515594 w 11269336"/>
              <a:gd name="connsiteY233" fmla="*/ 2189622 h 2323145"/>
              <a:gd name="connsiteX234" fmla="*/ 1512113 w 11269336"/>
              <a:gd name="connsiteY234" fmla="*/ 2188534 h 2323145"/>
              <a:gd name="connsiteX235" fmla="*/ 1498838 w 11269336"/>
              <a:gd name="connsiteY235" fmla="*/ 2189213 h 2323145"/>
              <a:gd name="connsiteX236" fmla="*/ 1494279 w 11269336"/>
              <a:gd name="connsiteY236" fmla="*/ 2183112 h 2323145"/>
              <a:gd name="connsiteX237" fmla="*/ 1473714 w 11269336"/>
              <a:gd name="connsiteY237" fmla="*/ 2179625 h 2323145"/>
              <a:gd name="connsiteX238" fmla="*/ 1449503 w 11269336"/>
              <a:gd name="connsiteY238" fmla="*/ 2182633 h 2323145"/>
              <a:gd name="connsiteX239" fmla="*/ 1266687 w 11269336"/>
              <a:gd name="connsiteY239" fmla="*/ 2212688 h 2323145"/>
              <a:gd name="connsiteX240" fmla="*/ 1239614 w 11269336"/>
              <a:gd name="connsiteY240" fmla="*/ 2209727 h 2323145"/>
              <a:gd name="connsiteX241" fmla="*/ 1202436 w 11269336"/>
              <a:gd name="connsiteY241" fmla="*/ 2209817 h 2323145"/>
              <a:gd name="connsiteX242" fmla="*/ 1136097 w 11269336"/>
              <a:gd name="connsiteY242" fmla="*/ 2205112 h 2323145"/>
              <a:gd name="connsiteX243" fmla="*/ 988232 w 11269336"/>
              <a:gd name="connsiteY243" fmla="*/ 2235635 h 2323145"/>
              <a:gd name="connsiteX244" fmla="*/ 981959 w 11269336"/>
              <a:gd name="connsiteY244" fmla="*/ 2231607 h 2323145"/>
              <a:gd name="connsiteX245" fmla="*/ 938600 w 11269336"/>
              <a:gd name="connsiteY245" fmla="*/ 2238113 h 2323145"/>
              <a:gd name="connsiteX246" fmla="*/ 791788 w 11269336"/>
              <a:gd name="connsiteY246" fmla="*/ 2293224 h 2323145"/>
              <a:gd name="connsiteX247" fmla="*/ 706914 w 11269336"/>
              <a:gd name="connsiteY247" fmla="*/ 2305046 h 2323145"/>
              <a:gd name="connsiteX248" fmla="*/ 675971 w 11269336"/>
              <a:gd name="connsiteY248" fmla="*/ 2304030 h 2323145"/>
              <a:gd name="connsiteX249" fmla="*/ 624180 w 11269336"/>
              <a:gd name="connsiteY249" fmla="*/ 2302650 h 2323145"/>
              <a:gd name="connsiteX250" fmla="*/ 583453 w 11269336"/>
              <a:gd name="connsiteY250" fmla="*/ 2288788 h 2323145"/>
              <a:gd name="connsiteX251" fmla="*/ 540946 w 11269336"/>
              <a:gd name="connsiteY251" fmla="*/ 2292721 h 2323145"/>
              <a:gd name="connsiteX252" fmla="*/ 533680 w 11269336"/>
              <a:gd name="connsiteY252" fmla="*/ 2310233 h 2323145"/>
              <a:gd name="connsiteX253" fmla="*/ 487366 w 11269336"/>
              <a:gd name="connsiteY253" fmla="*/ 2309053 h 2323145"/>
              <a:gd name="connsiteX254" fmla="*/ 416820 w 11269336"/>
              <a:gd name="connsiteY254" fmla="*/ 2305443 h 2323145"/>
              <a:gd name="connsiteX255" fmla="*/ 376805 w 11269336"/>
              <a:gd name="connsiteY255" fmla="*/ 2307647 h 2323145"/>
              <a:gd name="connsiteX256" fmla="*/ 266777 w 11269336"/>
              <a:gd name="connsiteY256" fmla="*/ 2309012 h 2323145"/>
              <a:gd name="connsiteX257" fmla="*/ 156013 w 11269336"/>
              <a:gd name="connsiteY257" fmla="*/ 2306832 h 2323145"/>
              <a:gd name="connsiteX258" fmla="*/ 87258 w 11269336"/>
              <a:gd name="connsiteY258" fmla="*/ 2285511 h 2323145"/>
              <a:gd name="connsiteX259" fmla="*/ 23798 w 11269336"/>
              <a:gd name="connsiteY259" fmla="*/ 2281822 h 2323145"/>
              <a:gd name="connsiteX260" fmla="*/ 0 w 11269336"/>
              <a:gd name="connsiteY260" fmla="*/ 2285369 h 2323145"/>
              <a:gd name="connsiteX261" fmla="*/ 0 w 11269336"/>
              <a:gd name="connsiteY26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593061 w 11269336"/>
              <a:gd name="connsiteY142" fmla="*/ 2171597 h 2323145"/>
              <a:gd name="connsiteX143" fmla="*/ 4533444 w 11269336"/>
              <a:gd name="connsiteY143" fmla="*/ 2181200 h 2323145"/>
              <a:gd name="connsiteX144" fmla="*/ 4492832 w 11269336"/>
              <a:gd name="connsiteY144" fmla="*/ 2188033 h 2323145"/>
              <a:gd name="connsiteX145" fmla="*/ 4467257 w 11269336"/>
              <a:gd name="connsiteY145" fmla="*/ 2196121 h 2323145"/>
              <a:gd name="connsiteX146" fmla="*/ 4459937 w 11269336"/>
              <a:gd name="connsiteY146" fmla="*/ 2195182 h 2323145"/>
              <a:gd name="connsiteX147" fmla="*/ 4433312 w 11269336"/>
              <a:gd name="connsiteY147" fmla="*/ 2199004 h 2323145"/>
              <a:gd name="connsiteX148" fmla="*/ 4420601 w 11269336"/>
              <a:gd name="connsiteY148" fmla="*/ 2205158 h 2323145"/>
              <a:gd name="connsiteX149" fmla="*/ 4405765 w 11269336"/>
              <a:gd name="connsiteY149" fmla="*/ 2199902 h 2323145"/>
              <a:gd name="connsiteX150" fmla="*/ 4401354 w 11269336"/>
              <a:gd name="connsiteY150" fmla="*/ 2194745 h 2323145"/>
              <a:gd name="connsiteX151" fmla="*/ 4383151 w 11269336"/>
              <a:gd name="connsiteY151" fmla="*/ 2201140 h 2323145"/>
              <a:gd name="connsiteX152" fmla="*/ 4366646 w 11269336"/>
              <a:gd name="connsiteY152" fmla="*/ 2198564 h 2323145"/>
              <a:gd name="connsiteX153" fmla="*/ 4354009 w 11269336"/>
              <a:gd name="connsiteY153" fmla="*/ 2204984 h 2323145"/>
              <a:gd name="connsiteX154" fmla="*/ 4348284 w 11269336"/>
              <a:gd name="connsiteY154" fmla="*/ 2205270 h 2323145"/>
              <a:gd name="connsiteX155" fmla="*/ 4333906 w 11269336"/>
              <a:gd name="connsiteY155" fmla="*/ 2205251 h 2323145"/>
              <a:gd name="connsiteX156" fmla="*/ 4308819 w 11269336"/>
              <a:gd name="connsiteY156" fmla="*/ 2203822 h 2323145"/>
              <a:gd name="connsiteX157" fmla="*/ 4301210 w 11269336"/>
              <a:gd name="connsiteY157" fmla="*/ 2204456 h 2323145"/>
              <a:gd name="connsiteX158" fmla="*/ 4283095 w 11269336"/>
              <a:gd name="connsiteY158" fmla="*/ 2198177 h 2323145"/>
              <a:gd name="connsiteX159" fmla="*/ 4250119 w 11269336"/>
              <a:gd name="connsiteY159" fmla="*/ 2196342 h 2323145"/>
              <a:gd name="connsiteX160" fmla="*/ 4189203 w 11269336"/>
              <a:gd name="connsiteY160" fmla="*/ 2178994 h 2323145"/>
              <a:gd name="connsiteX161" fmla="*/ 4154035 w 11269336"/>
              <a:gd name="connsiteY161" fmla="*/ 2171950 h 2323145"/>
              <a:gd name="connsiteX162" fmla="*/ 4129569 w 11269336"/>
              <a:gd name="connsiteY162" fmla="*/ 2163850 h 2323145"/>
              <a:gd name="connsiteX163" fmla="*/ 4061250 w 11269336"/>
              <a:gd name="connsiteY163" fmla="*/ 2159236 h 2323145"/>
              <a:gd name="connsiteX164" fmla="*/ 3945480 w 11269336"/>
              <a:gd name="connsiteY164" fmla="*/ 2158279 h 2323145"/>
              <a:gd name="connsiteX165" fmla="*/ 3921468 w 11269336"/>
              <a:gd name="connsiteY165" fmla="*/ 2156588 h 2323145"/>
              <a:gd name="connsiteX166" fmla="*/ 3903348 w 11269336"/>
              <a:gd name="connsiteY166" fmla="*/ 2149220 h 2323145"/>
              <a:gd name="connsiteX167" fmla="*/ 3901342 w 11269336"/>
              <a:gd name="connsiteY167" fmla="*/ 2142355 h 2323145"/>
              <a:gd name="connsiteX168" fmla="*/ 3888539 w 11269336"/>
              <a:gd name="connsiteY168" fmla="*/ 2140476 h 2323145"/>
              <a:gd name="connsiteX169" fmla="*/ 3885662 w 11269336"/>
              <a:gd name="connsiteY169" fmla="*/ 2138740 h 2323145"/>
              <a:gd name="connsiteX170" fmla="*/ 3868627 w 11269336"/>
              <a:gd name="connsiteY170" fmla="*/ 2130023 h 2323145"/>
              <a:gd name="connsiteX171" fmla="*/ 3819177 w 11269336"/>
              <a:gd name="connsiteY171" fmla="*/ 2142111 h 2323145"/>
              <a:gd name="connsiteX172" fmla="*/ 3769100 w 11269336"/>
              <a:gd name="connsiteY172" fmla="*/ 2131731 h 2323145"/>
              <a:gd name="connsiteX173" fmla="*/ 3562752 w 11269336"/>
              <a:gd name="connsiteY173" fmla="*/ 2131785 h 2323145"/>
              <a:gd name="connsiteX174" fmla="*/ 3541402 w 11269336"/>
              <a:gd name="connsiteY174" fmla="*/ 2106821 h 2323145"/>
              <a:gd name="connsiteX175" fmla="*/ 3365341 w 11269336"/>
              <a:gd name="connsiteY175" fmla="*/ 2077638 h 2323145"/>
              <a:gd name="connsiteX176" fmla="*/ 3170922 w 11269336"/>
              <a:gd name="connsiteY176" fmla="*/ 2115957 h 2323145"/>
              <a:gd name="connsiteX177" fmla="*/ 3156256 w 11269336"/>
              <a:gd name="connsiteY177" fmla="*/ 2124773 h 2323145"/>
              <a:gd name="connsiteX178" fmla="*/ 3140298 w 11269336"/>
              <a:gd name="connsiteY178" fmla="*/ 2129182 h 2323145"/>
              <a:gd name="connsiteX179" fmla="*/ 3138514 w 11269336"/>
              <a:gd name="connsiteY179" fmla="*/ 2128069 h 2323145"/>
              <a:gd name="connsiteX180" fmla="*/ 3120467 w 11269336"/>
              <a:gd name="connsiteY180" fmla="*/ 2128281 h 2323145"/>
              <a:gd name="connsiteX181" fmla="*/ 3116175 w 11269336"/>
              <a:gd name="connsiteY181" fmla="*/ 2131633 h 2323145"/>
              <a:gd name="connsiteX182" fmla="*/ 3103685 w 11269336"/>
              <a:gd name="connsiteY182" fmla="*/ 2132814 h 2323145"/>
              <a:gd name="connsiteX183" fmla="*/ 3078794 w 11269336"/>
              <a:gd name="connsiteY183" fmla="*/ 2137935 h 2323145"/>
              <a:gd name="connsiteX184" fmla="*/ 3074407 w 11269336"/>
              <a:gd name="connsiteY184" fmla="*/ 2136274 h 2323145"/>
              <a:gd name="connsiteX185" fmla="*/ 3037285 w 11269336"/>
              <a:gd name="connsiteY185" fmla="*/ 2139919 h 2323145"/>
              <a:gd name="connsiteX186" fmla="*/ 3036901 w 11269336"/>
              <a:gd name="connsiteY186" fmla="*/ 2138726 h 2323145"/>
              <a:gd name="connsiteX187" fmla="*/ 3026996 w 11269336"/>
              <a:gd name="connsiteY187" fmla="*/ 2134322 h 2323145"/>
              <a:gd name="connsiteX188" fmla="*/ 3007772 w 11269336"/>
              <a:gd name="connsiteY188" fmla="*/ 2128742 h 2323145"/>
              <a:gd name="connsiteX189" fmla="*/ 2965030 w 11269336"/>
              <a:gd name="connsiteY189" fmla="*/ 2100494 h 2323145"/>
              <a:gd name="connsiteX190" fmla="*/ 2926342 w 11269336"/>
              <a:gd name="connsiteY190" fmla="*/ 2104155 h 2323145"/>
              <a:gd name="connsiteX191" fmla="*/ 2918608 w 11269336"/>
              <a:gd name="connsiteY191" fmla="*/ 2104215 h 2323145"/>
              <a:gd name="connsiteX192" fmla="*/ 2918475 w 11269336"/>
              <a:gd name="connsiteY192" fmla="*/ 2103937 h 2323145"/>
              <a:gd name="connsiteX193" fmla="*/ 2910360 w 11269336"/>
              <a:gd name="connsiteY193" fmla="*/ 2103444 h 2323145"/>
              <a:gd name="connsiteX194" fmla="*/ 2904507 w 11269336"/>
              <a:gd name="connsiteY194" fmla="*/ 2104326 h 2323145"/>
              <a:gd name="connsiteX195" fmla="*/ 2889503 w 11269336"/>
              <a:gd name="connsiteY195" fmla="*/ 2104443 h 2323145"/>
              <a:gd name="connsiteX196" fmla="*/ 2884480 w 11269336"/>
              <a:gd name="connsiteY196" fmla="*/ 2102626 h 2323145"/>
              <a:gd name="connsiteX197" fmla="*/ 2882689 w 11269336"/>
              <a:gd name="connsiteY197" fmla="*/ 2099228 h 2323145"/>
              <a:gd name="connsiteX198" fmla="*/ 2881291 w 11269336"/>
              <a:gd name="connsiteY198" fmla="*/ 2099618 h 2323145"/>
              <a:gd name="connsiteX199" fmla="*/ 2853979 w 11269336"/>
              <a:gd name="connsiteY199" fmla="*/ 2090388 h 2323145"/>
              <a:gd name="connsiteX200" fmla="*/ 2791790 w 11269336"/>
              <a:gd name="connsiteY200" fmla="*/ 2080332 h 2323145"/>
              <a:gd name="connsiteX201" fmla="*/ 2755844 w 11269336"/>
              <a:gd name="connsiteY201" fmla="*/ 2078874 h 2323145"/>
              <a:gd name="connsiteX202" fmla="*/ 2657742 w 11269336"/>
              <a:gd name="connsiteY202" fmla="*/ 2070179 h 2323145"/>
              <a:gd name="connsiteX203" fmla="*/ 2559549 w 11269336"/>
              <a:gd name="connsiteY203" fmla="*/ 2057873 h 2323145"/>
              <a:gd name="connsiteX204" fmla="*/ 2512054 w 11269336"/>
              <a:gd name="connsiteY204" fmla="*/ 2031671 h 2323145"/>
              <a:gd name="connsiteX205" fmla="*/ 2506437 w 11269336"/>
              <a:gd name="connsiteY205" fmla="*/ 2030918 h 2323145"/>
              <a:gd name="connsiteX206" fmla="*/ 2491752 w 11269336"/>
              <a:gd name="connsiteY206" fmla="*/ 2033906 h 2323145"/>
              <a:gd name="connsiteX207" fmla="*/ 2486338 w 11269336"/>
              <a:gd name="connsiteY207" fmla="*/ 2035862 h 2323145"/>
              <a:gd name="connsiteX208" fmla="*/ 2478186 w 11269336"/>
              <a:gd name="connsiteY208" fmla="*/ 2036953 h 2323145"/>
              <a:gd name="connsiteX209" fmla="*/ 2477950 w 11269336"/>
              <a:gd name="connsiteY209" fmla="*/ 2036715 h 2323145"/>
              <a:gd name="connsiteX210" fmla="*/ 2470381 w 11269336"/>
              <a:gd name="connsiteY210" fmla="*/ 2038256 h 2323145"/>
              <a:gd name="connsiteX211" fmla="*/ 2433781 w 11269336"/>
              <a:gd name="connsiteY211" fmla="*/ 2049140 h 2323145"/>
              <a:gd name="connsiteX212" fmla="*/ 2381172 w 11269336"/>
              <a:gd name="connsiteY212" fmla="*/ 2030645 h 2323145"/>
              <a:gd name="connsiteX213" fmla="*/ 2360198 w 11269336"/>
              <a:gd name="connsiteY213" fmla="*/ 2029059 h 2323145"/>
              <a:gd name="connsiteX214" fmla="*/ 2348815 w 11269336"/>
              <a:gd name="connsiteY214" fmla="*/ 2026798 h 2323145"/>
              <a:gd name="connsiteX215" fmla="*/ 2347988 w 11269336"/>
              <a:gd name="connsiteY215" fmla="*/ 2025745 h 2323145"/>
              <a:gd name="connsiteX216" fmla="*/ 2312920 w 11269336"/>
              <a:gd name="connsiteY216" fmla="*/ 2036311 h 2323145"/>
              <a:gd name="connsiteX217" fmla="*/ 2307986 w 11269336"/>
              <a:gd name="connsiteY217" fmla="*/ 2035583 h 2323145"/>
              <a:gd name="connsiteX218" fmla="*/ 2285481 w 11269336"/>
              <a:gd name="connsiteY218" fmla="*/ 2045197 h 2323145"/>
              <a:gd name="connsiteX219" fmla="*/ 2273666 w 11269336"/>
              <a:gd name="connsiteY219" fmla="*/ 2048710 h 2323145"/>
              <a:gd name="connsiteX220" fmla="*/ 2270719 w 11269336"/>
              <a:gd name="connsiteY220" fmla="*/ 2052702 h 2323145"/>
              <a:gd name="connsiteX221" fmla="*/ 2253080 w 11269336"/>
              <a:gd name="connsiteY221" fmla="*/ 2056363 h 2323145"/>
              <a:gd name="connsiteX222" fmla="*/ 2250906 w 11269336"/>
              <a:gd name="connsiteY222" fmla="*/ 2055654 h 2323145"/>
              <a:gd name="connsiteX223" fmla="*/ 2236905 w 11269336"/>
              <a:gd name="connsiteY223" fmla="*/ 2062882 h 2323145"/>
              <a:gd name="connsiteX224" fmla="*/ 2225830 w 11269336"/>
              <a:gd name="connsiteY224" fmla="*/ 2074027 h 2323145"/>
              <a:gd name="connsiteX225" fmla="*/ 2073776 w 11269336"/>
              <a:gd name="connsiteY225" fmla="*/ 2089244 h 2323145"/>
              <a:gd name="connsiteX226" fmla="*/ 1948256 w 11269336"/>
              <a:gd name="connsiteY226" fmla="*/ 2146616 h 2323145"/>
              <a:gd name="connsiteX227" fmla="*/ 1865582 w 11269336"/>
              <a:gd name="connsiteY227" fmla="*/ 2153738 h 2323145"/>
              <a:gd name="connsiteX228" fmla="*/ 1835210 w 11269336"/>
              <a:gd name="connsiteY228" fmla="*/ 2134244 h 2323145"/>
              <a:gd name="connsiteX229" fmla="*/ 1632661 w 11269336"/>
              <a:gd name="connsiteY229" fmla="*/ 2173882 h 2323145"/>
              <a:gd name="connsiteX230" fmla="*/ 1579590 w 11269336"/>
              <a:gd name="connsiteY230" fmla="*/ 2173680 h 2323145"/>
              <a:gd name="connsiteX231" fmla="*/ 1535601 w 11269336"/>
              <a:gd name="connsiteY231" fmla="*/ 2194590 h 2323145"/>
              <a:gd name="connsiteX232" fmla="*/ 1515594 w 11269336"/>
              <a:gd name="connsiteY232" fmla="*/ 2189622 h 2323145"/>
              <a:gd name="connsiteX233" fmla="*/ 1512113 w 11269336"/>
              <a:gd name="connsiteY233" fmla="*/ 2188534 h 2323145"/>
              <a:gd name="connsiteX234" fmla="*/ 1498838 w 11269336"/>
              <a:gd name="connsiteY234" fmla="*/ 2189213 h 2323145"/>
              <a:gd name="connsiteX235" fmla="*/ 1494279 w 11269336"/>
              <a:gd name="connsiteY235" fmla="*/ 2183112 h 2323145"/>
              <a:gd name="connsiteX236" fmla="*/ 1473714 w 11269336"/>
              <a:gd name="connsiteY236" fmla="*/ 2179625 h 2323145"/>
              <a:gd name="connsiteX237" fmla="*/ 1449503 w 11269336"/>
              <a:gd name="connsiteY237" fmla="*/ 2182633 h 2323145"/>
              <a:gd name="connsiteX238" fmla="*/ 1266687 w 11269336"/>
              <a:gd name="connsiteY238" fmla="*/ 2212688 h 2323145"/>
              <a:gd name="connsiteX239" fmla="*/ 1239614 w 11269336"/>
              <a:gd name="connsiteY239" fmla="*/ 2209727 h 2323145"/>
              <a:gd name="connsiteX240" fmla="*/ 1202436 w 11269336"/>
              <a:gd name="connsiteY240" fmla="*/ 2209817 h 2323145"/>
              <a:gd name="connsiteX241" fmla="*/ 1136097 w 11269336"/>
              <a:gd name="connsiteY241" fmla="*/ 2205112 h 2323145"/>
              <a:gd name="connsiteX242" fmla="*/ 988232 w 11269336"/>
              <a:gd name="connsiteY242" fmla="*/ 2235635 h 2323145"/>
              <a:gd name="connsiteX243" fmla="*/ 981959 w 11269336"/>
              <a:gd name="connsiteY243" fmla="*/ 2231607 h 2323145"/>
              <a:gd name="connsiteX244" fmla="*/ 938600 w 11269336"/>
              <a:gd name="connsiteY244" fmla="*/ 2238113 h 2323145"/>
              <a:gd name="connsiteX245" fmla="*/ 791788 w 11269336"/>
              <a:gd name="connsiteY245" fmla="*/ 2293224 h 2323145"/>
              <a:gd name="connsiteX246" fmla="*/ 706914 w 11269336"/>
              <a:gd name="connsiteY246" fmla="*/ 2305046 h 2323145"/>
              <a:gd name="connsiteX247" fmla="*/ 675971 w 11269336"/>
              <a:gd name="connsiteY247" fmla="*/ 2304030 h 2323145"/>
              <a:gd name="connsiteX248" fmla="*/ 624180 w 11269336"/>
              <a:gd name="connsiteY248" fmla="*/ 2302650 h 2323145"/>
              <a:gd name="connsiteX249" fmla="*/ 583453 w 11269336"/>
              <a:gd name="connsiteY249" fmla="*/ 2288788 h 2323145"/>
              <a:gd name="connsiteX250" fmla="*/ 540946 w 11269336"/>
              <a:gd name="connsiteY250" fmla="*/ 2292721 h 2323145"/>
              <a:gd name="connsiteX251" fmla="*/ 533680 w 11269336"/>
              <a:gd name="connsiteY251" fmla="*/ 2310233 h 2323145"/>
              <a:gd name="connsiteX252" fmla="*/ 487366 w 11269336"/>
              <a:gd name="connsiteY252" fmla="*/ 2309053 h 2323145"/>
              <a:gd name="connsiteX253" fmla="*/ 416820 w 11269336"/>
              <a:gd name="connsiteY253" fmla="*/ 2305443 h 2323145"/>
              <a:gd name="connsiteX254" fmla="*/ 376805 w 11269336"/>
              <a:gd name="connsiteY254" fmla="*/ 2307647 h 2323145"/>
              <a:gd name="connsiteX255" fmla="*/ 266777 w 11269336"/>
              <a:gd name="connsiteY255" fmla="*/ 2309012 h 2323145"/>
              <a:gd name="connsiteX256" fmla="*/ 156013 w 11269336"/>
              <a:gd name="connsiteY256" fmla="*/ 2306832 h 2323145"/>
              <a:gd name="connsiteX257" fmla="*/ 87258 w 11269336"/>
              <a:gd name="connsiteY257" fmla="*/ 2285511 h 2323145"/>
              <a:gd name="connsiteX258" fmla="*/ 23798 w 11269336"/>
              <a:gd name="connsiteY258" fmla="*/ 2281822 h 2323145"/>
              <a:gd name="connsiteX259" fmla="*/ 0 w 11269336"/>
              <a:gd name="connsiteY259" fmla="*/ 2285369 h 2323145"/>
              <a:gd name="connsiteX260" fmla="*/ 0 w 11269336"/>
              <a:gd name="connsiteY26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593061 w 11269336"/>
              <a:gd name="connsiteY141" fmla="*/ 2171597 h 2323145"/>
              <a:gd name="connsiteX142" fmla="*/ 4533444 w 11269336"/>
              <a:gd name="connsiteY142" fmla="*/ 2181200 h 2323145"/>
              <a:gd name="connsiteX143" fmla="*/ 4492832 w 11269336"/>
              <a:gd name="connsiteY143" fmla="*/ 2188033 h 2323145"/>
              <a:gd name="connsiteX144" fmla="*/ 4467257 w 11269336"/>
              <a:gd name="connsiteY144" fmla="*/ 2196121 h 2323145"/>
              <a:gd name="connsiteX145" fmla="*/ 4459937 w 11269336"/>
              <a:gd name="connsiteY145" fmla="*/ 2195182 h 2323145"/>
              <a:gd name="connsiteX146" fmla="*/ 4433312 w 11269336"/>
              <a:gd name="connsiteY146" fmla="*/ 2199004 h 2323145"/>
              <a:gd name="connsiteX147" fmla="*/ 4420601 w 11269336"/>
              <a:gd name="connsiteY147" fmla="*/ 2205158 h 2323145"/>
              <a:gd name="connsiteX148" fmla="*/ 4405765 w 11269336"/>
              <a:gd name="connsiteY148" fmla="*/ 2199902 h 2323145"/>
              <a:gd name="connsiteX149" fmla="*/ 4401354 w 11269336"/>
              <a:gd name="connsiteY149" fmla="*/ 2194745 h 2323145"/>
              <a:gd name="connsiteX150" fmla="*/ 4383151 w 11269336"/>
              <a:gd name="connsiteY150" fmla="*/ 2201140 h 2323145"/>
              <a:gd name="connsiteX151" fmla="*/ 4366646 w 11269336"/>
              <a:gd name="connsiteY151" fmla="*/ 2198564 h 2323145"/>
              <a:gd name="connsiteX152" fmla="*/ 4354009 w 11269336"/>
              <a:gd name="connsiteY152" fmla="*/ 2204984 h 2323145"/>
              <a:gd name="connsiteX153" fmla="*/ 4348284 w 11269336"/>
              <a:gd name="connsiteY153" fmla="*/ 2205270 h 2323145"/>
              <a:gd name="connsiteX154" fmla="*/ 4333906 w 11269336"/>
              <a:gd name="connsiteY154" fmla="*/ 2205251 h 2323145"/>
              <a:gd name="connsiteX155" fmla="*/ 4308819 w 11269336"/>
              <a:gd name="connsiteY155" fmla="*/ 2203822 h 2323145"/>
              <a:gd name="connsiteX156" fmla="*/ 4301210 w 11269336"/>
              <a:gd name="connsiteY156" fmla="*/ 2204456 h 2323145"/>
              <a:gd name="connsiteX157" fmla="*/ 4283095 w 11269336"/>
              <a:gd name="connsiteY157" fmla="*/ 2198177 h 2323145"/>
              <a:gd name="connsiteX158" fmla="*/ 4250119 w 11269336"/>
              <a:gd name="connsiteY158" fmla="*/ 2196342 h 2323145"/>
              <a:gd name="connsiteX159" fmla="*/ 4189203 w 11269336"/>
              <a:gd name="connsiteY159" fmla="*/ 2178994 h 2323145"/>
              <a:gd name="connsiteX160" fmla="*/ 4154035 w 11269336"/>
              <a:gd name="connsiteY160" fmla="*/ 2171950 h 2323145"/>
              <a:gd name="connsiteX161" fmla="*/ 4129569 w 11269336"/>
              <a:gd name="connsiteY161" fmla="*/ 2163850 h 2323145"/>
              <a:gd name="connsiteX162" fmla="*/ 4061250 w 11269336"/>
              <a:gd name="connsiteY162" fmla="*/ 2159236 h 2323145"/>
              <a:gd name="connsiteX163" fmla="*/ 3945480 w 11269336"/>
              <a:gd name="connsiteY163" fmla="*/ 2158279 h 2323145"/>
              <a:gd name="connsiteX164" fmla="*/ 3921468 w 11269336"/>
              <a:gd name="connsiteY164" fmla="*/ 2156588 h 2323145"/>
              <a:gd name="connsiteX165" fmla="*/ 3903348 w 11269336"/>
              <a:gd name="connsiteY165" fmla="*/ 2149220 h 2323145"/>
              <a:gd name="connsiteX166" fmla="*/ 3901342 w 11269336"/>
              <a:gd name="connsiteY166" fmla="*/ 2142355 h 2323145"/>
              <a:gd name="connsiteX167" fmla="*/ 3888539 w 11269336"/>
              <a:gd name="connsiteY167" fmla="*/ 2140476 h 2323145"/>
              <a:gd name="connsiteX168" fmla="*/ 3885662 w 11269336"/>
              <a:gd name="connsiteY168" fmla="*/ 2138740 h 2323145"/>
              <a:gd name="connsiteX169" fmla="*/ 3868627 w 11269336"/>
              <a:gd name="connsiteY169" fmla="*/ 2130023 h 2323145"/>
              <a:gd name="connsiteX170" fmla="*/ 3819177 w 11269336"/>
              <a:gd name="connsiteY170" fmla="*/ 2142111 h 2323145"/>
              <a:gd name="connsiteX171" fmla="*/ 3769100 w 11269336"/>
              <a:gd name="connsiteY171" fmla="*/ 2131731 h 2323145"/>
              <a:gd name="connsiteX172" fmla="*/ 3562752 w 11269336"/>
              <a:gd name="connsiteY172" fmla="*/ 2131785 h 2323145"/>
              <a:gd name="connsiteX173" fmla="*/ 3541402 w 11269336"/>
              <a:gd name="connsiteY173" fmla="*/ 2106821 h 2323145"/>
              <a:gd name="connsiteX174" fmla="*/ 3365341 w 11269336"/>
              <a:gd name="connsiteY174" fmla="*/ 2077638 h 2323145"/>
              <a:gd name="connsiteX175" fmla="*/ 3170922 w 11269336"/>
              <a:gd name="connsiteY175" fmla="*/ 2115957 h 2323145"/>
              <a:gd name="connsiteX176" fmla="*/ 3156256 w 11269336"/>
              <a:gd name="connsiteY176" fmla="*/ 2124773 h 2323145"/>
              <a:gd name="connsiteX177" fmla="*/ 3140298 w 11269336"/>
              <a:gd name="connsiteY177" fmla="*/ 2129182 h 2323145"/>
              <a:gd name="connsiteX178" fmla="*/ 3138514 w 11269336"/>
              <a:gd name="connsiteY178" fmla="*/ 2128069 h 2323145"/>
              <a:gd name="connsiteX179" fmla="*/ 3120467 w 11269336"/>
              <a:gd name="connsiteY179" fmla="*/ 2128281 h 2323145"/>
              <a:gd name="connsiteX180" fmla="*/ 3116175 w 11269336"/>
              <a:gd name="connsiteY180" fmla="*/ 2131633 h 2323145"/>
              <a:gd name="connsiteX181" fmla="*/ 3103685 w 11269336"/>
              <a:gd name="connsiteY181" fmla="*/ 2132814 h 2323145"/>
              <a:gd name="connsiteX182" fmla="*/ 3078794 w 11269336"/>
              <a:gd name="connsiteY182" fmla="*/ 2137935 h 2323145"/>
              <a:gd name="connsiteX183" fmla="*/ 3074407 w 11269336"/>
              <a:gd name="connsiteY183" fmla="*/ 2136274 h 2323145"/>
              <a:gd name="connsiteX184" fmla="*/ 3037285 w 11269336"/>
              <a:gd name="connsiteY184" fmla="*/ 2139919 h 2323145"/>
              <a:gd name="connsiteX185" fmla="*/ 3036901 w 11269336"/>
              <a:gd name="connsiteY185" fmla="*/ 2138726 h 2323145"/>
              <a:gd name="connsiteX186" fmla="*/ 3026996 w 11269336"/>
              <a:gd name="connsiteY186" fmla="*/ 2134322 h 2323145"/>
              <a:gd name="connsiteX187" fmla="*/ 3007772 w 11269336"/>
              <a:gd name="connsiteY187" fmla="*/ 2128742 h 2323145"/>
              <a:gd name="connsiteX188" fmla="*/ 2965030 w 11269336"/>
              <a:gd name="connsiteY188" fmla="*/ 2100494 h 2323145"/>
              <a:gd name="connsiteX189" fmla="*/ 2926342 w 11269336"/>
              <a:gd name="connsiteY189" fmla="*/ 2104155 h 2323145"/>
              <a:gd name="connsiteX190" fmla="*/ 2918608 w 11269336"/>
              <a:gd name="connsiteY190" fmla="*/ 2104215 h 2323145"/>
              <a:gd name="connsiteX191" fmla="*/ 2918475 w 11269336"/>
              <a:gd name="connsiteY191" fmla="*/ 2103937 h 2323145"/>
              <a:gd name="connsiteX192" fmla="*/ 2910360 w 11269336"/>
              <a:gd name="connsiteY192" fmla="*/ 2103444 h 2323145"/>
              <a:gd name="connsiteX193" fmla="*/ 2904507 w 11269336"/>
              <a:gd name="connsiteY193" fmla="*/ 2104326 h 2323145"/>
              <a:gd name="connsiteX194" fmla="*/ 2889503 w 11269336"/>
              <a:gd name="connsiteY194" fmla="*/ 2104443 h 2323145"/>
              <a:gd name="connsiteX195" fmla="*/ 2884480 w 11269336"/>
              <a:gd name="connsiteY195" fmla="*/ 2102626 h 2323145"/>
              <a:gd name="connsiteX196" fmla="*/ 2882689 w 11269336"/>
              <a:gd name="connsiteY196" fmla="*/ 2099228 h 2323145"/>
              <a:gd name="connsiteX197" fmla="*/ 2881291 w 11269336"/>
              <a:gd name="connsiteY197" fmla="*/ 2099618 h 2323145"/>
              <a:gd name="connsiteX198" fmla="*/ 2853979 w 11269336"/>
              <a:gd name="connsiteY198" fmla="*/ 2090388 h 2323145"/>
              <a:gd name="connsiteX199" fmla="*/ 2791790 w 11269336"/>
              <a:gd name="connsiteY199" fmla="*/ 2080332 h 2323145"/>
              <a:gd name="connsiteX200" fmla="*/ 2755844 w 11269336"/>
              <a:gd name="connsiteY200" fmla="*/ 2078874 h 2323145"/>
              <a:gd name="connsiteX201" fmla="*/ 2657742 w 11269336"/>
              <a:gd name="connsiteY201" fmla="*/ 2070179 h 2323145"/>
              <a:gd name="connsiteX202" fmla="*/ 2559549 w 11269336"/>
              <a:gd name="connsiteY202" fmla="*/ 2057873 h 2323145"/>
              <a:gd name="connsiteX203" fmla="*/ 2512054 w 11269336"/>
              <a:gd name="connsiteY203" fmla="*/ 2031671 h 2323145"/>
              <a:gd name="connsiteX204" fmla="*/ 2506437 w 11269336"/>
              <a:gd name="connsiteY204" fmla="*/ 2030918 h 2323145"/>
              <a:gd name="connsiteX205" fmla="*/ 2491752 w 11269336"/>
              <a:gd name="connsiteY205" fmla="*/ 2033906 h 2323145"/>
              <a:gd name="connsiteX206" fmla="*/ 2486338 w 11269336"/>
              <a:gd name="connsiteY206" fmla="*/ 2035862 h 2323145"/>
              <a:gd name="connsiteX207" fmla="*/ 2478186 w 11269336"/>
              <a:gd name="connsiteY207" fmla="*/ 2036953 h 2323145"/>
              <a:gd name="connsiteX208" fmla="*/ 2477950 w 11269336"/>
              <a:gd name="connsiteY208" fmla="*/ 2036715 h 2323145"/>
              <a:gd name="connsiteX209" fmla="*/ 2470381 w 11269336"/>
              <a:gd name="connsiteY209" fmla="*/ 2038256 h 2323145"/>
              <a:gd name="connsiteX210" fmla="*/ 2433781 w 11269336"/>
              <a:gd name="connsiteY210" fmla="*/ 2049140 h 2323145"/>
              <a:gd name="connsiteX211" fmla="*/ 2381172 w 11269336"/>
              <a:gd name="connsiteY211" fmla="*/ 2030645 h 2323145"/>
              <a:gd name="connsiteX212" fmla="*/ 2360198 w 11269336"/>
              <a:gd name="connsiteY212" fmla="*/ 2029059 h 2323145"/>
              <a:gd name="connsiteX213" fmla="*/ 2348815 w 11269336"/>
              <a:gd name="connsiteY213" fmla="*/ 2026798 h 2323145"/>
              <a:gd name="connsiteX214" fmla="*/ 2347988 w 11269336"/>
              <a:gd name="connsiteY214" fmla="*/ 2025745 h 2323145"/>
              <a:gd name="connsiteX215" fmla="*/ 2312920 w 11269336"/>
              <a:gd name="connsiteY215" fmla="*/ 2036311 h 2323145"/>
              <a:gd name="connsiteX216" fmla="*/ 2307986 w 11269336"/>
              <a:gd name="connsiteY216" fmla="*/ 2035583 h 2323145"/>
              <a:gd name="connsiteX217" fmla="*/ 2285481 w 11269336"/>
              <a:gd name="connsiteY217" fmla="*/ 2045197 h 2323145"/>
              <a:gd name="connsiteX218" fmla="*/ 2273666 w 11269336"/>
              <a:gd name="connsiteY218" fmla="*/ 2048710 h 2323145"/>
              <a:gd name="connsiteX219" fmla="*/ 2270719 w 11269336"/>
              <a:gd name="connsiteY219" fmla="*/ 2052702 h 2323145"/>
              <a:gd name="connsiteX220" fmla="*/ 2253080 w 11269336"/>
              <a:gd name="connsiteY220" fmla="*/ 2056363 h 2323145"/>
              <a:gd name="connsiteX221" fmla="*/ 2250906 w 11269336"/>
              <a:gd name="connsiteY221" fmla="*/ 2055654 h 2323145"/>
              <a:gd name="connsiteX222" fmla="*/ 2236905 w 11269336"/>
              <a:gd name="connsiteY222" fmla="*/ 2062882 h 2323145"/>
              <a:gd name="connsiteX223" fmla="*/ 2225830 w 11269336"/>
              <a:gd name="connsiteY223" fmla="*/ 2074027 h 2323145"/>
              <a:gd name="connsiteX224" fmla="*/ 2073776 w 11269336"/>
              <a:gd name="connsiteY224" fmla="*/ 2089244 h 2323145"/>
              <a:gd name="connsiteX225" fmla="*/ 1948256 w 11269336"/>
              <a:gd name="connsiteY225" fmla="*/ 2146616 h 2323145"/>
              <a:gd name="connsiteX226" fmla="*/ 1865582 w 11269336"/>
              <a:gd name="connsiteY226" fmla="*/ 2153738 h 2323145"/>
              <a:gd name="connsiteX227" fmla="*/ 1835210 w 11269336"/>
              <a:gd name="connsiteY227" fmla="*/ 2134244 h 2323145"/>
              <a:gd name="connsiteX228" fmla="*/ 1632661 w 11269336"/>
              <a:gd name="connsiteY228" fmla="*/ 2173882 h 2323145"/>
              <a:gd name="connsiteX229" fmla="*/ 1579590 w 11269336"/>
              <a:gd name="connsiteY229" fmla="*/ 2173680 h 2323145"/>
              <a:gd name="connsiteX230" fmla="*/ 1535601 w 11269336"/>
              <a:gd name="connsiteY230" fmla="*/ 2194590 h 2323145"/>
              <a:gd name="connsiteX231" fmla="*/ 1515594 w 11269336"/>
              <a:gd name="connsiteY231" fmla="*/ 2189622 h 2323145"/>
              <a:gd name="connsiteX232" fmla="*/ 1512113 w 11269336"/>
              <a:gd name="connsiteY232" fmla="*/ 2188534 h 2323145"/>
              <a:gd name="connsiteX233" fmla="*/ 1498838 w 11269336"/>
              <a:gd name="connsiteY233" fmla="*/ 2189213 h 2323145"/>
              <a:gd name="connsiteX234" fmla="*/ 1494279 w 11269336"/>
              <a:gd name="connsiteY234" fmla="*/ 2183112 h 2323145"/>
              <a:gd name="connsiteX235" fmla="*/ 1473714 w 11269336"/>
              <a:gd name="connsiteY235" fmla="*/ 2179625 h 2323145"/>
              <a:gd name="connsiteX236" fmla="*/ 1449503 w 11269336"/>
              <a:gd name="connsiteY236" fmla="*/ 2182633 h 2323145"/>
              <a:gd name="connsiteX237" fmla="*/ 1266687 w 11269336"/>
              <a:gd name="connsiteY237" fmla="*/ 2212688 h 2323145"/>
              <a:gd name="connsiteX238" fmla="*/ 1239614 w 11269336"/>
              <a:gd name="connsiteY238" fmla="*/ 2209727 h 2323145"/>
              <a:gd name="connsiteX239" fmla="*/ 1202436 w 11269336"/>
              <a:gd name="connsiteY239" fmla="*/ 2209817 h 2323145"/>
              <a:gd name="connsiteX240" fmla="*/ 1136097 w 11269336"/>
              <a:gd name="connsiteY240" fmla="*/ 2205112 h 2323145"/>
              <a:gd name="connsiteX241" fmla="*/ 988232 w 11269336"/>
              <a:gd name="connsiteY241" fmla="*/ 2235635 h 2323145"/>
              <a:gd name="connsiteX242" fmla="*/ 981959 w 11269336"/>
              <a:gd name="connsiteY242" fmla="*/ 2231607 h 2323145"/>
              <a:gd name="connsiteX243" fmla="*/ 938600 w 11269336"/>
              <a:gd name="connsiteY243" fmla="*/ 2238113 h 2323145"/>
              <a:gd name="connsiteX244" fmla="*/ 791788 w 11269336"/>
              <a:gd name="connsiteY244" fmla="*/ 2293224 h 2323145"/>
              <a:gd name="connsiteX245" fmla="*/ 706914 w 11269336"/>
              <a:gd name="connsiteY245" fmla="*/ 2305046 h 2323145"/>
              <a:gd name="connsiteX246" fmla="*/ 675971 w 11269336"/>
              <a:gd name="connsiteY246" fmla="*/ 2304030 h 2323145"/>
              <a:gd name="connsiteX247" fmla="*/ 624180 w 11269336"/>
              <a:gd name="connsiteY247" fmla="*/ 2302650 h 2323145"/>
              <a:gd name="connsiteX248" fmla="*/ 583453 w 11269336"/>
              <a:gd name="connsiteY248" fmla="*/ 2288788 h 2323145"/>
              <a:gd name="connsiteX249" fmla="*/ 540946 w 11269336"/>
              <a:gd name="connsiteY249" fmla="*/ 2292721 h 2323145"/>
              <a:gd name="connsiteX250" fmla="*/ 533680 w 11269336"/>
              <a:gd name="connsiteY250" fmla="*/ 2310233 h 2323145"/>
              <a:gd name="connsiteX251" fmla="*/ 487366 w 11269336"/>
              <a:gd name="connsiteY251" fmla="*/ 2309053 h 2323145"/>
              <a:gd name="connsiteX252" fmla="*/ 416820 w 11269336"/>
              <a:gd name="connsiteY252" fmla="*/ 2305443 h 2323145"/>
              <a:gd name="connsiteX253" fmla="*/ 376805 w 11269336"/>
              <a:gd name="connsiteY253" fmla="*/ 2307647 h 2323145"/>
              <a:gd name="connsiteX254" fmla="*/ 266777 w 11269336"/>
              <a:gd name="connsiteY254" fmla="*/ 2309012 h 2323145"/>
              <a:gd name="connsiteX255" fmla="*/ 156013 w 11269336"/>
              <a:gd name="connsiteY255" fmla="*/ 2306832 h 2323145"/>
              <a:gd name="connsiteX256" fmla="*/ 87258 w 11269336"/>
              <a:gd name="connsiteY256" fmla="*/ 2285511 h 2323145"/>
              <a:gd name="connsiteX257" fmla="*/ 23798 w 11269336"/>
              <a:gd name="connsiteY257" fmla="*/ 2281822 h 2323145"/>
              <a:gd name="connsiteX258" fmla="*/ 0 w 11269336"/>
              <a:gd name="connsiteY258" fmla="*/ 2285369 h 2323145"/>
              <a:gd name="connsiteX259" fmla="*/ 0 w 11269336"/>
              <a:gd name="connsiteY25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83151 w 11269336"/>
              <a:gd name="connsiteY149" fmla="*/ 2201140 h 2323145"/>
              <a:gd name="connsiteX150" fmla="*/ 4366646 w 11269336"/>
              <a:gd name="connsiteY150" fmla="*/ 2198564 h 2323145"/>
              <a:gd name="connsiteX151" fmla="*/ 4354009 w 11269336"/>
              <a:gd name="connsiteY151" fmla="*/ 2204984 h 2323145"/>
              <a:gd name="connsiteX152" fmla="*/ 4348284 w 11269336"/>
              <a:gd name="connsiteY152" fmla="*/ 2205270 h 2323145"/>
              <a:gd name="connsiteX153" fmla="*/ 4333906 w 11269336"/>
              <a:gd name="connsiteY153" fmla="*/ 2205251 h 2323145"/>
              <a:gd name="connsiteX154" fmla="*/ 4308819 w 11269336"/>
              <a:gd name="connsiteY154" fmla="*/ 2203822 h 2323145"/>
              <a:gd name="connsiteX155" fmla="*/ 4301210 w 11269336"/>
              <a:gd name="connsiteY155" fmla="*/ 2204456 h 2323145"/>
              <a:gd name="connsiteX156" fmla="*/ 4283095 w 11269336"/>
              <a:gd name="connsiteY156" fmla="*/ 2198177 h 2323145"/>
              <a:gd name="connsiteX157" fmla="*/ 4250119 w 11269336"/>
              <a:gd name="connsiteY157" fmla="*/ 2196342 h 2323145"/>
              <a:gd name="connsiteX158" fmla="*/ 4189203 w 11269336"/>
              <a:gd name="connsiteY158" fmla="*/ 2178994 h 2323145"/>
              <a:gd name="connsiteX159" fmla="*/ 4154035 w 11269336"/>
              <a:gd name="connsiteY159" fmla="*/ 2171950 h 2323145"/>
              <a:gd name="connsiteX160" fmla="*/ 4129569 w 11269336"/>
              <a:gd name="connsiteY160" fmla="*/ 2163850 h 2323145"/>
              <a:gd name="connsiteX161" fmla="*/ 4061250 w 11269336"/>
              <a:gd name="connsiteY161" fmla="*/ 2159236 h 2323145"/>
              <a:gd name="connsiteX162" fmla="*/ 3945480 w 11269336"/>
              <a:gd name="connsiteY162" fmla="*/ 2158279 h 2323145"/>
              <a:gd name="connsiteX163" fmla="*/ 3921468 w 11269336"/>
              <a:gd name="connsiteY163" fmla="*/ 2156588 h 2323145"/>
              <a:gd name="connsiteX164" fmla="*/ 3903348 w 11269336"/>
              <a:gd name="connsiteY164" fmla="*/ 2149220 h 2323145"/>
              <a:gd name="connsiteX165" fmla="*/ 3901342 w 11269336"/>
              <a:gd name="connsiteY165" fmla="*/ 2142355 h 2323145"/>
              <a:gd name="connsiteX166" fmla="*/ 3888539 w 11269336"/>
              <a:gd name="connsiteY166" fmla="*/ 2140476 h 2323145"/>
              <a:gd name="connsiteX167" fmla="*/ 3885662 w 11269336"/>
              <a:gd name="connsiteY167" fmla="*/ 2138740 h 2323145"/>
              <a:gd name="connsiteX168" fmla="*/ 3868627 w 11269336"/>
              <a:gd name="connsiteY168" fmla="*/ 2130023 h 2323145"/>
              <a:gd name="connsiteX169" fmla="*/ 3819177 w 11269336"/>
              <a:gd name="connsiteY169" fmla="*/ 2142111 h 2323145"/>
              <a:gd name="connsiteX170" fmla="*/ 3769100 w 11269336"/>
              <a:gd name="connsiteY170" fmla="*/ 2131731 h 2323145"/>
              <a:gd name="connsiteX171" fmla="*/ 3562752 w 11269336"/>
              <a:gd name="connsiteY171" fmla="*/ 2131785 h 2323145"/>
              <a:gd name="connsiteX172" fmla="*/ 3541402 w 11269336"/>
              <a:gd name="connsiteY172" fmla="*/ 2106821 h 2323145"/>
              <a:gd name="connsiteX173" fmla="*/ 3365341 w 11269336"/>
              <a:gd name="connsiteY173" fmla="*/ 2077638 h 2323145"/>
              <a:gd name="connsiteX174" fmla="*/ 3170922 w 11269336"/>
              <a:gd name="connsiteY174" fmla="*/ 2115957 h 2323145"/>
              <a:gd name="connsiteX175" fmla="*/ 3156256 w 11269336"/>
              <a:gd name="connsiteY175" fmla="*/ 2124773 h 2323145"/>
              <a:gd name="connsiteX176" fmla="*/ 3140298 w 11269336"/>
              <a:gd name="connsiteY176" fmla="*/ 2129182 h 2323145"/>
              <a:gd name="connsiteX177" fmla="*/ 3138514 w 11269336"/>
              <a:gd name="connsiteY177" fmla="*/ 2128069 h 2323145"/>
              <a:gd name="connsiteX178" fmla="*/ 3120467 w 11269336"/>
              <a:gd name="connsiteY178" fmla="*/ 2128281 h 2323145"/>
              <a:gd name="connsiteX179" fmla="*/ 3116175 w 11269336"/>
              <a:gd name="connsiteY179" fmla="*/ 2131633 h 2323145"/>
              <a:gd name="connsiteX180" fmla="*/ 3103685 w 11269336"/>
              <a:gd name="connsiteY180" fmla="*/ 2132814 h 2323145"/>
              <a:gd name="connsiteX181" fmla="*/ 3078794 w 11269336"/>
              <a:gd name="connsiteY181" fmla="*/ 2137935 h 2323145"/>
              <a:gd name="connsiteX182" fmla="*/ 3074407 w 11269336"/>
              <a:gd name="connsiteY182" fmla="*/ 2136274 h 2323145"/>
              <a:gd name="connsiteX183" fmla="*/ 3037285 w 11269336"/>
              <a:gd name="connsiteY183" fmla="*/ 2139919 h 2323145"/>
              <a:gd name="connsiteX184" fmla="*/ 3036901 w 11269336"/>
              <a:gd name="connsiteY184" fmla="*/ 2138726 h 2323145"/>
              <a:gd name="connsiteX185" fmla="*/ 3026996 w 11269336"/>
              <a:gd name="connsiteY185" fmla="*/ 2134322 h 2323145"/>
              <a:gd name="connsiteX186" fmla="*/ 3007772 w 11269336"/>
              <a:gd name="connsiteY186" fmla="*/ 2128742 h 2323145"/>
              <a:gd name="connsiteX187" fmla="*/ 2965030 w 11269336"/>
              <a:gd name="connsiteY187" fmla="*/ 2100494 h 2323145"/>
              <a:gd name="connsiteX188" fmla="*/ 2926342 w 11269336"/>
              <a:gd name="connsiteY188" fmla="*/ 2104155 h 2323145"/>
              <a:gd name="connsiteX189" fmla="*/ 2918608 w 11269336"/>
              <a:gd name="connsiteY189" fmla="*/ 2104215 h 2323145"/>
              <a:gd name="connsiteX190" fmla="*/ 2918475 w 11269336"/>
              <a:gd name="connsiteY190" fmla="*/ 2103937 h 2323145"/>
              <a:gd name="connsiteX191" fmla="*/ 2910360 w 11269336"/>
              <a:gd name="connsiteY191" fmla="*/ 2103444 h 2323145"/>
              <a:gd name="connsiteX192" fmla="*/ 2904507 w 11269336"/>
              <a:gd name="connsiteY192" fmla="*/ 2104326 h 2323145"/>
              <a:gd name="connsiteX193" fmla="*/ 2889503 w 11269336"/>
              <a:gd name="connsiteY193" fmla="*/ 2104443 h 2323145"/>
              <a:gd name="connsiteX194" fmla="*/ 2884480 w 11269336"/>
              <a:gd name="connsiteY194" fmla="*/ 2102626 h 2323145"/>
              <a:gd name="connsiteX195" fmla="*/ 2882689 w 11269336"/>
              <a:gd name="connsiteY195" fmla="*/ 2099228 h 2323145"/>
              <a:gd name="connsiteX196" fmla="*/ 2881291 w 11269336"/>
              <a:gd name="connsiteY196" fmla="*/ 2099618 h 2323145"/>
              <a:gd name="connsiteX197" fmla="*/ 2853979 w 11269336"/>
              <a:gd name="connsiteY197" fmla="*/ 2090388 h 2323145"/>
              <a:gd name="connsiteX198" fmla="*/ 2791790 w 11269336"/>
              <a:gd name="connsiteY198" fmla="*/ 2080332 h 2323145"/>
              <a:gd name="connsiteX199" fmla="*/ 2755844 w 11269336"/>
              <a:gd name="connsiteY199" fmla="*/ 2078874 h 2323145"/>
              <a:gd name="connsiteX200" fmla="*/ 2657742 w 11269336"/>
              <a:gd name="connsiteY200" fmla="*/ 2070179 h 2323145"/>
              <a:gd name="connsiteX201" fmla="*/ 2559549 w 11269336"/>
              <a:gd name="connsiteY201" fmla="*/ 2057873 h 2323145"/>
              <a:gd name="connsiteX202" fmla="*/ 2512054 w 11269336"/>
              <a:gd name="connsiteY202" fmla="*/ 2031671 h 2323145"/>
              <a:gd name="connsiteX203" fmla="*/ 2506437 w 11269336"/>
              <a:gd name="connsiteY203" fmla="*/ 2030918 h 2323145"/>
              <a:gd name="connsiteX204" fmla="*/ 2491752 w 11269336"/>
              <a:gd name="connsiteY204" fmla="*/ 2033906 h 2323145"/>
              <a:gd name="connsiteX205" fmla="*/ 2486338 w 11269336"/>
              <a:gd name="connsiteY205" fmla="*/ 2035862 h 2323145"/>
              <a:gd name="connsiteX206" fmla="*/ 2478186 w 11269336"/>
              <a:gd name="connsiteY206" fmla="*/ 2036953 h 2323145"/>
              <a:gd name="connsiteX207" fmla="*/ 2477950 w 11269336"/>
              <a:gd name="connsiteY207" fmla="*/ 2036715 h 2323145"/>
              <a:gd name="connsiteX208" fmla="*/ 2470381 w 11269336"/>
              <a:gd name="connsiteY208" fmla="*/ 2038256 h 2323145"/>
              <a:gd name="connsiteX209" fmla="*/ 2433781 w 11269336"/>
              <a:gd name="connsiteY209" fmla="*/ 2049140 h 2323145"/>
              <a:gd name="connsiteX210" fmla="*/ 2381172 w 11269336"/>
              <a:gd name="connsiteY210" fmla="*/ 2030645 h 2323145"/>
              <a:gd name="connsiteX211" fmla="*/ 2360198 w 11269336"/>
              <a:gd name="connsiteY211" fmla="*/ 2029059 h 2323145"/>
              <a:gd name="connsiteX212" fmla="*/ 2348815 w 11269336"/>
              <a:gd name="connsiteY212" fmla="*/ 2026798 h 2323145"/>
              <a:gd name="connsiteX213" fmla="*/ 2347988 w 11269336"/>
              <a:gd name="connsiteY213" fmla="*/ 2025745 h 2323145"/>
              <a:gd name="connsiteX214" fmla="*/ 2312920 w 11269336"/>
              <a:gd name="connsiteY214" fmla="*/ 2036311 h 2323145"/>
              <a:gd name="connsiteX215" fmla="*/ 2307986 w 11269336"/>
              <a:gd name="connsiteY215" fmla="*/ 2035583 h 2323145"/>
              <a:gd name="connsiteX216" fmla="*/ 2285481 w 11269336"/>
              <a:gd name="connsiteY216" fmla="*/ 2045197 h 2323145"/>
              <a:gd name="connsiteX217" fmla="*/ 2273666 w 11269336"/>
              <a:gd name="connsiteY217" fmla="*/ 2048710 h 2323145"/>
              <a:gd name="connsiteX218" fmla="*/ 2270719 w 11269336"/>
              <a:gd name="connsiteY218" fmla="*/ 2052702 h 2323145"/>
              <a:gd name="connsiteX219" fmla="*/ 2253080 w 11269336"/>
              <a:gd name="connsiteY219" fmla="*/ 2056363 h 2323145"/>
              <a:gd name="connsiteX220" fmla="*/ 2250906 w 11269336"/>
              <a:gd name="connsiteY220" fmla="*/ 2055654 h 2323145"/>
              <a:gd name="connsiteX221" fmla="*/ 2236905 w 11269336"/>
              <a:gd name="connsiteY221" fmla="*/ 2062882 h 2323145"/>
              <a:gd name="connsiteX222" fmla="*/ 2225830 w 11269336"/>
              <a:gd name="connsiteY222" fmla="*/ 2074027 h 2323145"/>
              <a:gd name="connsiteX223" fmla="*/ 2073776 w 11269336"/>
              <a:gd name="connsiteY223" fmla="*/ 2089244 h 2323145"/>
              <a:gd name="connsiteX224" fmla="*/ 1948256 w 11269336"/>
              <a:gd name="connsiteY224" fmla="*/ 2146616 h 2323145"/>
              <a:gd name="connsiteX225" fmla="*/ 1865582 w 11269336"/>
              <a:gd name="connsiteY225" fmla="*/ 2153738 h 2323145"/>
              <a:gd name="connsiteX226" fmla="*/ 1835210 w 11269336"/>
              <a:gd name="connsiteY226" fmla="*/ 2134244 h 2323145"/>
              <a:gd name="connsiteX227" fmla="*/ 1632661 w 11269336"/>
              <a:gd name="connsiteY227" fmla="*/ 2173882 h 2323145"/>
              <a:gd name="connsiteX228" fmla="*/ 1579590 w 11269336"/>
              <a:gd name="connsiteY228" fmla="*/ 2173680 h 2323145"/>
              <a:gd name="connsiteX229" fmla="*/ 1535601 w 11269336"/>
              <a:gd name="connsiteY229" fmla="*/ 2194590 h 2323145"/>
              <a:gd name="connsiteX230" fmla="*/ 1515594 w 11269336"/>
              <a:gd name="connsiteY230" fmla="*/ 2189622 h 2323145"/>
              <a:gd name="connsiteX231" fmla="*/ 1512113 w 11269336"/>
              <a:gd name="connsiteY231" fmla="*/ 2188534 h 2323145"/>
              <a:gd name="connsiteX232" fmla="*/ 1498838 w 11269336"/>
              <a:gd name="connsiteY232" fmla="*/ 2189213 h 2323145"/>
              <a:gd name="connsiteX233" fmla="*/ 1494279 w 11269336"/>
              <a:gd name="connsiteY233" fmla="*/ 2183112 h 2323145"/>
              <a:gd name="connsiteX234" fmla="*/ 1473714 w 11269336"/>
              <a:gd name="connsiteY234" fmla="*/ 2179625 h 2323145"/>
              <a:gd name="connsiteX235" fmla="*/ 1449503 w 11269336"/>
              <a:gd name="connsiteY235" fmla="*/ 2182633 h 2323145"/>
              <a:gd name="connsiteX236" fmla="*/ 1266687 w 11269336"/>
              <a:gd name="connsiteY236" fmla="*/ 2212688 h 2323145"/>
              <a:gd name="connsiteX237" fmla="*/ 1239614 w 11269336"/>
              <a:gd name="connsiteY237" fmla="*/ 2209727 h 2323145"/>
              <a:gd name="connsiteX238" fmla="*/ 1202436 w 11269336"/>
              <a:gd name="connsiteY238" fmla="*/ 2209817 h 2323145"/>
              <a:gd name="connsiteX239" fmla="*/ 1136097 w 11269336"/>
              <a:gd name="connsiteY239" fmla="*/ 2205112 h 2323145"/>
              <a:gd name="connsiteX240" fmla="*/ 988232 w 11269336"/>
              <a:gd name="connsiteY240" fmla="*/ 2235635 h 2323145"/>
              <a:gd name="connsiteX241" fmla="*/ 981959 w 11269336"/>
              <a:gd name="connsiteY241" fmla="*/ 2231607 h 2323145"/>
              <a:gd name="connsiteX242" fmla="*/ 938600 w 11269336"/>
              <a:gd name="connsiteY242" fmla="*/ 2238113 h 2323145"/>
              <a:gd name="connsiteX243" fmla="*/ 791788 w 11269336"/>
              <a:gd name="connsiteY243" fmla="*/ 2293224 h 2323145"/>
              <a:gd name="connsiteX244" fmla="*/ 706914 w 11269336"/>
              <a:gd name="connsiteY244" fmla="*/ 2305046 h 2323145"/>
              <a:gd name="connsiteX245" fmla="*/ 675971 w 11269336"/>
              <a:gd name="connsiteY245" fmla="*/ 2304030 h 2323145"/>
              <a:gd name="connsiteX246" fmla="*/ 624180 w 11269336"/>
              <a:gd name="connsiteY246" fmla="*/ 2302650 h 2323145"/>
              <a:gd name="connsiteX247" fmla="*/ 583453 w 11269336"/>
              <a:gd name="connsiteY247" fmla="*/ 2288788 h 2323145"/>
              <a:gd name="connsiteX248" fmla="*/ 540946 w 11269336"/>
              <a:gd name="connsiteY248" fmla="*/ 2292721 h 2323145"/>
              <a:gd name="connsiteX249" fmla="*/ 533680 w 11269336"/>
              <a:gd name="connsiteY249" fmla="*/ 2310233 h 2323145"/>
              <a:gd name="connsiteX250" fmla="*/ 487366 w 11269336"/>
              <a:gd name="connsiteY250" fmla="*/ 2309053 h 2323145"/>
              <a:gd name="connsiteX251" fmla="*/ 416820 w 11269336"/>
              <a:gd name="connsiteY251" fmla="*/ 2305443 h 2323145"/>
              <a:gd name="connsiteX252" fmla="*/ 376805 w 11269336"/>
              <a:gd name="connsiteY252" fmla="*/ 2307647 h 2323145"/>
              <a:gd name="connsiteX253" fmla="*/ 266777 w 11269336"/>
              <a:gd name="connsiteY253" fmla="*/ 2309012 h 2323145"/>
              <a:gd name="connsiteX254" fmla="*/ 156013 w 11269336"/>
              <a:gd name="connsiteY254" fmla="*/ 2306832 h 2323145"/>
              <a:gd name="connsiteX255" fmla="*/ 87258 w 11269336"/>
              <a:gd name="connsiteY255" fmla="*/ 2285511 h 2323145"/>
              <a:gd name="connsiteX256" fmla="*/ 23798 w 11269336"/>
              <a:gd name="connsiteY256" fmla="*/ 2281822 h 2323145"/>
              <a:gd name="connsiteX257" fmla="*/ 0 w 11269336"/>
              <a:gd name="connsiteY257" fmla="*/ 2285369 h 2323145"/>
              <a:gd name="connsiteX258" fmla="*/ 0 w 11269336"/>
              <a:gd name="connsiteY25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66646 w 11269336"/>
              <a:gd name="connsiteY149" fmla="*/ 2198564 h 2323145"/>
              <a:gd name="connsiteX150" fmla="*/ 4354009 w 11269336"/>
              <a:gd name="connsiteY150" fmla="*/ 2204984 h 2323145"/>
              <a:gd name="connsiteX151" fmla="*/ 4348284 w 11269336"/>
              <a:gd name="connsiteY151" fmla="*/ 2205270 h 2323145"/>
              <a:gd name="connsiteX152" fmla="*/ 4333906 w 11269336"/>
              <a:gd name="connsiteY152" fmla="*/ 2205251 h 2323145"/>
              <a:gd name="connsiteX153" fmla="*/ 4308819 w 11269336"/>
              <a:gd name="connsiteY153" fmla="*/ 2203822 h 2323145"/>
              <a:gd name="connsiteX154" fmla="*/ 4301210 w 11269336"/>
              <a:gd name="connsiteY154" fmla="*/ 2204456 h 2323145"/>
              <a:gd name="connsiteX155" fmla="*/ 4283095 w 11269336"/>
              <a:gd name="connsiteY155" fmla="*/ 2198177 h 2323145"/>
              <a:gd name="connsiteX156" fmla="*/ 4250119 w 11269336"/>
              <a:gd name="connsiteY156" fmla="*/ 2196342 h 2323145"/>
              <a:gd name="connsiteX157" fmla="*/ 4189203 w 11269336"/>
              <a:gd name="connsiteY157" fmla="*/ 2178994 h 2323145"/>
              <a:gd name="connsiteX158" fmla="*/ 4154035 w 11269336"/>
              <a:gd name="connsiteY158" fmla="*/ 2171950 h 2323145"/>
              <a:gd name="connsiteX159" fmla="*/ 4129569 w 11269336"/>
              <a:gd name="connsiteY159" fmla="*/ 2163850 h 2323145"/>
              <a:gd name="connsiteX160" fmla="*/ 4061250 w 11269336"/>
              <a:gd name="connsiteY160" fmla="*/ 2159236 h 2323145"/>
              <a:gd name="connsiteX161" fmla="*/ 3945480 w 11269336"/>
              <a:gd name="connsiteY161" fmla="*/ 2158279 h 2323145"/>
              <a:gd name="connsiteX162" fmla="*/ 3921468 w 11269336"/>
              <a:gd name="connsiteY162" fmla="*/ 2156588 h 2323145"/>
              <a:gd name="connsiteX163" fmla="*/ 3903348 w 11269336"/>
              <a:gd name="connsiteY163" fmla="*/ 2149220 h 2323145"/>
              <a:gd name="connsiteX164" fmla="*/ 3901342 w 11269336"/>
              <a:gd name="connsiteY164" fmla="*/ 2142355 h 2323145"/>
              <a:gd name="connsiteX165" fmla="*/ 3888539 w 11269336"/>
              <a:gd name="connsiteY165" fmla="*/ 2140476 h 2323145"/>
              <a:gd name="connsiteX166" fmla="*/ 3885662 w 11269336"/>
              <a:gd name="connsiteY166" fmla="*/ 2138740 h 2323145"/>
              <a:gd name="connsiteX167" fmla="*/ 3868627 w 11269336"/>
              <a:gd name="connsiteY167" fmla="*/ 2130023 h 2323145"/>
              <a:gd name="connsiteX168" fmla="*/ 3819177 w 11269336"/>
              <a:gd name="connsiteY168" fmla="*/ 2142111 h 2323145"/>
              <a:gd name="connsiteX169" fmla="*/ 3769100 w 11269336"/>
              <a:gd name="connsiteY169" fmla="*/ 2131731 h 2323145"/>
              <a:gd name="connsiteX170" fmla="*/ 3562752 w 11269336"/>
              <a:gd name="connsiteY170" fmla="*/ 2131785 h 2323145"/>
              <a:gd name="connsiteX171" fmla="*/ 3541402 w 11269336"/>
              <a:gd name="connsiteY171" fmla="*/ 2106821 h 2323145"/>
              <a:gd name="connsiteX172" fmla="*/ 3365341 w 11269336"/>
              <a:gd name="connsiteY172" fmla="*/ 2077638 h 2323145"/>
              <a:gd name="connsiteX173" fmla="*/ 3170922 w 11269336"/>
              <a:gd name="connsiteY173" fmla="*/ 2115957 h 2323145"/>
              <a:gd name="connsiteX174" fmla="*/ 3156256 w 11269336"/>
              <a:gd name="connsiteY174" fmla="*/ 2124773 h 2323145"/>
              <a:gd name="connsiteX175" fmla="*/ 3140298 w 11269336"/>
              <a:gd name="connsiteY175" fmla="*/ 2129182 h 2323145"/>
              <a:gd name="connsiteX176" fmla="*/ 3138514 w 11269336"/>
              <a:gd name="connsiteY176" fmla="*/ 2128069 h 2323145"/>
              <a:gd name="connsiteX177" fmla="*/ 3120467 w 11269336"/>
              <a:gd name="connsiteY177" fmla="*/ 2128281 h 2323145"/>
              <a:gd name="connsiteX178" fmla="*/ 3116175 w 11269336"/>
              <a:gd name="connsiteY178" fmla="*/ 2131633 h 2323145"/>
              <a:gd name="connsiteX179" fmla="*/ 3103685 w 11269336"/>
              <a:gd name="connsiteY179" fmla="*/ 2132814 h 2323145"/>
              <a:gd name="connsiteX180" fmla="*/ 3078794 w 11269336"/>
              <a:gd name="connsiteY180" fmla="*/ 2137935 h 2323145"/>
              <a:gd name="connsiteX181" fmla="*/ 3074407 w 11269336"/>
              <a:gd name="connsiteY181" fmla="*/ 2136274 h 2323145"/>
              <a:gd name="connsiteX182" fmla="*/ 3037285 w 11269336"/>
              <a:gd name="connsiteY182" fmla="*/ 2139919 h 2323145"/>
              <a:gd name="connsiteX183" fmla="*/ 3036901 w 11269336"/>
              <a:gd name="connsiteY183" fmla="*/ 2138726 h 2323145"/>
              <a:gd name="connsiteX184" fmla="*/ 3026996 w 11269336"/>
              <a:gd name="connsiteY184" fmla="*/ 2134322 h 2323145"/>
              <a:gd name="connsiteX185" fmla="*/ 3007772 w 11269336"/>
              <a:gd name="connsiteY185" fmla="*/ 2128742 h 2323145"/>
              <a:gd name="connsiteX186" fmla="*/ 2965030 w 11269336"/>
              <a:gd name="connsiteY186" fmla="*/ 2100494 h 2323145"/>
              <a:gd name="connsiteX187" fmla="*/ 2926342 w 11269336"/>
              <a:gd name="connsiteY187" fmla="*/ 2104155 h 2323145"/>
              <a:gd name="connsiteX188" fmla="*/ 2918608 w 11269336"/>
              <a:gd name="connsiteY188" fmla="*/ 2104215 h 2323145"/>
              <a:gd name="connsiteX189" fmla="*/ 2918475 w 11269336"/>
              <a:gd name="connsiteY189" fmla="*/ 2103937 h 2323145"/>
              <a:gd name="connsiteX190" fmla="*/ 2910360 w 11269336"/>
              <a:gd name="connsiteY190" fmla="*/ 2103444 h 2323145"/>
              <a:gd name="connsiteX191" fmla="*/ 2904507 w 11269336"/>
              <a:gd name="connsiteY191" fmla="*/ 2104326 h 2323145"/>
              <a:gd name="connsiteX192" fmla="*/ 2889503 w 11269336"/>
              <a:gd name="connsiteY192" fmla="*/ 2104443 h 2323145"/>
              <a:gd name="connsiteX193" fmla="*/ 2884480 w 11269336"/>
              <a:gd name="connsiteY193" fmla="*/ 2102626 h 2323145"/>
              <a:gd name="connsiteX194" fmla="*/ 2882689 w 11269336"/>
              <a:gd name="connsiteY194" fmla="*/ 2099228 h 2323145"/>
              <a:gd name="connsiteX195" fmla="*/ 2881291 w 11269336"/>
              <a:gd name="connsiteY195" fmla="*/ 2099618 h 2323145"/>
              <a:gd name="connsiteX196" fmla="*/ 2853979 w 11269336"/>
              <a:gd name="connsiteY196" fmla="*/ 2090388 h 2323145"/>
              <a:gd name="connsiteX197" fmla="*/ 2791790 w 11269336"/>
              <a:gd name="connsiteY197" fmla="*/ 2080332 h 2323145"/>
              <a:gd name="connsiteX198" fmla="*/ 2755844 w 11269336"/>
              <a:gd name="connsiteY198" fmla="*/ 2078874 h 2323145"/>
              <a:gd name="connsiteX199" fmla="*/ 2657742 w 11269336"/>
              <a:gd name="connsiteY199" fmla="*/ 2070179 h 2323145"/>
              <a:gd name="connsiteX200" fmla="*/ 2559549 w 11269336"/>
              <a:gd name="connsiteY200" fmla="*/ 2057873 h 2323145"/>
              <a:gd name="connsiteX201" fmla="*/ 2512054 w 11269336"/>
              <a:gd name="connsiteY201" fmla="*/ 2031671 h 2323145"/>
              <a:gd name="connsiteX202" fmla="*/ 2506437 w 11269336"/>
              <a:gd name="connsiteY202" fmla="*/ 2030918 h 2323145"/>
              <a:gd name="connsiteX203" fmla="*/ 2491752 w 11269336"/>
              <a:gd name="connsiteY203" fmla="*/ 2033906 h 2323145"/>
              <a:gd name="connsiteX204" fmla="*/ 2486338 w 11269336"/>
              <a:gd name="connsiteY204" fmla="*/ 2035862 h 2323145"/>
              <a:gd name="connsiteX205" fmla="*/ 2478186 w 11269336"/>
              <a:gd name="connsiteY205" fmla="*/ 2036953 h 2323145"/>
              <a:gd name="connsiteX206" fmla="*/ 2477950 w 11269336"/>
              <a:gd name="connsiteY206" fmla="*/ 2036715 h 2323145"/>
              <a:gd name="connsiteX207" fmla="*/ 2470381 w 11269336"/>
              <a:gd name="connsiteY207" fmla="*/ 2038256 h 2323145"/>
              <a:gd name="connsiteX208" fmla="*/ 2433781 w 11269336"/>
              <a:gd name="connsiteY208" fmla="*/ 2049140 h 2323145"/>
              <a:gd name="connsiteX209" fmla="*/ 2381172 w 11269336"/>
              <a:gd name="connsiteY209" fmla="*/ 2030645 h 2323145"/>
              <a:gd name="connsiteX210" fmla="*/ 2360198 w 11269336"/>
              <a:gd name="connsiteY210" fmla="*/ 2029059 h 2323145"/>
              <a:gd name="connsiteX211" fmla="*/ 2348815 w 11269336"/>
              <a:gd name="connsiteY211" fmla="*/ 2026798 h 2323145"/>
              <a:gd name="connsiteX212" fmla="*/ 2347988 w 11269336"/>
              <a:gd name="connsiteY212" fmla="*/ 2025745 h 2323145"/>
              <a:gd name="connsiteX213" fmla="*/ 2312920 w 11269336"/>
              <a:gd name="connsiteY213" fmla="*/ 2036311 h 2323145"/>
              <a:gd name="connsiteX214" fmla="*/ 2307986 w 11269336"/>
              <a:gd name="connsiteY214" fmla="*/ 2035583 h 2323145"/>
              <a:gd name="connsiteX215" fmla="*/ 2285481 w 11269336"/>
              <a:gd name="connsiteY215" fmla="*/ 2045197 h 2323145"/>
              <a:gd name="connsiteX216" fmla="*/ 2273666 w 11269336"/>
              <a:gd name="connsiteY216" fmla="*/ 2048710 h 2323145"/>
              <a:gd name="connsiteX217" fmla="*/ 2270719 w 11269336"/>
              <a:gd name="connsiteY217" fmla="*/ 2052702 h 2323145"/>
              <a:gd name="connsiteX218" fmla="*/ 2253080 w 11269336"/>
              <a:gd name="connsiteY218" fmla="*/ 2056363 h 2323145"/>
              <a:gd name="connsiteX219" fmla="*/ 2250906 w 11269336"/>
              <a:gd name="connsiteY219" fmla="*/ 2055654 h 2323145"/>
              <a:gd name="connsiteX220" fmla="*/ 2236905 w 11269336"/>
              <a:gd name="connsiteY220" fmla="*/ 2062882 h 2323145"/>
              <a:gd name="connsiteX221" fmla="*/ 2225830 w 11269336"/>
              <a:gd name="connsiteY221" fmla="*/ 2074027 h 2323145"/>
              <a:gd name="connsiteX222" fmla="*/ 2073776 w 11269336"/>
              <a:gd name="connsiteY222" fmla="*/ 2089244 h 2323145"/>
              <a:gd name="connsiteX223" fmla="*/ 1948256 w 11269336"/>
              <a:gd name="connsiteY223" fmla="*/ 2146616 h 2323145"/>
              <a:gd name="connsiteX224" fmla="*/ 1865582 w 11269336"/>
              <a:gd name="connsiteY224" fmla="*/ 2153738 h 2323145"/>
              <a:gd name="connsiteX225" fmla="*/ 1835210 w 11269336"/>
              <a:gd name="connsiteY225" fmla="*/ 2134244 h 2323145"/>
              <a:gd name="connsiteX226" fmla="*/ 1632661 w 11269336"/>
              <a:gd name="connsiteY226" fmla="*/ 2173882 h 2323145"/>
              <a:gd name="connsiteX227" fmla="*/ 1579590 w 11269336"/>
              <a:gd name="connsiteY227" fmla="*/ 2173680 h 2323145"/>
              <a:gd name="connsiteX228" fmla="*/ 1535601 w 11269336"/>
              <a:gd name="connsiteY228" fmla="*/ 2194590 h 2323145"/>
              <a:gd name="connsiteX229" fmla="*/ 1515594 w 11269336"/>
              <a:gd name="connsiteY229" fmla="*/ 2189622 h 2323145"/>
              <a:gd name="connsiteX230" fmla="*/ 1512113 w 11269336"/>
              <a:gd name="connsiteY230" fmla="*/ 2188534 h 2323145"/>
              <a:gd name="connsiteX231" fmla="*/ 1498838 w 11269336"/>
              <a:gd name="connsiteY231" fmla="*/ 2189213 h 2323145"/>
              <a:gd name="connsiteX232" fmla="*/ 1494279 w 11269336"/>
              <a:gd name="connsiteY232" fmla="*/ 2183112 h 2323145"/>
              <a:gd name="connsiteX233" fmla="*/ 1473714 w 11269336"/>
              <a:gd name="connsiteY233" fmla="*/ 2179625 h 2323145"/>
              <a:gd name="connsiteX234" fmla="*/ 1449503 w 11269336"/>
              <a:gd name="connsiteY234" fmla="*/ 2182633 h 2323145"/>
              <a:gd name="connsiteX235" fmla="*/ 1266687 w 11269336"/>
              <a:gd name="connsiteY235" fmla="*/ 2212688 h 2323145"/>
              <a:gd name="connsiteX236" fmla="*/ 1239614 w 11269336"/>
              <a:gd name="connsiteY236" fmla="*/ 2209727 h 2323145"/>
              <a:gd name="connsiteX237" fmla="*/ 1202436 w 11269336"/>
              <a:gd name="connsiteY237" fmla="*/ 2209817 h 2323145"/>
              <a:gd name="connsiteX238" fmla="*/ 1136097 w 11269336"/>
              <a:gd name="connsiteY238" fmla="*/ 2205112 h 2323145"/>
              <a:gd name="connsiteX239" fmla="*/ 988232 w 11269336"/>
              <a:gd name="connsiteY239" fmla="*/ 2235635 h 2323145"/>
              <a:gd name="connsiteX240" fmla="*/ 981959 w 11269336"/>
              <a:gd name="connsiteY240" fmla="*/ 2231607 h 2323145"/>
              <a:gd name="connsiteX241" fmla="*/ 938600 w 11269336"/>
              <a:gd name="connsiteY241" fmla="*/ 2238113 h 2323145"/>
              <a:gd name="connsiteX242" fmla="*/ 791788 w 11269336"/>
              <a:gd name="connsiteY242" fmla="*/ 2293224 h 2323145"/>
              <a:gd name="connsiteX243" fmla="*/ 706914 w 11269336"/>
              <a:gd name="connsiteY243" fmla="*/ 2305046 h 2323145"/>
              <a:gd name="connsiteX244" fmla="*/ 675971 w 11269336"/>
              <a:gd name="connsiteY244" fmla="*/ 2304030 h 2323145"/>
              <a:gd name="connsiteX245" fmla="*/ 624180 w 11269336"/>
              <a:gd name="connsiteY245" fmla="*/ 2302650 h 2323145"/>
              <a:gd name="connsiteX246" fmla="*/ 583453 w 11269336"/>
              <a:gd name="connsiteY246" fmla="*/ 2288788 h 2323145"/>
              <a:gd name="connsiteX247" fmla="*/ 540946 w 11269336"/>
              <a:gd name="connsiteY247" fmla="*/ 2292721 h 2323145"/>
              <a:gd name="connsiteX248" fmla="*/ 533680 w 11269336"/>
              <a:gd name="connsiteY248" fmla="*/ 2310233 h 2323145"/>
              <a:gd name="connsiteX249" fmla="*/ 487366 w 11269336"/>
              <a:gd name="connsiteY249" fmla="*/ 2309053 h 2323145"/>
              <a:gd name="connsiteX250" fmla="*/ 416820 w 11269336"/>
              <a:gd name="connsiteY250" fmla="*/ 2305443 h 2323145"/>
              <a:gd name="connsiteX251" fmla="*/ 376805 w 11269336"/>
              <a:gd name="connsiteY251" fmla="*/ 2307647 h 2323145"/>
              <a:gd name="connsiteX252" fmla="*/ 266777 w 11269336"/>
              <a:gd name="connsiteY252" fmla="*/ 2309012 h 2323145"/>
              <a:gd name="connsiteX253" fmla="*/ 156013 w 11269336"/>
              <a:gd name="connsiteY253" fmla="*/ 2306832 h 2323145"/>
              <a:gd name="connsiteX254" fmla="*/ 87258 w 11269336"/>
              <a:gd name="connsiteY254" fmla="*/ 2285511 h 2323145"/>
              <a:gd name="connsiteX255" fmla="*/ 23798 w 11269336"/>
              <a:gd name="connsiteY255" fmla="*/ 2281822 h 2323145"/>
              <a:gd name="connsiteX256" fmla="*/ 0 w 11269336"/>
              <a:gd name="connsiteY256" fmla="*/ 2285369 h 2323145"/>
              <a:gd name="connsiteX257" fmla="*/ 0 w 11269336"/>
              <a:gd name="connsiteY25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05765 w 11269336"/>
              <a:gd name="connsiteY146" fmla="*/ 2199902 h 2323145"/>
              <a:gd name="connsiteX147" fmla="*/ 4401354 w 11269336"/>
              <a:gd name="connsiteY147" fmla="*/ 2194745 h 2323145"/>
              <a:gd name="connsiteX148" fmla="*/ 4366646 w 11269336"/>
              <a:gd name="connsiteY148" fmla="*/ 2198564 h 2323145"/>
              <a:gd name="connsiteX149" fmla="*/ 4354009 w 11269336"/>
              <a:gd name="connsiteY149" fmla="*/ 2204984 h 2323145"/>
              <a:gd name="connsiteX150" fmla="*/ 4348284 w 11269336"/>
              <a:gd name="connsiteY150" fmla="*/ 2205270 h 2323145"/>
              <a:gd name="connsiteX151" fmla="*/ 4333906 w 11269336"/>
              <a:gd name="connsiteY151" fmla="*/ 2205251 h 2323145"/>
              <a:gd name="connsiteX152" fmla="*/ 4308819 w 11269336"/>
              <a:gd name="connsiteY152" fmla="*/ 2203822 h 2323145"/>
              <a:gd name="connsiteX153" fmla="*/ 4301210 w 11269336"/>
              <a:gd name="connsiteY153" fmla="*/ 2204456 h 2323145"/>
              <a:gd name="connsiteX154" fmla="*/ 4283095 w 11269336"/>
              <a:gd name="connsiteY154" fmla="*/ 2198177 h 2323145"/>
              <a:gd name="connsiteX155" fmla="*/ 4250119 w 11269336"/>
              <a:gd name="connsiteY155" fmla="*/ 2196342 h 2323145"/>
              <a:gd name="connsiteX156" fmla="*/ 4189203 w 11269336"/>
              <a:gd name="connsiteY156" fmla="*/ 2178994 h 2323145"/>
              <a:gd name="connsiteX157" fmla="*/ 4154035 w 11269336"/>
              <a:gd name="connsiteY157" fmla="*/ 2171950 h 2323145"/>
              <a:gd name="connsiteX158" fmla="*/ 4129569 w 11269336"/>
              <a:gd name="connsiteY158" fmla="*/ 2163850 h 2323145"/>
              <a:gd name="connsiteX159" fmla="*/ 4061250 w 11269336"/>
              <a:gd name="connsiteY159" fmla="*/ 2159236 h 2323145"/>
              <a:gd name="connsiteX160" fmla="*/ 3945480 w 11269336"/>
              <a:gd name="connsiteY160" fmla="*/ 2158279 h 2323145"/>
              <a:gd name="connsiteX161" fmla="*/ 3921468 w 11269336"/>
              <a:gd name="connsiteY161" fmla="*/ 2156588 h 2323145"/>
              <a:gd name="connsiteX162" fmla="*/ 3903348 w 11269336"/>
              <a:gd name="connsiteY162" fmla="*/ 2149220 h 2323145"/>
              <a:gd name="connsiteX163" fmla="*/ 3901342 w 11269336"/>
              <a:gd name="connsiteY163" fmla="*/ 2142355 h 2323145"/>
              <a:gd name="connsiteX164" fmla="*/ 3888539 w 11269336"/>
              <a:gd name="connsiteY164" fmla="*/ 2140476 h 2323145"/>
              <a:gd name="connsiteX165" fmla="*/ 3885662 w 11269336"/>
              <a:gd name="connsiteY165" fmla="*/ 2138740 h 2323145"/>
              <a:gd name="connsiteX166" fmla="*/ 3868627 w 11269336"/>
              <a:gd name="connsiteY166" fmla="*/ 2130023 h 2323145"/>
              <a:gd name="connsiteX167" fmla="*/ 3819177 w 11269336"/>
              <a:gd name="connsiteY167" fmla="*/ 2142111 h 2323145"/>
              <a:gd name="connsiteX168" fmla="*/ 3769100 w 11269336"/>
              <a:gd name="connsiteY168" fmla="*/ 2131731 h 2323145"/>
              <a:gd name="connsiteX169" fmla="*/ 3562752 w 11269336"/>
              <a:gd name="connsiteY169" fmla="*/ 2131785 h 2323145"/>
              <a:gd name="connsiteX170" fmla="*/ 3541402 w 11269336"/>
              <a:gd name="connsiteY170" fmla="*/ 2106821 h 2323145"/>
              <a:gd name="connsiteX171" fmla="*/ 3365341 w 11269336"/>
              <a:gd name="connsiteY171" fmla="*/ 2077638 h 2323145"/>
              <a:gd name="connsiteX172" fmla="*/ 3170922 w 11269336"/>
              <a:gd name="connsiteY172" fmla="*/ 2115957 h 2323145"/>
              <a:gd name="connsiteX173" fmla="*/ 3156256 w 11269336"/>
              <a:gd name="connsiteY173" fmla="*/ 2124773 h 2323145"/>
              <a:gd name="connsiteX174" fmla="*/ 3140298 w 11269336"/>
              <a:gd name="connsiteY174" fmla="*/ 2129182 h 2323145"/>
              <a:gd name="connsiteX175" fmla="*/ 3138514 w 11269336"/>
              <a:gd name="connsiteY175" fmla="*/ 2128069 h 2323145"/>
              <a:gd name="connsiteX176" fmla="*/ 3120467 w 11269336"/>
              <a:gd name="connsiteY176" fmla="*/ 2128281 h 2323145"/>
              <a:gd name="connsiteX177" fmla="*/ 3116175 w 11269336"/>
              <a:gd name="connsiteY177" fmla="*/ 2131633 h 2323145"/>
              <a:gd name="connsiteX178" fmla="*/ 3103685 w 11269336"/>
              <a:gd name="connsiteY178" fmla="*/ 2132814 h 2323145"/>
              <a:gd name="connsiteX179" fmla="*/ 3078794 w 11269336"/>
              <a:gd name="connsiteY179" fmla="*/ 2137935 h 2323145"/>
              <a:gd name="connsiteX180" fmla="*/ 3074407 w 11269336"/>
              <a:gd name="connsiteY180" fmla="*/ 2136274 h 2323145"/>
              <a:gd name="connsiteX181" fmla="*/ 3037285 w 11269336"/>
              <a:gd name="connsiteY181" fmla="*/ 2139919 h 2323145"/>
              <a:gd name="connsiteX182" fmla="*/ 3036901 w 11269336"/>
              <a:gd name="connsiteY182" fmla="*/ 2138726 h 2323145"/>
              <a:gd name="connsiteX183" fmla="*/ 3026996 w 11269336"/>
              <a:gd name="connsiteY183" fmla="*/ 2134322 h 2323145"/>
              <a:gd name="connsiteX184" fmla="*/ 3007772 w 11269336"/>
              <a:gd name="connsiteY184" fmla="*/ 2128742 h 2323145"/>
              <a:gd name="connsiteX185" fmla="*/ 2965030 w 11269336"/>
              <a:gd name="connsiteY185" fmla="*/ 2100494 h 2323145"/>
              <a:gd name="connsiteX186" fmla="*/ 2926342 w 11269336"/>
              <a:gd name="connsiteY186" fmla="*/ 2104155 h 2323145"/>
              <a:gd name="connsiteX187" fmla="*/ 2918608 w 11269336"/>
              <a:gd name="connsiteY187" fmla="*/ 2104215 h 2323145"/>
              <a:gd name="connsiteX188" fmla="*/ 2918475 w 11269336"/>
              <a:gd name="connsiteY188" fmla="*/ 2103937 h 2323145"/>
              <a:gd name="connsiteX189" fmla="*/ 2910360 w 11269336"/>
              <a:gd name="connsiteY189" fmla="*/ 2103444 h 2323145"/>
              <a:gd name="connsiteX190" fmla="*/ 2904507 w 11269336"/>
              <a:gd name="connsiteY190" fmla="*/ 2104326 h 2323145"/>
              <a:gd name="connsiteX191" fmla="*/ 2889503 w 11269336"/>
              <a:gd name="connsiteY191" fmla="*/ 2104443 h 2323145"/>
              <a:gd name="connsiteX192" fmla="*/ 2884480 w 11269336"/>
              <a:gd name="connsiteY192" fmla="*/ 2102626 h 2323145"/>
              <a:gd name="connsiteX193" fmla="*/ 2882689 w 11269336"/>
              <a:gd name="connsiteY193" fmla="*/ 2099228 h 2323145"/>
              <a:gd name="connsiteX194" fmla="*/ 2881291 w 11269336"/>
              <a:gd name="connsiteY194" fmla="*/ 2099618 h 2323145"/>
              <a:gd name="connsiteX195" fmla="*/ 2853979 w 11269336"/>
              <a:gd name="connsiteY195" fmla="*/ 2090388 h 2323145"/>
              <a:gd name="connsiteX196" fmla="*/ 2791790 w 11269336"/>
              <a:gd name="connsiteY196" fmla="*/ 2080332 h 2323145"/>
              <a:gd name="connsiteX197" fmla="*/ 2755844 w 11269336"/>
              <a:gd name="connsiteY197" fmla="*/ 2078874 h 2323145"/>
              <a:gd name="connsiteX198" fmla="*/ 2657742 w 11269336"/>
              <a:gd name="connsiteY198" fmla="*/ 2070179 h 2323145"/>
              <a:gd name="connsiteX199" fmla="*/ 2559549 w 11269336"/>
              <a:gd name="connsiteY199" fmla="*/ 2057873 h 2323145"/>
              <a:gd name="connsiteX200" fmla="*/ 2512054 w 11269336"/>
              <a:gd name="connsiteY200" fmla="*/ 2031671 h 2323145"/>
              <a:gd name="connsiteX201" fmla="*/ 2506437 w 11269336"/>
              <a:gd name="connsiteY201" fmla="*/ 2030918 h 2323145"/>
              <a:gd name="connsiteX202" fmla="*/ 2491752 w 11269336"/>
              <a:gd name="connsiteY202" fmla="*/ 2033906 h 2323145"/>
              <a:gd name="connsiteX203" fmla="*/ 2486338 w 11269336"/>
              <a:gd name="connsiteY203" fmla="*/ 2035862 h 2323145"/>
              <a:gd name="connsiteX204" fmla="*/ 2478186 w 11269336"/>
              <a:gd name="connsiteY204" fmla="*/ 2036953 h 2323145"/>
              <a:gd name="connsiteX205" fmla="*/ 2477950 w 11269336"/>
              <a:gd name="connsiteY205" fmla="*/ 2036715 h 2323145"/>
              <a:gd name="connsiteX206" fmla="*/ 2470381 w 11269336"/>
              <a:gd name="connsiteY206" fmla="*/ 2038256 h 2323145"/>
              <a:gd name="connsiteX207" fmla="*/ 2433781 w 11269336"/>
              <a:gd name="connsiteY207" fmla="*/ 2049140 h 2323145"/>
              <a:gd name="connsiteX208" fmla="*/ 2381172 w 11269336"/>
              <a:gd name="connsiteY208" fmla="*/ 2030645 h 2323145"/>
              <a:gd name="connsiteX209" fmla="*/ 2360198 w 11269336"/>
              <a:gd name="connsiteY209" fmla="*/ 2029059 h 2323145"/>
              <a:gd name="connsiteX210" fmla="*/ 2348815 w 11269336"/>
              <a:gd name="connsiteY210" fmla="*/ 2026798 h 2323145"/>
              <a:gd name="connsiteX211" fmla="*/ 2347988 w 11269336"/>
              <a:gd name="connsiteY211" fmla="*/ 2025745 h 2323145"/>
              <a:gd name="connsiteX212" fmla="*/ 2312920 w 11269336"/>
              <a:gd name="connsiteY212" fmla="*/ 2036311 h 2323145"/>
              <a:gd name="connsiteX213" fmla="*/ 2307986 w 11269336"/>
              <a:gd name="connsiteY213" fmla="*/ 2035583 h 2323145"/>
              <a:gd name="connsiteX214" fmla="*/ 2285481 w 11269336"/>
              <a:gd name="connsiteY214" fmla="*/ 2045197 h 2323145"/>
              <a:gd name="connsiteX215" fmla="*/ 2273666 w 11269336"/>
              <a:gd name="connsiteY215" fmla="*/ 2048710 h 2323145"/>
              <a:gd name="connsiteX216" fmla="*/ 2270719 w 11269336"/>
              <a:gd name="connsiteY216" fmla="*/ 2052702 h 2323145"/>
              <a:gd name="connsiteX217" fmla="*/ 2253080 w 11269336"/>
              <a:gd name="connsiteY217" fmla="*/ 2056363 h 2323145"/>
              <a:gd name="connsiteX218" fmla="*/ 2250906 w 11269336"/>
              <a:gd name="connsiteY218" fmla="*/ 2055654 h 2323145"/>
              <a:gd name="connsiteX219" fmla="*/ 2236905 w 11269336"/>
              <a:gd name="connsiteY219" fmla="*/ 2062882 h 2323145"/>
              <a:gd name="connsiteX220" fmla="*/ 2225830 w 11269336"/>
              <a:gd name="connsiteY220" fmla="*/ 2074027 h 2323145"/>
              <a:gd name="connsiteX221" fmla="*/ 2073776 w 11269336"/>
              <a:gd name="connsiteY221" fmla="*/ 2089244 h 2323145"/>
              <a:gd name="connsiteX222" fmla="*/ 1948256 w 11269336"/>
              <a:gd name="connsiteY222" fmla="*/ 2146616 h 2323145"/>
              <a:gd name="connsiteX223" fmla="*/ 1865582 w 11269336"/>
              <a:gd name="connsiteY223" fmla="*/ 2153738 h 2323145"/>
              <a:gd name="connsiteX224" fmla="*/ 1835210 w 11269336"/>
              <a:gd name="connsiteY224" fmla="*/ 2134244 h 2323145"/>
              <a:gd name="connsiteX225" fmla="*/ 1632661 w 11269336"/>
              <a:gd name="connsiteY225" fmla="*/ 2173882 h 2323145"/>
              <a:gd name="connsiteX226" fmla="*/ 1579590 w 11269336"/>
              <a:gd name="connsiteY226" fmla="*/ 2173680 h 2323145"/>
              <a:gd name="connsiteX227" fmla="*/ 1535601 w 11269336"/>
              <a:gd name="connsiteY227" fmla="*/ 2194590 h 2323145"/>
              <a:gd name="connsiteX228" fmla="*/ 1515594 w 11269336"/>
              <a:gd name="connsiteY228" fmla="*/ 2189622 h 2323145"/>
              <a:gd name="connsiteX229" fmla="*/ 1512113 w 11269336"/>
              <a:gd name="connsiteY229" fmla="*/ 2188534 h 2323145"/>
              <a:gd name="connsiteX230" fmla="*/ 1498838 w 11269336"/>
              <a:gd name="connsiteY230" fmla="*/ 2189213 h 2323145"/>
              <a:gd name="connsiteX231" fmla="*/ 1494279 w 11269336"/>
              <a:gd name="connsiteY231" fmla="*/ 2183112 h 2323145"/>
              <a:gd name="connsiteX232" fmla="*/ 1473714 w 11269336"/>
              <a:gd name="connsiteY232" fmla="*/ 2179625 h 2323145"/>
              <a:gd name="connsiteX233" fmla="*/ 1449503 w 11269336"/>
              <a:gd name="connsiteY233" fmla="*/ 2182633 h 2323145"/>
              <a:gd name="connsiteX234" fmla="*/ 1266687 w 11269336"/>
              <a:gd name="connsiteY234" fmla="*/ 2212688 h 2323145"/>
              <a:gd name="connsiteX235" fmla="*/ 1239614 w 11269336"/>
              <a:gd name="connsiteY235" fmla="*/ 2209727 h 2323145"/>
              <a:gd name="connsiteX236" fmla="*/ 1202436 w 11269336"/>
              <a:gd name="connsiteY236" fmla="*/ 2209817 h 2323145"/>
              <a:gd name="connsiteX237" fmla="*/ 1136097 w 11269336"/>
              <a:gd name="connsiteY237" fmla="*/ 2205112 h 2323145"/>
              <a:gd name="connsiteX238" fmla="*/ 988232 w 11269336"/>
              <a:gd name="connsiteY238" fmla="*/ 2235635 h 2323145"/>
              <a:gd name="connsiteX239" fmla="*/ 981959 w 11269336"/>
              <a:gd name="connsiteY239" fmla="*/ 2231607 h 2323145"/>
              <a:gd name="connsiteX240" fmla="*/ 938600 w 11269336"/>
              <a:gd name="connsiteY240" fmla="*/ 2238113 h 2323145"/>
              <a:gd name="connsiteX241" fmla="*/ 791788 w 11269336"/>
              <a:gd name="connsiteY241" fmla="*/ 2293224 h 2323145"/>
              <a:gd name="connsiteX242" fmla="*/ 706914 w 11269336"/>
              <a:gd name="connsiteY242" fmla="*/ 2305046 h 2323145"/>
              <a:gd name="connsiteX243" fmla="*/ 675971 w 11269336"/>
              <a:gd name="connsiteY243" fmla="*/ 2304030 h 2323145"/>
              <a:gd name="connsiteX244" fmla="*/ 624180 w 11269336"/>
              <a:gd name="connsiteY244" fmla="*/ 2302650 h 2323145"/>
              <a:gd name="connsiteX245" fmla="*/ 583453 w 11269336"/>
              <a:gd name="connsiteY245" fmla="*/ 2288788 h 2323145"/>
              <a:gd name="connsiteX246" fmla="*/ 540946 w 11269336"/>
              <a:gd name="connsiteY246" fmla="*/ 2292721 h 2323145"/>
              <a:gd name="connsiteX247" fmla="*/ 533680 w 11269336"/>
              <a:gd name="connsiteY247" fmla="*/ 2310233 h 2323145"/>
              <a:gd name="connsiteX248" fmla="*/ 487366 w 11269336"/>
              <a:gd name="connsiteY248" fmla="*/ 2309053 h 2323145"/>
              <a:gd name="connsiteX249" fmla="*/ 416820 w 11269336"/>
              <a:gd name="connsiteY249" fmla="*/ 2305443 h 2323145"/>
              <a:gd name="connsiteX250" fmla="*/ 376805 w 11269336"/>
              <a:gd name="connsiteY250" fmla="*/ 2307647 h 2323145"/>
              <a:gd name="connsiteX251" fmla="*/ 266777 w 11269336"/>
              <a:gd name="connsiteY251" fmla="*/ 2309012 h 2323145"/>
              <a:gd name="connsiteX252" fmla="*/ 156013 w 11269336"/>
              <a:gd name="connsiteY252" fmla="*/ 2306832 h 2323145"/>
              <a:gd name="connsiteX253" fmla="*/ 87258 w 11269336"/>
              <a:gd name="connsiteY253" fmla="*/ 2285511 h 2323145"/>
              <a:gd name="connsiteX254" fmla="*/ 23798 w 11269336"/>
              <a:gd name="connsiteY254" fmla="*/ 2281822 h 2323145"/>
              <a:gd name="connsiteX255" fmla="*/ 0 w 11269336"/>
              <a:gd name="connsiteY255" fmla="*/ 2285369 h 2323145"/>
              <a:gd name="connsiteX256" fmla="*/ 0 w 11269336"/>
              <a:gd name="connsiteY25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05765 w 11269336"/>
              <a:gd name="connsiteY145" fmla="*/ 2199902 h 2323145"/>
              <a:gd name="connsiteX146" fmla="*/ 4401354 w 11269336"/>
              <a:gd name="connsiteY146" fmla="*/ 2194745 h 2323145"/>
              <a:gd name="connsiteX147" fmla="*/ 4366646 w 11269336"/>
              <a:gd name="connsiteY147" fmla="*/ 2198564 h 2323145"/>
              <a:gd name="connsiteX148" fmla="*/ 4354009 w 11269336"/>
              <a:gd name="connsiteY148" fmla="*/ 2204984 h 2323145"/>
              <a:gd name="connsiteX149" fmla="*/ 4348284 w 11269336"/>
              <a:gd name="connsiteY149" fmla="*/ 2205270 h 2323145"/>
              <a:gd name="connsiteX150" fmla="*/ 4333906 w 11269336"/>
              <a:gd name="connsiteY150" fmla="*/ 2205251 h 2323145"/>
              <a:gd name="connsiteX151" fmla="*/ 4308819 w 11269336"/>
              <a:gd name="connsiteY151" fmla="*/ 2203822 h 2323145"/>
              <a:gd name="connsiteX152" fmla="*/ 4301210 w 11269336"/>
              <a:gd name="connsiteY152" fmla="*/ 2204456 h 2323145"/>
              <a:gd name="connsiteX153" fmla="*/ 4283095 w 11269336"/>
              <a:gd name="connsiteY153" fmla="*/ 2198177 h 2323145"/>
              <a:gd name="connsiteX154" fmla="*/ 4250119 w 11269336"/>
              <a:gd name="connsiteY154" fmla="*/ 2196342 h 2323145"/>
              <a:gd name="connsiteX155" fmla="*/ 4189203 w 11269336"/>
              <a:gd name="connsiteY155" fmla="*/ 2178994 h 2323145"/>
              <a:gd name="connsiteX156" fmla="*/ 4154035 w 11269336"/>
              <a:gd name="connsiteY156" fmla="*/ 2171950 h 2323145"/>
              <a:gd name="connsiteX157" fmla="*/ 4129569 w 11269336"/>
              <a:gd name="connsiteY157" fmla="*/ 2163850 h 2323145"/>
              <a:gd name="connsiteX158" fmla="*/ 4061250 w 11269336"/>
              <a:gd name="connsiteY158" fmla="*/ 2159236 h 2323145"/>
              <a:gd name="connsiteX159" fmla="*/ 3945480 w 11269336"/>
              <a:gd name="connsiteY159" fmla="*/ 2158279 h 2323145"/>
              <a:gd name="connsiteX160" fmla="*/ 3921468 w 11269336"/>
              <a:gd name="connsiteY160" fmla="*/ 2156588 h 2323145"/>
              <a:gd name="connsiteX161" fmla="*/ 3903348 w 11269336"/>
              <a:gd name="connsiteY161" fmla="*/ 2149220 h 2323145"/>
              <a:gd name="connsiteX162" fmla="*/ 3901342 w 11269336"/>
              <a:gd name="connsiteY162" fmla="*/ 2142355 h 2323145"/>
              <a:gd name="connsiteX163" fmla="*/ 3888539 w 11269336"/>
              <a:gd name="connsiteY163" fmla="*/ 2140476 h 2323145"/>
              <a:gd name="connsiteX164" fmla="*/ 3885662 w 11269336"/>
              <a:gd name="connsiteY164" fmla="*/ 2138740 h 2323145"/>
              <a:gd name="connsiteX165" fmla="*/ 3868627 w 11269336"/>
              <a:gd name="connsiteY165" fmla="*/ 2130023 h 2323145"/>
              <a:gd name="connsiteX166" fmla="*/ 3819177 w 11269336"/>
              <a:gd name="connsiteY166" fmla="*/ 2142111 h 2323145"/>
              <a:gd name="connsiteX167" fmla="*/ 3769100 w 11269336"/>
              <a:gd name="connsiteY167" fmla="*/ 2131731 h 2323145"/>
              <a:gd name="connsiteX168" fmla="*/ 3562752 w 11269336"/>
              <a:gd name="connsiteY168" fmla="*/ 2131785 h 2323145"/>
              <a:gd name="connsiteX169" fmla="*/ 3541402 w 11269336"/>
              <a:gd name="connsiteY169" fmla="*/ 2106821 h 2323145"/>
              <a:gd name="connsiteX170" fmla="*/ 3365341 w 11269336"/>
              <a:gd name="connsiteY170" fmla="*/ 2077638 h 2323145"/>
              <a:gd name="connsiteX171" fmla="*/ 3170922 w 11269336"/>
              <a:gd name="connsiteY171" fmla="*/ 2115957 h 2323145"/>
              <a:gd name="connsiteX172" fmla="*/ 3156256 w 11269336"/>
              <a:gd name="connsiteY172" fmla="*/ 2124773 h 2323145"/>
              <a:gd name="connsiteX173" fmla="*/ 3140298 w 11269336"/>
              <a:gd name="connsiteY173" fmla="*/ 2129182 h 2323145"/>
              <a:gd name="connsiteX174" fmla="*/ 3138514 w 11269336"/>
              <a:gd name="connsiteY174" fmla="*/ 2128069 h 2323145"/>
              <a:gd name="connsiteX175" fmla="*/ 3120467 w 11269336"/>
              <a:gd name="connsiteY175" fmla="*/ 2128281 h 2323145"/>
              <a:gd name="connsiteX176" fmla="*/ 3116175 w 11269336"/>
              <a:gd name="connsiteY176" fmla="*/ 2131633 h 2323145"/>
              <a:gd name="connsiteX177" fmla="*/ 3103685 w 11269336"/>
              <a:gd name="connsiteY177" fmla="*/ 2132814 h 2323145"/>
              <a:gd name="connsiteX178" fmla="*/ 3078794 w 11269336"/>
              <a:gd name="connsiteY178" fmla="*/ 2137935 h 2323145"/>
              <a:gd name="connsiteX179" fmla="*/ 3074407 w 11269336"/>
              <a:gd name="connsiteY179" fmla="*/ 2136274 h 2323145"/>
              <a:gd name="connsiteX180" fmla="*/ 3037285 w 11269336"/>
              <a:gd name="connsiteY180" fmla="*/ 2139919 h 2323145"/>
              <a:gd name="connsiteX181" fmla="*/ 3036901 w 11269336"/>
              <a:gd name="connsiteY181" fmla="*/ 2138726 h 2323145"/>
              <a:gd name="connsiteX182" fmla="*/ 3026996 w 11269336"/>
              <a:gd name="connsiteY182" fmla="*/ 2134322 h 2323145"/>
              <a:gd name="connsiteX183" fmla="*/ 3007772 w 11269336"/>
              <a:gd name="connsiteY183" fmla="*/ 2128742 h 2323145"/>
              <a:gd name="connsiteX184" fmla="*/ 2965030 w 11269336"/>
              <a:gd name="connsiteY184" fmla="*/ 2100494 h 2323145"/>
              <a:gd name="connsiteX185" fmla="*/ 2926342 w 11269336"/>
              <a:gd name="connsiteY185" fmla="*/ 2104155 h 2323145"/>
              <a:gd name="connsiteX186" fmla="*/ 2918608 w 11269336"/>
              <a:gd name="connsiteY186" fmla="*/ 2104215 h 2323145"/>
              <a:gd name="connsiteX187" fmla="*/ 2918475 w 11269336"/>
              <a:gd name="connsiteY187" fmla="*/ 2103937 h 2323145"/>
              <a:gd name="connsiteX188" fmla="*/ 2910360 w 11269336"/>
              <a:gd name="connsiteY188" fmla="*/ 2103444 h 2323145"/>
              <a:gd name="connsiteX189" fmla="*/ 2904507 w 11269336"/>
              <a:gd name="connsiteY189" fmla="*/ 2104326 h 2323145"/>
              <a:gd name="connsiteX190" fmla="*/ 2889503 w 11269336"/>
              <a:gd name="connsiteY190" fmla="*/ 2104443 h 2323145"/>
              <a:gd name="connsiteX191" fmla="*/ 2884480 w 11269336"/>
              <a:gd name="connsiteY191" fmla="*/ 2102626 h 2323145"/>
              <a:gd name="connsiteX192" fmla="*/ 2882689 w 11269336"/>
              <a:gd name="connsiteY192" fmla="*/ 2099228 h 2323145"/>
              <a:gd name="connsiteX193" fmla="*/ 2881291 w 11269336"/>
              <a:gd name="connsiteY193" fmla="*/ 2099618 h 2323145"/>
              <a:gd name="connsiteX194" fmla="*/ 2853979 w 11269336"/>
              <a:gd name="connsiteY194" fmla="*/ 2090388 h 2323145"/>
              <a:gd name="connsiteX195" fmla="*/ 2791790 w 11269336"/>
              <a:gd name="connsiteY195" fmla="*/ 2080332 h 2323145"/>
              <a:gd name="connsiteX196" fmla="*/ 2755844 w 11269336"/>
              <a:gd name="connsiteY196" fmla="*/ 2078874 h 2323145"/>
              <a:gd name="connsiteX197" fmla="*/ 2657742 w 11269336"/>
              <a:gd name="connsiteY197" fmla="*/ 2070179 h 2323145"/>
              <a:gd name="connsiteX198" fmla="*/ 2559549 w 11269336"/>
              <a:gd name="connsiteY198" fmla="*/ 2057873 h 2323145"/>
              <a:gd name="connsiteX199" fmla="*/ 2512054 w 11269336"/>
              <a:gd name="connsiteY199" fmla="*/ 2031671 h 2323145"/>
              <a:gd name="connsiteX200" fmla="*/ 2506437 w 11269336"/>
              <a:gd name="connsiteY200" fmla="*/ 2030918 h 2323145"/>
              <a:gd name="connsiteX201" fmla="*/ 2491752 w 11269336"/>
              <a:gd name="connsiteY201" fmla="*/ 2033906 h 2323145"/>
              <a:gd name="connsiteX202" fmla="*/ 2486338 w 11269336"/>
              <a:gd name="connsiteY202" fmla="*/ 2035862 h 2323145"/>
              <a:gd name="connsiteX203" fmla="*/ 2478186 w 11269336"/>
              <a:gd name="connsiteY203" fmla="*/ 2036953 h 2323145"/>
              <a:gd name="connsiteX204" fmla="*/ 2477950 w 11269336"/>
              <a:gd name="connsiteY204" fmla="*/ 2036715 h 2323145"/>
              <a:gd name="connsiteX205" fmla="*/ 2470381 w 11269336"/>
              <a:gd name="connsiteY205" fmla="*/ 2038256 h 2323145"/>
              <a:gd name="connsiteX206" fmla="*/ 2433781 w 11269336"/>
              <a:gd name="connsiteY206" fmla="*/ 2049140 h 2323145"/>
              <a:gd name="connsiteX207" fmla="*/ 2381172 w 11269336"/>
              <a:gd name="connsiteY207" fmla="*/ 2030645 h 2323145"/>
              <a:gd name="connsiteX208" fmla="*/ 2360198 w 11269336"/>
              <a:gd name="connsiteY208" fmla="*/ 2029059 h 2323145"/>
              <a:gd name="connsiteX209" fmla="*/ 2348815 w 11269336"/>
              <a:gd name="connsiteY209" fmla="*/ 2026798 h 2323145"/>
              <a:gd name="connsiteX210" fmla="*/ 2347988 w 11269336"/>
              <a:gd name="connsiteY210" fmla="*/ 2025745 h 2323145"/>
              <a:gd name="connsiteX211" fmla="*/ 2312920 w 11269336"/>
              <a:gd name="connsiteY211" fmla="*/ 2036311 h 2323145"/>
              <a:gd name="connsiteX212" fmla="*/ 2307986 w 11269336"/>
              <a:gd name="connsiteY212" fmla="*/ 2035583 h 2323145"/>
              <a:gd name="connsiteX213" fmla="*/ 2285481 w 11269336"/>
              <a:gd name="connsiteY213" fmla="*/ 2045197 h 2323145"/>
              <a:gd name="connsiteX214" fmla="*/ 2273666 w 11269336"/>
              <a:gd name="connsiteY214" fmla="*/ 2048710 h 2323145"/>
              <a:gd name="connsiteX215" fmla="*/ 2270719 w 11269336"/>
              <a:gd name="connsiteY215" fmla="*/ 2052702 h 2323145"/>
              <a:gd name="connsiteX216" fmla="*/ 2253080 w 11269336"/>
              <a:gd name="connsiteY216" fmla="*/ 2056363 h 2323145"/>
              <a:gd name="connsiteX217" fmla="*/ 2250906 w 11269336"/>
              <a:gd name="connsiteY217" fmla="*/ 2055654 h 2323145"/>
              <a:gd name="connsiteX218" fmla="*/ 2236905 w 11269336"/>
              <a:gd name="connsiteY218" fmla="*/ 2062882 h 2323145"/>
              <a:gd name="connsiteX219" fmla="*/ 2225830 w 11269336"/>
              <a:gd name="connsiteY219" fmla="*/ 2074027 h 2323145"/>
              <a:gd name="connsiteX220" fmla="*/ 2073776 w 11269336"/>
              <a:gd name="connsiteY220" fmla="*/ 2089244 h 2323145"/>
              <a:gd name="connsiteX221" fmla="*/ 1948256 w 11269336"/>
              <a:gd name="connsiteY221" fmla="*/ 2146616 h 2323145"/>
              <a:gd name="connsiteX222" fmla="*/ 1865582 w 11269336"/>
              <a:gd name="connsiteY222" fmla="*/ 2153738 h 2323145"/>
              <a:gd name="connsiteX223" fmla="*/ 1835210 w 11269336"/>
              <a:gd name="connsiteY223" fmla="*/ 2134244 h 2323145"/>
              <a:gd name="connsiteX224" fmla="*/ 1632661 w 11269336"/>
              <a:gd name="connsiteY224" fmla="*/ 2173882 h 2323145"/>
              <a:gd name="connsiteX225" fmla="*/ 1579590 w 11269336"/>
              <a:gd name="connsiteY225" fmla="*/ 2173680 h 2323145"/>
              <a:gd name="connsiteX226" fmla="*/ 1535601 w 11269336"/>
              <a:gd name="connsiteY226" fmla="*/ 2194590 h 2323145"/>
              <a:gd name="connsiteX227" fmla="*/ 1515594 w 11269336"/>
              <a:gd name="connsiteY227" fmla="*/ 2189622 h 2323145"/>
              <a:gd name="connsiteX228" fmla="*/ 1512113 w 11269336"/>
              <a:gd name="connsiteY228" fmla="*/ 2188534 h 2323145"/>
              <a:gd name="connsiteX229" fmla="*/ 1498838 w 11269336"/>
              <a:gd name="connsiteY229" fmla="*/ 2189213 h 2323145"/>
              <a:gd name="connsiteX230" fmla="*/ 1494279 w 11269336"/>
              <a:gd name="connsiteY230" fmla="*/ 2183112 h 2323145"/>
              <a:gd name="connsiteX231" fmla="*/ 1473714 w 11269336"/>
              <a:gd name="connsiteY231" fmla="*/ 2179625 h 2323145"/>
              <a:gd name="connsiteX232" fmla="*/ 1449503 w 11269336"/>
              <a:gd name="connsiteY232" fmla="*/ 2182633 h 2323145"/>
              <a:gd name="connsiteX233" fmla="*/ 1266687 w 11269336"/>
              <a:gd name="connsiteY233" fmla="*/ 2212688 h 2323145"/>
              <a:gd name="connsiteX234" fmla="*/ 1239614 w 11269336"/>
              <a:gd name="connsiteY234" fmla="*/ 2209727 h 2323145"/>
              <a:gd name="connsiteX235" fmla="*/ 1202436 w 11269336"/>
              <a:gd name="connsiteY235" fmla="*/ 2209817 h 2323145"/>
              <a:gd name="connsiteX236" fmla="*/ 1136097 w 11269336"/>
              <a:gd name="connsiteY236" fmla="*/ 2205112 h 2323145"/>
              <a:gd name="connsiteX237" fmla="*/ 988232 w 11269336"/>
              <a:gd name="connsiteY237" fmla="*/ 2235635 h 2323145"/>
              <a:gd name="connsiteX238" fmla="*/ 981959 w 11269336"/>
              <a:gd name="connsiteY238" fmla="*/ 2231607 h 2323145"/>
              <a:gd name="connsiteX239" fmla="*/ 938600 w 11269336"/>
              <a:gd name="connsiteY239" fmla="*/ 2238113 h 2323145"/>
              <a:gd name="connsiteX240" fmla="*/ 791788 w 11269336"/>
              <a:gd name="connsiteY240" fmla="*/ 2293224 h 2323145"/>
              <a:gd name="connsiteX241" fmla="*/ 706914 w 11269336"/>
              <a:gd name="connsiteY241" fmla="*/ 2305046 h 2323145"/>
              <a:gd name="connsiteX242" fmla="*/ 675971 w 11269336"/>
              <a:gd name="connsiteY242" fmla="*/ 2304030 h 2323145"/>
              <a:gd name="connsiteX243" fmla="*/ 624180 w 11269336"/>
              <a:gd name="connsiteY243" fmla="*/ 2302650 h 2323145"/>
              <a:gd name="connsiteX244" fmla="*/ 583453 w 11269336"/>
              <a:gd name="connsiteY244" fmla="*/ 2288788 h 2323145"/>
              <a:gd name="connsiteX245" fmla="*/ 540946 w 11269336"/>
              <a:gd name="connsiteY245" fmla="*/ 2292721 h 2323145"/>
              <a:gd name="connsiteX246" fmla="*/ 533680 w 11269336"/>
              <a:gd name="connsiteY246" fmla="*/ 2310233 h 2323145"/>
              <a:gd name="connsiteX247" fmla="*/ 487366 w 11269336"/>
              <a:gd name="connsiteY247" fmla="*/ 2309053 h 2323145"/>
              <a:gd name="connsiteX248" fmla="*/ 416820 w 11269336"/>
              <a:gd name="connsiteY248" fmla="*/ 2305443 h 2323145"/>
              <a:gd name="connsiteX249" fmla="*/ 376805 w 11269336"/>
              <a:gd name="connsiteY249" fmla="*/ 2307647 h 2323145"/>
              <a:gd name="connsiteX250" fmla="*/ 266777 w 11269336"/>
              <a:gd name="connsiteY250" fmla="*/ 2309012 h 2323145"/>
              <a:gd name="connsiteX251" fmla="*/ 156013 w 11269336"/>
              <a:gd name="connsiteY251" fmla="*/ 2306832 h 2323145"/>
              <a:gd name="connsiteX252" fmla="*/ 87258 w 11269336"/>
              <a:gd name="connsiteY252" fmla="*/ 2285511 h 2323145"/>
              <a:gd name="connsiteX253" fmla="*/ 23798 w 11269336"/>
              <a:gd name="connsiteY253" fmla="*/ 2281822 h 2323145"/>
              <a:gd name="connsiteX254" fmla="*/ 0 w 11269336"/>
              <a:gd name="connsiteY254" fmla="*/ 2285369 h 2323145"/>
              <a:gd name="connsiteX255" fmla="*/ 0 w 11269336"/>
              <a:gd name="connsiteY25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05765 w 11269336"/>
              <a:gd name="connsiteY144" fmla="*/ 2199902 h 2323145"/>
              <a:gd name="connsiteX145" fmla="*/ 4401354 w 11269336"/>
              <a:gd name="connsiteY145" fmla="*/ 2194745 h 2323145"/>
              <a:gd name="connsiteX146" fmla="*/ 4366646 w 11269336"/>
              <a:gd name="connsiteY146" fmla="*/ 2198564 h 2323145"/>
              <a:gd name="connsiteX147" fmla="*/ 4354009 w 11269336"/>
              <a:gd name="connsiteY147" fmla="*/ 2204984 h 2323145"/>
              <a:gd name="connsiteX148" fmla="*/ 4348284 w 11269336"/>
              <a:gd name="connsiteY148" fmla="*/ 2205270 h 2323145"/>
              <a:gd name="connsiteX149" fmla="*/ 4333906 w 11269336"/>
              <a:gd name="connsiteY149" fmla="*/ 2205251 h 2323145"/>
              <a:gd name="connsiteX150" fmla="*/ 4308819 w 11269336"/>
              <a:gd name="connsiteY150" fmla="*/ 2203822 h 2323145"/>
              <a:gd name="connsiteX151" fmla="*/ 4301210 w 11269336"/>
              <a:gd name="connsiteY151" fmla="*/ 2204456 h 2323145"/>
              <a:gd name="connsiteX152" fmla="*/ 4283095 w 11269336"/>
              <a:gd name="connsiteY152" fmla="*/ 2198177 h 2323145"/>
              <a:gd name="connsiteX153" fmla="*/ 4250119 w 11269336"/>
              <a:gd name="connsiteY153" fmla="*/ 2196342 h 2323145"/>
              <a:gd name="connsiteX154" fmla="*/ 4189203 w 11269336"/>
              <a:gd name="connsiteY154" fmla="*/ 2178994 h 2323145"/>
              <a:gd name="connsiteX155" fmla="*/ 4154035 w 11269336"/>
              <a:gd name="connsiteY155" fmla="*/ 2171950 h 2323145"/>
              <a:gd name="connsiteX156" fmla="*/ 4129569 w 11269336"/>
              <a:gd name="connsiteY156" fmla="*/ 2163850 h 2323145"/>
              <a:gd name="connsiteX157" fmla="*/ 4061250 w 11269336"/>
              <a:gd name="connsiteY157" fmla="*/ 2159236 h 2323145"/>
              <a:gd name="connsiteX158" fmla="*/ 3945480 w 11269336"/>
              <a:gd name="connsiteY158" fmla="*/ 2158279 h 2323145"/>
              <a:gd name="connsiteX159" fmla="*/ 3921468 w 11269336"/>
              <a:gd name="connsiteY159" fmla="*/ 2156588 h 2323145"/>
              <a:gd name="connsiteX160" fmla="*/ 3903348 w 11269336"/>
              <a:gd name="connsiteY160" fmla="*/ 2149220 h 2323145"/>
              <a:gd name="connsiteX161" fmla="*/ 3901342 w 11269336"/>
              <a:gd name="connsiteY161" fmla="*/ 2142355 h 2323145"/>
              <a:gd name="connsiteX162" fmla="*/ 3888539 w 11269336"/>
              <a:gd name="connsiteY162" fmla="*/ 2140476 h 2323145"/>
              <a:gd name="connsiteX163" fmla="*/ 3885662 w 11269336"/>
              <a:gd name="connsiteY163" fmla="*/ 2138740 h 2323145"/>
              <a:gd name="connsiteX164" fmla="*/ 3868627 w 11269336"/>
              <a:gd name="connsiteY164" fmla="*/ 2130023 h 2323145"/>
              <a:gd name="connsiteX165" fmla="*/ 3819177 w 11269336"/>
              <a:gd name="connsiteY165" fmla="*/ 2142111 h 2323145"/>
              <a:gd name="connsiteX166" fmla="*/ 3769100 w 11269336"/>
              <a:gd name="connsiteY166" fmla="*/ 2131731 h 2323145"/>
              <a:gd name="connsiteX167" fmla="*/ 3562752 w 11269336"/>
              <a:gd name="connsiteY167" fmla="*/ 2131785 h 2323145"/>
              <a:gd name="connsiteX168" fmla="*/ 3541402 w 11269336"/>
              <a:gd name="connsiteY168" fmla="*/ 2106821 h 2323145"/>
              <a:gd name="connsiteX169" fmla="*/ 3365341 w 11269336"/>
              <a:gd name="connsiteY169" fmla="*/ 2077638 h 2323145"/>
              <a:gd name="connsiteX170" fmla="*/ 3170922 w 11269336"/>
              <a:gd name="connsiteY170" fmla="*/ 2115957 h 2323145"/>
              <a:gd name="connsiteX171" fmla="*/ 3156256 w 11269336"/>
              <a:gd name="connsiteY171" fmla="*/ 2124773 h 2323145"/>
              <a:gd name="connsiteX172" fmla="*/ 3140298 w 11269336"/>
              <a:gd name="connsiteY172" fmla="*/ 2129182 h 2323145"/>
              <a:gd name="connsiteX173" fmla="*/ 3138514 w 11269336"/>
              <a:gd name="connsiteY173" fmla="*/ 2128069 h 2323145"/>
              <a:gd name="connsiteX174" fmla="*/ 3120467 w 11269336"/>
              <a:gd name="connsiteY174" fmla="*/ 2128281 h 2323145"/>
              <a:gd name="connsiteX175" fmla="*/ 3116175 w 11269336"/>
              <a:gd name="connsiteY175" fmla="*/ 2131633 h 2323145"/>
              <a:gd name="connsiteX176" fmla="*/ 3103685 w 11269336"/>
              <a:gd name="connsiteY176" fmla="*/ 2132814 h 2323145"/>
              <a:gd name="connsiteX177" fmla="*/ 3078794 w 11269336"/>
              <a:gd name="connsiteY177" fmla="*/ 2137935 h 2323145"/>
              <a:gd name="connsiteX178" fmla="*/ 3074407 w 11269336"/>
              <a:gd name="connsiteY178" fmla="*/ 2136274 h 2323145"/>
              <a:gd name="connsiteX179" fmla="*/ 3037285 w 11269336"/>
              <a:gd name="connsiteY179" fmla="*/ 2139919 h 2323145"/>
              <a:gd name="connsiteX180" fmla="*/ 3036901 w 11269336"/>
              <a:gd name="connsiteY180" fmla="*/ 2138726 h 2323145"/>
              <a:gd name="connsiteX181" fmla="*/ 3026996 w 11269336"/>
              <a:gd name="connsiteY181" fmla="*/ 2134322 h 2323145"/>
              <a:gd name="connsiteX182" fmla="*/ 3007772 w 11269336"/>
              <a:gd name="connsiteY182" fmla="*/ 2128742 h 2323145"/>
              <a:gd name="connsiteX183" fmla="*/ 2965030 w 11269336"/>
              <a:gd name="connsiteY183" fmla="*/ 2100494 h 2323145"/>
              <a:gd name="connsiteX184" fmla="*/ 2926342 w 11269336"/>
              <a:gd name="connsiteY184" fmla="*/ 2104155 h 2323145"/>
              <a:gd name="connsiteX185" fmla="*/ 2918608 w 11269336"/>
              <a:gd name="connsiteY185" fmla="*/ 2104215 h 2323145"/>
              <a:gd name="connsiteX186" fmla="*/ 2918475 w 11269336"/>
              <a:gd name="connsiteY186" fmla="*/ 2103937 h 2323145"/>
              <a:gd name="connsiteX187" fmla="*/ 2910360 w 11269336"/>
              <a:gd name="connsiteY187" fmla="*/ 2103444 h 2323145"/>
              <a:gd name="connsiteX188" fmla="*/ 2904507 w 11269336"/>
              <a:gd name="connsiteY188" fmla="*/ 2104326 h 2323145"/>
              <a:gd name="connsiteX189" fmla="*/ 2889503 w 11269336"/>
              <a:gd name="connsiteY189" fmla="*/ 2104443 h 2323145"/>
              <a:gd name="connsiteX190" fmla="*/ 2884480 w 11269336"/>
              <a:gd name="connsiteY190" fmla="*/ 2102626 h 2323145"/>
              <a:gd name="connsiteX191" fmla="*/ 2882689 w 11269336"/>
              <a:gd name="connsiteY191" fmla="*/ 2099228 h 2323145"/>
              <a:gd name="connsiteX192" fmla="*/ 2881291 w 11269336"/>
              <a:gd name="connsiteY192" fmla="*/ 2099618 h 2323145"/>
              <a:gd name="connsiteX193" fmla="*/ 2853979 w 11269336"/>
              <a:gd name="connsiteY193" fmla="*/ 2090388 h 2323145"/>
              <a:gd name="connsiteX194" fmla="*/ 2791790 w 11269336"/>
              <a:gd name="connsiteY194" fmla="*/ 2080332 h 2323145"/>
              <a:gd name="connsiteX195" fmla="*/ 2755844 w 11269336"/>
              <a:gd name="connsiteY195" fmla="*/ 2078874 h 2323145"/>
              <a:gd name="connsiteX196" fmla="*/ 2657742 w 11269336"/>
              <a:gd name="connsiteY196" fmla="*/ 2070179 h 2323145"/>
              <a:gd name="connsiteX197" fmla="*/ 2559549 w 11269336"/>
              <a:gd name="connsiteY197" fmla="*/ 2057873 h 2323145"/>
              <a:gd name="connsiteX198" fmla="*/ 2512054 w 11269336"/>
              <a:gd name="connsiteY198" fmla="*/ 2031671 h 2323145"/>
              <a:gd name="connsiteX199" fmla="*/ 2506437 w 11269336"/>
              <a:gd name="connsiteY199" fmla="*/ 2030918 h 2323145"/>
              <a:gd name="connsiteX200" fmla="*/ 2491752 w 11269336"/>
              <a:gd name="connsiteY200" fmla="*/ 2033906 h 2323145"/>
              <a:gd name="connsiteX201" fmla="*/ 2486338 w 11269336"/>
              <a:gd name="connsiteY201" fmla="*/ 2035862 h 2323145"/>
              <a:gd name="connsiteX202" fmla="*/ 2478186 w 11269336"/>
              <a:gd name="connsiteY202" fmla="*/ 2036953 h 2323145"/>
              <a:gd name="connsiteX203" fmla="*/ 2477950 w 11269336"/>
              <a:gd name="connsiteY203" fmla="*/ 2036715 h 2323145"/>
              <a:gd name="connsiteX204" fmla="*/ 2470381 w 11269336"/>
              <a:gd name="connsiteY204" fmla="*/ 2038256 h 2323145"/>
              <a:gd name="connsiteX205" fmla="*/ 2433781 w 11269336"/>
              <a:gd name="connsiteY205" fmla="*/ 2049140 h 2323145"/>
              <a:gd name="connsiteX206" fmla="*/ 2381172 w 11269336"/>
              <a:gd name="connsiteY206" fmla="*/ 2030645 h 2323145"/>
              <a:gd name="connsiteX207" fmla="*/ 2360198 w 11269336"/>
              <a:gd name="connsiteY207" fmla="*/ 2029059 h 2323145"/>
              <a:gd name="connsiteX208" fmla="*/ 2348815 w 11269336"/>
              <a:gd name="connsiteY208" fmla="*/ 2026798 h 2323145"/>
              <a:gd name="connsiteX209" fmla="*/ 2347988 w 11269336"/>
              <a:gd name="connsiteY209" fmla="*/ 2025745 h 2323145"/>
              <a:gd name="connsiteX210" fmla="*/ 2312920 w 11269336"/>
              <a:gd name="connsiteY210" fmla="*/ 2036311 h 2323145"/>
              <a:gd name="connsiteX211" fmla="*/ 2307986 w 11269336"/>
              <a:gd name="connsiteY211" fmla="*/ 2035583 h 2323145"/>
              <a:gd name="connsiteX212" fmla="*/ 2285481 w 11269336"/>
              <a:gd name="connsiteY212" fmla="*/ 2045197 h 2323145"/>
              <a:gd name="connsiteX213" fmla="*/ 2273666 w 11269336"/>
              <a:gd name="connsiteY213" fmla="*/ 2048710 h 2323145"/>
              <a:gd name="connsiteX214" fmla="*/ 2270719 w 11269336"/>
              <a:gd name="connsiteY214" fmla="*/ 2052702 h 2323145"/>
              <a:gd name="connsiteX215" fmla="*/ 2253080 w 11269336"/>
              <a:gd name="connsiteY215" fmla="*/ 2056363 h 2323145"/>
              <a:gd name="connsiteX216" fmla="*/ 2250906 w 11269336"/>
              <a:gd name="connsiteY216" fmla="*/ 2055654 h 2323145"/>
              <a:gd name="connsiteX217" fmla="*/ 2236905 w 11269336"/>
              <a:gd name="connsiteY217" fmla="*/ 2062882 h 2323145"/>
              <a:gd name="connsiteX218" fmla="*/ 2225830 w 11269336"/>
              <a:gd name="connsiteY218" fmla="*/ 2074027 h 2323145"/>
              <a:gd name="connsiteX219" fmla="*/ 2073776 w 11269336"/>
              <a:gd name="connsiteY219" fmla="*/ 2089244 h 2323145"/>
              <a:gd name="connsiteX220" fmla="*/ 1948256 w 11269336"/>
              <a:gd name="connsiteY220" fmla="*/ 2146616 h 2323145"/>
              <a:gd name="connsiteX221" fmla="*/ 1865582 w 11269336"/>
              <a:gd name="connsiteY221" fmla="*/ 2153738 h 2323145"/>
              <a:gd name="connsiteX222" fmla="*/ 1835210 w 11269336"/>
              <a:gd name="connsiteY222" fmla="*/ 2134244 h 2323145"/>
              <a:gd name="connsiteX223" fmla="*/ 1632661 w 11269336"/>
              <a:gd name="connsiteY223" fmla="*/ 2173882 h 2323145"/>
              <a:gd name="connsiteX224" fmla="*/ 1579590 w 11269336"/>
              <a:gd name="connsiteY224" fmla="*/ 2173680 h 2323145"/>
              <a:gd name="connsiteX225" fmla="*/ 1535601 w 11269336"/>
              <a:gd name="connsiteY225" fmla="*/ 2194590 h 2323145"/>
              <a:gd name="connsiteX226" fmla="*/ 1515594 w 11269336"/>
              <a:gd name="connsiteY226" fmla="*/ 2189622 h 2323145"/>
              <a:gd name="connsiteX227" fmla="*/ 1512113 w 11269336"/>
              <a:gd name="connsiteY227" fmla="*/ 2188534 h 2323145"/>
              <a:gd name="connsiteX228" fmla="*/ 1498838 w 11269336"/>
              <a:gd name="connsiteY228" fmla="*/ 2189213 h 2323145"/>
              <a:gd name="connsiteX229" fmla="*/ 1494279 w 11269336"/>
              <a:gd name="connsiteY229" fmla="*/ 2183112 h 2323145"/>
              <a:gd name="connsiteX230" fmla="*/ 1473714 w 11269336"/>
              <a:gd name="connsiteY230" fmla="*/ 2179625 h 2323145"/>
              <a:gd name="connsiteX231" fmla="*/ 1449503 w 11269336"/>
              <a:gd name="connsiteY231" fmla="*/ 2182633 h 2323145"/>
              <a:gd name="connsiteX232" fmla="*/ 1266687 w 11269336"/>
              <a:gd name="connsiteY232" fmla="*/ 2212688 h 2323145"/>
              <a:gd name="connsiteX233" fmla="*/ 1239614 w 11269336"/>
              <a:gd name="connsiteY233" fmla="*/ 2209727 h 2323145"/>
              <a:gd name="connsiteX234" fmla="*/ 1202436 w 11269336"/>
              <a:gd name="connsiteY234" fmla="*/ 2209817 h 2323145"/>
              <a:gd name="connsiteX235" fmla="*/ 1136097 w 11269336"/>
              <a:gd name="connsiteY235" fmla="*/ 2205112 h 2323145"/>
              <a:gd name="connsiteX236" fmla="*/ 988232 w 11269336"/>
              <a:gd name="connsiteY236" fmla="*/ 2235635 h 2323145"/>
              <a:gd name="connsiteX237" fmla="*/ 981959 w 11269336"/>
              <a:gd name="connsiteY237" fmla="*/ 2231607 h 2323145"/>
              <a:gd name="connsiteX238" fmla="*/ 938600 w 11269336"/>
              <a:gd name="connsiteY238" fmla="*/ 2238113 h 2323145"/>
              <a:gd name="connsiteX239" fmla="*/ 791788 w 11269336"/>
              <a:gd name="connsiteY239" fmla="*/ 2293224 h 2323145"/>
              <a:gd name="connsiteX240" fmla="*/ 706914 w 11269336"/>
              <a:gd name="connsiteY240" fmla="*/ 2305046 h 2323145"/>
              <a:gd name="connsiteX241" fmla="*/ 675971 w 11269336"/>
              <a:gd name="connsiteY241" fmla="*/ 2304030 h 2323145"/>
              <a:gd name="connsiteX242" fmla="*/ 624180 w 11269336"/>
              <a:gd name="connsiteY242" fmla="*/ 2302650 h 2323145"/>
              <a:gd name="connsiteX243" fmla="*/ 583453 w 11269336"/>
              <a:gd name="connsiteY243" fmla="*/ 2288788 h 2323145"/>
              <a:gd name="connsiteX244" fmla="*/ 540946 w 11269336"/>
              <a:gd name="connsiteY244" fmla="*/ 2292721 h 2323145"/>
              <a:gd name="connsiteX245" fmla="*/ 533680 w 11269336"/>
              <a:gd name="connsiteY245" fmla="*/ 2310233 h 2323145"/>
              <a:gd name="connsiteX246" fmla="*/ 487366 w 11269336"/>
              <a:gd name="connsiteY246" fmla="*/ 2309053 h 2323145"/>
              <a:gd name="connsiteX247" fmla="*/ 416820 w 11269336"/>
              <a:gd name="connsiteY247" fmla="*/ 2305443 h 2323145"/>
              <a:gd name="connsiteX248" fmla="*/ 376805 w 11269336"/>
              <a:gd name="connsiteY248" fmla="*/ 2307647 h 2323145"/>
              <a:gd name="connsiteX249" fmla="*/ 266777 w 11269336"/>
              <a:gd name="connsiteY249" fmla="*/ 2309012 h 2323145"/>
              <a:gd name="connsiteX250" fmla="*/ 156013 w 11269336"/>
              <a:gd name="connsiteY250" fmla="*/ 2306832 h 2323145"/>
              <a:gd name="connsiteX251" fmla="*/ 87258 w 11269336"/>
              <a:gd name="connsiteY251" fmla="*/ 2285511 h 2323145"/>
              <a:gd name="connsiteX252" fmla="*/ 23798 w 11269336"/>
              <a:gd name="connsiteY252" fmla="*/ 2281822 h 2323145"/>
              <a:gd name="connsiteX253" fmla="*/ 0 w 11269336"/>
              <a:gd name="connsiteY253" fmla="*/ 2285369 h 2323145"/>
              <a:gd name="connsiteX254" fmla="*/ 0 w 11269336"/>
              <a:gd name="connsiteY25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67257 w 11269336"/>
              <a:gd name="connsiteY142" fmla="*/ 2196121 h 2323145"/>
              <a:gd name="connsiteX143" fmla="*/ 4405765 w 11269336"/>
              <a:gd name="connsiteY143" fmla="*/ 2199902 h 2323145"/>
              <a:gd name="connsiteX144" fmla="*/ 4401354 w 11269336"/>
              <a:gd name="connsiteY144" fmla="*/ 2194745 h 2323145"/>
              <a:gd name="connsiteX145" fmla="*/ 4366646 w 11269336"/>
              <a:gd name="connsiteY145" fmla="*/ 2198564 h 2323145"/>
              <a:gd name="connsiteX146" fmla="*/ 4354009 w 11269336"/>
              <a:gd name="connsiteY146" fmla="*/ 2204984 h 2323145"/>
              <a:gd name="connsiteX147" fmla="*/ 4348284 w 11269336"/>
              <a:gd name="connsiteY147" fmla="*/ 2205270 h 2323145"/>
              <a:gd name="connsiteX148" fmla="*/ 4333906 w 11269336"/>
              <a:gd name="connsiteY148" fmla="*/ 2205251 h 2323145"/>
              <a:gd name="connsiteX149" fmla="*/ 4308819 w 11269336"/>
              <a:gd name="connsiteY149" fmla="*/ 2203822 h 2323145"/>
              <a:gd name="connsiteX150" fmla="*/ 4301210 w 11269336"/>
              <a:gd name="connsiteY150" fmla="*/ 2204456 h 2323145"/>
              <a:gd name="connsiteX151" fmla="*/ 4283095 w 11269336"/>
              <a:gd name="connsiteY151" fmla="*/ 2198177 h 2323145"/>
              <a:gd name="connsiteX152" fmla="*/ 4250119 w 11269336"/>
              <a:gd name="connsiteY152" fmla="*/ 2196342 h 2323145"/>
              <a:gd name="connsiteX153" fmla="*/ 4189203 w 11269336"/>
              <a:gd name="connsiteY153" fmla="*/ 2178994 h 2323145"/>
              <a:gd name="connsiteX154" fmla="*/ 4154035 w 11269336"/>
              <a:gd name="connsiteY154" fmla="*/ 2171950 h 2323145"/>
              <a:gd name="connsiteX155" fmla="*/ 4129569 w 11269336"/>
              <a:gd name="connsiteY155" fmla="*/ 2163850 h 2323145"/>
              <a:gd name="connsiteX156" fmla="*/ 4061250 w 11269336"/>
              <a:gd name="connsiteY156" fmla="*/ 2159236 h 2323145"/>
              <a:gd name="connsiteX157" fmla="*/ 3945480 w 11269336"/>
              <a:gd name="connsiteY157" fmla="*/ 2158279 h 2323145"/>
              <a:gd name="connsiteX158" fmla="*/ 3921468 w 11269336"/>
              <a:gd name="connsiteY158" fmla="*/ 2156588 h 2323145"/>
              <a:gd name="connsiteX159" fmla="*/ 3903348 w 11269336"/>
              <a:gd name="connsiteY159" fmla="*/ 2149220 h 2323145"/>
              <a:gd name="connsiteX160" fmla="*/ 3901342 w 11269336"/>
              <a:gd name="connsiteY160" fmla="*/ 2142355 h 2323145"/>
              <a:gd name="connsiteX161" fmla="*/ 3888539 w 11269336"/>
              <a:gd name="connsiteY161" fmla="*/ 2140476 h 2323145"/>
              <a:gd name="connsiteX162" fmla="*/ 3885662 w 11269336"/>
              <a:gd name="connsiteY162" fmla="*/ 2138740 h 2323145"/>
              <a:gd name="connsiteX163" fmla="*/ 3868627 w 11269336"/>
              <a:gd name="connsiteY163" fmla="*/ 2130023 h 2323145"/>
              <a:gd name="connsiteX164" fmla="*/ 3819177 w 11269336"/>
              <a:gd name="connsiteY164" fmla="*/ 2142111 h 2323145"/>
              <a:gd name="connsiteX165" fmla="*/ 3769100 w 11269336"/>
              <a:gd name="connsiteY165" fmla="*/ 2131731 h 2323145"/>
              <a:gd name="connsiteX166" fmla="*/ 3562752 w 11269336"/>
              <a:gd name="connsiteY166" fmla="*/ 2131785 h 2323145"/>
              <a:gd name="connsiteX167" fmla="*/ 3541402 w 11269336"/>
              <a:gd name="connsiteY167" fmla="*/ 2106821 h 2323145"/>
              <a:gd name="connsiteX168" fmla="*/ 3365341 w 11269336"/>
              <a:gd name="connsiteY168" fmla="*/ 2077638 h 2323145"/>
              <a:gd name="connsiteX169" fmla="*/ 3170922 w 11269336"/>
              <a:gd name="connsiteY169" fmla="*/ 2115957 h 2323145"/>
              <a:gd name="connsiteX170" fmla="*/ 3156256 w 11269336"/>
              <a:gd name="connsiteY170" fmla="*/ 2124773 h 2323145"/>
              <a:gd name="connsiteX171" fmla="*/ 3140298 w 11269336"/>
              <a:gd name="connsiteY171" fmla="*/ 2129182 h 2323145"/>
              <a:gd name="connsiteX172" fmla="*/ 3138514 w 11269336"/>
              <a:gd name="connsiteY172" fmla="*/ 2128069 h 2323145"/>
              <a:gd name="connsiteX173" fmla="*/ 3120467 w 11269336"/>
              <a:gd name="connsiteY173" fmla="*/ 2128281 h 2323145"/>
              <a:gd name="connsiteX174" fmla="*/ 3116175 w 11269336"/>
              <a:gd name="connsiteY174" fmla="*/ 2131633 h 2323145"/>
              <a:gd name="connsiteX175" fmla="*/ 3103685 w 11269336"/>
              <a:gd name="connsiteY175" fmla="*/ 2132814 h 2323145"/>
              <a:gd name="connsiteX176" fmla="*/ 3078794 w 11269336"/>
              <a:gd name="connsiteY176" fmla="*/ 2137935 h 2323145"/>
              <a:gd name="connsiteX177" fmla="*/ 3074407 w 11269336"/>
              <a:gd name="connsiteY177" fmla="*/ 2136274 h 2323145"/>
              <a:gd name="connsiteX178" fmla="*/ 3037285 w 11269336"/>
              <a:gd name="connsiteY178" fmla="*/ 2139919 h 2323145"/>
              <a:gd name="connsiteX179" fmla="*/ 3036901 w 11269336"/>
              <a:gd name="connsiteY179" fmla="*/ 2138726 h 2323145"/>
              <a:gd name="connsiteX180" fmla="*/ 3026996 w 11269336"/>
              <a:gd name="connsiteY180" fmla="*/ 2134322 h 2323145"/>
              <a:gd name="connsiteX181" fmla="*/ 3007772 w 11269336"/>
              <a:gd name="connsiteY181" fmla="*/ 2128742 h 2323145"/>
              <a:gd name="connsiteX182" fmla="*/ 2965030 w 11269336"/>
              <a:gd name="connsiteY182" fmla="*/ 2100494 h 2323145"/>
              <a:gd name="connsiteX183" fmla="*/ 2926342 w 11269336"/>
              <a:gd name="connsiteY183" fmla="*/ 2104155 h 2323145"/>
              <a:gd name="connsiteX184" fmla="*/ 2918608 w 11269336"/>
              <a:gd name="connsiteY184" fmla="*/ 2104215 h 2323145"/>
              <a:gd name="connsiteX185" fmla="*/ 2918475 w 11269336"/>
              <a:gd name="connsiteY185" fmla="*/ 2103937 h 2323145"/>
              <a:gd name="connsiteX186" fmla="*/ 2910360 w 11269336"/>
              <a:gd name="connsiteY186" fmla="*/ 2103444 h 2323145"/>
              <a:gd name="connsiteX187" fmla="*/ 2904507 w 11269336"/>
              <a:gd name="connsiteY187" fmla="*/ 2104326 h 2323145"/>
              <a:gd name="connsiteX188" fmla="*/ 2889503 w 11269336"/>
              <a:gd name="connsiteY188" fmla="*/ 2104443 h 2323145"/>
              <a:gd name="connsiteX189" fmla="*/ 2884480 w 11269336"/>
              <a:gd name="connsiteY189" fmla="*/ 2102626 h 2323145"/>
              <a:gd name="connsiteX190" fmla="*/ 2882689 w 11269336"/>
              <a:gd name="connsiteY190" fmla="*/ 2099228 h 2323145"/>
              <a:gd name="connsiteX191" fmla="*/ 2881291 w 11269336"/>
              <a:gd name="connsiteY191" fmla="*/ 2099618 h 2323145"/>
              <a:gd name="connsiteX192" fmla="*/ 2853979 w 11269336"/>
              <a:gd name="connsiteY192" fmla="*/ 2090388 h 2323145"/>
              <a:gd name="connsiteX193" fmla="*/ 2791790 w 11269336"/>
              <a:gd name="connsiteY193" fmla="*/ 2080332 h 2323145"/>
              <a:gd name="connsiteX194" fmla="*/ 2755844 w 11269336"/>
              <a:gd name="connsiteY194" fmla="*/ 2078874 h 2323145"/>
              <a:gd name="connsiteX195" fmla="*/ 2657742 w 11269336"/>
              <a:gd name="connsiteY195" fmla="*/ 2070179 h 2323145"/>
              <a:gd name="connsiteX196" fmla="*/ 2559549 w 11269336"/>
              <a:gd name="connsiteY196" fmla="*/ 2057873 h 2323145"/>
              <a:gd name="connsiteX197" fmla="*/ 2512054 w 11269336"/>
              <a:gd name="connsiteY197" fmla="*/ 2031671 h 2323145"/>
              <a:gd name="connsiteX198" fmla="*/ 2506437 w 11269336"/>
              <a:gd name="connsiteY198" fmla="*/ 2030918 h 2323145"/>
              <a:gd name="connsiteX199" fmla="*/ 2491752 w 11269336"/>
              <a:gd name="connsiteY199" fmla="*/ 2033906 h 2323145"/>
              <a:gd name="connsiteX200" fmla="*/ 2486338 w 11269336"/>
              <a:gd name="connsiteY200" fmla="*/ 2035862 h 2323145"/>
              <a:gd name="connsiteX201" fmla="*/ 2478186 w 11269336"/>
              <a:gd name="connsiteY201" fmla="*/ 2036953 h 2323145"/>
              <a:gd name="connsiteX202" fmla="*/ 2477950 w 11269336"/>
              <a:gd name="connsiteY202" fmla="*/ 2036715 h 2323145"/>
              <a:gd name="connsiteX203" fmla="*/ 2470381 w 11269336"/>
              <a:gd name="connsiteY203" fmla="*/ 2038256 h 2323145"/>
              <a:gd name="connsiteX204" fmla="*/ 2433781 w 11269336"/>
              <a:gd name="connsiteY204" fmla="*/ 2049140 h 2323145"/>
              <a:gd name="connsiteX205" fmla="*/ 2381172 w 11269336"/>
              <a:gd name="connsiteY205" fmla="*/ 2030645 h 2323145"/>
              <a:gd name="connsiteX206" fmla="*/ 2360198 w 11269336"/>
              <a:gd name="connsiteY206" fmla="*/ 2029059 h 2323145"/>
              <a:gd name="connsiteX207" fmla="*/ 2348815 w 11269336"/>
              <a:gd name="connsiteY207" fmla="*/ 2026798 h 2323145"/>
              <a:gd name="connsiteX208" fmla="*/ 2347988 w 11269336"/>
              <a:gd name="connsiteY208" fmla="*/ 2025745 h 2323145"/>
              <a:gd name="connsiteX209" fmla="*/ 2312920 w 11269336"/>
              <a:gd name="connsiteY209" fmla="*/ 2036311 h 2323145"/>
              <a:gd name="connsiteX210" fmla="*/ 2307986 w 11269336"/>
              <a:gd name="connsiteY210" fmla="*/ 2035583 h 2323145"/>
              <a:gd name="connsiteX211" fmla="*/ 2285481 w 11269336"/>
              <a:gd name="connsiteY211" fmla="*/ 2045197 h 2323145"/>
              <a:gd name="connsiteX212" fmla="*/ 2273666 w 11269336"/>
              <a:gd name="connsiteY212" fmla="*/ 2048710 h 2323145"/>
              <a:gd name="connsiteX213" fmla="*/ 2270719 w 11269336"/>
              <a:gd name="connsiteY213" fmla="*/ 2052702 h 2323145"/>
              <a:gd name="connsiteX214" fmla="*/ 2253080 w 11269336"/>
              <a:gd name="connsiteY214" fmla="*/ 2056363 h 2323145"/>
              <a:gd name="connsiteX215" fmla="*/ 2250906 w 11269336"/>
              <a:gd name="connsiteY215" fmla="*/ 2055654 h 2323145"/>
              <a:gd name="connsiteX216" fmla="*/ 2236905 w 11269336"/>
              <a:gd name="connsiteY216" fmla="*/ 2062882 h 2323145"/>
              <a:gd name="connsiteX217" fmla="*/ 2225830 w 11269336"/>
              <a:gd name="connsiteY217" fmla="*/ 2074027 h 2323145"/>
              <a:gd name="connsiteX218" fmla="*/ 2073776 w 11269336"/>
              <a:gd name="connsiteY218" fmla="*/ 2089244 h 2323145"/>
              <a:gd name="connsiteX219" fmla="*/ 1948256 w 11269336"/>
              <a:gd name="connsiteY219" fmla="*/ 2146616 h 2323145"/>
              <a:gd name="connsiteX220" fmla="*/ 1865582 w 11269336"/>
              <a:gd name="connsiteY220" fmla="*/ 2153738 h 2323145"/>
              <a:gd name="connsiteX221" fmla="*/ 1835210 w 11269336"/>
              <a:gd name="connsiteY221" fmla="*/ 2134244 h 2323145"/>
              <a:gd name="connsiteX222" fmla="*/ 1632661 w 11269336"/>
              <a:gd name="connsiteY222" fmla="*/ 2173882 h 2323145"/>
              <a:gd name="connsiteX223" fmla="*/ 1579590 w 11269336"/>
              <a:gd name="connsiteY223" fmla="*/ 2173680 h 2323145"/>
              <a:gd name="connsiteX224" fmla="*/ 1535601 w 11269336"/>
              <a:gd name="connsiteY224" fmla="*/ 2194590 h 2323145"/>
              <a:gd name="connsiteX225" fmla="*/ 1515594 w 11269336"/>
              <a:gd name="connsiteY225" fmla="*/ 2189622 h 2323145"/>
              <a:gd name="connsiteX226" fmla="*/ 1512113 w 11269336"/>
              <a:gd name="connsiteY226" fmla="*/ 2188534 h 2323145"/>
              <a:gd name="connsiteX227" fmla="*/ 1498838 w 11269336"/>
              <a:gd name="connsiteY227" fmla="*/ 2189213 h 2323145"/>
              <a:gd name="connsiteX228" fmla="*/ 1494279 w 11269336"/>
              <a:gd name="connsiteY228" fmla="*/ 2183112 h 2323145"/>
              <a:gd name="connsiteX229" fmla="*/ 1473714 w 11269336"/>
              <a:gd name="connsiteY229" fmla="*/ 2179625 h 2323145"/>
              <a:gd name="connsiteX230" fmla="*/ 1449503 w 11269336"/>
              <a:gd name="connsiteY230" fmla="*/ 2182633 h 2323145"/>
              <a:gd name="connsiteX231" fmla="*/ 1266687 w 11269336"/>
              <a:gd name="connsiteY231" fmla="*/ 2212688 h 2323145"/>
              <a:gd name="connsiteX232" fmla="*/ 1239614 w 11269336"/>
              <a:gd name="connsiteY232" fmla="*/ 2209727 h 2323145"/>
              <a:gd name="connsiteX233" fmla="*/ 1202436 w 11269336"/>
              <a:gd name="connsiteY233" fmla="*/ 2209817 h 2323145"/>
              <a:gd name="connsiteX234" fmla="*/ 1136097 w 11269336"/>
              <a:gd name="connsiteY234" fmla="*/ 2205112 h 2323145"/>
              <a:gd name="connsiteX235" fmla="*/ 988232 w 11269336"/>
              <a:gd name="connsiteY235" fmla="*/ 2235635 h 2323145"/>
              <a:gd name="connsiteX236" fmla="*/ 981959 w 11269336"/>
              <a:gd name="connsiteY236" fmla="*/ 2231607 h 2323145"/>
              <a:gd name="connsiteX237" fmla="*/ 938600 w 11269336"/>
              <a:gd name="connsiteY237" fmla="*/ 2238113 h 2323145"/>
              <a:gd name="connsiteX238" fmla="*/ 791788 w 11269336"/>
              <a:gd name="connsiteY238" fmla="*/ 2293224 h 2323145"/>
              <a:gd name="connsiteX239" fmla="*/ 706914 w 11269336"/>
              <a:gd name="connsiteY239" fmla="*/ 2305046 h 2323145"/>
              <a:gd name="connsiteX240" fmla="*/ 675971 w 11269336"/>
              <a:gd name="connsiteY240" fmla="*/ 2304030 h 2323145"/>
              <a:gd name="connsiteX241" fmla="*/ 624180 w 11269336"/>
              <a:gd name="connsiteY241" fmla="*/ 2302650 h 2323145"/>
              <a:gd name="connsiteX242" fmla="*/ 583453 w 11269336"/>
              <a:gd name="connsiteY242" fmla="*/ 2288788 h 2323145"/>
              <a:gd name="connsiteX243" fmla="*/ 540946 w 11269336"/>
              <a:gd name="connsiteY243" fmla="*/ 2292721 h 2323145"/>
              <a:gd name="connsiteX244" fmla="*/ 533680 w 11269336"/>
              <a:gd name="connsiteY244" fmla="*/ 2310233 h 2323145"/>
              <a:gd name="connsiteX245" fmla="*/ 487366 w 11269336"/>
              <a:gd name="connsiteY245" fmla="*/ 2309053 h 2323145"/>
              <a:gd name="connsiteX246" fmla="*/ 416820 w 11269336"/>
              <a:gd name="connsiteY246" fmla="*/ 2305443 h 2323145"/>
              <a:gd name="connsiteX247" fmla="*/ 376805 w 11269336"/>
              <a:gd name="connsiteY247" fmla="*/ 2307647 h 2323145"/>
              <a:gd name="connsiteX248" fmla="*/ 266777 w 11269336"/>
              <a:gd name="connsiteY248" fmla="*/ 2309012 h 2323145"/>
              <a:gd name="connsiteX249" fmla="*/ 156013 w 11269336"/>
              <a:gd name="connsiteY249" fmla="*/ 2306832 h 2323145"/>
              <a:gd name="connsiteX250" fmla="*/ 87258 w 11269336"/>
              <a:gd name="connsiteY250" fmla="*/ 2285511 h 2323145"/>
              <a:gd name="connsiteX251" fmla="*/ 23798 w 11269336"/>
              <a:gd name="connsiteY251" fmla="*/ 2281822 h 2323145"/>
              <a:gd name="connsiteX252" fmla="*/ 0 w 11269336"/>
              <a:gd name="connsiteY252" fmla="*/ 2285369 h 2323145"/>
              <a:gd name="connsiteX253" fmla="*/ 0 w 11269336"/>
              <a:gd name="connsiteY25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67257 w 11269336"/>
              <a:gd name="connsiteY141" fmla="*/ 2196121 h 2323145"/>
              <a:gd name="connsiteX142" fmla="*/ 4405765 w 11269336"/>
              <a:gd name="connsiteY142" fmla="*/ 2199902 h 2323145"/>
              <a:gd name="connsiteX143" fmla="*/ 4401354 w 11269336"/>
              <a:gd name="connsiteY143" fmla="*/ 2194745 h 2323145"/>
              <a:gd name="connsiteX144" fmla="*/ 4366646 w 11269336"/>
              <a:gd name="connsiteY144" fmla="*/ 2198564 h 2323145"/>
              <a:gd name="connsiteX145" fmla="*/ 4354009 w 11269336"/>
              <a:gd name="connsiteY145" fmla="*/ 2204984 h 2323145"/>
              <a:gd name="connsiteX146" fmla="*/ 4348284 w 11269336"/>
              <a:gd name="connsiteY146" fmla="*/ 2205270 h 2323145"/>
              <a:gd name="connsiteX147" fmla="*/ 4333906 w 11269336"/>
              <a:gd name="connsiteY147" fmla="*/ 2205251 h 2323145"/>
              <a:gd name="connsiteX148" fmla="*/ 4308819 w 11269336"/>
              <a:gd name="connsiteY148" fmla="*/ 2203822 h 2323145"/>
              <a:gd name="connsiteX149" fmla="*/ 4301210 w 11269336"/>
              <a:gd name="connsiteY149" fmla="*/ 2204456 h 2323145"/>
              <a:gd name="connsiteX150" fmla="*/ 4283095 w 11269336"/>
              <a:gd name="connsiteY150" fmla="*/ 2198177 h 2323145"/>
              <a:gd name="connsiteX151" fmla="*/ 4250119 w 11269336"/>
              <a:gd name="connsiteY151" fmla="*/ 2196342 h 2323145"/>
              <a:gd name="connsiteX152" fmla="*/ 4189203 w 11269336"/>
              <a:gd name="connsiteY152" fmla="*/ 2178994 h 2323145"/>
              <a:gd name="connsiteX153" fmla="*/ 4154035 w 11269336"/>
              <a:gd name="connsiteY153" fmla="*/ 2171950 h 2323145"/>
              <a:gd name="connsiteX154" fmla="*/ 4129569 w 11269336"/>
              <a:gd name="connsiteY154" fmla="*/ 2163850 h 2323145"/>
              <a:gd name="connsiteX155" fmla="*/ 4061250 w 11269336"/>
              <a:gd name="connsiteY155" fmla="*/ 2159236 h 2323145"/>
              <a:gd name="connsiteX156" fmla="*/ 3945480 w 11269336"/>
              <a:gd name="connsiteY156" fmla="*/ 2158279 h 2323145"/>
              <a:gd name="connsiteX157" fmla="*/ 3921468 w 11269336"/>
              <a:gd name="connsiteY157" fmla="*/ 2156588 h 2323145"/>
              <a:gd name="connsiteX158" fmla="*/ 3903348 w 11269336"/>
              <a:gd name="connsiteY158" fmla="*/ 2149220 h 2323145"/>
              <a:gd name="connsiteX159" fmla="*/ 3901342 w 11269336"/>
              <a:gd name="connsiteY159" fmla="*/ 2142355 h 2323145"/>
              <a:gd name="connsiteX160" fmla="*/ 3888539 w 11269336"/>
              <a:gd name="connsiteY160" fmla="*/ 2140476 h 2323145"/>
              <a:gd name="connsiteX161" fmla="*/ 3885662 w 11269336"/>
              <a:gd name="connsiteY161" fmla="*/ 2138740 h 2323145"/>
              <a:gd name="connsiteX162" fmla="*/ 3868627 w 11269336"/>
              <a:gd name="connsiteY162" fmla="*/ 2130023 h 2323145"/>
              <a:gd name="connsiteX163" fmla="*/ 3819177 w 11269336"/>
              <a:gd name="connsiteY163" fmla="*/ 2142111 h 2323145"/>
              <a:gd name="connsiteX164" fmla="*/ 3769100 w 11269336"/>
              <a:gd name="connsiteY164" fmla="*/ 2131731 h 2323145"/>
              <a:gd name="connsiteX165" fmla="*/ 3562752 w 11269336"/>
              <a:gd name="connsiteY165" fmla="*/ 2131785 h 2323145"/>
              <a:gd name="connsiteX166" fmla="*/ 3541402 w 11269336"/>
              <a:gd name="connsiteY166" fmla="*/ 2106821 h 2323145"/>
              <a:gd name="connsiteX167" fmla="*/ 3365341 w 11269336"/>
              <a:gd name="connsiteY167" fmla="*/ 2077638 h 2323145"/>
              <a:gd name="connsiteX168" fmla="*/ 3170922 w 11269336"/>
              <a:gd name="connsiteY168" fmla="*/ 2115957 h 2323145"/>
              <a:gd name="connsiteX169" fmla="*/ 3156256 w 11269336"/>
              <a:gd name="connsiteY169" fmla="*/ 2124773 h 2323145"/>
              <a:gd name="connsiteX170" fmla="*/ 3140298 w 11269336"/>
              <a:gd name="connsiteY170" fmla="*/ 2129182 h 2323145"/>
              <a:gd name="connsiteX171" fmla="*/ 3138514 w 11269336"/>
              <a:gd name="connsiteY171" fmla="*/ 2128069 h 2323145"/>
              <a:gd name="connsiteX172" fmla="*/ 3120467 w 11269336"/>
              <a:gd name="connsiteY172" fmla="*/ 2128281 h 2323145"/>
              <a:gd name="connsiteX173" fmla="*/ 3116175 w 11269336"/>
              <a:gd name="connsiteY173" fmla="*/ 2131633 h 2323145"/>
              <a:gd name="connsiteX174" fmla="*/ 3103685 w 11269336"/>
              <a:gd name="connsiteY174" fmla="*/ 2132814 h 2323145"/>
              <a:gd name="connsiteX175" fmla="*/ 3078794 w 11269336"/>
              <a:gd name="connsiteY175" fmla="*/ 2137935 h 2323145"/>
              <a:gd name="connsiteX176" fmla="*/ 3074407 w 11269336"/>
              <a:gd name="connsiteY176" fmla="*/ 2136274 h 2323145"/>
              <a:gd name="connsiteX177" fmla="*/ 3037285 w 11269336"/>
              <a:gd name="connsiteY177" fmla="*/ 2139919 h 2323145"/>
              <a:gd name="connsiteX178" fmla="*/ 3036901 w 11269336"/>
              <a:gd name="connsiteY178" fmla="*/ 2138726 h 2323145"/>
              <a:gd name="connsiteX179" fmla="*/ 3026996 w 11269336"/>
              <a:gd name="connsiteY179" fmla="*/ 2134322 h 2323145"/>
              <a:gd name="connsiteX180" fmla="*/ 3007772 w 11269336"/>
              <a:gd name="connsiteY180" fmla="*/ 2128742 h 2323145"/>
              <a:gd name="connsiteX181" fmla="*/ 2965030 w 11269336"/>
              <a:gd name="connsiteY181" fmla="*/ 2100494 h 2323145"/>
              <a:gd name="connsiteX182" fmla="*/ 2926342 w 11269336"/>
              <a:gd name="connsiteY182" fmla="*/ 2104155 h 2323145"/>
              <a:gd name="connsiteX183" fmla="*/ 2918608 w 11269336"/>
              <a:gd name="connsiteY183" fmla="*/ 2104215 h 2323145"/>
              <a:gd name="connsiteX184" fmla="*/ 2918475 w 11269336"/>
              <a:gd name="connsiteY184" fmla="*/ 2103937 h 2323145"/>
              <a:gd name="connsiteX185" fmla="*/ 2910360 w 11269336"/>
              <a:gd name="connsiteY185" fmla="*/ 2103444 h 2323145"/>
              <a:gd name="connsiteX186" fmla="*/ 2904507 w 11269336"/>
              <a:gd name="connsiteY186" fmla="*/ 2104326 h 2323145"/>
              <a:gd name="connsiteX187" fmla="*/ 2889503 w 11269336"/>
              <a:gd name="connsiteY187" fmla="*/ 2104443 h 2323145"/>
              <a:gd name="connsiteX188" fmla="*/ 2884480 w 11269336"/>
              <a:gd name="connsiteY188" fmla="*/ 2102626 h 2323145"/>
              <a:gd name="connsiteX189" fmla="*/ 2882689 w 11269336"/>
              <a:gd name="connsiteY189" fmla="*/ 2099228 h 2323145"/>
              <a:gd name="connsiteX190" fmla="*/ 2881291 w 11269336"/>
              <a:gd name="connsiteY190" fmla="*/ 2099618 h 2323145"/>
              <a:gd name="connsiteX191" fmla="*/ 2853979 w 11269336"/>
              <a:gd name="connsiteY191" fmla="*/ 2090388 h 2323145"/>
              <a:gd name="connsiteX192" fmla="*/ 2791790 w 11269336"/>
              <a:gd name="connsiteY192" fmla="*/ 2080332 h 2323145"/>
              <a:gd name="connsiteX193" fmla="*/ 2755844 w 11269336"/>
              <a:gd name="connsiteY193" fmla="*/ 2078874 h 2323145"/>
              <a:gd name="connsiteX194" fmla="*/ 2657742 w 11269336"/>
              <a:gd name="connsiteY194" fmla="*/ 2070179 h 2323145"/>
              <a:gd name="connsiteX195" fmla="*/ 2559549 w 11269336"/>
              <a:gd name="connsiteY195" fmla="*/ 2057873 h 2323145"/>
              <a:gd name="connsiteX196" fmla="*/ 2512054 w 11269336"/>
              <a:gd name="connsiteY196" fmla="*/ 2031671 h 2323145"/>
              <a:gd name="connsiteX197" fmla="*/ 2506437 w 11269336"/>
              <a:gd name="connsiteY197" fmla="*/ 2030918 h 2323145"/>
              <a:gd name="connsiteX198" fmla="*/ 2491752 w 11269336"/>
              <a:gd name="connsiteY198" fmla="*/ 2033906 h 2323145"/>
              <a:gd name="connsiteX199" fmla="*/ 2486338 w 11269336"/>
              <a:gd name="connsiteY199" fmla="*/ 2035862 h 2323145"/>
              <a:gd name="connsiteX200" fmla="*/ 2478186 w 11269336"/>
              <a:gd name="connsiteY200" fmla="*/ 2036953 h 2323145"/>
              <a:gd name="connsiteX201" fmla="*/ 2477950 w 11269336"/>
              <a:gd name="connsiteY201" fmla="*/ 2036715 h 2323145"/>
              <a:gd name="connsiteX202" fmla="*/ 2470381 w 11269336"/>
              <a:gd name="connsiteY202" fmla="*/ 2038256 h 2323145"/>
              <a:gd name="connsiteX203" fmla="*/ 2433781 w 11269336"/>
              <a:gd name="connsiteY203" fmla="*/ 2049140 h 2323145"/>
              <a:gd name="connsiteX204" fmla="*/ 2381172 w 11269336"/>
              <a:gd name="connsiteY204" fmla="*/ 2030645 h 2323145"/>
              <a:gd name="connsiteX205" fmla="*/ 2360198 w 11269336"/>
              <a:gd name="connsiteY205" fmla="*/ 2029059 h 2323145"/>
              <a:gd name="connsiteX206" fmla="*/ 2348815 w 11269336"/>
              <a:gd name="connsiteY206" fmla="*/ 2026798 h 2323145"/>
              <a:gd name="connsiteX207" fmla="*/ 2347988 w 11269336"/>
              <a:gd name="connsiteY207" fmla="*/ 2025745 h 2323145"/>
              <a:gd name="connsiteX208" fmla="*/ 2312920 w 11269336"/>
              <a:gd name="connsiteY208" fmla="*/ 2036311 h 2323145"/>
              <a:gd name="connsiteX209" fmla="*/ 2307986 w 11269336"/>
              <a:gd name="connsiteY209" fmla="*/ 2035583 h 2323145"/>
              <a:gd name="connsiteX210" fmla="*/ 2285481 w 11269336"/>
              <a:gd name="connsiteY210" fmla="*/ 2045197 h 2323145"/>
              <a:gd name="connsiteX211" fmla="*/ 2273666 w 11269336"/>
              <a:gd name="connsiteY211" fmla="*/ 2048710 h 2323145"/>
              <a:gd name="connsiteX212" fmla="*/ 2270719 w 11269336"/>
              <a:gd name="connsiteY212" fmla="*/ 2052702 h 2323145"/>
              <a:gd name="connsiteX213" fmla="*/ 2253080 w 11269336"/>
              <a:gd name="connsiteY213" fmla="*/ 2056363 h 2323145"/>
              <a:gd name="connsiteX214" fmla="*/ 2250906 w 11269336"/>
              <a:gd name="connsiteY214" fmla="*/ 2055654 h 2323145"/>
              <a:gd name="connsiteX215" fmla="*/ 2236905 w 11269336"/>
              <a:gd name="connsiteY215" fmla="*/ 2062882 h 2323145"/>
              <a:gd name="connsiteX216" fmla="*/ 2225830 w 11269336"/>
              <a:gd name="connsiteY216" fmla="*/ 2074027 h 2323145"/>
              <a:gd name="connsiteX217" fmla="*/ 2073776 w 11269336"/>
              <a:gd name="connsiteY217" fmla="*/ 2089244 h 2323145"/>
              <a:gd name="connsiteX218" fmla="*/ 1948256 w 11269336"/>
              <a:gd name="connsiteY218" fmla="*/ 2146616 h 2323145"/>
              <a:gd name="connsiteX219" fmla="*/ 1865582 w 11269336"/>
              <a:gd name="connsiteY219" fmla="*/ 2153738 h 2323145"/>
              <a:gd name="connsiteX220" fmla="*/ 1835210 w 11269336"/>
              <a:gd name="connsiteY220" fmla="*/ 2134244 h 2323145"/>
              <a:gd name="connsiteX221" fmla="*/ 1632661 w 11269336"/>
              <a:gd name="connsiteY221" fmla="*/ 2173882 h 2323145"/>
              <a:gd name="connsiteX222" fmla="*/ 1579590 w 11269336"/>
              <a:gd name="connsiteY222" fmla="*/ 2173680 h 2323145"/>
              <a:gd name="connsiteX223" fmla="*/ 1535601 w 11269336"/>
              <a:gd name="connsiteY223" fmla="*/ 2194590 h 2323145"/>
              <a:gd name="connsiteX224" fmla="*/ 1515594 w 11269336"/>
              <a:gd name="connsiteY224" fmla="*/ 2189622 h 2323145"/>
              <a:gd name="connsiteX225" fmla="*/ 1512113 w 11269336"/>
              <a:gd name="connsiteY225" fmla="*/ 2188534 h 2323145"/>
              <a:gd name="connsiteX226" fmla="*/ 1498838 w 11269336"/>
              <a:gd name="connsiteY226" fmla="*/ 2189213 h 2323145"/>
              <a:gd name="connsiteX227" fmla="*/ 1494279 w 11269336"/>
              <a:gd name="connsiteY227" fmla="*/ 2183112 h 2323145"/>
              <a:gd name="connsiteX228" fmla="*/ 1473714 w 11269336"/>
              <a:gd name="connsiteY228" fmla="*/ 2179625 h 2323145"/>
              <a:gd name="connsiteX229" fmla="*/ 1449503 w 11269336"/>
              <a:gd name="connsiteY229" fmla="*/ 2182633 h 2323145"/>
              <a:gd name="connsiteX230" fmla="*/ 1266687 w 11269336"/>
              <a:gd name="connsiteY230" fmla="*/ 2212688 h 2323145"/>
              <a:gd name="connsiteX231" fmla="*/ 1239614 w 11269336"/>
              <a:gd name="connsiteY231" fmla="*/ 2209727 h 2323145"/>
              <a:gd name="connsiteX232" fmla="*/ 1202436 w 11269336"/>
              <a:gd name="connsiteY232" fmla="*/ 2209817 h 2323145"/>
              <a:gd name="connsiteX233" fmla="*/ 1136097 w 11269336"/>
              <a:gd name="connsiteY233" fmla="*/ 2205112 h 2323145"/>
              <a:gd name="connsiteX234" fmla="*/ 988232 w 11269336"/>
              <a:gd name="connsiteY234" fmla="*/ 2235635 h 2323145"/>
              <a:gd name="connsiteX235" fmla="*/ 981959 w 11269336"/>
              <a:gd name="connsiteY235" fmla="*/ 2231607 h 2323145"/>
              <a:gd name="connsiteX236" fmla="*/ 938600 w 11269336"/>
              <a:gd name="connsiteY236" fmla="*/ 2238113 h 2323145"/>
              <a:gd name="connsiteX237" fmla="*/ 791788 w 11269336"/>
              <a:gd name="connsiteY237" fmla="*/ 2293224 h 2323145"/>
              <a:gd name="connsiteX238" fmla="*/ 706914 w 11269336"/>
              <a:gd name="connsiteY238" fmla="*/ 2305046 h 2323145"/>
              <a:gd name="connsiteX239" fmla="*/ 675971 w 11269336"/>
              <a:gd name="connsiteY239" fmla="*/ 2304030 h 2323145"/>
              <a:gd name="connsiteX240" fmla="*/ 624180 w 11269336"/>
              <a:gd name="connsiteY240" fmla="*/ 2302650 h 2323145"/>
              <a:gd name="connsiteX241" fmla="*/ 583453 w 11269336"/>
              <a:gd name="connsiteY241" fmla="*/ 2288788 h 2323145"/>
              <a:gd name="connsiteX242" fmla="*/ 540946 w 11269336"/>
              <a:gd name="connsiteY242" fmla="*/ 2292721 h 2323145"/>
              <a:gd name="connsiteX243" fmla="*/ 533680 w 11269336"/>
              <a:gd name="connsiteY243" fmla="*/ 2310233 h 2323145"/>
              <a:gd name="connsiteX244" fmla="*/ 487366 w 11269336"/>
              <a:gd name="connsiteY244" fmla="*/ 2309053 h 2323145"/>
              <a:gd name="connsiteX245" fmla="*/ 416820 w 11269336"/>
              <a:gd name="connsiteY245" fmla="*/ 2305443 h 2323145"/>
              <a:gd name="connsiteX246" fmla="*/ 376805 w 11269336"/>
              <a:gd name="connsiteY246" fmla="*/ 2307647 h 2323145"/>
              <a:gd name="connsiteX247" fmla="*/ 266777 w 11269336"/>
              <a:gd name="connsiteY247" fmla="*/ 2309012 h 2323145"/>
              <a:gd name="connsiteX248" fmla="*/ 156013 w 11269336"/>
              <a:gd name="connsiteY248" fmla="*/ 2306832 h 2323145"/>
              <a:gd name="connsiteX249" fmla="*/ 87258 w 11269336"/>
              <a:gd name="connsiteY249" fmla="*/ 2285511 h 2323145"/>
              <a:gd name="connsiteX250" fmla="*/ 23798 w 11269336"/>
              <a:gd name="connsiteY250" fmla="*/ 2281822 h 2323145"/>
              <a:gd name="connsiteX251" fmla="*/ 0 w 11269336"/>
              <a:gd name="connsiteY251" fmla="*/ 2285369 h 2323145"/>
              <a:gd name="connsiteX252" fmla="*/ 0 w 11269336"/>
              <a:gd name="connsiteY25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05765 w 11269336"/>
              <a:gd name="connsiteY141" fmla="*/ 2199902 h 2323145"/>
              <a:gd name="connsiteX142" fmla="*/ 4401354 w 11269336"/>
              <a:gd name="connsiteY142" fmla="*/ 2194745 h 2323145"/>
              <a:gd name="connsiteX143" fmla="*/ 4366646 w 11269336"/>
              <a:gd name="connsiteY143" fmla="*/ 2198564 h 2323145"/>
              <a:gd name="connsiteX144" fmla="*/ 4354009 w 11269336"/>
              <a:gd name="connsiteY144" fmla="*/ 2204984 h 2323145"/>
              <a:gd name="connsiteX145" fmla="*/ 4348284 w 11269336"/>
              <a:gd name="connsiteY145" fmla="*/ 2205270 h 2323145"/>
              <a:gd name="connsiteX146" fmla="*/ 4333906 w 11269336"/>
              <a:gd name="connsiteY146" fmla="*/ 2205251 h 2323145"/>
              <a:gd name="connsiteX147" fmla="*/ 4308819 w 11269336"/>
              <a:gd name="connsiteY147" fmla="*/ 2203822 h 2323145"/>
              <a:gd name="connsiteX148" fmla="*/ 4301210 w 11269336"/>
              <a:gd name="connsiteY148" fmla="*/ 2204456 h 2323145"/>
              <a:gd name="connsiteX149" fmla="*/ 4283095 w 11269336"/>
              <a:gd name="connsiteY149" fmla="*/ 2198177 h 2323145"/>
              <a:gd name="connsiteX150" fmla="*/ 4250119 w 11269336"/>
              <a:gd name="connsiteY150" fmla="*/ 2196342 h 2323145"/>
              <a:gd name="connsiteX151" fmla="*/ 4189203 w 11269336"/>
              <a:gd name="connsiteY151" fmla="*/ 2178994 h 2323145"/>
              <a:gd name="connsiteX152" fmla="*/ 4154035 w 11269336"/>
              <a:gd name="connsiteY152" fmla="*/ 2171950 h 2323145"/>
              <a:gd name="connsiteX153" fmla="*/ 4129569 w 11269336"/>
              <a:gd name="connsiteY153" fmla="*/ 2163850 h 2323145"/>
              <a:gd name="connsiteX154" fmla="*/ 4061250 w 11269336"/>
              <a:gd name="connsiteY154" fmla="*/ 2159236 h 2323145"/>
              <a:gd name="connsiteX155" fmla="*/ 3945480 w 11269336"/>
              <a:gd name="connsiteY155" fmla="*/ 2158279 h 2323145"/>
              <a:gd name="connsiteX156" fmla="*/ 3921468 w 11269336"/>
              <a:gd name="connsiteY156" fmla="*/ 2156588 h 2323145"/>
              <a:gd name="connsiteX157" fmla="*/ 3903348 w 11269336"/>
              <a:gd name="connsiteY157" fmla="*/ 2149220 h 2323145"/>
              <a:gd name="connsiteX158" fmla="*/ 3901342 w 11269336"/>
              <a:gd name="connsiteY158" fmla="*/ 2142355 h 2323145"/>
              <a:gd name="connsiteX159" fmla="*/ 3888539 w 11269336"/>
              <a:gd name="connsiteY159" fmla="*/ 2140476 h 2323145"/>
              <a:gd name="connsiteX160" fmla="*/ 3885662 w 11269336"/>
              <a:gd name="connsiteY160" fmla="*/ 2138740 h 2323145"/>
              <a:gd name="connsiteX161" fmla="*/ 3868627 w 11269336"/>
              <a:gd name="connsiteY161" fmla="*/ 2130023 h 2323145"/>
              <a:gd name="connsiteX162" fmla="*/ 3819177 w 11269336"/>
              <a:gd name="connsiteY162" fmla="*/ 2142111 h 2323145"/>
              <a:gd name="connsiteX163" fmla="*/ 3769100 w 11269336"/>
              <a:gd name="connsiteY163" fmla="*/ 2131731 h 2323145"/>
              <a:gd name="connsiteX164" fmla="*/ 3562752 w 11269336"/>
              <a:gd name="connsiteY164" fmla="*/ 2131785 h 2323145"/>
              <a:gd name="connsiteX165" fmla="*/ 3541402 w 11269336"/>
              <a:gd name="connsiteY165" fmla="*/ 2106821 h 2323145"/>
              <a:gd name="connsiteX166" fmla="*/ 3365341 w 11269336"/>
              <a:gd name="connsiteY166" fmla="*/ 2077638 h 2323145"/>
              <a:gd name="connsiteX167" fmla="*/ 3170922 w 11269336"/>
              <a:gd name="connsiteY167" fmla="*/ 2115957 h 2323145"/>
              <a:gd name="connsiteX168" fmla="*/ 3156256 w 11269336"/>
              <a:gd name="connsiteY168" fmla="*/ 2124773 h 2323145"/>
              <a:gd name="connsiteX169" fmla="*/ 3140298 w 11269336"/>
              <a:gd name="connsiteY169" fmla="*/ 2129182 h 2323145"/>
              <a:gd name="connsiteX170" fmla="*/ 3138514 w 11269336"/>
              <a:gd name="connsiteY170" fmla="*/ 2128069 h 2323145"/>
              <a:gd name="connsiteX171" fmla="*/ 3120467 w 11269336"/>
              <a:gd name="connsiteY171" fmla="*/ 2128281 h 2323145"/>
              <a:gd name="connsiteX172" fmla="*/ 3116175 w 11269336"/>
              <a:gd name="connsiteY172" fmla="*/ 2131633 h 2323145"/>
              <a:gd name="connsiteX173" fmla="*/ 3103685 w 11269336"/>
              <a:gd name="connsiteY173" fmla="*/ 2132814 h 2323145"/>
              <a:gd name="connsiteX174" fmla="*/ 3078794 w 11269336"/>
              <a:gd name="connsiteY174" fmla="*/ 2137935 h 2323145"/>
              <a:gd name="connsiteX175" fmla="*/ 3074407 w 11269336"/>
              <a:gd name="connsiteY175" fmla="*/ 2136274 h 2323145"/>
              <a:gd name="connsiteX176" fmla="*/ 3037285 w 11269336"/>
              <a:gd name="connsiteY176" fmla="*/ 2139919 h 2323145"/>
              <a:gd name="connsiteX177" fmla="*/ 3036901 w 11269336"/>
              <a:gd name="connsiteY177" fmla="*/ 2138726 h 2323145"/>
              <a:gd name="connsiteX178" fmla="*/ 3026996 w 11269336"/>
              <a:gd name="connsiteY178" fmla="*/ 2134322 h 2323145"/>
              <a:gd name="connsiteX179" fmla="*/ 3007772 w 11269336"/>
              <a:gd name="connsiteY179" fmla="*/ 2128742 h 2323145"/>
              <a:gd name="connsiteX180" fmla="*/ 2965030 w 11269336"/>
              <a:gd name="connsiteY180" fmla="*/ 2100494 h 2323145"/>
              <a:gd name="connsiteX181" fmla="*/ 2926342 w 11269336"/>
              <a:gd name="connsiteY181" fmla="*/ 2104155 h 2323145"/>
              <a:gd name="connsiteX182" fmla="*/ 2918608 w 11269336"/>
              <a:gd name="connsiteY182" fmla="*/ 2104215 h 2323145"/>
              <a:gd name="connsiteX183" fmla="*/ 2918475 w 11269336"/>
              <a:gd name="connsiteY183" fmla="*/ 2103937 h 2323145"/>
              <a:gd name="connsiteX184" fmla="*/ 2910360 w 11269336"/>
              <a:gd name="connsiteY184" fmla="*/ 2103444 h 2323145"/>
              <a:gd name="connsiteX185" fmla="*/ 2904507 w 11269336"/>
              <a:gd name="connsiteY185" fmla="*/ 2104326 h 2323145"/>
              <a:gd name="connsiteX186" fmla="*/ 2889503 w 11269336"/>
              <a:gd name="connsiteY186" fmla="*/ 2104443 h 2323145"/>
              <a:gd name="connsiteX187" fmla="*/ 2884480 w 11269336"/>
              <a:gd name="connsiteY187" fmla="*/ 2102626 h 2323145"/>
              <a:gd name="connsiteX188" fmla="*/ 2882689 w 11269336"/>
              <a:gd name="connsiteY188" fmla="*/ 2099228 h 2323145"/>
              <a:gd name="connsiteX189" fmla="*/ 2881291 w 11269336"/>
              <a:gd name="connsiteY189" fmla="*/ 2099618 h 2323145"/>
              <a:gd name="connsiteX190" fmla="*/ 2853979 w 11269336"/>
              <a:gd name="connsiteY190" fmla="*/ 2090388 h 2323145"/>
              <a:gd name="connsiteX191" fmla="*/ 2791790 w 11269336"/>
              <a:gd name="connsiteY191" fmla="*/ 2080332 h 2323145"/>
              <a:gd name="connsiteX192" fmla="*/ 2755844 w 11269336"/>
              <a:gd name="connsiteY192" fmla="*/ 2078874 h 2323145"/>
              <a:gd name="connsiteX193" fmla="*/ 2657742 w 11269336"/>
              <a:gd name="connsiteY193" fmla="*/ 2070179 h 2323145"/>
              <a:gd name="connsiteX194" fmla="*/ 2559549 w 11269336"/>
              <a:gd name="connsiteY194" fmla="*/ 2057873 h 2323145"/>
              <a:gd name="connsiteX195" fmla="*/ 2512054 w 11269336"/>
              <a:gd name="connsiteY195" fmla="*/ 2031671 h 2323145"/>
              <a:gd name="connsiteX196" fmla="*/ 2506437 w 11269336"/>
              <a:gd name="connsiteY196" fmla="*/ 2030918 h 2323145"/>
              <a:gd name="connsiteX197" fmla="*/ 2491752 w 11269336"/>
              <a:gd name="connsiteY197" fmla="*/ 2033906 h 2323145"/>
              <a:gd name="connsiteX198" fmla="*/ 2486338 w 11269336"/>
              <a:gd name="connsiteY198" fmla="*/ 2035862 h 2323145"/>
              <a:gd name="connsiteX199" fmla="*/ 2478186 w 11269336"/>
              <a:gd name="connsiteY199" fmla="*/ 2036953 h 2323145"/>
              <a:gd name="connsiteX200" fmla="*/ 2477950 w 11269336"/>
              <a:gd name="connsiteY200" fmla="*/ 2036715 h 2323145"/>
              <a:gd name="connsiteX201" fmla="*/ 2470381 w 11269336"/>
              <a:gd name="connsiteY201" fmla="*/ 2038256 h 2323145"/>
              <a:gd name="connsiteX202" fmla="*/ 2433781 w 11269336"/>
              <a:gd name="connsiteY202" fmla="*/ 2049140 h 2323145"/>
              <a:gd name="connsiteX203" fmla="*/ 2381172 w 11269336"/>
              <a:gd name="connsiteY203" fmla="*/ 2030645 h 2323145"/>
              <a:gd name="connsiteX204" fmla="*/ 2360198 w 11269336"/>
              <a:gd name="connsiteY204" fmla="*/ 2029059 h 2323145"/>
              <a:gd name="connsiteX205" fmla="*/ 2348815 w 11269336"/>
              <a:gd name="connsiteY205" fmla="*/ 2026798 h 2323145"/>
              <a:gd name="connsiteX206" fmla="*/ 2347988 w 11269336"/>
              <a:gd name="connsiteY206" fmla="*/ 2025745 h 2323145"/>
              <a:gd name="connsiteX207" fmla="*/ 2312920 w 11269336"/>
              <a:gd name="connsiteY207" fmla="*/ 2036311 h 2323145"/>
              <a:gd name="connsiteX208" fmla="*/ 2307986 w 11269336"/>
              <a:gd name="connsiteY208" fmla="*/ 2035583 h 2323145"/>
              <a:gd name="connsiteX209" fmla="*/ 2285481 w 11269336"/>
              <a:gd name="connsiteY209" fmla="*/ 2045197 h 2323145"/>
              <a:gd name="connsiteX210" fmla="*/ 2273666 w 11269336"/>
              <a:gd name="connsiteY210" fmla="*/ 2048710 h 2323145"/>
              <a:gd name="connsiteX211" fmla="*/ 2270719 w 11269336"/>
              <a:gd name="connsiteY211" fmla="*/ 2052702 h 2323145"/>
              <a:gd name="connsiteX212" fmla="*/ 2253080 w 11269336"/>
              <a:gd name="connsiteY212" fmla="*/ 2056363 h 2323145"/>
              <a:gd name="connsiteX213" fmla="*/ 2250906 w 11269336"/>
              <a:gd name="connsiteY213" fmla="*/ 2055654 h 2323145"/>
              <a:gd name="connsiteX214" fmla="*/ 2236905 w 11269336"/>
              <a:gd name="connsiteY214" fmla="*/ 2062882 h 2323145"/>
              <a:gd name="connsiteX215" fmla="*/ 2225830 w 11269336"/>
              <a:gd name="connsiteY215" fmla="*/ 2074027 h 2323145"/>
              <a:gd name="connsiteX216" fmla="*/ 2073776 w 11269336"/>
              <a:gd name="connsiteY216" fmla="*/ 2089244 h 2323145"/>
              <a:gd name="connsiteX217" fmla="*/ 1948256 w 11269336"/>
              <a:gd name="connsiteY217" fmla="*/ 2146616 h 2323145"/>
              <a:gd name="connsiteX218" fmla="*/ 1865582 w 11269336"/>
              <a:gd name="connsiteY218" fmla="*/ 2153738 h 2323145"/>
              <a:gd name="connsiteX219" fmla="*/ 1835210 w 11269336"/>
              <a:gd name="connsiteY219" fmla="*/ 2134244 h 2323145"/>
              <a:gd name="connsiteX220" fmla="*/ 1632661 w 11269336"/>
              <a:gd name="connsiteY220" fmla="*/ 2173882 h 2323145"/>
              <a:gd name="connsiteX221" fmla="*/ 1579590 w 11269336"/>
              <a:gd name="connsiteY221" fmla="*/ 2173680 h 2323145"/>
              <a:gd name="connsiteX222" fmla="*/ 1535601 w 11269336"/>
              <a:gd name="connsiteY222" fmla="*/ 2194590 h 2323145"/>
              <a:gd name="connsiteX223" fmla="*/ 1515594 w 11269336"/>
              <a:gd name="connsiteY223" fmla="*/ 2189622 h 2323145"/>
              <a:gd name="connsiteX224" fmla="*/ 1512113 w 11269336"/>
              <a:gd name="connsiteY224" fmla="*/ 2188534 h 2323145"/>
              <a:gd name="connsiteX225" fmla="*/ 1498838 w 11269336"/>
              <a:gd name="connsiteY225" fmla="*/ 2189213 h 2323145"/>
              <a:gd name="connsiteX226" fmla="*/ 1494279 w 11269336"/>
              <a:gd name="connsiteY226" fmla="*/ 2183112 h 2323145"/>
              <a:gd name="connsiteX227" fmla="*/ 1473714 w 11269336"/>
              <a:gd name="connsiteY227" fmla="*/ 2179625 h 2323145"/>
              <a:gd name="connsiteX228" fmla="*/ 1449503 w 11269336"/>
              <a:gd name="connsiteY228" fmla="*/ 2182633 h 2323145"/>
              <a:gd name="connsiteX229" fmla="*/ 1266687 w 11269336"/>
              <a:gd name="connsiteY229" fmla="*/ 2212688 h 2323145"/>
              <a:gd name="connsiteX230" fmla="*/ 1239614 w 11269336"/>
              <a:gd name="connsiteY230" fmla="*/ 2209727 h 2323145"/>
              <a:gd name="connsiteX231" fmla="*/ 1202436 w 11269336"/>
              <a:gd name="connsiteY231" fmla="*/ 2209817 h 2323145"/>
              <a:gd name="connsiteX232" fmla="*/ 1136097 w 11269336"/>
              <a:gd name="connsiteY232" fmla="*/ 2205112 h 2323145"/>
              <a:gd name="connsiteX233" fmla="*/ 988232 w 11269336"/>
              <a:gd name="connsiteY233" fmla="*/ 2235635 h 2323145"/>
              <a:gd name="connsiteX234" fmla="*/ 981959 w 11269336"/>
              <a:gd name="connsiteY234" fmla="*/ 2231607 h 2323145"/>
              <a:gd name="connsiteX235" fmla="*/ 938600 w 11269336"/>
              <a:gd name="connsiteY235" fmla="*/ 2238113 h 2323145"/>
              <a:gd name="connsiteX236" fmla="*/ 791788 w 11269336"/>
              <a:gd name="connsiteY236" fmla="*/ 2293224 h 2323145"/>
              <a:gd name="connsiteX237" fmla="*/ 706914 w 11269336"/>
              <a:gd name="connsiteY237" fmla="*/ 2305046 h 2323145"/>
              <a:gd name="connsiteX238" fmla="*/ 675971 w 11269336"/>
              <a:gd name="connsiteY238" fmla="*/ 2304030 h 2323145"/>
              <a:gd name="connsiteX239" fmla="*/ 624180 w 11269336"/>
              <a:gd name="connsiteY239" fmla="*/ 2302650 h 2323145"/>
              <a:gd name="connsiteX240" fmla="*/ 583453 w 11269336"/>
              <a:gd name="connsiteY240" fmla="*/ 2288788 h 2323145"/>
              <a:gd name="connsiteX241" fmla="*/ 540946 w 11269336"/>
              <a:gd name="connsiteY241" fmla="*/ 2292721 h 2323145"/>
              <a:gd name="connsiteX242" fmla="*/ 533680 w 11269336"/>
              <a:gd name="connsiteY242" fmla="*/ 2310233 h 2323145"/>
              <a:gd name="connsiteX243" fmla="*/ 487366 w 11269336"/>
              <a:gd name="connsiteY243" fmla="*/ 2309053 h 2323145"/>
              <a:gd name="connsiteX244" fmla="*/ 416820 w 11269336"/>
              <a:gd name="connsiteY244" fmla="*/ 2305443 h 2323145"/>
              <a:gd name="connsiteX245" fmla="*/ 376805 w 11269336"/>
              <a:gd name="connsiteY245" fmla="*/ 2307647 h 2323145"/>
              <a:gd name="connsiteX246" fmla="*/ 266777 w 11269336"/>
              <a:gd name="connsiteY246" fmla="*/ 2309012 h 2323145"/>
              <a:gd name="connsiteX247" fmla="*/ 156013 w 11269336"/>
              <a:gd name="connsiteY247" fmla="*/ 2306832 h 2323145"/>
              <a:gd name="connsiteX248" fmla="*/ 87258 w 11269336"/>
              <a:gd name="connsiteY248" fmla="*/ 2285511 h 2323145"/>
              <a:gd name="connsiteX249" fmla="*/ 23798 w 11269336"/>
              <a:gd name="connsiteY249" fmla="*/ 2281822 h 2323145"/>
              <a:gd name="connsiteX250" fmla="*/ 0 w 11269336"/>
              <a:gd name="connsiteY250" fmla="*/ 2285369 h 2323145"/>
              <a:gd name="connsiteX251" fmla="*/ 0 w 11269336"/>
              <a:gd name="connsiteY251" fmla="*/ 0 h 23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1269336" h="2323145">
                <a:moveTo>
                  <a:pt x="0" y="0"/>
                </a:moveTo>
                <a:lnTo>
                  <a:pt x="11269336" y="0"/>
                </a:lnTo>
                <a:lnTo>
                  <a:pt x="11268645" y="511"/>
                </a:lnTo>
                <a:cubicBezTo>
                  <a:pt x="11257520" y="14091"/>
                  <a:pt x="11248967" y="32073"/>
                  <a:pt x="11230739" y="37096"/>
                </a:cubicBezTo>
                <a:cubicBezTo>
                  <a:pt x="11194283" y="47141"/>
                  <a:pt x="11124351" y="55013"/>
                  <a:pt x="11082485" y="78590"/>
                </a:cubicBezTo>
                <a:cubicBezTo>
                  <a:pt x="11064655" y="69818"/>
                  <a:pt x="11049588" y="97621"/>
                  <a:pt x="11031776" y="79197"/>
                </a:cubicBezTo>
                <a:cubicBezTo>
                  <a:pt x="11016683" y="85023"/>
                  <a:pt x="11009945" y="92832"/>
                  <a:pt x="10995894" y="83459"/>
                </a:cubicBezTo>
                <a:cubicBezTo>
                  <a:pt x="10971843" y="134740"/>
                  <a:pt x="10888992" y="106042"/>
                  <a:pt x="10861177" y="147419"/>
                </a:cubicBezTo>
                <a:cubicBezTo>
                  <a:pt x="10850370" y="129415"/>
                  <a:pt x="10807086" y="138624"/>
                  <a:pt x="10782732" y="135645"/>
                </a:cubicBezTo>
                <a:cubicBezTo>
                  <a:pt x="10869014" y="196205"/>
                  <a:pt x="10693356" y="147304"/>
                  <a:pt x="10660773" y="179312"/>
                </a:cubicBezTo>
                <a:cubicBezTo>
                  <a:pt x="10667385" y="121467"/>
                  <a:pt x="10595265" y="182241"/>
                  <a:pt x="10564442" y="160738"/>
                </a:cubicBezTo>
                <a:cubicBezTo>
                  <a:pt x="10544419" y="190949"/>
                  <a:pt x="10518436" y="167191"/>
                  <a:pt x="10490200" y="183533"/>
                </a:cubicBezTo>
                <a:cubicBezTo>
                  <a:pt x="10423905" y="202688"/>
                  <a:pt x="10362764" y="244779"/>
                  <a:pt x="10271351" y="243104"/>
                </a:cubicBezTo>
                <a:cubicBezTo>
                  <a:pt x="10247818" y="329775"/>
                  <a:pt x="10135674" y="303068"/>
                  <a:pt x="10061033" y="364937"/>
                </a:cubicBezTo>
                <a:cubicBezTo>
                  <a:pt x="10014289" y="383940"/>
                  <a:pt x="9930032" y="360289"/>
                  <a:pt x="9921770" y="406154"/>
                </a:cubicBezTo>
                <a:cubicBezTo>
                  <a:pt x="9894276" y="384665"/>
                  <a:pt x="9881945" y="430851"/>
                  <a:pt x="9858388" y="439489"/>
                </a:cubicBezTo>
                <a:cubicBezTo>
                  <a:pt x="9835642" y="426888"/>
                  <a:pt x="9828901" y="443125"/>
                  <a:pt x="9811914" y="449865"/>
                </a:cubicBezTo>
                <a:cubicBezTo>
                  <a:pt x="9801869" y="441287"/>
                  <a:pt x="9787055" y="444835"/>
                  <a:pt x="9784394" y="457816"/>
                </a:cubicBezTo>
                <a:cubicBezTo>
                  <a:pt x="9797169" y="483924"/>
                  <a:pt x="9656844" y="450179"/>
                  <a:pt x="9656836" y="469967"/>
                </a:cubicBezTo>
                <a:cubicBezTo>
                  <a:pt x="9589537" y="485301"/>
                  <a:pt x="9662097" y="527310"/>
                  <a:pt x="9561575" y="559978"/>
                </a:cubicBezTo>
                <a:cubicBezTo>
                  <a:pt x="9479149" y="599104"/>
                  <a:pt x="9215234" y="670585"/>
                  <a:pt x="9162278" y="704724"/>
                </a:cubicBezTo>
                <a:cubicBezTo>
                  <a:pt x="9173017" y="730567"/>
                  <a:pt x="9063215" y="727685"/>
                  <a:pt x="9062863" y="754656"/>
                </a:cubicBezTo>
                <a:cubicBezTo>
                  <a:pt x="9021608" y="774940"/>
                  <a:pt x="8924639" y="816390"/>
                  <a:pt x="8914746" y="826428"/>
                </a:cubicBezTo>
                <a:lnTo>
                  <a:pt x="8917778" y="835198"/>
                </a:lnTo>
                <a:lnTo>
                  <a:pt x="8905560" y="838358"/>
                </a:lnTo>
                <a:lnTo>
                  <a:pt x="8897564" y="834287"/>
                </a:lnTo>
                <a:lnTo>
                  <a:pt x="8878040" y="844150"/>
                </a:lnTo>
                <a:cubicBezTo>
                  <a:pt x="8861112" y="848992"/>
                  <a:pt x="8812843" y="856499"/>
                  <a:pt x="8795998" y="863337"/>
                </a:cubicBezTo>
                <a:cubicBezTo>
                  <a:pt x="8792888" y="873975"/>
                  <a:pt x="8786153" y="880792"/>
                  <a:pt x="8776970" y="885177"/>
                </a:cubicBezTo>
                <a:lnTo>
                  <a:pt x="8755719" y="889754"/>
                </a:lnTo>
                <a:lnTo>
                  <a:pt x="8743257" y="904723"/>
                </a:lnTo>
                <a:cubicBezTo>
                  <a:pt x="8737642" y="908108"/>
                  <a:pt x="8730651" y="908759"/>
                  <a:pt x="8721366" y="904711"/>
                </a:cubicBezTo>
                <a:cubicBezTo>
                  <a:pt x="8711895" y="915873"/>
                  <a:pt x="8676250" y="900745"/>
                  <a:pt x="8678353" y="926318"/>
                </a:cubicBezTo>
                <a:cubicBezTo>
                  <a:pt x="8658506" y="928813"/>
                  <a:pt x="8647569" y="933735"/>
                  <a:pt x="8636849" y="937900"/>
                </a:cubicBezTo>
                <a:lnTo>
                  <a:pt x="8620213" y="943068"/>
                </a:lnTo>
                <a:lnTo>
                  <a:pt x="8612581" y="952695"/>
                </a:lnTo>
                <a:cubicBezTo>
                  <a:pt x="8605836" y="959769"/>
                  <a:pt x="8598255" y="964412"/>
                  <a:pt x="8589038" y="963892"/>
                </a:cubicBezTo>
                <a:lnTo>
                  <a:pt x="8579950" y="960899"/>
                </a:lnTo>
                <a:cubicBezTo>
                  <a:pt x="8579740" y="962476"/>
                  <a:pt x="8579529" y="964053"/>
                  <a:pt x="8579319" y="965630"/>
                </a:cubicBezTo>
                <a:cubicBezTo>
                  <a:pt x="8579138" y="972972"/>
                  <a:pt x="8576531" y="980010"/>
                  <a:pt x="8547429" y="984506"/>
                </a:cubicBezTo>
                <a:cubicBezTo>
                  <a:pt x="8529238" y="1001725"/>
                  <a:pt x="8505565" y="1015840"/>
                  <a:pt x="8478704" y="1025490"/>
                </a:cubicBezTo>
                <a:cubicBezTo>
                  <a:pt x="8473109" y="1019545"/>
                  <a:pt x="8465819" y="1032194"/>
                  <a:pt x="8461421" y="1035512"/>
                </a:cubicBezTo>
                <a:cubicBezTo>
                  <a:pt x="8459739" y="1031087"/>
                  <a:pt x="8447663" y="1032074"/>
                  <a:pt x="8445003" y="1036851"/>
                </a:cubicBezTo>
                <a:cubicBezTo>
                  <a:pt x="8366593" y="1075951"/>
                  <a:pt x="8398773" y="1021402"/>
                  <a:pt x="8357350" y="1060213"/>
                </a:cubicBezTo>
                <a:cubicBezTo>
                  <a:pt x="8349366" y="1063843"/>
                  <a:pt x="8342208" y="1063367"/>
                  <a:pt x="8335565" y="1061151"/>
                </a:cubicBezTo>
                <a:lnTo>
                  <a:pt x="8325267" y="1055919"/>
                </a:lnTo>
                <a:lnTo>
                  <a:pt x="8293586" y="1076144"/>
                </a:lnTo>
                <a:cubicBezTo>
                  <a:pt x="8277595" y="1084193"/>
                  <a:pt x="8260401" y="1090863"/>
                  <a:pt x="8242405" y="1095960"/>
                </a:cubicBezTo>
                <a:cubicBezTo>
                  <a:pt x="8226373" y="1101227"/>
                  <a:pt x="8224213" y="1102052"/>
                  <a:pt x="8197391" y="1107746"/>
                </a:cubicBezTo>
                <a:cubicBezTo>
                  <a:pt x="8090266" y="1152133"/>
                  <a:pt x="8141491" y="1082372"/>
                  <a:pt x="8081474" y="1130125"/>
                </a:cubicBezTo>
                <a:cubicBezTo>
                  <a:pt x="8070634" y="1134173"/>
                  <a:pt x="8061619" y="1132810"/>
                  <a:pt x="8053585" y="1129169"/>
                </a:cubicBezTo>
                <a:lnTo>
                  <a:pt x="8038422" y="1119092"/>
                </a:lnTo>
                <a:lnTo>
                  <a:pt x="8029450" y="1125592"/>
                </a:lnTo>
                <a:cubicBezTo>
                  <a:pt x="7992226" y="1133484"/>
                  <a:pt x="7978616" y="1122765"/>
                  <a:pt x="7959552" y="1140188"/>
                </a:cubicBezTo>
                <a:cubicBezTo>
                  <a:pt x="7922008" y="1119572"/>
                  <a:pt x="7937737" y="1141786"/>
                  <a:pt x="7914188" y="1150862"/>
                </a:cubicBezTo>
                <a:cubicBezTo>
                  <a:pt x="7896037" y="1160155"/>
                  <a:pt x="7933463" y="1163411"/>
                  <a:pt x="7914918" y="1168758"/>
                </a:cubicBezTo>
                <a:cubicBezTo>
                  <a:pt x="7893102" y="1165887"/>
                  <a:pt x="7898453" y="1187420"/>
                  <a:pt x="7875510" y="1183153"/>
                </a:cubicBezTo>
                <a:cubicBezTo>
                  <a:pt x="7877354" y="1165743"/>
                  <a:pt x="7834286" y="1194789"/>
                  <a:pt x="7829932" y="1180782"/>
                </a:cubicBezTo>
                <a:cubicBezTo>
                  <a:pt x="7816047" y="1204874"/>
                  <a:pt x="7801901" y="1181513"/>
                  <a:pt x="7779182" y="1192665"/>
                </a:cubicBezTo>
                <a:cubicBezTo>
                  <a:pt x="7769446" y="1202686"/>
                  <a:pt x="7761564" y="1205661"/>
                  <a:pt x="7748774" y="1199586"/>
                </a:cubicBezTo>
                <a:cubicBezTo>
                  <a:pt x="7704339" y="1247771"/>
                  <a:pt x="7717626" y="1207638"/>
                  <a:pt x="7671846" y="1231966"/>
                </a:cubicBezTo>
                <a:cubicBezTo>
                  <a:pt x="7632956" y="1255682"/>
                  <a:pt x="7587383" y="1275180"/>
                  <a:pt x="7554146" y="1319748"/>
                </a:cubicBezTo>
                <a:cubicBezTo>
                  <a:pt x="7548775" y="1331557"/>
                  <a:pt x="7531272" y="1339155"/>
                  <a:pt x="7515052" y="1336718"/>
                </a:cubicBezTo>
                <a:cubicBezTo>
                  <a:pt x="7512260" y="1336298"/>
                  <a:pt x="7509613" y="1335590"/>
                  <a:pt x="7507193" y="1334617"/>
                </a:cubicBezTo>
                <a:cubicBezTo>
                  <a:pt x="7488273" y="1365207"/>
                  <a:pt x="7468925" y="1356298"/>
                  <a:pt x="7461694" y="1375866"/>
                </a:cubicBezTo>
                <a:cubicBezTo>
                  <a:pt x="7422434" y="1391917"/>
                  <a:pt x="7384603" y="1382819"/>
                  <a:pt x="7377571" y="1400128"/>
                </a:cubicBezTo>
                <a:cubicBezTo>
                  <a:pt x="7356236" y="1403926"/>
                  <a:pt x="7322509" y="1393138"/>
                  <a:pt x="7311261" y="1412652"/>
                </a:cubicBezTo>
                <a:cubicBezTo>
                  <a:pt x="7305349" y="1400071"/>
                  <a:pt x="7289966" y="1428039"/>
                  <a:pt x="7275307" y="1422171"/>
                </a:cubicBezTo>
                <a:cubicBezTo>
                  <a:pt x="7264529" y="1416601"/>
                  <a:pt x="7257348" y="1423786"/>
                  <a:pt x="7247783" y="1426330"/>
                </a:cubicBezTo>
                <a:cubicBezTo>
                  <a:pt x="7233839" y="1423056"/>
                  <a:pt x="7194363" y="1442037"/>
                  <a:pt x="7185047" y="1451812"/>
                </a:cubicBezTo>
                <a:cubicBezTo>
                  <a:pt x="7164447" y="1483396"/>
                  <a:pt x="7101577" y="1475742"/>
                  <a:pt x="7084117" y="1500281"/>
                </a:cubicBezTo>
                <a:cubicBezTo>
                  <a:pt x="7076899" y="1504821"/>
                  <a:pt x="7069494" y="1507565"/>
                  <a:pt x="7062011" y="1509183"/>
                </a:cubicBezTo>
                <a:lnTo>
                  <a:pt x="7040555" y="1511207"/>
                </a:lnTo>
                <a:lnTo>
                  <a:pt x="7033438" y="1506772"/>
                </a:lnTo>
                <a:lnTo>
                  <a:pt x="7020886" y="1510764"/>
                </a:lnTo>
                <a:lnTo>
                  <a:pt x="7017033" y="1510650"/>
                </a:lnTo>
                <a:lnTo>
                  <a:pt x="6995460" y="1511173"/>
                </a:lnTo>
                <a:cubicBezTo>
                  <a:pt x="7010208" y="1537643"/>
                  <a:pt x="6938512" y="1522467"/>
                  <a:pt x="6962144" y="1541508"/>
                </a:cubicBezTo>
                <a:cubicBezTo>
                  <a:pt x="6926351" y="1550586"/>
                  <a:pt x="6958236" y="1566326"/>
                  <a:pt x="6910674" y="1554793"/>
                </a:cubicBezTo>
                <a:cubicBezTo>
                  <a:pt x="6859225" y="1589274"/>
                  <a:pt x="6769015" y="1598548"/>
                  <a:pt x="6732152" y="1642538"/>
                </a:cubicBezTo>
                <a:cubicBezTo>
                  <a:pt x="6734901" y="1628031"/>
                  <a:pt x="6709146" y="1622413"/>
                  <a:pt x="6694106" y="1632377"/>
                </a:cubicBezTo>
                <a:cubicBezTo>
                  <a:pt x="6702628" y="1575914"/>
                  <a:pt x="6638899" y="1692862"/>
                  <a:pt x="6617223" y="1659889"/>
                </a:cubicBezTo>
                <a:cubicBezTo>
                  <a:pt x="6623246" y="1693349"/>
                  <a:pt x="6561228" y="1764690"/>
                  <a:pt x="6521138" y="1744340"/>
                </a:cubicBezTo>
                <a:cubicBezTo>
                  <a:pt x="6469831" y="1761656"/>
                  <a:pt x="6438109" y="1796731"/>
                  <a:pt x="6380677" y="1796883"/>
                </a:cubicBezTo>
                <a:cubicBezTo>
                  <a:pt x="6379865" y="1801686"/>
                  <a:pt x="6377810" y="1805986"/>
                  <a:pt x="6374897" y="1809910"/>
                </a:cubicBezTo>
                <a:lnTo>
                  <a:pt x="6364545" y="1820090"/>
                </a:lnTo>
                <a:lnTo>
                  <a:pt x="6362126" y="1819991"/>
                </a:lnTo>
                <a:cubicBezTo>
                  <a:pt x="6353055" y="1821720"/>
                  <a:pt x="6348796" y="1824537"/>
                  <a:pt x="6346673" y="1827824"/>
                </a:cubicBezTo>
                <a:lnTo>
                  <a:pt x="6345588" y="1832232"/>
                </a:lnTo>
                <a:lnTo>
                  <a:pt x="6335708" y="1838451"/>
                </a:lnTo>
                <a:lnTo>
                  <a:pt x="6318182" y="1852975"/>
                </a:lnTo>
                <a:lnTo>
                  <a:pt x="6313084" y="1853561"/>
                </a:lnTo>
                <a:lnTo>
                  <a:pt x="6283816" y="1872148"/>
                </a:lnTo>
                <a:lnTo>
                  <a:pt x="6282550" y="1871392"/>
                </a:lnTo>
                <a:cubicBezTo>
                  <a:pt x="6279041" y="1870121"/>
                  <a:pt x="6275192" y="1869982"/>
                  <a:pt x="6270527" y="1872208"/>
                </a:cubicBezTo>
                <a:cubicBezTo>
                  <a:pt x="6265029" y="1853962"/>
                  <a:pt x="6262790" y="1867903"/>
                  <a:pt x="6249518" y="1876079"/>
                </a:cubicBezTo>
                <a:cubicBezTo>
                  <a:pt x="6238019" y="1849564"/>
                  <a:pt x="6207959" y="1881750"/>
                  <a:pt x="6190386" y="1872478"/>
                </a:cubicBezTo>
                <a:cubicBezTo>
                  <a:pt x="6180893" y="1879083"/>
                  <a:pt x="6170646" y="1885584"/>
                  <a:pt x="6159777" y="1891745"/>
                </a:cubicBezTo>
                <a:lnTo>
                  <a:pt x="6153131" y="1895079"/>
                </a:lnTo>
                <a:lnTo>
                  <a:pt x="6152798" y="1894920"/>
                </a:lnTo>
                <a:cubicBezTo>
                  <a:pt x="6150925" y="1895166"/>
                  <a:pt x="6148578" y="1896082"/>
                  <a:pt x="6145388" y="1897990"/>
                </a:cubicBezTo>
                <a:lnTo>
                  <a:pt x="6141014" y="1901155"/>
                </a:lnTo>
                <a:lnTo>
                  <a:pt x="6128122" y="1907623"/>
                </a:lnTo>
                <a:lnTo>
                  <a:pt x="6122351" y="1908359"/>
                </a:lnTo>
                <a:cubicBezTo>
                  <a:pt x="6099508" y="1905910"/>
                  <a:pt x="6088334" y="1869006"/>
                  <a:pt x="6064750" y="1896394"/>
                </a:cubicBezTo>
                <a:cubicBezTo>
                  <a:pt x="6025977" y="1903785"/>
                  <a:pt x="5997095" y="1889190"/>
                  <a:pt x="5964230" y="1910038"/>
                </a:cubicBezTo>
                <a:cubicBezTo>
                  <a:pt x="5927910" y="1916874"/>
                  <a:pt x="5894873" y="1914928"/>
                  <a:pt x="5865399" y="1926966"/>
                </a:cubicBezTo>
                <a:cubicBezTo>
                  <a:pt x="5851644" y="1923038"/>
                  <a:pt x="5839380" y="1922808"/>
                  <a:pt x="5829951" y="1934755"/>
                </a:cubicBezTo>
                <a:cubicBezTo>
                  <a:pt x="5795498" y="1938369"/>
                  <a:pt x="5784532" y="1926246"/>
                  <a:pt x="5765285" y="1941322"/>
                </a:cubicBezTo>
                <a:cubicBezTo>
                  <a:pt x="5741789" y="1922874"/>
                  <a:pt x="5742385" y="1931607"/>
                  <a:pt x="5734750" y="1939793"/>
                </a:cubicBezTo>
                <a:lnTo>
                  <a:pt x="5733569" y="1940505"/>
                </a:lnTo>
                <a:lnTo>
                  <a:pt x="5730329" y="1937845"/>
                </a:lnTo>
                <a:lnTo>
                  <a:pt x="5724661" y="1937455"/>
                </a:lnTo>
                <a:lnTo>
                  <a:pt x="5710186" y="1941370"/>
                </a:lnTo>
                <a:lnTo>
                  <a:pt x="5704910" y="1943663"/>
                </a:lnTo>
                <a:cubicBezTo>
                  <a:pt x="5701213" y="1944937"/>
                  <a:pt x="5698678" y="1945391"/>
                  <a:pt x="5696836" y="1945271"/>
                </a:cubicBezTo>
                <a:lnTo>
                  <a:pt x="5696583" y="1945050"/>
                </a:lnTo>
                <a:lnTo>
                  <a:pt x="5689123" y="1947067"/>
                </a:lnTo>
                <a:cubicBezTo>
                  <a:pt x="5676655" y="1951072"/>
                  <a:pt x="5664639" y="1955533"/>
                  <a:pt x="5653291" y="1960245"/>
                </a:cubicBezTo>
                <a:cubicBezTo>
                  <a:pt x="5640346" y="1947636"/>
                  <a:pt x="5600180" y="1973739"/>
                  <a:pt x="5599385" y="1945198"/>
                </a:cubicBezTo>
                <a:cubicBezTo>
                  <a:pt x="5583913" y="1950736"/>
                  <a:pt x="5576590" y="1964134"/>
                  <a:pt x="5578300" y="1944963"/>
                </a:cubicBezTo>
                <a:cubicBezTo>
                  <a:pt x="5573104" y="1946266"/>
                  <a:pt x="5569560" y="1945382"/>
                  <a:pt x="5566758" y="1943441"/>
                </a:cubicBezTo>
                <a:lnTo>
                  <a:pt x="5565857" y="1942445"/>
                </a:lnTo>
                <a:lnTo>
                  <a:pt x="5531534" y="1955208"/>
                </a:lnTo>
                <a:lnTo>
                  <a:pt x="5526552" y="1954799"/>
                </a:lnTo>
                <a:lnTo>
                  <a:pt x="5504723" y="1965811"/>
                </a:lnTo>
                <a:lnTo>
                  <a:pt x="5493156" y="1970063"/>
                </a:lnTo>
                <a:lnTo>
                  <a:pt x="5490486" y="1974227"/>
                </a:lnTo>
                <a:cubicBezTo>
                  <a:pt x="5487271" y="1977077"/>
                  <a:pt x="5482233" y="1979045"/>
                  <a:pt x="5473107" y="1979001"/>
                </a:cubicBezTo>
                <a:lnTo>
                  <a:pt x="5470885" y="1978432"/>
                </a:lnTo>
                <a:lnTo>
                  <a:pt x="5457393" y="1986525"/>
                </a:lnTo>
                <a:cubicBezTo>
                  <a:pt x="5453194" y="1989853"/>
                  <a:pt x="5449663" y="1993721"/>
                  <a:pt x="5447102" y="1998329"/>
                </a:cubicBezTo>
                <a:cubicBezTo>
                  <a:pt x="5386283" y="2017364"/>
                  <a:pt x="5223545" y="2015483"/>
                  <a:pt x="5159151" y="2029640"/>
                </a:cubicBezTo>
                <a:cubicBezTo>
                  <a:pt x="5141359" y="2036610"/>
                  <a:pt x="5090827" y="2076822"/>
                  <a:pt x="5098838" y="2062961"/>
                </a:cubicBezTo>
                <a:cubicBezTo>
                  <a:pt x="5047883" y="2099457"/>
                  <a:pt x="4922007" y="2111466"/>
                  <a:pt x="4860988" y="2135698"/>
                </a:cubicBezTo>
                <a:cubicBezTo>
                  <a:pt x="4805413" y="2152292"/>
                  <a:pt x="4784714" y="2158665"/>
                  <a:pt x="4765388" y="2162525"/>
                </a:cubicBezTo>
                <a:cubicBezTo>
                  <a:pt x="4758560" y="2161978"/>
                  <a:pt x="4751823" y="2160531"/>
                  <a:pt x="4745033" y="2158859"/>
                </a:cubicBezTo>
                <a:lnTo>
                  <a:pt x="4741475" y="2157998"/>
                </a:lnTo>
                <a:lnTo>
                  <a:pt x="4728247" y="2159526"/>
                </a:lnTo>
                <a:lnTo>
                  <a:pt x="4723263" y="2153742"/>
                </a:lnTo>
                <a:lnTo>
                  <a:pt x="4593061" y="2171597"/>
                </a:lnTo>
                <a:lnTo>
                  <a:pt x="4405765" y="2199902"/>
                </a:lnTo>
                <a:cubicBezTo>
                  <a:pt x="4403942" y="2198353"/>
                  <a:pt x="4402457" y="2196614"/>
                  <a:pt x="4401354" y="2194745"/>
                </a:cubicBezTo>
                <a:lnTo>
                  <a:pt x="4366646" y="2198564"/>
                </a:lnTo>
                <a:lnTo>
                  <a:pt x="4354009" y="2204984"/>
                </a:lnTo>
                <a:lnTo>
                  <a:pt x="4348284" y="2205270"/>
                </a:lnTo>
                <a:lnTo>
                  <a:pt x="4333906" y="2205251"/>
                </a:lnTo>
                <a:cubicBezTo>
                  <a:pt x="4326429" y="2204713"/>
                  <a:pt x="4318024" y="2203940"/>
                  <a:pt x="4308819" y="2203822"/>
                </a:cubicBezTo>
                <a:lnTo>
                  <a:pt x="4301210" y="2204456"/>
                </a:lnTo>
                <a:lnTo>
                  <a:pt x="4283095" y="2198177"/>
                </a:lnTo>
                <a:cubicBezTo>
                  <a:pt x="4269863" y="2193337"/>
                  <a:pt x="4259612" y="2190345"/>
                  <a:pt x="4250119" y="2196342"/>
                </a:cubicBezTo>
                <a:cubicBezTo>
                  <a:pt x="4230702" y="2190559"/>
                  <a:pt x="4213171" y="2166890"/>
                  <a:pt x="4189203" y="2178994"/>
                </a:cubicBezTo>
                <a:cubicBezTo>
                  <a:pt x="4194512" y="2165594"/>
                  <a:pt x="4160734" y="2183257"/>
                  <a:pt x="4154035" y="2171950"/>
                </a:cubicBezTo>
                <a:cubicBezTo>
                  <a:pt x="4150098" y="2162547"/>
                  <a:pt x="4138934" y="2165714"/>
                  <a:pt x="4129569" y="2163850"/>
                </a:cubicBezTo>
                <a:cubicBezTo>
                  <a:pt x="4121391" y="2155090"/>
                  <a:pt x="4076089" y="2154737"/>
                  <a:pt x="4061250" y="2159236"/>
                </a:cubicBezTo>
                <a:cubicBezTo>
                  <a:pt x="4020618" y="2177811"/>
                  <a:pt x="3978175" y="2144465"/>
                  <a:pt x="3945480" y="2158279"/>
                </a:cubicBezTo>
                <a:cubicBezTo>
                  <a:pt x="3936362" y="2159139"/>
                  <a:pt x="3928502" y="2158369"/>
                  <a:pt x="3921468" y="2156588"/>
                </a:cubicBezTo>
                <a:lnTo>
                  <a:pt x="3903348" y="2149220"/>
                </a:lnTo>
                <a:lnTo>
                  <a:pt x="3901342" y="2142355"/>
                </a:lnTo>
                <a:lnTo>
                  <a:pt x="3888539" y="2140476"/>
                </a:lnTo>
                <a:lnTo>
                  <a:pt x="3885662" y="2138740"/>
                </a:lnTo>
                <a:cubicBezTo>
                  <a:pt x="3880178" y="2135398"/>
                  <a:pt x="3874645" y="2132286"/>
                  <a:pt x="3868627" y="2130023"/>
                </a:cubicBezTo>
                <a:cubicBezTo>
                  <a:pt x="3859240" y="2159198"/>
                  <a:pt x="3815892" y="2115590"/>
                  <a:pt x="3819177" y="2142111"/>
                </a:cubicBezTo>
                <a:cubicBezTo>
                  <a:pt x="3784478" y="2134756"/>
                  <a:pt x="3796708" y="2161930"/>
                  <a:pt x="3769100" y="2131731"/>
                </a:cubicBezTo>
                <a:cubicBezTo>
                  <a:pt x="3702423" y="2139704"/>
                  <a:pt x="3625642" y="2109386"/>
                  <a:pt x="3562752" y="2131785"/>
                </a:cubicBezTo>
                <a:cubicBezTo>
                  <a:pt x="3576244" y="2120400"/>
                  <a:pt x="3560801" y="2104591"/>
                  <a:pt x="3541402" y="2106821"/>
                </a:cubicBezTo>
                <a:cubicBezTo>
                  <a:pt x="3592232" y="2061584"/>
                  <a:pt x="3356194" y="2115384"/>
                  <a:pt x="3365341" y="2077638"/>
                </a:cubicBezTo>
                <a:cubicBezTo>
                  <a:pt x="3303594" y="2079161"/>
                  <a:pt x="3221644" y="2111487"/>
                  <a:pt x="3170922" y="2115957"/>
                </a:cubicBezTo>
                <a:cubicBezTo>
                  <a:pt x="3166532" y="2119769"/>
                  <a:pt x="3161579" y="2122617"/>
                  <a:pt x="3156256" y="2124773"/>
                </a:cubicBezTo>
                <a:lnTo>
                  <a:pt x="3140298" y="2129182"/>
                </a:lnTo>
                <a:lnTo>
                  <a:pt x="3138514" y="2128069"/>
                </a:lnTo>
                <a:cubicBezTo>
                  <a:pt x="3130169" y="2125710"/>
                  <a:pt x="3124679" y="2126336"/>
                  <a:pt x="3120467" y="2128281"/>
                </a:cubicBezTo>
                <a:lnTo>
                  <a:pt x="3116175" y="2131633"/>
                </a:lnTo>
                <a:lnTo>
                  <a:pt x="3103685" y="2132814"/>
                </a:lnTo>
                <a:lnTo>
                  <a:pt x="3078794" y="2137935"/>
                </a:lnTo>
                <a:lnTo>
                  <a:pt x="3074407" y="2136274"/>
                </a:lnTo>
                <a:lnTo>
                  <a:pt x="3037285" y="2139919"/>
                </a:lnTo>
                <a:lnTo>
                  <a:pt x="3036901" y="2138726"/>
                </a:lnTo>
                <a:cubicBezTo>
                  <a:pt x="3035193" y="2136135"/>
                  <a:pt x="3032337" y="2134379"/>
                  <a:pt x="3026996" y="2134322"/>
                </a:cubicBezTo>
                <a:cubicBezTo>
                  <a:pt x="3037063" y="2116196"/>
                  <a:pt x="3024412" y="2127308"/>
                  <a:pt x="3007772" y="2128742"/>
                </a:cubicBezTo>
                <a:cubicBezTo>
                  <a:pt x="3019697" y="2100910"/>
                  <a:pt x="2971305" y="2115987"/>
                  <a:pt x="2965030" y="2100494"/>
                </a:cubicBezTo>
                <a:cubicBezTo>
                  <a:pt x="2952539" y="2102174"/>
                  <a:pt x="2939545" y="2103445"/>
                  <a:pt x="2926342" y="2104155"/>
                </a:cubicBezTo>
                <a:lnTo>
                  <a:pt x="2918608" y="2104215"/>
                </a:lnTo>
                <a:cubicBezTo>
                  <a:pt x="2918564" y="2104122"/>
                  <a:pt x="2918519" y="2104030"/>
                  <a:pt x="2918475" y="2103937"/>
                </a:cubicBezTo>
                <a:cubicBezTo>
                  <a:pt x="2916840" y="2103354"/>
                  <a:pt x="2914314" y="2103149"/>
                  <a:pt x="2910360" y="2103444"/>
                </a:cubicBezTo>
                <a:lnTo>
                  <a:pt x="2904507" y="2104326"/>
                </a:lnTo>
                <a:lnTo>
                  <a:pt x="2889503" y="2104443"/>
                </a:lnTo>
                <a:lnTo>
                  <a:pt x="2884480" y="2102626"/>
                </a:lnTo>
                <a:lnTo>
                  <a:pt x="2882689" y="2099228"/>
                </a:lnTo>
                <a:lnTo>
                  <a:pt x="2881291" y="2099618"/>
                </a:lnTo>
                <a:cubicBezTo>
                  <a:pt x="2870663" y="2105606"/>
                  <a:pt x="2867338" y="2114210"/>
                  <a:pt x="2853979" y="2090388"/>
                </a:cubicBezTo>
                <a:cubicBezTo>
                  <a:pt x="2829652" y="2100099"/>
                  <a:pt x="2824975" y="2085577"/>
                  <a:pt x="2791790" y="2080332"/>
                </a:cubicBezTo>
                <a:cubicBezTo>
                  <a:pt x="2777850" y="2089504"/>
                  <a:pt x="2766709" y="2086170"/>
                  <a:pt x="2755844" y="2078874"/>
                </a:cubicBezTo>
                <a:cubicBezTo>
                  <a:pt x="2723488" y="2083049"/>
                  <a:pt x="2694065" y="2072780"/>
                  <a:pt x="2657742" y="2070179"/>
                </a:cubicBezTo>
                <a:cubicBezTo>
                  <a:pt x="2618372" y="2082020"/>
                  <a:pt x="2598368" y="2060559"/>
                  <a:pt x="2559549" y="2057873"/>
                </a:cubicBezTo>
                <a:cubicBezTo>
                  <a:pt x="2525789" y="2078403"/>
                  <a:pt x="2531908" y="2039838"/>
                  <a:pt x="2512054" y="2031671"/>
                </a:cubicBezTo>
                <a:lnTo>
                  <a:pt x="2506437" y="2030918"/>
                </a:lnTo>
                <a:lnTo>
                  <a:pt x="2491752" y="2033906"/>
                </a:lnTo>
                <a:lnTo>
                  <a:pt x="2486338" y="2035862"/>
                </a:lnTo>
                <a:cubicBezTo>
                  <a:pt x="2482568" y="2036899"/>
                  <a:pt x="2480011" y="2037191"/>
                  <a:pt x="2478186" y="2036953"/>
                </a:cubicBezTo>
                <a:lnTo>
                  <a:pt x="2477950" y="2036715"/>
                </a:lnTo>
                <a:lnTo>
                  <a:pt x="2470381" y="2038256"/>
                </a:lnTo>
                <a:cubicBezTo>
                  <a:pt x="2457686" y="2041461"/>
                  <a:pt x="2445410" y="2045155"/>
                  <a:pt x="2433781" y="2049140"/>
                </a:cubicBezTo>
                <a:cubicBezTo>
                  <a:pt x="2421781" y="2035703"/>
                  <a:pt x="2379959" y="2059234"/>
                  <a:pt x="2381172" y="2030645"/>
                </a:cubicBezTo>
                <a:cubicBezTo>
                  <a:pt x="2365380" y="2035192"/>
                  <a:pt x="2357148" y="2048120"/>
                  <a:pt x="2360198" y="2029059"/>
                </a:cubicBezTo>
                <a:cubicBezTo>
                  <a:pt x="2354933" y="2030031"/>
                  <a:pt x="2351467" y="2028919"/>
                  <a:pt x="2348815" y="2026798"/>
                </a:cubicBezTo>
                <a:lnTo>
                  <a:pt x="2347988" y="2025745"/>
                </a:lnTo>
                <a:lnTo>
                  <a:pt x="2312920" y="2036311"/>
                </a:lnTo>
                <a:lnTo>
                  <a:pt x="2307986" y="2035583"/>
                </a:lnTo>
                <a:lnTo>
                  <a:pt x="2285481" y="2045197"/>
                </a:lnTo>
                <a:lnTo>
                  <a:pt x="2273666" y="2048710"/>
                </a:lnTo>
                <a:lnTo>
                  <a:pt x="2270719" y="2052702"/>
                </a:lnTo>
                <a:cubicBezTo>
                  <a:pt x="2267315" y="2055347"/>
                  <a:pt x="2262161" y="2056992"/>
                  <a:pt x="2253080" y="2056363"/>
                </a:cubicBezTo>
                <a:lnTo>
                  <a:pt x="2250906" y="2055654"/>
                </a:lnTo>
                <a:lnTo>
                  <a:pt x="2236905" y="2062882"/>
                </a:lnTo>
                <a:cubicBezTo>
                  <a:pt x="2232493" y="2065942"/>
                  <a:pt x="2228705" y="2069583"/>
                  <a:pt x="2225830" y="2074027"/>
                </a:cubicBezTo>
                <a:cubicBezTo>
                  <a:pt x="2173117" y="2059597"/>
                  <a:pt x="2128486" y="2085502"/>
                  <a:pt x="2073776" y="2089244"/>
                </a:cubicBezTo>
                <a:cubicBezTo>
                  <a:pt x="2046050" y="2059365"/>
                  <a:pt x="1957570" y="2112693"/>
                  <a:pt x="1948256" y="2146616"/>
                </a:cubicBezTo>
                <a:cubicBezTo>
                  <a:pt x="1943005" y="2109192"/>
                  <a:pt x="1832736" y="2206239"/>
                  <a:pt x="1865582" y="2153738"/>
                </a:cubicBezTo>
                <a:cubicBezTo>
                  <a:pt x="1847376" y="2159567"/>
                  <a:pt x="1826258" y="2147592"/>
                  <a:pt x="1835210" y="2134244"/>
                </a:cubicBezTo>
                <a:cubicBezTo>
                  <a:pt x="1781916" y="2167476"/>
                  <a:pt x="1695112" y="2153556"/>
                  <a:pt x="1632661" y="2173882"/>
                </a:cubicBezTo>
                <a:cubicBezTo>
                  <a:pt x="1594177" y="2150642"/>
                  <a:pt x="1616426" y="2173975"/>
                  <a:pt x="1579590" y="2173680"/>
                </a:cubicBezTo>
                <a:cubicBezTo>
                  <a:pt x="1592812" y="2198112"/>
                  <a:pt x="1533818" y="2165220"/>
                  <a:pt x="1535601" y="2194590"/>
                </a:cubicBezTo>
                <a:cubicBezTo>
                  <a:pt x="1528840" y="2193608"/>
                  <a:pt x="1522236" y="2191728"/>
                  <a:pt x="1515594" y="2189622"/>
                </a:cubicBezTo>
                <a:lnTo>
                  <a:pt x="1512113" y="2188534"/>
                </a:lnTo>
                <a:lnTo>
                  <a:pt x="1498838" y="2189213"/>
                </a:lnTo>
                <a:lnTo>
                  <a:pt x="1494279" y="2183112"/>
                </a:lnTo>
                <a:lnTo>
                  <a:pt x="1473714" y="2179625"/>
                </a:lnTo>
                <a:cubicBezTo>
                  <a:pt x="1466138" y="2179292"/>
                  <a:pt x="1458132" y="2180071"/>
                  <a:pt x="1449503" y="2182633"/>
                </a:cubicBezTo>
                <a:lnTo>
                  <a:pt x="1266687" y="2212688"/>
                </a:lnTo>
                <a:cubicBezTo>
                  <a:pt x="1256792" y="2212722"/>
                  <a:pt x="1247024" y="2217857"/>
                  <a:pt x="1239614" y="2209727"/>
                </a:cubicBezTo>
                <a:cubicBezTo>
                  <a:pt x="1228778" y="2200326"/>
                  <a:pt x="1202276" y="2223497"/>
                  <a:pt x="1202436" y="2209817"/>
                </a:cubicBezTo>
                <a:cubicBezTo>
                  <a:pt x="1183471" y="2225854"/>
                  <a:pt x="1157340" y="2206849"/>
                  <a:pt x="1136097" y="2205112"/>
                </a:cubicBezTo>
                <a:cubicBezTo>
                  <a:pt x="1100396" y="2209415"/>
                  <a:pt x="1013922" y="2231219"/>
                  <a:pt x="988232" y="2235635"/>
                </a:cubicBezTo>
                <a:cubicBezTo>
                  <a:pt x="986445" y="2234079"/>
                  <a:pt x="984332" y="2232722"/>
                  <a:pt x="981959" y="2231607"/>
                </a:cubicBezTo>
                <a:cubicBezTo>
                  <a:pt x="968170" y="2225130"/>
                  <a:pt x="948759" y="2228043"/>
                  <a:pt x="938600" y="2238113"/>
                </a:cubicBezTo>
                <a:cubicBezTo>
                  <a:pt x="888371" y="2272824"/>
                  <a:pt x="837950" y="2280135"/>
                  <a:pt x="791788" y="2293224"/>
                </a:cubicBezTo>
                <a:cubicBezTo>
                  <a:pt x="739035" y="2305159"/>
                  <a:pt x="769009" y="2269676"/>
                  <a:pt x="706914" y="2305046"/>
                </a:cubicBezTo>
                <a:cubicBezTo>
                  <a:pt x="697882" y="2295919"/>
                  <a:pt x="689339" y="2296797"/>
                  <a:pt x="675971" y="2304030"/>
                </a:cubicBezTo>
                <a:cubicBezTo>
                  <a:pt x="650201" y="2309060"/>
                  <a:pt x="647591" y="2282853"/>
                  <a:pt x="624180" y="2302650"/>
                </a:cubicBezTo>
                <a:cubicBezTo>
                  <a:pt x="626400" y="2287987"/>
                  <a:pt x="574045" y="2305175"/>
                  <a:pt x="583453" y="2288788"/>
                </a:cubicBezTo>
                <a:cubicBezTo>
                  <a:pt x="564313" y="2278832"/>
                  <a:pt x="559671" y="2301039"/>
                  <a:pt x="540946" y="2292721"/>
                </a:cubicBezTo>
                <a:cubicBezTo>
                  <a:pt x="521576" y="2293191"/>
                  <a:pt x="554439" y="2305843"/>
                  <a:pt x="533680" y="2310233"/>
                </a:cubicBezTo>
                <a:cubicBezTo>
                  <a:pt x="508069" y="2313043"/>
                  <a:pt x="512638" y="2338541"/>
                  <a:pt x="487366" y="2309053"/>
                </a:cubicBezTo>
                <a:cubicBezTo>
                  <a:pt x="462164" y="2321083"/>
                  <a:pt x="454441" y="2307251"/>
                  <a:pt x="416820" y="2305443"/>
                </a:cubicBezTo>
                <a:cubicBezTo>
                  <a:pt x="403012" y="2315890"/>
                  <a:pt x="390105" y="2313733"/>
                  <a:pt x="376805" y="2307647"/>
                </a:cubicBezTo>
                <a:cubicBezTo>
                  <a:pt x="341751" y="2315035"/>
                  <a:pt x="307408" y="2307897"/>
                  <a:pt x="266777" y="2309012"/>
                </a:cubicBezTo>
                <a:cubicBezTo>
                  <a:pt x="225310" y="2324664"/>
                  <a:pt x="199419" y="2305548"/>
                  <a:pt x="156013" y="2306832"/>
                </a:cubicBezTo>
                <a:cubicBezTo>
                  <a:pt x="117457" y="2333851"/>
                  <a:pt x="122965" y="2279562"/>
                  <a:pt x="87258" y="2285511"/>
                </a:cubicBezTo>
                <a:cubicBezTo>
                  <a:pt x="38977" y="2309189"/>
                  <a:pt x="74043" y="2277969"/>
                  <a:pt x="23798" y="2281822"/>
                </a:cubicBezTo>
                <a:lnTo>
                  <a:pt x="0" y="2285369"/>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994763F7-F859-093B-2F47-9CE67E50190C}"/>
              </a:ext>
            </a:extLst>
          </p:cNvPr>
          <p:cNvSpPr>
            <a:spLocks noGrp="1"/>
          </p:cNvSpPr>
          <p:nvPr>
            <p:ph type="title"/>
          </p:nvPr>
        </p:nvSpPr>
        <p:spPr>
          <a:xfrm>
            <a:off x="497973" y="524349"/>
            <a:ext cx="4464551" cy="739881"/>
          </a:xfrm>
        </p:spPr>
        <p:txBody>
          <a:bodyPr vert="horz" lIns="91440" tIns="45720" rIns="91440" bIns="45720" rtlCol="0" anchor="b">
            <a:noAutofit/>
          </a:bodyPr>
          <a:lstStyle/>
          <a:p>
            <a:r>
              <a:rPr lang="en-US" dirty="0">
                <a:latin typeface="Times New Roman"/>
                <a:cs typeface="Times New Roman"/>
              </a:rPr>
              <a:t>Gradient Boosting</a:t>
            </a:r>
          </a:p>
        </p:txBody>
      </p:sp>
      <p:sp>
        <p:nvSpPr>
          <p:cNvPr id="21" name="Freeform: Shape 20">
            <a:extLst>
              <a:ext uri="{FF2B5EF4-FFF2-40B4-BE49-F238E27FC236}">
                <a16:creationId xmlns:a16="http://schemas.microsoft.com/office/drawing/2014/main" id="{CFDF195F-784B-4D00-8C92-6FC1B0499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277971"/>
            <a:ext cx="6884912" cy="580030"/>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2C1A24B-C12D-69C7-7FEA-7EE960C2E54A}"/>
              </a:ext>
            </a:extLst>
          </p:cNvPr>
          <p:cNvSpPr txBox="1"/>
          <p:nvPr/>
        </p:nvSpPr>
        <p:spPr>
          <a:xfrm>
            <a:off x="2565796" y="6084093"/>
            <a:ext cx="1464468" cy="3812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cs typeface="Times New Roman"/>
              </a:rPr>
              <a:t> </a:t>
            </a:r>
            <a:r>
              <a:rPr lang="en-US" dirty="0">
                <a:latin typeface="Times New Roman"/>
                <a:ea typeface="+mn-lt"/>
                <a:cs typeface="+mn-lt"/>
              </a:rPr>
              <a:t>Architecture</a:t>
            </a:r>
            <a:endParaRPr lang="en-US">
              <a:latin typeface="Times New Roman"/>
              <a:cs typeface="Times New Roman"/>
            </a:endParaRPr>
          </a:p>
        </p:txBody>
      </p:sp>
      <p:sp>
        <p:nvSpPr>
          <p:cNvPr id="7" name="TextBox 6">
            <a:extLst>
              <a:ext uri="{FF2B5EF4-FFF2-40B4-BE49-F238E27FC236}">
                <a16:creationId xmlns:a16="http://schemas.microsoft.com/office/drawing/2014/main" id="{9A65584D-78DB-394B-8BAB-C42D2B2B6E18}"/>
              </a:ext>
            </a:extLst>
          </p:cNvPr>
          <p:cNvSpPr txBox="1"/>
          <p:nvPr/>
        </p:nvSpPr>
        <p:spPr>
          <a:xfrm>
            <a:off x="7524750" y="5700117"/>
            <a:ext cx="3265289" cy="3812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cs typeface="Times New Roman"/>
              </a:rPr>
              <a:t>Box Plot(5 times model training)</a:t>
            </a:r>
          </a:p>
        </p:txBody>
      </p:sp>
      <p:pic>
        <p:nvPicPr>
          <p:cNvPr id="8" name="Content Placeholder 7" descr="A diagram of a tree&#10;&#10;Description automatically generated">
            <a:extLst>
              <a:ext uri="{FF2B5EF4-FFF2-40B4-BE49-F238E27FC236}">
                <a16:creationId xmlns:a16="http://schemas.microsoft.com/office/drawing/2014/main" id="{5B5E2400-9379-94DD-6488-71A4939C9A44}"/>
              </a:ext>
            </a:extLst>
          </p:cNvPr>
          <p:cNvPicPr>
            <a:picLocks noGrp="1" noChangeAspect="1"/>
          </p:cNvPicPr>
          <p:nvPr>
            <p:ph idx="1"/>
          </p:nvPr>
        </p:nvPicPr>
        <p:blipFill>
          <a:blip r:embed="rId2"/>
          <a:stretch>
            <a:fillRect/>
          </a:stretch>
        </p:blipFill>
        <p:spPr>
          <a:xfrm>
            <a:off x="2382" y="2193926"/>
            <a:ext cx="6805610" cy="3686174"/>
          </a:xfrm>
        </p:spPr>
      </p:pic>
      <p:pic>
        <p:nvPicPr>
          <p:cNvPr id="9" name="Picture 8" descr="A graph with a blue rectangle&#10;&#10;Description automatically generated">
            <a:extLst>
              <a:ext uri="{FF2B5EF4-FFF2-40B4-BE49-F238E27FC236}">
                <a16:creationId xmlns:a16="http://schemas.microsoft.com/office/drawing/2014/main" id="{BE9AA3BF-BCBB-203F-BFBD-77A8B3E127F9}"/>
              </a:ext>
            </a:extLst>
          </p:cNvPr>
          <p:cNvPicPr>
            <a:picLocks noChangeAspect="1"/>
          </p:cNvPicPr>
          <p:nvPr/>
        </p:nvPicPr>
        <p:blipFill>
          <a:blip r:embed="rId3"/>
          <a:stretch>
            <a:fillRect/>
          </a:stretch>
        </p:blipFill>
        <p:spPr>
          <a:xfrm>
            <a:off x="6948487" y="2531269"/>
            <a:ext cx="5248274" cy="2926555"/>
          </a:xfrm>
          <a:prstGeom prst="rect">
            <a:avLst/>
          </a:prstGeom>
        </p:spPr>
      </p:pic>
    </p:spTree>
    <p:extLst>
      <p:ext uri="{BB962C8B-B14F-4D97-AF65-F5344CB8AC3E}">
        <p14:creationId xmlns:p14="http://schemas.microsoft.com/office/powerpoint/2010/main" val="24476695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19</Slides>
  <Notes>0</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Symptom-based Disease Prediction</vt:lpstr>
      <vt:lpstr>Introduction To Company (Sparks To Ideas)</vt:lpstr>
      <vt:lpstr>Introduction</vt:lpstr>
      <vt:lpstr>Problem Statement</vt:lpstr>
      <vt:lpstr>Motivation</vt:lpstr>
      <vt:lpstr>Literature Gaps</vt:lpstr>
      <vt:lpstr>Methodology</vt:lpstr>
      <vt:lpstr>Results</vt:lpstr>
      <vt:lpstr>Results</vt:lpstr>
      <vt:lpstr>Web Development Results</vt:lpstr>
      <vt:lpstr>Web Development Results</vt:lpstr>
      <vt:lpstr>Conclusion</vt:lpstr>
      <vt:lpstr>Future Scope</vt:lpstr>
      <vt:lpstr>Reference</vt:lpstr>
      <vt:lpstr>THANK YOU</vt:lpstr>
      <vt:lpstr>Decision Tree</vt:lpstr>
      <vt:lpstr>Random Forest</vt:lpstr>
      <vt:lpstr>Support Vector Machine</vt:lpstr>
      <vt:lpstr>Gradient Boosting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91</cp:revision>
  <dcterms:created xsi:type="dcterms:W3CDTF">2024-05-18T05:47:24Z</dcterms:created>
  <dcterms:modified xsi:type="dcterms:W3CDTF">2024-07-30T17:20:15Z</dcterms:modified>
</cp:coreProperties>
</file>