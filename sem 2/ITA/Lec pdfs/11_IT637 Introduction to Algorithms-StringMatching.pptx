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3.xml" ContentType="application/inkml+xml"/>
  <Override PartName="/ppt/notesSlides/notesSlide14.xml" ContentType="application/vnd.openxmlformats-officedocument.presentationml.notesSlide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7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2" r:id="rId35"/>
    <p:sldId id="293" r:id="rId36"/>
    <p:sldId id="29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t Mankodi" initials="AM" lastIdx="1" clrIdx="0">
    <p:extLst>
      <p:ext uri="{19B8F6BF-5375-455C-9EA6-DF929625EA0E}">
        <p15:presenceInfo xmlns:p15="http://schemas.microsoft.com/office/powerpoint/2012/main" userId="15f90b9ae5a791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64" autoAdjust="0"/>
    <p:restoredTop sz="94660"/>
  </p:normalViewPr>
  <p:slideViewPr>
    <p:cSldViewPr snapToGrid="0">
      <p:cViewPr varScale="1">
        <p:scale>
          <a:sx n="68" d="100"/>
          <a:sy n="68" d="100"/>
        </p:scale>
        <p:origin x="37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30:48.705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6BC118A-7895-43CE-AF95-8914295799F2}" emma:medium="tactile" emma:mode="ink">
          <msink:context xmlns:msink="http://schemas.microsoft.com/ink/2010/main" type="inkDrawing" rotatedBoundingBox="17038,1239 21443,4706 19754,6852 15349,3386" shapeName="Other"/>
        </emma:interpretation>
      </emma:emma>
    </inkml:annotationXML>
    <inkml:trace contextRef="#ctx0" brushRef="#br0">0 759 0 0,'0'0'0'0,"0"0"0"0,0 0 0 16,0 0 0-16,0 0 0 0,0 0 0 15,0 0 0-15,0 0 0 0,0 0 0 0,0 0 0 16,0 0 0-16,0 0 0 0,61-97 0 0,-2 77 0 16,22-5 0-16,17-7 0 0,18-2 0 0,17-5 0 15,10 0 0-15,11-2 0 0,9 0 0 16,10 1 0-16,1-3 0 0,10 2 0 0,0-1 0 15,0 4 0-15,-1-3 0 0,-7 10 0 0,4 0 0 16,-14 6 0-16,-2 5 0 0,-12 5 0 0,-14 6 0 16,-14 6 0-16,-14 3 0 0,-18 7 0 15,-17 9 0-15,-15 10 0 0,-16 6 0 0,-15 5 0 16,-14 8 0-16,-15 4 0 0,-12 5 0 0,-22 12 0 16,-21 5 0-16,-17 14 0 0,-15 6 0 0,-17 11 0 15,-14 8 0-15,-11 4 0 0,2 3 0 16,-3-1 0-16,5-4 0 0,7-5 0 0,14-9 0 15,16-12 0-15,22-8 0 0,11-11 0 0,23-8 0 16,17-7 0-16,13-8 0 0,4-6 0 0,25 1 0 16,10-4 0-16,18-6 0 0,16-4 36 15,22-4 83-15,14-3-5 0,17-8 3 0,20-4-4 16,6-6-9-16,5 0-11 0,3-2-16 0,-4-2-16 16,-1 2-14-16,-2 2-10 0,-1 0-11 0,-5 6-5 15,-6 6-11-15,-13 6-7 0,-8 5-3 0,-20 4-4 16,-14 6-2-16,-14 2-2 0,-17 8 1 15,-9 2 0-15,-13 4 4 0,-15 7 4 0,-6 5 1 16,-10 0 5-16,-16 9-1 0,-13 0 1 0,-11 10-1 16,-7 4-6-16,-5 5 3 0,-5-3-4 15,1 2-3-15,8-3 2 0,7-5-5 0,16-8 1 16,13-2-16-16,12-8-13 0,15-1-22 0,28-7-26 16,25-3-46-16,36-8-150 0,-14-11-71 0,-18-10 350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33:22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8743 7303 0 0,'0'0'0'0,"0"0"2"15,0 0 120-15,0 0-4 0,0 0 3 16,0 0-32-16,0 0-48 0,0 0-8 0,0 0-2 0,0 0 10 16,0 0 13-16,0 0-3 0,42-37-7 15,-30 33-10-15,5-2-3 0,-1 0 5 0,2 1 7 16,7-2 6-16,-1 0 0 0,4 0-4 0,5-2-7 15,6 1-2-15,4-5-4 0,7-1 1 16,7-2 0-16,5-3-1 0,7-2 1 0,6-4-5 16,6 0 5-16,8-5 5 0,3-1 4 0,9-3 4 15,6-1-4-15,10-3-2 0,4-4-3 0,5-2 2 16,6-2 4-16,7 0 1 0,2-1 5 16,5 0-2-16,3-2 0 0,2 2-4 0,4-3-8 15,0 3 0-15,2-2-5 0,3 2 1 0,-1-2-3 16,2 3-1-16,1-1-2 0,-2 1-2 15,0-2 1-15,-2 0 0 0,-1 1-1 0,-4 1 1 16,-1 0-5-16,-8 2-1 0,-3 0-5 0,-8 2 0 16,-3 0 3-16,-8 1-4 0,-8 2 1 0,-7 0-5 15,-11 3-1-15,-7 4-2 0,-7 0-1 0,-11 3 2 16,-8 2-6-16,-6 3 4 0,-13 1-4 0,-5 4 0 16,-10 2-3-16,-9 4-6 0,-8 5-2 15,-6 0-16-15,-4 1-25 0,-2-1-66 0,-4 1-149 16,1 1-337-16,-2 2-369 0</inkml:trace>
  <inkml:trace contextRef="#ctx0" brushRef="#br0" timeOffset="633.1502">14102 5117 894 0,'0'0'501'15,"0"0"-437"-15,0 0-44 0,0 0-18 16,0 0-12-16,0 0-21 0,0 0 8 0,0 0 7 16,0 0 25-16,0 0 35 0,0 0 1 0,0 0 8 15,60 66-2-15,-20-52-7 0,9-2-4 16,3-1-8-16,10-4-5 0,7-2-2 0,4-2-6 0,0-3-3 15,6 0-2-15,1-3 3 0,-1-4-2 16,-3-1 7-16,2-1-2 0,-5-1-3 0,-4 0 2 16,-6 0-5-16,-9 2 1 0,-8 2-5 0,-13 3-4 15,-11 2-4-15,-9 1 3 0,-10 0 23 0,-3 6 29 16,-11 4 23-16,-11 7 6 0,-12 10-8 16,-11 7-20-16,-13 10-13 0,-11 8-6 0,-5 2-5 15,-6 3-4-15,-2 2-8 0,-1 1-7 0,-3 2-7 16,1 2-18-16,-5 2-30 0,3 4-97 15,18-17-599-15,22-14-761 0</inkml:trace>
  <inkml:trace contextRef="#ctx0" brushRef="#br0" timeOffset="4857.3727">16690 4364 1011 0,'0'0'103'0,"0"0"42"15,0 0 21-15,0 0 13 0,0 0-27 16,0 0-44-16,0 0-32 0,0 0-24 0,0 0-32 16,0 0-27-16,0 0-41 0,0 0-40 0,-19-48-38 15,19 55 20-15,2 5 37 0,4 3 44 16,-3 9 50-16,-2 4-12 0,1 5-7 0,-2 7-2 0,0 4-5 16,0 4 3-16,-2 4-3 0,-1 1-2 15,1 2 4-15,-5 2-5 0,3 0 4 16,-3 2-2-16,0 0-2 0,2-1-1 0,-3-1-3 0,0-6 2 15,3-1 0-15,-1-8 3 0,1-3 0 16,0-7 0-16,3-7 4 0,0-8-3 0,2-5 5 16,0-8 18-16,0-2 29 0,0-2 45 0,0-5 37 15,3-6-21-15,4-5-33 0,2-9-41 0,4-7-37 16,3-6 6-16,2-5 5 0,4-4-5 16,1-1-2-16,1-1-3 0,0 0-5 0,3 2 1 15,0 7-6-15,-2 5-2 0,2 6-6 0,-4 9-11 16,-3 8-10-16,-1 6-15 0,-6 5-1 0,3 2 4 15,-4 9 13-15,0 5 20 0,-2 9 8 16,0 3 12-16,0 6-1 0,-2 2 1 0,-3 4 7 16,0 0-4-16,-2 3 9 0,1-3-3 0,-1-1-2 15,0-2-3-15,-3-4 1 0,1-3-3 16,1-4-4-16,0-5 3 0,-1-1-3 0,-1-5-1 16,1-4 3-16,-1-1-10 0,1-4-4 0,0-2-13 15,-1-3-23-15,2 0-25 0,4-4-88 0,-4-1-300 16,0 2-606-16</inkml:trace>
  <inkml:trace contextRef="#ctx0" brushRef="#br0" timeOffset="5399.8519">17815 4963 1474 0,'0'0'199'16,"0"0"-7"-16,0 0-10 0,0 0-13 0,0 0-56 16,0 0-46-16,0 0-24 0,0 0-5 0,-56-127-25 15,51 115 5-15,-1 1-7 0,-1 3-7 0,1-1 5 16,-2 4-18-16,-2 1-8 0,0 3-15 16,-3 1-14-16,-5 0-4 0,-3 8 0 0,-2 3 11 15,-4 7 5-15,-2 1 14 0,-2 4 2 0,-1 1 1 16,2 2 7-16,-1 1-10 0,2 0 1 15,2 0-4-15,3 0-9 0,4 0-4 0,6-1-11 16,1-2-4-16,3-1-7 0,6 0-7 0,2-2-4 16,2-4-13-16,1-1-10 0,8-3-8 0,3-3-10 15,4-3 16-15,6-5 29 0,1-2 38 0,5-4 36 16,1-8 18-16,2-2 4 0,0-4 0 16,-1-2 6-16,0-1 12 0,-3-2 15 0,1-5 13 0,1 2 11 15,-4-2 5-15,-1-1-1 0,-5 5-1 16,-4 2-7-16,-2 5-6 0,-5 4 3 0,-2 6 8 15,-4 2 4-15,-2 5-16 0,0 0-26 0,-1 0-37 16,-3 3-31-16,1 1-13 0,-2 3-13 16,-3 5 2-16,-2 3 4 0,-1 4 9 0,-1 6 14 15,0 3-1-15,5 1 2 0,-1 1-2 0,6 0-5 16,2-1 3-16,0-3-1 0,2 0-6 0,7-2-2 16,1-3-9-16,1-2-5 0,4-3 1 15,1-2-6-15,1-3 1 0,-2-2 4 0,5-7 4 16,1-2 0-16,2-2-25 0,4-9-89 0,2-5-138 15,3-2-167-15,2-4-167 0,-7 5 415 0,-8 4 207 16</inkml:trace>
  <inkml:trace contextRef="#ctx0" brushRef="#br0" timeOffset="5799.7713">18394 4820 0 0,'0'0'306'0,"0"0"5"0,0 0-17 0,0 0-7 15,0 0-45-15,0 0-32 0,0 0-26 0,0 0-26 16,0 0-37-16,0 0-27 0,0 0-27 0,-122-38-28 16,112 31-16-16,-2 0-13 0,-2 2-10 15,-2-1-6-15,-2 0-6 0,-4 4-12 0,-4 1-6 16,-1 1-4-16,-2 1-5 0,1 6 11 0,0 2 3 16,1 3 4-16,3 0 4 0,4 4-12 15,1-1-3-15,5 4-3 0,3-1-2 0,2 3 4 16,2 1 4-16,7-2 3 0,0 1 13 0,10 0 14 15,9 1 5-15,2-2 7 0,9 0-1 0,4-3-6 16,8-2-1-16,2-2-5 0,2-3-5 16,-1 0 2-16,-3-4-3 0,-3 1 2 0,-8-1 3 15,-6-1 1-15,-6 0 1 0,-3-1-2 0,-8 1-2 16,-3-2-3-16,-5 1 10 0,0-1 20 0,-3 4 10 16,-6 1 11-16,-5 2-4 0,-1 3-14 0,-4 2-7 15,-3-1-5-15,0 0-6 0,-2 2 0 16,0-2-2-16,0-1-6 0,-2 1-1 0,4-1-5 15,-1 2-6-15,3-4-3 0,1-2-13 0,1-1-8 16,6-2-19-16,0-2-37 0,4-2-67 0,3-2-101 16,2 0-202-16,3 0-296 0,0 0 502 0</inkml:trace>
  <inkml:trace contextRef="#ctx0" brushRef="#br0" timeOffset="6233.4421">18758 4321 1275 0,'0'0'143'0,"0"0"36"0,0 0 20 15,0 0 0-15,0 0-29 0,0 0-40 0,0 0-36 16,0 0-27-16,0 0-43 0,0 0-43 0,0 0-42 16,0 0 3-16,0 0 12 0,-73-7 20 0,83 34 34 15,1 7-7-15,4 7-1 0,-1 6 1 0,-1 6-3 16,-3 3-1-16,-2-1 0 0,-2 2-2 15,-5-3 1-15,-1 0-2 0,-1-1 0 0,-9 0-3 16,0-4 4-16,-3-1-4 0,-1-4 1 0,-1-2 2 16,-2-7-3-16,6-5 5 0,-2-3-2 0,3-8 2 15,2-4 3-15,-1-5 1 0,7-4 8 16,-2-4 8-16,4-2 23 0,-1 0 21 0,1-2-4 16,0-7-7-16,0-3-29 0,0-7-29 0,6-7-6 15,3-2-10-15,3-6 6 0,5-1 6 16,1-1 3-16,6 0 0 0,1 1 1 0,1 3 0 15,0 5-1-15,2 4 7 0,-1 5-5 0,-1 3 4 16,-1 5 0-16,-3 6-3 0,-3 1 7 0,-1 3-7 16,-2 0 1-16,-4 7 3 0,-2 3-3 15,-2 4 4-15,-1 1 2 0,-1 4 1 0,-2 3-1 16,-3 3 5-16,-1 4 1 0,0 0 1 0,0 2 4 16,-5 1-3-16,-1-1-2 0,-1 0-4 0,-3 1-11 15,0-3-21-15,-4 1-69 0,4-8-376 16,4-8-953-16</inkml:trace>
  <inkml:trace contextRef="#ctx0" brushRef="#br0" timeOffset="7682.8269">19950 4188 0 0,'0'0'0'0,"0"0"0"16,0 0 159-16,0 0 90 0,0 0 5 0,0 0-33 15,0 0-13-15,0 0-19 0,0 0-18 16,60-118-11-16,-60 115-16 0,0 2-15 0,0 1-18 16,0 0-29-16,-2 0-31 0,-1 0-33 0,-7 4-29 15,0 1-28-15,-9 6-36 0,-1 4 7 16,-3 5 15-16,-7 8 26 0,-3 8 33 0,-3 9 1 0,-5 8 8 16,-1 7-5-16,-2 7 4 0,-1 5 8 15,2 6-2-15,1 1 10 0,3 3 3 0,4 0-3 16,4 2 4-16,6-2-10 0,9-3-6 0,6-4-1 15,10-3-5-15,5-8 6 0,15-7 6 16,7-7 4-16,12-10 0 0,10-9-8 0,10-9-7 16,8-13-18-16,6-9-20 0,4-11-57 0,1-15-225 15,-18 0-557-15,-19 7-149 0</inkml:trace>
  <inkml:trace contextRef="#ctx0" brushRef="#br0" timeOffset="8133.679">20432 4520 884 0,'0'0'140'0,"0"0"39"0,0 0 2 0,0 0 10 16,0 0-6-16,0 0-42 0,0 0-27 0,0 0-13 15,0 0-23-15,0 0-27 0,0 0-33 0,0 0-34 16,0 0-19-16,-10-23-26 0,10 26-27 16,0 6 29-16,0 5 21 0,0 7 31 0,0 9 38 15,-6 3-9-15,0 5-6 0,-5 6-3 0,-2 1-4 16,-2 5-3-16,3-1 2 0,-5 4-4 16,1-1-2-16,-1-1-3 0,0-1-8 0,3-4-5 15,0-1-9-15,1-6-9 0,2-4-5 0,4-8-12 16,1-6-13-16,-1-6-26 0,6-7-70 0,1-7-129 15,0-1-257-15,0-7-237 0,2 1 724 0</inkml:trace>
  <inkml:trace contextRef="#ctx0" brushRef="#br0" timeOffset="8427.2363">20467 4345 740 0,'0'0'303'0,"0"0"-271"0,0 0-53 16,0 0 4-16,0 0 45 0,0 0 60 16,0 0 58-16,0 0 9 0,0 0-14 0,117 5-37 15,-75-6-44-15,5-2-22 0,-3 0-22 0,0 1-12 16,-5 0-1-16,0 2-9 0,-7 2-1 0,-3 5-11 16,-5 1-7-16,-7 4-8 0,-7 3 0 15,-3 2 14-15,-7 5 11 0,-10 1 22 0,-8 6 10 16,-7 2 0-16,-6 5 1 0,-4-2-11 0,-6 1 1 15,0-2-5-15,1-3-3 0,-4-1 3 16,1-1-5-16,2-3 0 0,1 0-5 0,2-3-4 16,1-3-8-16,4-1-16 0,2-3-39 0,3-3-118 15,9-4-268-15,9-1-439 0</inkml:trace>
  <inkml:trace contextRef="#ctx0" brushRef="#br0" timeOffset="8816.343">21392 3774 0 0,'0'0'175'16,"0"0"176"-16,0 0-45 0,0 0-36 0,0 0-51 15,0 0-49-15,0 0-30 0,116-15-33 0,-100 23-19 16,4 5-13-16,1 4-11 0,2 9-1 0,0 6-11 16,-2 6-7-16,0 10-11 0,-2 6-10 0,-8 10 2 15,-4 5-9-15,-7 10 8 0,-4 6-3 16,-10 5-3-16,-7 2 9 0,-9 1-8 0,-4-2 2 15,-8-1-1-15,-4-4 1 0,-5-3 2 0,0-2-8 16,-2-5 1-16,1-6-7 0,2-4-4 16,-1-3 2-16,1-7-11 0,2-6-12 0,-1-4-23 0,5-7-66 15,-5-4-188-15,17-10-521 0,10-10-408 0</inkml:trace>
  <inkml:trace contextRef="#ctx0" brushRef="#br0" timeOffset="10066.3001">23048 4449 328 0,'0'0'200'0,"0"0"-43"0,0 0-70 0,0 0-53 15,0 0-17-15,0 0-15 0,0 0 9 16,0 0 29-16,0 0 4 0,0 0-11 0,129-20-14 0,-93 15-12 16,-2 2-8-16,3-1-6 0,-3 1-10 0,3 2-17 15,-4-1-33-15,-2 2-48 0,-3 0-91 16,-9 0-251-16,-8 2 382 0</inkml:trace>
  <inkml:trace contextRef="#ctx0" brushRef="#br0" timeOffset="10249.8064">22992 4749 369 0,'0'0'89'0,"0"0"-27"0,0 0 35 0,0 0 77 16,0 0 27-16,0 0 7 0,0 0 0 0,153 33-8 16,-102-37-16-16,6-6-43 0,7-2-43 15,4-3-39-15,-2 0-31 0,3-1-32 0,-7-1-50 16,-1 4-105-16,-20 4-482 0,-13 2-619 0</inkml:trace>
  <inkml:trace contextRef="#ctx0" brushRef="#br0" timeOffset="11134.6659">24981 3775 1055 0,'0'0'145'0,"0"0"35"0,0 0 3 0,0 0-3 15,0 0-41-15,0 0-38 0,0 0-46 0,0 0-48 16,0 0-68-16,0 0-86 0,0 0 1 0,0 0 27 16,-22 13 50-16,22 18 77 0,1 7-3 0,-4 8-3 15,-2 4-6-15,-3 7 2 0,-2 5 3 16,-1 6-6-16,-4 2 5 0,-3 6-9 0,0 0-11 15,-4 1 1-15,0 0-6 0,-2-5 4 0,2-4 6 16,1-7 0-16,3-5 4 0,2-6 0 16,-1-6 6-16,6-9 0 0,3-9 4 0,4-8 5 15,2-8 8-15,2-6 35 0,0-4 44 0,2-5 5 16,7-8-2-16,4-9-34 0,8-9-44 0,8-9-11 16,6-4-5-16,3-5-2 0,6-3 0 0,0 0 3 15,0-1-2-15,2 5 5 0,-2 4-2 0,-3 6-7 16,-3 8 1-16,-7 8-15 0,-7 9-9 15,-6 6-18-15,-3 6-21 0,-3 1 0 0,-3 7 9 16,-2 4 21-16,-2 5 24 0,-3 5 12 0,-2 6 8 16,0 5-1-16,-1 4 3 0,-5 3-7 15,-2 2-2-15,0-1 4 0,0 0-4 0,0 1 5 16,-1-3-5-16,4-2-1 0,-2 0-4 0,2-2-4 16,1-5 1-16,1-4-13 0,2-4-2 15,1-7-19-15,0-2-31 0,3-5-35 0,5-5-36 16,4-2-114-16,7-2-239 0,-3-4 220 0,-3 1 277 0</inkml:trace>
  <inkml:trace contextRef="#ctx0" brushRef="#br0" timeOffset="11584.1974">26195 4430 0 0,'0'0'0'0,"0"0"123"0,0 0 366 16,0 0-77-16,0 0-115 0,0 0-133 0,0 0-95 15,0 0-10-15,0 0-19 0,0 0-19 16,0 0-10-16,0 0-7 0,-135-28-3 0,103 37-5 15,0 5 3-15,-2 0-3 0,0 2 4 0,-2 0 0 16,0 2-8-16,-3 0 3 0,1 2-8 16,3 1-3-16,2 1-3 0,1-2-5 0,5 1-9 0,1 0-11 15,4-1-7-15,7 2-10 0,-1 2 0 0,9-2 4 16,4 1-11-16,3 0 9 0,0-2-7 16,10 1-7-16,7-3-1 0,5-2 0 0,7-5 24 15,5-5 24-15,7-4 30 0,4-3 11 0,3-6-11 16,1-6-6-16,1-4-8 0,-2-3 14 15,-4-1 21-15,-1-4 30 0,-3-1 36 0,-3-2 22 16,-5 0 30-16,-4-4 11 0,-5 1 5 0,-6-3-3 16,-2 0-15-16,-7-1-15 0,-1-1-34 15,-5 2-19-15,2 5-26 0,-4 1-18 0,0 5-1 16,-6 6-19-16,1 4-9 0,0 5-12 0,-2 5-18 16,1 0-11-16,0 2-22 0,0 0-13 0,-3 8-8 15,-1 5 12-15,-2 6 16 0,0 10 19 16,-4 6 23-16,2 6-1 0,0 7 6 0,1 4 4 15,0 1-10-15,1 2 11 0,1 1-1 0,0 0 2 16,2-3 5-16,1 0-12 0,2-7-2 0,2-5-8 16,6-6-8-16,-2-10 5 0,6-6 7 15,5-8 23-15,4-5 20 0,3-6 18 0,7-5-3 16,5-9-24-16,6-11-70 0,3-6-126 0,6-7-199 16,-9 8-348-16,-11 8 311 0</inkml:trace>
  <inkml:trace contextRef="#ctx0" brushRef="#br0" timeOffset="12032.7429">26960 4576 1024 0,'0'0'155'15,"0"0"11"-15,0 0-42 0,0 0 15 0,0 0 3 16,22-131-10-16,-17 113-17 0,-5-1-9 0,1 4-14 16,-1 3-25-16,-1 0-24 0,-4 2-24 15,-3 1-19-15,-2 2-17 0,-5 1-8 0,0 1-4 16,-4 4-2-16,-4 1 2 0,-2 1-3 0,1 6 4 16,0 3-2-16,0 3 2 0,3 0 4 15,2 2-5-15,4 1 0 0,3 1-2 0,4 4-1 0,2-1 1 16,5 5 4-16,1 3 0 0,8-2 3 0,4 2 5 15,8-1-5-15,0 1 2 0,8-2-1 16,3-3-2-16,2 0 2 0,4-2-1 0,-2-1-3 16,0-2 6-16,-4-2-1 0,-4-2 4 0,-4-2 2 15,-8-2-7-15,-8-2-5 0,-4 0 2 16,-3-1 21-16,-9 1 26 0,-4 0 23 0,-6 1 12 16,-6 1-10-16,-4 2-7 0,-2-2-4 0,-1 1-6 15,-3-2 2-15,1 0-5 0,-1-2-3 0,3-1 0 16,4-2-5-16,6 0 0 0,6-3 0 15,3-1 5-15,8 0-10 0,3-7-76 0,2-5-202 16,4 1-427-16,-1 2-226 0</inkml:trace>
  <inkml:trace contextRef="#ctx0" brushRef="#br0" timeOffset="12466.3392">27678 3835 1518 0,'0'0'208'16,"0"0"32"-16,0 0-6 0,0 0-40 0,0 0-57 16,0 0-53-16,0 0-44 0,0 0-33 0,0 0-35 15,0 0-38-15,0 0-26 0,0 0 15 0,0 0 24 16,0 0 38-16,-19 69 28 0,19-18-3 16,0 4-5-16,-1 6-5 0,-4 3-1 15,-5 3-5-15,-4 1-3 0,1 0-7 0,-6-1-8 0,-1-3-13 16,0-3-13-16,-1-5 6 0,-3-6-7 0,2-6 9 15,-1-6 10-15,4-6 2 0,2-7 14 16,1-5 6-16,5-5 7 0,3-6 7 0,4-4 25 16,2-5 29-16,2 0 25 0,0-6-14 0,6-7-39 15,3-6-39-15,8-6-34 0,5-4 4 16,8-6 15-16,5-3 7 0,7-3 8 0,4-2 7 16,4-1 4-16,1 2 3 0,1 4 0 0,2 7 3 15,-7 6-2-15,-2 7-2 0,-10 9-10 0,-11 7-15 16,-3 2 0-16,-8 2-4 0,-4 7 12 0,-4 4 15 15,-5 6 5-15,0 4 9 0,-6 7 0 16,-6 5-1-16,-3 4-1 0,-3 1 0 0,-4 1-1 16,-1-2-4-16,1-2-1 0,0 0-4 0,1-4-4 15,0 0 3-15,2-3-5 0,2-3 2 0,2-3-7 16,0-3-12-16,5-5-16 0,4-5-39 16,2-4-129-16,3-5-490 0,1-1-457 0</inkml:trace>
  <inkml:trace contextRef="#ctx0" brushRef="#br0" timeOffset="13166.4065">29193 3774 0 0,'0'0'89'0,"0"0"7"0,0 0 46 0,0 0 51 16,0 0 32-16,0 0 6 0,0 0-27 15,0 0-18-15,0 0-16 0,0 0-18 0,0 0-19 16,0 0-23-16,-7-87-18 0,3 82-21 0,-4 3-21 16,3-1-22-16,-4 2-23 0,-6 1-25 0,-4 2-14 15,-8 9-4-15,-8 7 7 0,-10 11 9 16,-4 11 10-16,-5 12 6 0,-5 9 2 0,-2 12 11 16,-1 7 1-16,0 11 9 0,2 7 6 0,2 5-2 15,6 2 4-15,11 0 0 0,10-5-1 0,12-8-1 16,9-5 1-16,10-8-2 0,8-7-5 0,15-8 2 15,10-8-6-15,12-7-6 0,6-13-7 16,11-10-12-16,8-14-19 0,3-11-62 0,-13-1-285 16,-19-5-664-16</inkml:trace>
  <inkml:trace contextRef="#ctx0" brushRef="#br0" timeOffset="13570.6987">29757 4098 913 0,'0'0'252'0,"0"0"12"0,0 0-23 16,0 0-18-16,0 0-45 0,0 0-42 0,0 0-30 15,0 0-32-15,0 0-21 0,0 0-26 0,0 0-21 16,0 0-14-16,0 0-11 0,0 0-10 0,-17-18-13 16,18 18-13-16,-1 5-20 0,0 4 15 15,0 7 24-15,-4 11 23 0,-5 6 34 0,-1 7-6 16,-6 5-4-16,2 6-4 0,-5 0-3 0,1 5 2 15,-3-1-4-15,-1 0 0 0,-3 0-1 0,0-1-4 16,-3-4 2-16,4-2-6 0,-1-4-3 16,5-2-8-16,1-5-15 0,1-5-19 0,2-7-26 15,3-5-51-15,4-9-159 0,5-3-319 0,1-5-372 0</inkml:trace>
  <inkml:trace contextRef="#ctx0" brushRef="#br0" timeOffset="13816.4928">29217 4082 1257 0,'0'0'91'0,"0"0"-34"16,0 0 7-16,0 0 32 0,0 0 37 15,0 0 22-15,0 0 13 0,130 3-6 0,-64-11-21 16,7-3-33-16,11-1-26 0,5-1-18 0,3-2-13 15,-1 1-1-15,-3 2-17 0,-11-1-7 0,-6 3-11 16,-10 0-13-16,-11 3 2 0,-9 2-7 16,-11 0-4-16,-11 3-16 0,-8 1-32 0,-10 0-68 15,-2 1-122-15,-4 0-490 0,-1 1-763 0</inkml:trace>
  <inkml:trace contextRef="#ctx0" brushRef="#br0" timeOffset="14320.022">30826 3795 489 0,'0'0'178'16,"0"0"-39"-16,0 0-17 0,0 0 5 0,0 0 22 15,0 0 21-15,0 0-4 0,131-31-10 0,-97 26-23 16,7 1-29-16,1-1-27 0,6 0-25 16,-1 1-18-16,-1-1-15 0,3 0-7 0,-2 1-11 15,-3-1-8-15,-4 1-9 0,-1 3-27 0,-7 0-36 16,-9 1-91-16,-4 0-276 0,-10 0-888 0</inkml:trace>
  <inkml:trace contextRef="#ctx0" brushRef="#br0" timeOffset="14766.2809">30776 3970 1299 0,'0'0'436'0,"0"0"-416"0,0 0-5 15,0 0 11-15,0 0 11 0,0 0 10 16,0 0 4-16,0 0 1 0,0 0-23 0,0 0-39 0,0 0-56 16,0 0-55-16,0 0-21 0,0 0 32 15,1-39 42-15,-4 54 54 0,-4 4 32 0,-2 5-6 16,-3 5-5-16,0 5-1 0,-6 1-3 0,-1 4-1 16,-2 3 4-16,-3 3-3 0,-4 2 2 0,-2 2 2 15,-3 5-2-15,-5 0 1 0,-2 4 1 16,-2-2-2-16,0 1-1 0,2-1-1 0,0-5 0 15,5-3 1-15,0-2 0 0,6-5 3 0,7-7 0 16,4-3 3-16,7-6 3 0,6-4 13 16,5-5 25-16,0 0 29 0,9-4 33 0,6-1 17 15,7 0-1-15,12-5-16 0,3-3-26 0,12-3-23 16,4 0-23-16,5-7-15 0,5-1-8 0,4 0-7 16,-2-1-4-16,1 1-7 0,-5 1-4 0,-6 1-4 15,-7 2-9-15,-7 0-7 0,-10 2-15 16,-9 1-12-16,-2 1-14 0,-10 0-20 0,-1 0-44 15,-7 0-65-15,-2 0-59 0,0 1-140 0,-3 2-265 16,-3 0 54-16</inkml:trace>
  <inkml:trace contextRef="#ctx0" brushRef="#br0" timeOffset="15533.8833">32569 3890 799 0,'0'0'204'16,"0"0"18"-16,0 0-3 0,0 0-11 15,0 0-54-15,0 0-37 0,0 0-34 0,0 0-21 16,0 0-14-16,0 0-26 0,0 0-7 0,131-116-14 16,-102 109 0-16,4-1-5 0,3 1-3 15,-1 1 1-15,2 1-6 0,1 0 2 0,-4 3-5 16,-1-2 0-16,-2 3 1 0,-4 0 0 0,-2 0 4 16,-3 1-2-16,-5 0 6 0,-4 0-6 0,-3 0 2 15,-3 0 7-15,-3 0 1 0,-3 0 11 16,-1 0-4-16,0 0-11 0,0 0-11 0,-2 0 5 15,-3 0 9-15,-3 2 4 0,1 1 14 0,-2 4-9 16,-3 0-3-16,-1 4 4 0,-1 2-7 0,-2 1 5 16,1 4-3-16,-1 3-5 0,3 1 7 0,-1 4-4 15,3 2 2-15,-2 5-1 0,4 3-4 16,2 1-1-16,1 4-3 0,2 0 7 0,0 4-5 16,1 0 2-16,3 2 3 0,-1 2-10 0,1-2 10 15,0 0-5-15,0 0-1 0,0-1 7 0,1-1-6 16,-1-1 5-16,0-2-2 0,0-2 6 0,0-3-4 15,-2 0 2-15,-3-3 2 0,0-3-3 16,-3-1 7-16,0-2-4 0,-2 1 3 16,0-2 4-16,-3-2 0 0,0 0 4 0,-4 0-3 0,0-3-2 15,-1 1 1-15,0-2-1 0,-2 0 4 16,-6 2-6-16,-1 1 3 0,-3 0 2 0,0-2-17 16,8-7 25-16,3-2-16 0,2-5 4 0,3-2 16 15,1-2-14-15,-1-1 22 0,3-2 4 0,0-1 11 16,1 0 1-16,0-5 1 0,-1-2-7 15,1-3-12-15,0-5-13 0,-1-2-20 0,1-4-23 16,-1-4-54-16,-1-3-164 0,0-2-263 0,5 5-461 16,0 10 284-16</inkml:trace>
  <inkml:trace contextRef="#ctx0" brushRef="#br0" timeOffset="16050.0087">33271 3080 127 0,'0'0'204'0,"0"0"25"16,0 0-4-16,0 0-8 0,0 0-37 0,0 0-37 15,0 0 33-15,0 0-9 0,0 0-17 0,0 0-14 16,0 0-84-16,0 0-39 0,0 0-21 16,109 27-13-16,-82-13-16 0,3 3-1 0,2 4-1 15,1 6-5-15,1 4 7 0,0 5 1 0,0 6 16 16,-1 9 6-16,-4 5 48 0,-2 8 4 16,-5 5 8-16,-8 5 17 0,-7 6-37 15,-3 4 13-15,-8 2-3 0,-9 5-6 0,-14 24 8 0,-13 22-5 16,-17 15-36-16,-13 11-15 0,-8-17-5 0,3-21-4 15,1-18 38-15,6-17 12 0,7-18-1 16,2-9-1-16,0-7-10 0,-1-5-13 0,-12 6-18 16,-13 3-48-16,-5-1-146 0,16-11-286 0,26-20-542 0</inkml:trace>
  <inkml:trace contextRef="#ctx0" brushRef="#br0" timeOffset="17599.6442">22289 4455 0 0,'0'0'0'0,"0"0"21"0,0 0 248 15,0 0 10-15,0 0 11 0,0 0-36 0,0 0-41 16,0 0-38-16,0 0-35 0,0 0-22 0,0 0-27 15,0 0-14-15,-28-17-14 0,29 17-25 16,4 0-13-16,-2 0-7 0,4 0 2 0,6-1 9 0,4-4 5 16,5 1-5-16,1-1-14 0,1 0-7 15,1 2-9-15,-3-1-4 0,1 2-3 0,-3 0-11 16,0 1-20-16,0 0-37 0,-2 1-54 0,-1 0-85 16,-3 0-170-16,-3 0-337 0,-3 0 116 0</inkml:trace>
  <inkml:trace contextRef="#ctx0" brushRef="#br0" timeOffset="17801.6892">22279 4609 0 0,'0'0'146'16,"0"0"-103"-16,0 0-57 0,0 0 20 0,0 0 51 0,0 0 40 15,0 0 100-15,0 0 39 0,0 0 13 0,0 0-5 16,0 0-72-16,0 0-37 15,0 0-27-15,131 30-28 0,-99-30-23 0,1 0-21 0,-1 0-12 16,3 0-11-16,-2-1-8 0,-2 0-10 0,0 1-20 16,-3 1-33-16,-4-1-72 0,-5 0-174 15,-7 0-575-15</inkml:trace>
  <inkml:trace contextRef="#ctx0" brushRef="#br0" timeOffset="18749.5419">21914 5253 0 0,'0'0'0'0,"0"0"0"0,0 0 0 16,0 0 122-16,0 0 28 0,0 0-61 0,0 0-39 15,0 0-3-15,0 0 21 0,0 0 23 0,0 0 2 16,0 0-2-16,144 21-9 0,-86-14 7 0,12-2 13 15,13 2 30-15,10 2 13 0,11-4 7 16,14 2-1-16,6-2-22 0,7-3-15 0,0 0-14 16,1 0-16-16,-1 0-8 0,-6-2-7 0,-2 0-9 15,-5 0-10-15,-11 0-11 0,-9-3-13 16,-9 0-7-16,-14-1-1 0,-12-2-8 0,-9 0 7 0,-17 1 0 16,-9 1 1-16,-15 1 21 0,-6 1 19 15,-7-1 14-15,-3-2-18 0,-8-1-39 16,-5 0-54-16,-6 2-63 0,-8 0-107 0,3 2-313 0,11 1-970 0</inkml:trace>
  <inkml:trace contextRef="#ctx0" brushRef="#br0" timeOffset="36551.1535">14650 8498 0 0,'0'0'0'0,"0"0"0"0,0 0 0 15,0 0 0-15,0 0 0 0,0 0 98 16,0 0 97-16,0 0-16 0,0 0-16 0,0 0 0 16,0 0-8-16,0 0-2 0,-22-21-10 0,21 21-15 15,1 0-30-15,0 0-31 0,-1 0-23 0,1 0-23 16,0 0-4-16,0 0-12 0,-1 0-5 16,1 0-11-16,0 0-11 0,0 0-9 0,0 1-11 15,0 0-4-15,0 1-10 0,0-2-17 0,2 1-11 16,0-1-35-16,0 1 17 0,6 1 57 0,4-1 85 15,7 2 92-15,10-3 24 0,10 0-3 16,4 0-38-16,8-4-24 0,8-3-9 0,3-2 1 16,6 0-1-16,5-4-16 0,3 3-4 15,4-2-22-15,0 1-15 0,1 0 0 0,0 0-11 16,-2 1 2-16,-5-2-3 0,-1 2-5 0,-1 1 2 16,-4-2-7-16,-4 2 3 0,-4 0-5 0,-5 2 2 15,-10 0-3-15,-4 1-1 0,-10 3 5 0,-5-1-5 16,-10 4 2-16,-3-2 3 0,-8 2-3 0,-3 0 10 15,-2 0 9-15,0 0 9 0,0 0 4 16,-3 0-6-16,1 0-18 0,-5-1-27 0,2 1-23 16,-4-1-41-16,-2 1-59 0,-2-3-128 0,1 0-196 15,2 1-335-15,6 1 255 0</inkml:trace>
  <inkml:trace contextRef="#ctx0" brushRef="#br0" timeOffset="36882.9011">15946 8087 721 0,'0'0'176'0,"0"0"25"0,0 0 4 0,0 0 47 15,0 0 16-15,0 0-44 0,0 0-58 0,0 0-68 16,0 0-48-16,0 0-43 0,0 0-21 16,0 0 0-16,0 0-5 0,0 0 13 0,42-23 0 15,-9 23 1-15,8 0-1 0,-1 0-3 0,6 0 1 16,0 0-3-16,0 0 0 0,-3 3-1 15,-5 1-1-15,-3 1-4 0,-6 1-4 0,-6 1-1 16,-4-1-4-16,-3 2 0 0,-10-2-3 0,0 0-3 16,-4-1 16-16,-2 0 16 0,0 2 25 0,-7 1 18 15,1 2 5-15,-9 2-4 0,1 2-4 0,-5 0-12 16,-2 5-3-16,-1 1 1 0,-3-1-6 0,2 2 2 16,-4 1-8-16,1 1-8 0,-2-2-2 15,3 0-5-15,-1 0-2 0,4 3-5 0,1-1-13 16,0 0-27-16,1 2-63 0,5-4-243 0,8-7-958 15</inkml:trace>
  <inkml:trace contextRef="#ctx0" brushRef="#br0" timeOffset="44849.2617">20874 6895 0 0,'0'0'0'0,"0"0"246"0,0 0 8 0,0 0-16 15,0 0-23-15,0 0-24 0,0 0-21 16,0 0-20-16,0 0-35 0,0 0-22 0,0 0-10 16,0 0-16-16,16-41-11 0,-16 40-9 0,-1-1-20 15,-3 0-17-15,-1-1-8 0,-3 0-18 16,-1 0-5-16,-3 1-11 0,0 1-8 0,-7 0 0 15,-1 1-1-15,-1 0 6 0,-3 4 8 0,-5 3 0 16,-2 2 7-16,-3 0 2 0,-1 2 5 0,3 2 4 16,0 1 2-16,2 1 2 0,1-1-3 15,1 1-1-15,5 3-3 0,1-1-7 0,3 4-2 16,0-3-5-16,7 1-3 0,2 0-3 0,2 0-4 16,6-2 3-16,2 1 3 0,0 0 8 0,3-2 2 15,8-2-1-15,2-1 2 0,4-1 1 0,2-4 5 16,3-2 5-16,6-3 5 0,0-3 6 15,3-1 4-15,1-7 8 0,1-4 1 0,4-3 2 16,-1-3 4-16,0-4-1 0,-3-2 9 0,4-4 3 16,-5-1 11-16,-1-2 10 0,-1-1 8 15,-5 0 10-15,0 1-1 0,-4 0 1 0,-6 5-3 16,-1 2-7-16,-5 7-3 0,-6 3 5 0,-1 6 0 16,-2 5-6-16,0 2-21 0,-1 1-36 0,-1 0-37 15,-3 3-24-15,-1 3-16 0,-3 3 5 0,-3 4 15 16,-4 3 13-16,1 2 14 0,-2 4 2 15,2 4 2-15,0 1 3 0,2 3 7 0,2 3 7 16,0 2 5-16,3 1-1 0,1-2-2 0,5 2-1 16,2-5 1-16,4-2 4 0,6-4 6 0,7-4 11 15,3-3 15-15,9-5 10 0,3-3 5 16,8-5-1-16,5-5-11 0,9-2-11 0,4-7-28 16,6-6-59-16,-1-3-258 0,-14 2-506 0,-18 4 127 0</inkml:trace>
  <inkml:trace contextRef="#ctx0" brushRef="#br0" timeOffset="46233.0717">21705 6593 0 0,'0'0'0'0,"0"0"182"0,0 0 188 15,0 0-50-15,0 0-60 0,0 0-36 0,0 0-23 16,0 0-14-16,0 0-27 0,0 0-27 0,0 0-23 16,0 0-32-16,5-76-31 0,-5 76-33 0,-1 0-34 15,-1 0-41-15,0 4-55 0,0 0-43 16,0 5 15-16,-6 6 34 0,1 8 56 0,-5 7 50 16,-1 6 2-16,0 7-2 0,-3 3-1 0,3 1-2 15,-4 3-8-15,5-2-2 0,-1 1-4 0,-2-2-1 16,3 0 2-16,1-2 1 0,2-2-3 15,3-4-7-15,1-4-6 0,2-5-5 0,-2-6 3 16,4-6 1-16,1-6-4 0,0-5-1 0,0-3 11 16,6-3 34-16,-3-1 43 0,2-1 38 15,2-7 15-15,7-3-17 0,1-4-21 0,5-4-25 16,1-4-13-16,6 0-5 0,-2-1-8 0,4-1-4 16,0-1-5-16,0 3-4 0,1 4-1 0,0 1-6 15,1 5-2-15,0 3-7 0,0 5-7 16,0 4-11-16,-4 1-13 0,-1 8-11 0,-5 3-5 15,0 5 7-15,-2 4 8 0,-3 2 16 0,-3 3 10 16,-4 0 2-16,-5 0 8 0,1 1-2 0,-5 0 14 16,-3-1 9-16,-5-1 8 0,-7-3 25 15,2-1 7-15,-6-2 27 0,-2-5 24 0,-6-2 13 16,-4-3 19-16,-2-4-5 0,-7-1-6 0,0-3-8 16,0-3-5-16,-2-7-3 0,3-4-13 0,1-4-20 15,3-4-34-15,5-1-45 0,10 5-168 0,9 4-889 16</inkml:trace>
  <inkml:trace contextRef="#ctx0" brushRef="#br0" timeOffset="47700.4832">20406 8391 0 0,'0'0'0'0,"0"0"0"0,0 0 0 15,0 0 0-15,0 0 162 0,0 0 102 0,0 0-11 16,0 0-15-16,0 0-31 0,0 0-25 15,46-121-24-15,-46 113-8 0,0 1-18 0,0 1-19 16,0 2-23-16,-1 0-33 0,-6 1-28 0,0 1-29 16,-4 2-23-16,-3 0-15 0,-6 1-12 0,-1 8-4 15,-5 5 4-15,-3 4 12 0,-2 3 12 16,-2 3 9-16,0 2 7 0,-4 2-2 0,2 3 1 16,0 4 2-16,0 3 4 0,1 3 2 0,1 3 2 15,0 4 5-15,3 2-5 0,3 1 7 0,3 2 1 16,6 4-7-16,5-2 5 0,6 3-14 0,6 0 2 15,1-1 3-15,10 0-5 0,7-4 0 16,7-2 2-16,6-2 5 0,7-6 4 0,8 1 9 16,3-6 0-16,9-5-6 0,6-5 6 0,1-8 0 15,5-7 4-15,3-8 5 0,-1-5-10 16,0-11 1-16,-2-6-11 0,-7-8-2 0,-2-4-1 0,-7-7 9 16,-4-5 19-16,-3-5 17 0,-5-5 22 15,-5-3 10-15,-2-7 6 0,-6-2 2 0,0-8-6 16,-6-1-4-16,-2-3-9 0,-3-1-11 0,-4-2-5 15,-8 1-11-15,-5 3-5 0,-3 2-4 16,-11 3-1-16,-7 8-8 0,-10 5-13 0,-6 10-10 16,-6 9-17-16,-8 9-7 0,-10 10-8 0,-7 11-15 15,-4 7-7-15,-10 13-28 0,-3 13-37 16,-1 8-137-16,23-5-380 0,21-7-632 0</inkml:trace>
  <inkml:trace contextRef="#ctx0" brushRef="#br0" timeOffset="50500.7223">20731 8627 151 0,'0'0'214'15,"0"0"20"-15,0 0-40 0,0 0 5 16,0 0-5-16,0 0-33 0,0 0-38 0,0 0-23 16,0 0-11-16,0 0-12 0,0 0-18 0,0 0-8 15,-35-59-5-15,31 56-5 0,-1-2 3 0,2 1-13 16,-6-1-13-16,0 0-16 0,-2 3-21 0,-5 0-6 15,-2 0-8-15,-3 2-4 0,-4 0 1 16,-1 6-5-16,-1 2 3 0,-3 3 4 0,0 2 4 16,1 2 3-16,3 0 2 0,0 2 2 0,4-2-6 15,3 3 0-15,5-2-5 0,4 3-9 0,3-5-3 16,4 3-8-16,5-3-1 0,0-1 15 16,8 1 20-16,4-3 25 0,5 1 19 0,6-1 11 15,5-3 3-15,4-2-2 0,3 1-6 0,3-1-10 16,1 0-6-16,-1 0-6 0,-3 0 0 15,0 0 2-15,-6 0-2 0,-4 1-2 0,-7-2-6 16,-6 2-9-16,-6 0 3 0,-4 0 14 0,-4 0 29 16,0 3 29-16,-9 0 22 0,-2 3 3 0,-6 4-15 15,-5-1-13-15,-3 3-21 0,-5-3-6 0,-3 2-5 16,2-2-1-16,-2-1-3 0,2-3-4 16,3-1 1-16,-1-2-5 0,2-3 0 0,3-1-4 15,3-4-4-15,1-1-4 0,4 0-6 0,4 0-7 16,2-5-38-16,1-2-117 0,5 1-398 0,2 3-845 15</inkml:trace>
  <inkml:trace contextRef="#ctx0" brushRef="#br0" timeOffset="51513.7297">21232 8707 0 0,'0'0'0'0,"0"0"0"0,0 0 0 0,0 0 0 16,0 0 0-16,0 0 0 0,0 0 0 0,0 0 0 15,0 0 0-15,0 0 0 0,0 0 0 16,0 0 0-16,39-29 0 0,-39 29 270 0,0 0-13 16,0 0-41-16,0 0-46 0,0 0-50 0,0 0-41 15,-1 0-34-15,-2 0-15 0,0 0-19 16,-2 1-14-16,0 0-1 0,0 0-7 0,1 1 11 15,3 0 2-15,0-1 3 0,1 0 1 0,0 0-8 16,0-1-3-16,0 1-18 0,0 0-3 0,2 1 41 16,5 1 28-16,1 0 40 0,7 0 27 15,3 1-7-15,5-1-2 0,8-1-6 0,7-1 3 16,4 0-20-16,2 0-11 0,6-1-19 0,4 1-23 16,2 0-3-16,5 1-10 0,2-2 1 0,7 1 4 15,4 0-8-15,3 0 3 0,1 0-4 16,0 0-1-16,2 1 3 0,0-2 3 0,-4 0 2 15,-3 0-3-15,-3 0-1 0,-7 0-3 0,-4-4 2 16,-7 1 5-16,-8-3 3 0,-4 1 4 16,-8 0 2-16,-3 1 0 0,-7 0 6 0,-3 0 5 15,-9 1 12-15,-1 0 15 0,-6 2 1 0,1 1-7 16,-2 0-11-16,-2 0-19 0,0 0-11 0,0 0-10 16,0 0-16-16,0 0-11 0,0 0-13 0,0 0-10 15,0 0-6-15,0 0-12 0,0 0 7 0,0 1-5 16,0 2-5-16,1-1-18 0,0 0-60 15,0-2-165-15,-1 0-243 0,1 0-278 0,-1 0 490 0</inkml:trace>
  <inkml:trace contextRef="#ctx0" brushRef="#br0" timeOffset="51901.1482">22804 8431 732 0,'0'0'114'0,"0"0"17"15,0 0 3-15,0 0 19 0,0 0 16 16,0 0-3-16,0 0-14 0,0 0-11 0,0 0-18 16,0 0-39-16,0 0-38 0,0 0-33 0,0 0-22 15,0 0-13-15,-62-36-10 0,69 38 12 0,3 0 9 16,5 3 9-16,6 0 9 0,3 2-3 15,6 1-2-15,2 4 1 0,4-2 3 0,-1 2-4 16,6-1-4-16,-1 1-1 0,-2-2-6 0,-3 2 2 16,1-2 4-16,-7 1-2 0,-4-2 5 15,-5 1-2-15,-8-2-1 0,-1 0-2 0,-4-2-3 0,-6 0 8 16,-1 1 9-16,0 1 18 0,-8 2 20 16,-5 2 3-16,-5 2 3 0,-3 2-12 0,-2 0-8 15,-6 3-7-15,0 0-11 0,-2 1-2 16,-1 2-14-16,1 1-3 0,-2 3-16 0,-3 1-23 15,2 2-27-15,-2-1-62 0,4 4-147 0,7-9-469 16,8-7-308-16</inkml:trace>
  <inkml:trace contextRef="#ctx0" brushRef="#br0" timeOffset="52850.2999">22161 8086 692 0,'0'0'216'0,"0"0"-8"16,0 0-2-16,0 0-17 0,0 0-17 16,0 0-9-16,0 0-21 0,0 0-20 0,0 0-38 15,0 0-36-15,0 0-31 0,0 0-22 0,-3-73-17 16,-10 71-10-16,-3 1 2 0,-4 1-8 0,-4 0 2 15,-2 1 4-15,3 6 3 0,-6 0 10 16,1 3 4-16,0 1 4 0,-1 1 1 0,-1 1 3 16,0 3 1-16,2-2-1 0,4 1 3 0,1 0-11 15,6-1-4-15,-1 1-8 0,3 1-11 16,2 2 2-16,4-1-9 0,4 2 4 0,2-1 2 16,1 2-6-16,2-2-4 0,7 2-7 0,3-5 2 15,5-1 8-15,2-3 9 0,5-3 12 0,6-4 5 16,1-2 14-16,4-2 11 0,5-6 7 15,0-5 12-15,1-4 3 0,-2-4 11 0,3-4 6 16,-3-1 5-16,-3 0 3 0,-2-1 3 0,-3-1 5 16,-8 3 5-16,-2 1 14 0,-8 1-4 0,-2 0-2 15,-2-3-5-15,-5 5-21 0,-2 2 0 16,0 2-9-16,0 4-14 0,-5 4-7 0,1 2-22 16,0 3-18-16,-2 2-18 0,-1 0-18 0,2 0-15 15,-4 6-6-15,0 1 11 0,-1 4 11 0,1 3 23 16,-2 1 15-16,3 2 3 0,0 2 6 15,1 3-4-15,-1 0 2 0,4 3 2 0,-1 0 2 16,4 5 3-16,0-2 0 0,1 1 3 0,0-2-1 16,1 0 10-16,6-5 3 0,2-1 8 15,0-4 11-15,1-1-1 0,3-3 13 0,0-1 10 0,4-4 1 16,-1-1 5-16,5-3-5 0,4-3-9 0,5-1-9 16,3 0-27-16,7-7-101 0,-8 0-729 15,-12 2-371-15</inkml:trace>
  <inkml:trace contextRef="#ctx0" brushRef="#br0" timeOffset="57170.7085">23936 8106 0 0,'0'0'0'0,"0"0"0"0,0 0 0 0,0 0 272 16,0 0 23-16,0 0-53 0,0 0-42 0,0 0-32 0,0 0-38 16,0 0-32-16,0 0-34 0,0 0-26 15,-47-63-18-15,40 61-12 0,-3 2-5 0,-4 0-8 16,0 0-4-16,-4 1 0 0,-3 5-3 0,-2 3 3 15,-4 1 3-15,2 4 3 0,-5 1 4 0,-5 5 8 16,2-1 1-16,-6 4 3 0,3 1 2 16,-3 5-2-16,-3 3 5 0,-2 3 5 0,1 2 1 15,2 2 4-15,1 2-4 0,6 1 0 0,2 4-1 16,4 2 4-16,5 4-1 0,6 3-5 16,8 2 5-16,9 2-6 0,5 4 7 0,12 0 6 15,11 5-4-15,9 0-1 0,6 0-8 0,8-1-5 16,7-4-8-16,3-3 3 0,2-9 0 0,1-4-3 15,4-9 2-15,-4-9-6 0,-1-8 1 0,-3-7 2 16,0-7 5-16,-8-7 15 0,0-6 9 0,-4-12 20 16,-1-7 9-16,-4-9 6 0,0-7 8 15,-3-8-1-15,1-6 5 0,-1-5-10 0,0-7-5 16,-3-3-10-16,-3-5-13 0,-3-3-3 0,-3 0-11 16,-4-1-4-16,-3 0-4 0,-2 3-6 15,-8 5 2-15,-2 3-6 0,-8 5-3 0,-3 4-6 16,-12 6-12-16,-5 5-9 0,-9 8-14 0,-7 8-1 15,-9 8-6-15,-8 6 0 0,-9 7 4 0,-9 9-6 16,-4 2 1-16,-8 11-6 0,-1 7-10 16,-1 2-10-16,7 4-35 0,4 3-172 0,18-6-395 15,23-5-772-15</inkml:trace>
  <inkml:trace contextRef="#ctx0" brushRef="#br0" timeOffset="58702.4046">23825 8632 0 0,'0'0'0'15,"0"0"0"-15,0 0 0 0,0 0 301 0,0 0 19 16,0 0-56-16,0 0-58 0,0 0-52 0,0 0-47 15,0 0-42-15,0 0-26 0,0 0-12 16,-22-8 8-16,25 8 26 0,4 0 26 0,3-3 21 16,2 0 5-16,1-3-15 0,6-2-18 0,1-3-16 15,0 0-10-15,2-4 2 0,3 0-4 16,-1-4-7-16,0 0-5 0,1-3-13 0,-2-2-6 0,-1-1 1 16,-4 0-6-16,0 2 2 0,-6-1-3 15,-3-1 1-15,-1 1 1 0,-4 2-3 0,-3 0 4 16,-1 5-2-16,0 2-1 0,0 4-4 15,-2 4-12-15,-2 2-9 0,-1 3-19 0,-1 2-8 16,-1 0-11-16,-1 0-10 0,2 5 0 0,-3 4 1 16,1 5 7-16,-2 4 10 0,0 5 13 0,2 4 6 15,-1 2-1-15,5 4 2 0,-2 1-5 0,1 2 0 16,1 0 2-16,3 3-1 0,0 0 2 16,1-1 0-16,0-1 2 0,0-3 6 0,1-2 2 15,3-2 0-15,-2-1-4 0,0-3 3 0,-1-1 0 16,-1-1-1-16,0-2 3 0,0-3-8 15,-3-1-2-15,-3 0-6 0,3 0 1 0,-4-3-2 16,1 0-10-16,-4-1-7 0,1-2-15 0,-1 0-9 16,-2-2-14-16,2 0-45 0,-4-1-29 0,2 0-32 15,2-2-18-15,-2-3 8 0,1 0-28 16,2-2-24-16,0-1 167 0,-1-1 84 0,6 0 0 16,-1 0 0-16</inkml:trace>
  <inkml:trace contextRef="#ctx0" brushRef="#br0" timeOffset="58899.7552">23700 9075 0 0,'0'0'0'16,"0"0"0"-16,0 0 303 0,0 0-44 0,0 0-44 15,0 0-43-15,0 0-32 0,0 0-1 0,0 0 8 16,0 0 13-16,0 0 4 0,0 0-24 16,0 0-12-16,145-15-22 0,-103 4-15 0,5 0-15 15,-1-1-22-15,3 2-13 0,2 1-22 0,-3 1-4 16,-3 2-8-16,0 0-5 0,-5 1 0 0,-5 4-12 15,-4-2-2-15,-2 1-17 0,-7 2-19 16,-1 0-36-16,-3 0-106 0,-7 0-395 0,-5 0-804 0</inkml:trace>
  <inkml:trace contextRef="#ctx0" brushRef="#br0" timeOffset="60768.3131">24629 8657 0 0,'0'0'0'0,"0"0"0"0,0 0 0 16,0 0 0-16,0 0 0 0,0 0 6 0,0 0 149 15,0 0-8-15,0 0-9 0,0 0-18 0,0 0-4 16,0 0-1-16,-41-3-6 0,41 3-2 16,1 0-9-16,2-1-3 0,0 1 2 0,-1-2-5 15,2 1-8-15,2-2-7 0,1 1-11 0,-2 0-10 16,5-1-8-16,0 2-10 0,0 1-13 0,1 0-7 16,3 0-8-16,2 0-4 0,2 0 1 15,4 5 0-15,6 0 4 0,5-1-2 0,7 2 5 16,9 1 1-16,5-1-3 0,10 1 9 0,7-1 1 15,12-2 14-15,4 1 14 0,13-3 0 0,6-1 0 16,9-1-11-16,7 0-11 0,2 0-8 16,-1-1-5-16,2-2-4 0,-1-3-3 0,-4 0 3 15,-3-1-4-15,-8-1 0 0,-7-1-1 0,-14-1-6 16,-8 2 2-16,-10 1-9 0,-16-1-1 0,-11 1 3 16,-13 1-3-16,-13 1 12 0,-8 2 9 15,-9 0 11-15,-3 1-21 0,-9 0-23 0,-7-2-28 16,-6 3-28-16,-6 0-2 0,-1 1-20 0,-8 2-33 15,2 4-160-15,10 0-307 0,9-3-359 0</inkml:trace>
  <inkml:trace contextRef="#ctx0" brushRef="#br0" timeOffset="61250.4765">26639 8374 534 0,'0'0'145'0,"0"0"11"0,0 0 46 15,0 0 16-15,0 0 13 0,0 0-32 16,0 0-50-16,0 0-39 0,0 0-57 0,0 0-56 16,0 0-44-16,0 0 3 0,0 0 8 0,0 0 19 15,3-3 19-15,15 13-11 0,3 1 3 16,0 4-5-16,5 2 5 0,1 1 1 0,4 1 0 15,4 2 1-15,0 0-1 0,2 0 2 0,-3 0-2 16,1 0 7-16,-5-4-5 0,-4-2-4 16,-5-2-2-16,-2-2-6 0,-9-2 2 0,-3-4-3 15,-4-2 2-15,-2 1 11 0,-1-3 17 0,0 1 25 16,-1 1 36-16,-7 2 12 0,-3 4-1 0,-6 3-14 16,-6 2-27-16,-1 3-21 0,-4 3-9 15,-3 1-10-15,-6 4-18 0,-1 5-13 0,-1 2-42 16,-2 5-42-16,0 5-144 0,10-12-552 0,11-8-94 0</inkml:trace>
  <inkml:trace contextRef="#ctx0" brushRef="#br0" timeOffset="62335.6326">25563 7865 311 0,'0'0'245'0,"0"0"18"16,0 0-11-16,0 0-33 0,0 0-31 15,0 0-33-15,0 0-23 0,0 0-34 0,0 0-33 16,0 0-46-16,0 0-39 0,0 0-34 16,-3-41-45-16,3 44-53 0,0 3 8 0,0 1 33 15,0 9 45-15,0 3 64 0,1 6 17 0,-5 9-8 16,-1 2 0-16,-4 2-2 0,1 5-6 0,-1 1 3 16,1 0-2-16,-2-1 1 0,0 1-5 15,1-1 0-15,-1-4 0 0,3-3-4 0,2-6 7 16,0-3-5-16,2-7 0 0,2-6 1 0,1-4-1 15,0-5 8-15,0-3 28 0,0-2 42 0,3 0 38 16,3-7 16-16,2-3-16 0,6-7-37 0,3-3-32 16,5-7-21-16,1 1-5 0,1-3-3 15,3 1-5-15,0-3 6 0,-1 4-3 0,1 3 2 16,-3 3-2-16,2 4-8 0,-4 4-6 0,-1 4-12 16,-4 5-8-16,-2 4-22 0,-2 0-15 0,-2 6-5 15,-3 4-1-15,-2 4 26 0,-2 3 21 16,-4 3 19-16,0 3 16 0,0 1-1 0,-4 3 6 15,-4-2-1-15,-1 0 0 0,-3-2 4 0,0-1 2 16,-4-1 4-16,1-3 7 0,-2-3 13 16,0-1 6-16,-1-2 4 0,-1-2 4 0,-2-1-4 15,-3-1-6-15,0-1-7 0,-2-2-5 0,2-3-7 16,0-2-2-16,0 0-3 0,3-3-16 0,5-5-13 16,0-4-82-16,9 2-446 0,3 3-903 0</inkml:trace>
  <inkml:trace contextRef="#ctx0" brushRef="#br0" timeOffset="63167.6008">27567 8263 0 0,'0'0'0'0,"0"0"208"0,0 0 96 16,0 0-52-16,0 0-38 0,0 0-30 0,0 0-43 15,0 0-23-15,0 0-30 0,0 0-27 0,0 0-16 16,0 0-16-16,-47-88-6 0,34 85-5 15,1 2-9-15,-2 1-9 0,-2 0-9 0,0 1-5 16,-2 6 1-16,-3 3 8 0,-1 2 8 0,-2 1 4 16,-1 4 2-16,-2 2-6 0,1 5-2 0,-2 3-2 15,1 4 0-15,0 4 2 0,0 3 0 16,4 7-1-16,-2 4 0 0,1 6 0 0,3 6 3 0,3 7-2 16,2 2 0-16,6 4-1 0,5 1-2 15,7-1 1-15,-2-2-3 0,7-4-1 0,7-5-3 16,3-4-1-16,8-5 0 0,3-7 7 0,4-7 3 15,3-8 7-15,6-7 13 0,6-8 4 0,5-9 14 16,5-8 3-16,4-2 0 0,2-13-2 16,6-8-16-16,-2-5-2 0,0-4-4 0,-1-7 10 15,-2-4 24-15,-6-5 20 0,-2-6 28 0,-4-6-3 16,-3-6-4-16,-6-3-10 0,-4-2-16 16,-7 1-2-16,-5 1-12 0,-8 1-9 0,-6 3-13 15,-3 2-7-15,-9 4-5 0,-1 1-10 0,-10 5-3 16,-8 3-15-16,-6 3-8 0,-7 5-3 15,-9 6-13-15,-1 4-1 0,-10 9-13 0,-4 5-7 16,-6 8-17-16,-6 7-56 0,-8 4-118 0,-3 14-220 16,18 1-383-16,21-3 52 0</inkml:trace>
  <inkml:trace contextRef="#ctx0" brushRef="#br0" timeOffset="63833.962">27387 8582 1085 0,'0'0'215'0,"0"0"-30"15,0 0-28-15,0 0-39 0,0 0-43 16,0 0-22-16,0 0-13 0,0 0 1 0,124-90-15 15,-90 81-7-15,2 2-10 0,-4 3-15 0,-1 2-2 0,-6 2-15 16,-1 0-10-16,-6 6-12 0,-4 1-11 16,-4 3 4-16,-5 3 4 0,-4 2 21 0,-1 3 15 15,-2 4 10-15,-9 3 9 0,-3 1-5 0,-6 1 10 16,-1 2-9-16,-4 1 9 0,-1-1-1 16,-1-2-10-16,-2 0 14 0,0-2-7 15,2 0 6-15,2-5 6 0,5-3-4 0,3-2 8 0,4-3-5 16,2-3-3-16,5-2-4 0,2-3-7 0,4-2-3 15,0 0-11-15,1 0 30 0,7 0 23 16,3 1 18-16,4-1 31 0,5-1-12 0,6-1-8 16,6 0-5-16,7-3-13 0,1-4-18 0,6-1-7 15,1 0-9-15,3 0-10 0,2-1 8 16,-1 1-15-16,0 1-4 0,-1 1-7 0,-5 2-33 16,-4 3-59-16,-12 1-269 0,-11 0-936 0</inkml:trace>
  <inkml:trace contextRef="#ctx0" brushRef="#br0" timeOffset="64982.9727">27963 7749 0 0,'0'0'0'0,"0"0"0"0,0 0 0 16,0 0 0-16,0 0 0 0,0 0 0 0,0 0 1 15,0 0 61-15,0 0-16 0,0 0-16 0,0 0-14 16,-128-28-7-16,113 30-1 0,1 2 8 16,-1-1 16-16,4 0 20 0,-1 0 20 0,-1-1 17 15,1 2 8-15,-3-2 0 0,1 0-5 0,-2 2-11 16,2-1-16-16,-3 2-14 0,0 0-12 15,-2 0-7-15,-3 2-5 0,0 1-7 0,0 0-2 16,-5 3-4-16,3-1-4 0,-2 4 2 0,2-1 3 16,-2 2 1-16,0 3 0 0,-3 0 1 15,0 2-5-15,-1 3 0 0,2 1 1 0,-2 2 0 16,0 3 1-16,-1 1 0 0,1 3-1 0,0 2 1 16,0 0-4-16,3 3 0 0,-2 3-1 0,2 2-2 15,2 1 2-15,0 0-5 0,4 0 2 16,2 3-3-16,2-1 10 0,2 2 7 0,1 3 3 15,3 0 10-15,2 3 4 0,3 0 3 0,3 2 1 16,3-1-10-16,0 0-7 0,8-1-16 0,2-2 1 16,0 1 3-16,5-4-5 0,1 1 2 0,1-3-5 15,2-1 3-15,5-1-1 0,0-1 3 0,4-3 7 16,2 0-3-16,2-5 12 0,2-3 12 16,2 0 8-16,4-7 11 0,0 0-1 0,6-5 1 15,1 0-10-15,5-1-4 0,2-3-7 0,2 0-4 16,5-2 4-16,0-2-11 0,1-3 3 0,2-2-5 15,1-2-7-15,0-3 5 0,1-2-4 16,-2-1 1-16,-1 0 1 0,1-7-2 0,0-3-1 16,-2-5 3-16,0-3 3 0,-1-4-1 15,0-6 9-15,-1-6 1 0,-3-8 2 0,-4-6 7 16,-4-9-4-16,-5-7 1 0,-2-6-5 0,-3-6-1 16,-5-6 0-16,0-4-5 0,-5-2-4 0,-3-3-11 15,-4-2-3-15,-2 0-10 0,0 4 1 16,-6 0 8-16,-1 3-5 0,-8 6 6 0,0 1 0 15,-5 8-4-15,-7 3 4 0,-4 7-4 0,-6 4-3 16,-2 6-9-16,-3 4-3 0,-3 4-6 0,-5 4-4 16,-8 1 7-16,-3 5-10 0,-8 2 0 0,-4 3 0 15,-6 4-7-15,-6 3 9 0,-9 4 2 16,-5 5 2-16,-6 1 8 0,0 4-3 0,-5 5-4 16,0 2-11-16,-2 2-27 0,-2 10-61 0,-2 6-192 15,22-2-536-15,26-3-283 0</inkml:trace>
  <inkml:trace contextRef="#ctx0" brushRef="#br0" timeOffset="72133.4483">20390 9434 0 0,'0'0'0'0,"0"0"0"0,0 0 0 0,0 0 0 0,0 0 79 15,0 0 175-15,0 0-46 0,0 0-41 0,0 0-52 16,0 0-38-16,0 0-24 0,0 0-10 16,6-17-9-16,-6 17-5 0,0 0-5 0,0 0-9 15,0 0-2-15,0 0-7 0,0 0-4 0,0 1 1 16,0-1-7-16,0 1 2 0,0-1-5 0,0 1-4 15,0-1-7-15,0 1-16 0,0 0-12 16,0 1-22-16,0 1 37 0,1 6 46 0,-3 2 25 16,-2 5 41-16,0 2-27 0,-1 0-25 0,0 1-9 15,-2 2-11-15,-1-2 1 0,2 1 1 16,-3 2 5-16,0 0 0 0,-3 3 2 0,-1 0 3 16,0 0-6-16,-2 2 8 0,-2 2-1 0,-1-3 0 15,-2 2 6-15,0-3-7 0,-1 0 8 16,0-1-4-16,-1-2-1 0,-1 0 1 0,-1 0-4 15,2-2 1-15,1-2-4 0,1 0 3 0,0-3-4 16,-1 0-5-16,1 1 1 0,-1-3-7 0,1 1 7 16,0-3-2-16,0 1-1 0,1 0 3 0,2-2-4 15,-2-1 6-15,2 1 2 0,-3 0 7 0,-1-2-2 16,2-1-2-16,-6 1 3 0,0-1-10 16,-1-1 7-16,-1 1 1 0,-3 0-2 0,0-1 10 15,1-1-1-15,2-1 6 0,-2 2 0 0,-1-3-4 16,2-1-2-16,-4-1-7 0,1-1 2 0,-1 0-6 15,-3-1 2-15,0-4 1 0,-1-1 1 16,1-2 7-16,-2-2-4 0,1-2 0 0,0 0 0 16,-1-2-5-16,3-1 1 0,-1-1-6 0,1 0 2 15,1-2-7-15,0 1 3 0,3 0 0 0,3 1-4 16,2 0 4-16,2-1-11 0,1 2-1 16,1-2 1-16,0-1-8 0,2 1 9 0,2-1 1 15,0 1 3-15,2 0 2 0,1-1-3 0,1-3 2 16,4 0-8-16,1-1 6 0,2-2-12 15,1-1 2-15,5-3 2 0,0 2-9 0,5-3 14 16,3-2-6-16,5-1 1 0,3-2 4 0,5-3-7 16,5-1 11-16,5-2-3 0,6-1 3 0,5 0 2 15,3-1-5-15,6 3 5 0,-2 1-7 0,0 3 4 16,-2 5-2-16,0 2-3 0,-3 1 6 16,2 4-4-16,-4-2 4 0,1 3-2 0,-2-2 3 15,1 3-1-15,0 1-6 0,-4 3 6 0,2 0-12 16,-3 3 7-16,-4 1 1 0,-2 4-9 0,-2 1 8 15,-6 2-12-15,1 2-1 0,-4 1 1 0,-5 2-8 16,-3 0 3-16,-3 1-3 0,-1 0 4 16,-5 0-2-16,3 1 1 0,-3 0 1 0,2 2-8 15,-3-1 10-15,1 0-2 0,-1 0 5 0,2 2 9 16,0-2-10-16,-2 2 9 0,4-1-1 16,-3 0-5-16,2 0 7 0,-1-1-4 0,-2 2-1 15,2-3-2-15,-1 1-3 0,-2-1-8 0,1 0-9 16,1 1-20-16,-3-2-43 0,0 1-49 0,0 0-164 15,-2 1-296-15,-1 1-178 0,2-1 665 0</inkml:trace>
  <inkml:trace contextRef="#ctx0" brushRef="#br0" timeOffset="72495.6139">19400 8779 503 0,'0'0'725'0,"0"0"-540"0,0 0-18 0,0 0-10 15,0 0-31-15,0 0-23 0,0 0-50 0,0 0-32 16,0 0-14-16,0 0-11 0,0 0-3 0,0 0-8 16,0 0 3-16,0 0-11 0,103-91-3 15,-77 90-2-15,3 1-11 0,1 0 12 0,2 2-5 16,2 3 5-16,-2 1 5 0,-1 4-7 0,-2-1-1 15,-4 3-2-15,-3-1 1 0,-3 0-4 16,-4 2 2-16,-4-1 1 0,-5-1 0 0,-2 1 13 16,0-2 8-16,-4 1 17 0,0 1 21 0,-8 1 9 15,2 1 13-15,-3-1-2 0,-3 5-7 0,-1-2-1 16,1 1-10-16,-6 1 5 0,1 3-11 0,-3 3-7 16,-2 1-9-16,-2 1-11 0,0 3-3 15,-3 3-11-15,-2-1-10 0,3 3-34 0,-1 6-81 16,6-12-308-16,8-7-690 0</inkml:trace>
  <inkml:trace contextRef="#ctx0" brushRef="#br0" timeOffset="73815.8626">19533 10383 0 0,'0'0'0'0,"0"0"0"16,0 0 0-16,0 0 0 0,0 0 138 16,0 0 130-16,0 0-28 0,0 0-22 0,0 0-19 15,0 0-17-15,-1-117-17 0,-1 108-12 0,2 1-22 16,0-1 1-16,-1 3 2 0,1 0-6 16,-1 2-4-16,1 1-29 0,0 2-21 0,0 1-28 15,-1 0-35-15,1 0-38 0,0 1-44 0,-2 4-43 16,2 2 14-16,0 6 29 0,0 8 35 0,0 7 38 15,-1 6 0-15,1 4-7 0,0 2-1 0,-1 2-2 16,1 1-5-16,-1 0 2 0,-1-2-5 0,1-3 1 16,-1-2-7-16,-3-4-2 0,0-4 3 15,0-1-3-15,0-4 12 0,-2-6 1 0,4-3 2 16,-1-6 12-16,-1-3 4 0,4-3 37 16,1-2 27-16,0 0 28 0,0 0 28 0,0-6-45 0,0-2-30 15,5-5-43-15,0-3-37 0,1-3 14 16,2-3 0-16,3 0 13 0,-1 1-4 0,2 0 4 15,2 2-1-15,0-1-7 0,2 3 4 0,-1 2-8 16,3 4-2-16,0 0-6 0,4 4-8 16,1 4-9-16,-1 3-12 0,1 0-2 0,-1 7-5 15,0 5 12-15,3 1 10 0,-5 2 3 0,1 2 6 16,-5 2-7-16,1 1 3 0,-6-1 6 0,-1-2 0 16,-5 0 9-16,-3 0 2 0,-2-2 8 0,0-1 10 15,-5 0 11-15,-3-1 12 0,-2 0 10 16,-3-3 14-16,0-1 0 0,-4 0 3 0,0-2 6 15,-1-1-10-15,-1-1 10 0,-3-3-6 16,-1 0-6-16,0 0-1 0,0-2-12 0,-5 1-5 0,5-1-9 16,-5-3-8-16,7-4-7 0,0 2-22 15,1-1-39-15,5-1-120 0,6 2-547 0,2 3-680 0</inkml:trace>
  <inkml:trace contextRef="#ctx0" brushRef="#br0" timeOffset="80069.6681">24026 9449 0 0,'0'0'0'0,"0"0"0"16,0 0 0-16,0 0 0 0,0 0 103 0,0 0 100 15,0 0-37-15,0 0-20 0,0 0-23 0,0 0-21 16,0 0-17-16,0 0-16 0,14-56-13 16,-9 53-7-16,-2 1-1 0,0-1 1 0,1 3-12 15,-2-1-15-15,-1 1-17 0,0 0-4 0,0 0 4 16,4 2 8-16,0 3 11 0,3 0-1 0,-1 3-1 15,0 0-5-15,5 2-2 0,-2 3-1 0,3 2-3 16,-1 3-2-16,-1 2-3 0,1 5-6 16,-1 2 1-16,-1 0 2 0,4 5 2 0,-7 0 1 15,1 0 1-15,-1 1 1 0,-3 0-1 0,-3 2 10 16,-1-2 5-16,0 0 2 0,-1 0 5 16,-7-3-4-16,0 1 7 0,-6 0 1 0,1 1 3 15,-5 2 4-15,-2 1-6 0,-2 1 1 0,-2-2-10 16,-2 2-1-16,2 0-2 0,-3-1-5 0,3-1 10 15,-3 0-10-15,3-1 4 0,-2-1-2 16,3-1-9-16,-4-1 8 0,3-2-5 0,-1-1 3 16,2-1 2-16,2-4-1 0,0-2 5 0,1-2-5 15,-1-3 3-15,-1-1-8 0,1 0-6 0,-1-1 5 16,-2-2-6-16,3-3 6 0,1 0 0 0,-1 1-2 16,0-4 2-16,1 1-4 0,0-2 1 0,0-1 0 15,1-1 3-15,-1 1-4 0,0-3-1 16,-1 0 2-16,-1 0-4 0,0 0 7 0,0-1 1 15,1-4 1-15,0-1 4 0,3-1-6 0,-2 0 0 16,2-2 0-16,-2 0-1 0,4-2-5 16,-2-3-2-16,0-1 4 0,0-1-4 0,2-5 3 15,0 1 1-15,1-3-9 0,-1 0 2 0,3-2-4 16,3-2-1-16,0 1 3 0,3-2-5 16,5-1 2-16,1-2-5 0,1 0-1 0,0-1 1 15,4-1 1-15,5-3 4 0,2 2-3 0,5-1 6 16,0-2-5-16,4 1 3 0,3-1 4 0,1 2-3 15,-1 1 7-15,3-1-2 0,-2 1 1 16,2-1-1-16,-2 1 1 0,4-1 1 0,-3 1-5 16,3 1 9-16,-4-1-7 0,2 2 4 0,-2 0 6 15,2 0-6-15,-2-1 8 0,4 0-3 0,-1 2 1 16,-2 0 3-16,5 3-4 0,-3 1 4 16,-2 3-3-16,0 1 2 0,-3 4-1 0,-4 3-4 15,-2 4 5-15,1 0-6 0,-3 2 5 0,2 0-4 16,-2 4-4-16,1-1 0 0,-3 1-6 0,-2 3 2 15,0-1-7-15,-2 3 0 0,-2 0-5 0,0 1-12 16,-2 0-4-16,-1 1-22 0,0 2 1 0,-1 3-6 16,-2 2-5-16,0 1 14 0,0 3-10 15,-7 2 1-15,1 3-25 0,-8 0-115 16,1 3-244-16,2-6-306 0,2-3 166 0</inkml:trace>
  <inkml:trace contextRef="#ctx0" brushRef="#br0" timeOffset="80534.3185">23509 9333 0 0,'0'0'0'0,"0"0"0"0,0 0 0 15,0 0 105-15,0 0 191 0,0 0-44 0,0 0-63 16,0 0-70-16,0 0-60 0,0 0-39 0,0 0-23 16,0 0 9-16,0 0 25 0,0 0 25 0,12 0 39 15,4 3 10-15,0-2-7 0,4-1-10 16,5 0-22-16,-2 0-11 0,1 0-5 0,5-2 0 15,-3-3-5-15,-2 0-6 0,-1-1-6 0,3-1-12 16,-3 1-1-16,0-1-5 0,1 1-4 16,-4 1 5-16,-6 0-8 0,2 1 1 0,-7 2-1 15,-5 1-4-15,-2 1 9 0,-2 0 9 0,0 0 17 16,0 0 7-16,-1 0-5 0,-1 1-23 0,-5 4-10 16,1 4-6-16,-9 5-8 0,0 6 12 15,-5 4-9-15,-5 7-3 0,4 2 11 0,-2 4-7 16,1 2 2-16,2-1-1 0,0 1-7 0,0 2 3 15,3-5-4-15,2 0-4 0,0-1-6 16,4-5-17-16,6-2-42 0,0-5-158 0,5-8-600 16,0-6-72-16</inkml:trace>
  <inkml:trace contextRef="#ctx0" brushRef="#br0" timeOffset="81182.412">23407 9374 0 0,'0'0'0'0,"0"0"0"16,0 0 0-16,0 0 157 0,0 0 192 0,0 0-53 15,0 0-59-15,0 0-47 0,0 0-49 0,0 0-46 16,0 0-23-16,0 0-28 0,24-27-12 0,-19 27 9 15,-1 0 4-15,5 0 6 0,4 0-3 16,4 0-12-16,3 0-12 0,2 0-5 0,5-1 4 16,-1-2-9-16,10-2-5 0,-1-1-18 0,9-1-38 15,-1-1-114-15,-10 2-478 0,-12 1-428 0</inkml:trace>
  <inkml:trace contextRef="#ctx0" brushRef="#br0" timeOffset="82332.8367">24234 10622 0 0,'0'0'106'0,"0"0"285"0,0 0-61 0,0 0-65 16,0 0-31-16,0 0-34 0,0 0-34 16,0 0-31-16,0 0-26 0,0 0-28 0,0 0-24 15,15-36-7-15,-15 33-5 0,0-1-2 0,0 0 4 16,0 0-10-16,-1 1-7 0,-5-2-16 0,2 0-19 15,-4 2-13-15,-3-1-18 0,-4 2 3 0,1 1-5 16,-5 1 2-16,-2 0 10 0,-2 0 0 16,-3 5 9-16,2 2 4 0,-3 0 5 0,4 2 2 15,0-2 2-15,3 3 4 0,0-1-4 0,4-1 0 16,1 1-9-16,1 2-5 0,3-1-4 16,5-1-7-16,0-1-2 0,4 2-7 0,1-2 2 15,1 0 6-15,0 0 3 0,3 0 9 0,4-2 0 16,2 0-1-16,3-1 4 0,0-2 1 15,2 0 9-15,4-3 3 0,1 0 7 0,1 0 7 16,0-5 4-16,0-2 7 0,-1-1 1 0,1 0 6 16,-4-2 5-16,2 0 4 0,-5 0 4 0,0 2-2 15,-7 1 0-15,1 1-6 0,-3 2 7 0,0 1 5 16,-3 0 4-16,-1 2 6 0,0 0-9 16,0 1-9-16,0 0-16 0,0 0-18 0,0 0-11 15,0 0-18-15,-1 1-8 0,-1 0-12 0,0 1-8 16,2-1 1-16,-1 1-4 0,1 0 16 15,-1 5 11-15,-1 1 13 0,0 2 14 0,1 3-1 0,1 2 8 16,0 1 5-16,2 1 8 0,5 2 5 16,1 1 1-16,2-1 3 0,6-2-4 0,0-1 5 15,2-1-2-15,4-3-6 0,5-4 5 0,3-3-12 16,4-4-10-16,5-1-41 0,6-9-195 0,-12-1-684 16,-10 3-195-16</inkml:trace>
  <inkml:trace contextRef="#ctx0" brushRef="#br0" timeOffset="89336.0589">28029 9608 0 0,'0'0'0'0,"0"0"0"0,0 0 0 16,0 0 0-16,0 0 0 0,0 0 159 0,0 0 4 15,0 0-23-15,0 0-22 0,0 0-21 0,0 0-21 16,0 0-14-16,2-9-10 0,-2 9 1 0,0 0 10 15,0 0-1-15,0 0 2 0,0 0-9 16,0 0-13-16,0 0-7 0,0 0-9 0,0 0-5 16,0 0-8-16,0 0-9 0,0 1-10 0,0 0-18 15,0 0-11-15,0 0-23 0,0 2-26 16,0-1-25-16,0 3 41 0,-3 3 34 0,1 4 34 16,0 3 39-16,2 2-30 0,-2 4-7 0,-1 1-1 15,-1 3 1-15,3 2 7 0,-4 0-5 0,0 0-3 16,3 1 3-16,-3-1-9 0,0 0 7 0,0 0-3 15,0 1-3-15,-4 2 5 0,1-1-6 16,-2 0 5-16,-1 1 0 0,0 1 2 0,0 0 3 16,-4-2 1-16,1 1 1 0,0 0-7 0,-2-1 8 15,2-2-2-15,-3 1 3 0,3 0 7 0,-3-5-4 16,2 1 5-16,0-2 6 0,1-2 8 0,0 0 10 16,-1 1 5-16,4-3 5 0,-2 1-4 15,1-2 1-15,2-1-7 0,-3-1-11 0,3 1-1 16,1-3-12-16,-2 0-4 0,3 1 0 0,-1 0-6 15,-1 1 8-15,-1-1 2 0,1 2 0 16,0 0 3-16,-1 2-5 0,1 0 1 0,-4 0-3 16,3 1 1-16,-2-1-5 0,-2 0 1 0,3 3 2 15,-4-1-6-15,2 1 10 0,-2-1-6 0,1 1-2 16,-5 0 6-16,1 0-4 0,-2 0 6 16,0 1 7-16,-4-1 3 0,1 0 4 0,-1-1-1 15,-1 0 0-15,-1-2-3 0,0 1-3 0,-3-1-4 16,-3 0-4-16,-2 3-1 0,0-1-4 15,-2-1 3-15,-3 2-3 0,2-2 3 0,-2 4-1 16,-5-4-3-16,3 1 4 0,-7-1-5 0,3-1-1 16,-2 3 1-16,-2-2-5 0,-3-1 3 0,0 0 1 15,-4 1-3-15,2-1 4 0,-4 0-1 0,1-2-1 16,-3-1 0-16,0-1-2 0,2 2-2 16,1-4 2-16,-1 1 0 0,0-2-3 0,0 1 2 15,-1-2 0-15,1 1-2 0,-4 0 4 0,1-2-4 16,-2-1 2-16,0 0 0 0,-1-1-1 0,1 0 4 15,0-1-4-15,-2 0 2 0,3 1 1 0,-1-1-7 16,-2-2 4-16,-1 0-2 0,0 0 2 16,0-1-2-16,0 1 0 0,-1-1 1 0,4 0-4 15,-4-1 4-15,5-1 0 0,0-1-1 0,2 1 3 16,-1-1-4-16,1 0 2 0,-2 0-1 16,0-1 0-16,1-2 8 0,1-2-6 0,0 0 3 15,0 0-1-15,1-1-6 0,3-1 4 0,2 2 1 16,-1-2 4-16,0 0 0 0,2 0 0 0,-2 0-5 15,2-1-5-15,-4 0 2 0,3 0-4 16,-3 0 4-16,3 0 0 0,-2-1-3 0,2 1 3 16,-1 0-2-16,2-2 1 0,-3 1 3 0,4 1 0 15,-5-3-1-15,3 2 2 0,-3-1 2 0,2-1-2 16,-3-2 1-16,-1-1 0 0,3-1-2 16,1-2 8-16,-1-1 1 0,2-1-1 0,0-3 4 15,2 0-1-15,1-1-3 0,-2-2 1 0,0-1-5 16,2-1-1-16,-1-2 2 0,1 1 1 15,1 1 3-15,-1-2 0 0,2-1 1 0,0 0 2 0,4-1-3 16,1-2-4-16,2-2 4 0,-1 1-7 0,0-1 5 16,3-1-5-16,0-2-2 0,-1 1 2 15,2-3-3-15,0-1 2 0,1-1-2 0,0 0 0 16,-1-1-1-16,2-1 3 0,1-2-3 0,0 3 1 16,2-2 5-16,3 1-6 0,1 1 4 15,0 0 1-15,2 0-4 0,1 0 8 0,6-1 0 16,-2 1 4-16,5 0-3 0,-2 3 0 0,2 2-3 15,0-1-3-15,1 3 9 0,1 1-3 16,2-1 2-16,-1 1 4 0,2 2-7 0,1-2 2 16,0 3-4-16,-1 1-4 0,3 3 0 0,1-1 1 15,-1 2 1-15,2 2 4 0,1 0 1 0,3 0-1 16,-4 4 5-16,5 1-5 0,0 2-1 16,3 2 6-16,0 2-3 0,0 2 2 0,1 3 1 15,0 3-8-15,0 1 3 0,0 2-5 0,0 2 1 16,0 0-2-16,0-1-2 0,0 2-2 0,0 0-3 15,0 0 2-15,0 0-4 0,-2 0 2 0,2 0-4 16,0 0-6-16,-1 0-4 0,1 0-4 16,-1 2 0-16,1-2-5 0,-2 0 0 0,1 1-5 15,1-1-16-15,-1 1-8 0,1 0-20 0,0 0-15 16,0 3 19-16,0 2 6 0,0 2-11 16,4 1-108-16,2 3-397 0,-2-2-295 0,0-3 571 0</inkml:trace>
  <inkml:trace contextRef="#ctx0" brushRef="#br0" timeOffset="89866.4381">20752 9345 0 0,'0'0'0'0,"0"0"0"15,0 0 184-15,0 0-19 0,0 0-39 16,0 0-53-16,0 0-48 0,0 0-33 0,0 0-20 15,0 0-8-15,0 0 6 0,-127 52 5 0,115-39 9 16,-2 1 5-16,0 0 5 0,2 1 4 0,-1 1-3 16,-1 2 2-16,2 0-4 0,-1 1-2 15,0 0 1-15,-1-1 0 0,3 0 5 0,-1 0-2 16,-1-1 6-16,2-2 0 0,1 2-5 0,0-5 6 16,3-1-4-16,0-2 3 0,4-4 3 15,0-2 34-15,2-2 48 0,1-1 58 0,0 0 63 16,0-4-32-16,5-5-41 0,2-5-66 0,3-10-68 15,5-4 2-15,4-8-5 0,2-4 16 0,2-3 17 16,3-1 12-16,-3-2 23 0,2 3 17 16,0 0 22-16,-5 6 6 0,0 7-8 0,-5 5-13 15,-2 8-24-15,-5 5-16 0,-3 8-27 0,-2 2-43 16,0 2-30-16,1 5 3 0,2 7 21 0,4 6 27 16,3 10 25-16,1 6-7 0,4 8-9 0,2 9 0 15,1 5-5-15,7 4-12 0,5-1-43 0,9 3-126 16,-8-17-594-16,-10-14-130 0</inkml:trace>
  <inkml:trace contextRef="#ctx0" brushRef="#br0" timeOffset="90867.8627">26000 11698 0 0,'0'0'319'0,"0"0"55"16,0 0-6-16,0 0-56 0,0 0-46 0,0 0-43 15,0 0-45-15,0 0-26 0,0 0-35 16,0 0-43-16,0 0-42 0,0 0-26 0,-21-34-25 16,21 34-21-16,-1 0-17 0,1 3-47 0,0 5 18 15,1 4 26-15,-1 9 23 0,0 6 52 0,0 7-5 16,0 4-4-16,-3 3 3 0,-2 6-3 0,2 0 0 16,-3 1 0-16,2-2-3 0,-2-1 0 15,0 2-6-15,-1-6 1 0,2 0-2 0,-2-3 2 16,-1-4 5-16,3-4-4 0,1-2 2 0,0-6-4 15,2-5 0-15,0-5 0 0,1-5-2 16,1-4 9-16,0-1 12 0,0-2 20 0,0 0 26 16,0-6-6-16,4-5-14 0,2-5-22 0,4-3-23 15,4-8-2-15,2 1 2 0,1-2 2 0,4-1 1 16,3 2-1-16,0 1-3 0,3 3 0 0,0 2-3 16,0 5-2-16,-1 2-5 0,-1 4-7 15,-3 4-5-15,0 4-7 0,0 2-7 0,-4 0-2 16,1 7-2-16,-2 4 5 0,0 1 12 0,0 3 14 15,-3 2 9-15,0 1 6 0,-6 0 2 0,0 0-3 16,-4 1 3-16,-3-1 4 0,-1 2 6 16,-3-3 9-16,-4 0 2 0,-3 1 7 0,-5-2 0 15,0-1 1-15,-3-1 5 0,-3 2-1 0,0-4 6 16,-1 0-7-16,-3-2-4 0,0-1 2 0,0-1-7 16,-1 0 0-16,-2-2-6 0,0 0-9 15,-1-2-7-15,2-1-8 0,2-3-14 0,5-2-31 16,1-12-205-16,8 2-675 0,3 2-269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780" units="in"/>
          <inkml:channel name="Y" type="integer" max="18630" units="in"/>
          <inkml:channel name="F" type="integer" max="255" units="dev"/>
        </inkml:traceFormat>
        <inkml:channelProperties>
          <inkml:channelProperty channel="X" name="resolution" value="3003.63647" units="1/in"/>
          <inkml:channelProperty channel="Y" name="resolution" value="3010.66577" units="1/in"/>
          <inkml:channelProperty channel="F" name="resolution" value="INF" units="1/dev"/>
        </inkml:channelProperties>
      </inkml:inkSource>
      <inkml:timestamp xml:id="ts0" timeString="2005-11-27T07:48:25.718"/>
    </inkml:context>
    <inkml:brush xml:id="br0">
      <inkml:brushProperty name="width" value="0.09701" units="cm"/>
      <inkml:brushProperty name="height" value="0.09701" units="cm"/>
      <inkml:brushProperty name="fitToCurve" value="1"/>
    </inkml:brush>
  </inkml:definitions>
  <inkml:trace contextRef="#ctx0" brushRef="#br0">224 25 24,'-16'-10'16,"5"5"-1,0 2-3,-3-1-1,0 4 0,-2-2-3,1 4-1,-2 0-1,2 3-1,-1 0 0,2 4-2,0 0 1,2 5-2,0-1 1,3 5-1,1-2 0,3 4-1,1 0 1,1 2-1,3 0 0,3 2 1,1-3-2,2 1 1,1-1 0,2-4 0,0-1-1,1-3 0,1-2 0,1-3 0,-1-3 0,1-2 0,1-3 0,-3-1-1,2-5 1,0-3 0,-2-5-1,-1-2 1,-1-2 0,0-3 0,-2-4 0,-1 0 0,-1-1 1,0 3-1,-2 3 1,1 3 0,-2 3 0,-1 14 0,2-9 0,-2 9 1,2 22-1,0 1 1,1 4-1,1 6 0,3 0 0,1 1 0,3-4-1,0-3 1,1-8-1,1-7 0,-1-6 0,0-6 0,1-6 0,-3-3-1,2 0-4,-5-5-18,2-3-9,-1 3-2,-1-1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780" units="in"/>
          <inkml:channel name="Y" type="integer" max="18630" units="in"/>
          <inkml:channel name="F" type="integer" max="255" units="dev"/>
        </inkml:traceFormat>
        <inkml:channelProperties>
          <inkml:channelProperty channel="X" name="resolution" value="3003.63647" units="1/in"/>
          <inkml:channelProperty channel="Y" name="resolution" value="3010.66577" units="1/in"/>
          <inkml:channelProperty channel="F" name="resolution" value="INF" units="1/dev"/>
        </inkml:channelProperties>
      </inkml:inkSource>
      <inkml:timestamp xml:id="ts0" timeString="2005-11-27T07:48:59.250"/>
    </inkml:context>
    <inkml:brush xml:id="br0">
      <inkml:brushProperty name="width" value="0.09701" units="cm"/>
      <inkml:brushProperty name="height" value="0.09701" units="cm"/>
      <inkml:brushProperty name="fitToCurve" value="1"/>
    </inkml:brush>
  </inkml:definitions>
  <inkml:trace contextRef="#ctx0" brushRef="#br0">280-7 8,'0'0'13,"0"0"-2,-12-3 0,12 3-2,0 0-1,-13 3-1,13-3-1,-10 7-2,10-7 1,-11 11-1,11-11 0,-14 16-1,7-7 0,-3 0 0,2 3 0,-2-1-1,1 0 1,-1 2-1,1 0 1,-1-1-1,0 3 1,0-1-1,1 4 1,0 4-1,-1 3 1,0-1-1,2 6 1,-2 2-1,0 5 1,0 0-1,1 5 1,0-2-1,0 4-2,0 1 1,2-1-2,1 0 2,3 1 1,2-2-1,3 3 1,2-3-2,4-2 5,2-3-6,5 0 6,0-4-5,5-1 1,-1-2-1,4-3 1,-1-3-1,2 2 1,0 1-1,0 3 0,-24-31 1,0 0-3,45 46 2,-45-46-2,0 0 2,51 51-2,-51-51 3,0 0-3,61 49 2,-61-49 0,44 29-1,-44-29 1,49 26 0,-49-26-2,54 21 1,-54-21 0,56 19 0,-56-19 1,56 10 1,-56-10-1,56 5 1,-56-5 0,54 0 0,-54 0 0,54-5 0,-54 5-2,49-10 1,-49 10 0,46-15 0,-29 9 0,24-17 0,-7-3 2,-4 3-2,-7-1 2,0-1-2,-5-3 2,-2 9-2,-4 3 2,0 2-3,1-1 1,-1-1 0,1-1 0,-1-2 0,-1 2-1,1-3 1,-2-1 0,0 0 0,-1 2-1,0-6 1,-1 0 0,-2-1 0,1-2-1,0-3 1,-1 1-4,-2-2 5,0-2-5,0 2 5,-2 2-5,-1 2 5,-1 2-5,-1 2 5,0 1-2,-1 4 1,-1-1 3,-1 3-3,1 0 3,-1-2-3,-1 3 3,1-1-2,0 1 2,0 0-3,1 2 0,1 0 0,0 0 1,0 0-1,1 0 0,1-1 0,0 1 0,1-1 0,0 2 0,0 1 1,0 1-1,-1 11 0,2-14 0,-2 14 0,0 0 1,0 0-1,0 0 0,0 0 0,0 0 0,0 0-1,0 0-2,0 0-2,-10 2-4,10-2-17,0 0-6,-5 13-1,5-13 1</inkml:trace>
  <inkml:trace contextRef="#ctx0" brushRef="#br0" timeOffset="1343">1019 435 15,'0'0'25,"2"-12"-4,-2 12-2,9-6-4,1 4-4,-10 2-2,14-8-3,-5 2-3,3-1 0,1 0-1,1-2-1,3-3 0,-1-1 0,3-2-1,-2 0 0,0-1 0,-3 2 1,-2 3-1,-3 0 0,-9 11 1,10-11 0,-10 11 0,0 0 0,0 0 1,0 0 0,0 0 0,2 12 1,-2-12-1,6 20 0,-1-7-1,3 7 1,1 1-1,3 5 0,2 2 0,0 1 0,0 2 0,1 1-3,-2-3 2,2 1-1,-4-8 1,0 1-2,-2-7 3,-3-1-5,1-5 1,-7-10-7,0 0-22,0 0-1,0 0 0,0 0 0</inkml:trace>
  <inkml:trace contextRef="#ctx0" brushRef="#br0" timeOffset="3734">455 670 18,'0'0'15,"0"0"-2,-1 9-2,1-9-2,-1 15-2,0-3-2,2 4 4,-1 2-6,2 4 4,-1 3-5,1 2 3,2 0-4,-1 3 5,0-1-5,1-2 0,0-1 0,-1-1-1,1-6 0,-2-2 1,1-3-1,-1-4 0,-1 0 0,-1-10 0,0 0 0,0 0-1,0 0 1,0 0 0,0 0 0,-1-10 0,1 10 0,-1-15 0,1 4 0,2 1 1,-1-1 1,3 1 0,0-1 1,2-1 0,-1 0 0,4 0 0,-2 2 0,6 2-1,-1 4 0,4 1-1,0 3 0,1 5 0,1 3 0,0 4-1,1 1 0,-3 1 1,-1 3-2,-3 0 1,-2 0-1,-2-1 1,-3 1-1,-4 0 0,-2-2 0,-3 1 1,-1-4-1,-5 1 1,0-1 0,-2-4 0,-1-2 1,-1-1-1,-2-2 0,1-3 1,-2-1 0,1-2 1,-1 1 0,-1 3 0,1-1-1,2 1 1,1-1 0,1 5 0,3-2-2,10-3 0,-12 5-4,12-5-15,0 0-11,-4-14-2,4 14 1,6-22-1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780" units="in"/>
          <inkml:channel name="Y" type="integer" max="18630" units="in"/>
          <inkml:channel name="F" type="integer" max="255" units="dev"/>
        </inkml:traceFormat>
        <inkml:channelProperties>
          <inkml:channelProperty channel="X" name="resolution" value="3003.63647" units="1/in"/>
          <inkml:channelProperty channel="Y" name="resolution" value="3010.66577" units="1/in"/>
          <inkml:channelProperty channel="F" name="resolution" value="INF" units="1/dev"/>
        </inkml:channelProperties>
      </inkml:inkSource>
      <inkml:timestamp xml:id="ts0" timeString="2006-03-28T12:31:06.281"/>
    </inkml:context>
    <inkml:brush xml:id="br0">
      <inkml:brushProperty name="width" value="0.09701" units="cm"/>
      <inkml:brushProperty name="height" value="0.09701" units="cm"/>
      <inkml:brushProperty name="fitToCurve" value="1"/>
    </inkml:brush>
  </inkml:definitions>
  <inkml:trace contextRef="#ctx0" brushRef="#br0">154 253 10,'0'0'13,"-17"1"-1,8 0 0,0 2-1,-2 2-1,2 3-1,-4-2 0,4 5-2,-3-2 0,3 5-2,-2-3-1,3 4 0,-3-2 0,4 3-1,-1-1 1,4 4-1,-1-1 0,4 2-1,0 2 0,4 2 0,0 0-1,3 0 0,1 2 0,3-1 0,2-1 0,0-1-1,2-3 1,1-2-1,2-1 0,1-4 1,-1-4-1,2-1 0,-1-5 0,3-2 1,0-3-1,0-2 0,-2-4 0,2-1 1,-3-2-1,0-1 1,0-3-1,-4-1 1,-1 0 0,0 0 0,-1-2 1,-2-1-1,-2-1 1,0-1 0,-2-1 0,-2 0-1,-2-3 1,-2 2 0,-3-3 0,-2 0-1,-4 1 1,-2-2 0,-3 1-1,-2 1 0,-1 3-1,-2 2 0,-2 4 0,2 3 1,2 5-2,-1 7 0,4 9-2,-2 1-1,7 9-8,-1 0-22,3 3-1,2 1 1,0 1-1</inkml:trace>
  <inkml:trace contextRef="#ctx0" brushRef="#br0" timeOffset="859">375-5 9,'-3'-10'21,"3"10"1,0 0-3,0 0-1,0 0-4,-6 11-2,6-11-2,-7 19-3,1-8-1,2 8-2,-2-1 0,0 5-2,-2 0 1,0 4-2,-2 2 1,0 4-1,-2 0 0,1 3 0,-2 1-1,0 1 0,0 2 1,0 1-1,0-2 0,1 1 0,1-1 0,0-1 0,1-4 0,1 0 0,1-4 0,1-3 0,-1-1 0,2-5 0,1-2 0,1-4 0,0-2 0,1-2 0,3-11 0,-6 14 0,6-14 0,0 0 0,-5 9-1,5-9-1,0 0-5,0 0-24,0 0-1,0 0-2,10-6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780" units="in"/>
          <inkml:channel name="Y" type="integer" max="18630" units="in"/>
          <inkml:channel name="F" type="integer" max="255" units="dev"/>
        </inkml:traceFormat>
        <inkml:channelProperties>
          <inkml:channelProperty channel="X" name="resolution" value="3003.63647" units="1/in"/>
          <inkml:channelProperty channel="Y" name="resolution" value="3010.66577" units="1/in"/>
          <inkml:channelProperty channel="F" name="resolution" value="INF" units="1/dev"/>
        </inkml:channelProperties>
      </inkml:inkSource>
      <inkml:timestamp xml:id="ts0" timeString="2006-03-28T12:31:41.56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0 19,'-5'18'12,"5"-18"-1,2 15-3,-2-15-1,10 20-4,-10-20-5,16 17-12,-3 0-6,-13-17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06-03-27T01:55:28.3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0,'0'0</inkml:trace>
  <inkml:trace contextRef="#ctx0" brushRef="#br0" timeOffset="328">196 0,'25'0,"24"0,0 0,1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06-03-27T01:55:39.4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36:15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6064 7760 0 0,'0'0'0'0,"0"0"0"0,0 0 0 0,0 0 0 15,0 0 0-15,0 0 0 0,0 0 188 0,0 0 57 16,0 0 14-16,0 0-21 0,0 0-49 16,0 0-39-16,-21-40-31 0,19 39-22 0,0 0-26 15,-3 0-19-15,2-1-15 0,2 1-10 0,-3 0 3 16,0 0 3-16,1 0-4 0,-2 0-9 0,3 1-11 16,1-2-7-16,0 2-1 0,0 0 5 15,1 0 3-15,0 0-3 0,0 0-1 0,0 0-1 16,0 0 0-16,0-1 2 0,0 1 6 0,0 0 7 15,0 0 2-15,1 0 3 0,-1 0-8 0,1 0-4 16,-1 0-7-16,0 0-10 0,0 0-4 0,0 0-7 16,0 0-2-16,0 0-1 0,0 0-5 15,0 0-4-15,1 0-9 0,-1 0-6 0,1 0-7 16,-1 0 1-16,3 0 4 0,0 0 27 0,0 0 34 16,5 1 22-16,-2 2 13 0,2-2-10 0,3 0-21 15,-1-1-7-15,4 0-1 0,-3 1-2 16,0-1-1-16,-1 0-5 0,1 0 0 0,-1 0-3 15,0 1 2-15,1-1 0 0,-1 2-2 0,0-1 1 16,2 0-5-16,-2 0 2 0,0 1-1 16,2-1 2-16,0 1 0 0,2 1 3 0,-2-1 0 15,7-1-1-15,-5 0 4 0,5-1 0 0,0 0 2 16,1 0 5-16,1 0 1 0,4 0 5 16,-1 0 0-16,2-2-2 0,0-3 2 0,5 2-4 15,-1-1 1-15,1-1-2 0,0 0-4 0,1 1-3 16,-2 0-2-16,0 1-1 0,0 1-1 0,0-1-1 15,-1 2-2-15,0 0-3 0,-4 1 3 0,2 0-2 16,-3 0 2-16,4 0 0 0,-1 0 0 0,-1 0 1 16,3 0-1-16,2 1 1 0,-1 0 0 15,0-1-2-15,1 0 5 0,-1 0-4 0,1 0 3 16,-1 0 1-16,1 0-4 0,1 0 7 0,1-1-6 16,2-1 0-16,-3 1 3 0,1-2-4 0,2 2 2 15,-2-1-1-15,5 1-2 0,-5 1-1 16,5 0-1-16,-4 0 1 0,2 0-2 0,-1 0 5 15,3 0-4-15,-3 2 4 0,4 0 1 0,1 2-5 16,0-2 4-16,-1 2-4 0,1-2 1 0,2 0 1 16,0 2 0-16,-1-3 1 0,6 1 2 15,-5-1 0-15,3-1-1 0,2 0 0 0,-3 0 0 16,5 0-4-16,1 0 7 0,0-3-3 0,1 1 3 16,2-2 3-16,-3 1-2 0,3-1 2 15,2 1-1-15,-4-2 1 0,1 1-2 0,-2 2-1 16,0-1 2-16,1 0-6 0,0 1 4 0,-3 0-4 15,5 0-2-15,-2 2 10 0,1-1-11 16,2 1 2-16,0-3 1 0,2 2-9 0,-3 1 10 16,5-1-3-16,-2 0 2 0,2 0 4 0,-1 0-5 15,-1-2 1-15,3 1-1 0,0 0 4 0,0-1-1 16,2 1 1-16,-2-2 2 0,1 2-6 0,-2-1 6 16,2 0-3-16,-4 1 1 0,1 0 3 0,-6-1-5 15,2 2 2-15,-1 1-3 0,-3-1 0 0,0 1 0 16,2 0 2-16,-4 0 0 0,3 0-4 15,-3 0 3-15,2 0-3 0,-2 0 2 0,-1 0 3 16,3 0-5-16,-4 2 4 0,1 0-3 0,3 0-2 16,-4 0 5-16,1-1-4 0,1 0 4 15,-1 1-2-15,0-1 0 0,-1 0 0 0,-2 0-1 16,3 1 3-16,-3 0-3 0,1-1 4 0,-3 0-1 16,-1 0-1-16,1 0 2 0,0 0-3 0,0 1 3 15,0-1-2-15,0 0 1 0,2-1 1 16,-1 1-2-16,0-1 4 0,3 0-2 0,-3 1-1 15,2-1 2-15,1 0-5 0,-3 1 4 0,2-1-1 16,-1 2-1-16,-1-1 2 0,-2 0-2 16,0 1 2-16,-4 1-2 0,2-1 1 0,-2 1 0 15,-1 0-2-15,-4 1 4 0,-1-1-6 0,-4 3 2 16,-1-1-1-16,-2-1-3 0,0 0 7 0,-4 1-4 16,-2-2 4-16,-2 2-1 0,-4-3-4 15,-2 0 4-15,-3-1-2 0,-2 1 1 0,0-2 4 16,-4 1 4-16,0-1 7 0,0 0 10 0,0 0 9 15,0 0 2-15,0 0 4 0,0 0-3 0,0 0-1 16,0 0 1-16,0 0-6 0,1 0-4 16,-1 0-4-16,0 0-9 0,0 0-6 0,0 0-7 0,0 0-14 15,0 0-24-15,0 0-48 0,0 0-111 16,1 0-404-16,-1 0-855 0</inkml:trace>
  <inkml:trace contextRef="#ctx0" brushRef="#br0" timeOffset="1441.9372">14191 7763 0 0,'0'0'0'0,"0"0"0"16,0 0 0-16,0 0 0 0,0 0 0 16,0 0 3-16,0 0 177 0,0 0-9 0,0 0-8 15,0 0-17-15,0 0-7 0,0 0-8 0,-6-32-1 16,6 32-7-16,0 0-13 0,0 0-19 0,0 0-23 15,0 0-16-15,0 0-15 0,0 0-5 16,0 0-7-16,0 0-9 0,0 0-8 0,0 0-17 16,0 0 0-16,0 0-8 0,0 0-3 0,4 0 4 15,-1 0 8-15,4 0 17 0,1 0 9 0,7 0 13 16,0 0 1-16,3-1-10 0,3-1 1 16,3 1-9-16,0-2-6 0,-1 1-1 0,5 1-4 0,1-1 2 15,1 1-4-15,2 0 2 0,0 1-1 16,5 0-5-16,-3 0 7 0,4 0-7 15,2 1 1-15,3 1 3 0,-1 0-7 0,6 1 6 16,-1 0-3-16,0 0 0 0,3 1 3 0,-2 0-2 16,2 0 2-16,-1-1 0 0,-2 1 2 0,2-1-1 15,1 1 0-15,-1-2 1 0,-4-1-2 0,2 0 4 16,-4-1-2-16,-1 0 1 0,4 0 1 0,-5 0 0 16,0 0 4-16,-2 0-3 0,2-1 2 15,0 1 1-15,-1 0-5 0,2-1 3 0,2 0-5 16,-3 1 1-16,5 0-2 0,-2 0 1 0,3 0 2 15,-2 0-2-15,-2 0 4 0,4 0-3 16,-1 0-2-16,1 0 3 0,-1 0-2 0,0 0 3 16,0 1 1-16,-1-1 0 0,2 0 1 0,-1 0-1 15,2 0 7-15,1 0-1 0,1 0 7 0,0-1-1 16,1-1-2-16,-1 0 0 0,2 1-7 16,-3 0 0-16,-2 0 0 0,3 1-2 0,-2 0 4 15,-3 0-3-15,3 0 3 0,-4 0-2 0,3 0 1 16,-4 1 1-16,-3 1-5 0,0 0 2 0,-3 0-5 15,-2-1 0-15,-4 0 3 0,-1 0-2 0,-2 1 6 16,-5-1-3-16,-2-1 3 0,2 1 0 16,-3-1-1-16,-3 0 3 0,1 0-4 0,-5 0 4 15,0 0-2-15,0 0 2 0,-5 0 5 0,-1 0-3 16,3 0 2-16,-3 0-1 0,-2-1-3 0,2 0 4 16,-1-1-4-16,-1 1-1 0,1 0-2 15,-2 0-4-15,-1 0-4 0,0 1-6 0,-2 0-7 16,-1 0-18-16,0 0-23 0,0 0-44 0,0 0-75 15,0 0-113-15,0 1-505 0,0 0 29 0</inkml:trace>
  <inkml:trace contextRef="#ctx0" brushRef="#br0" timeOffset="2523.2139">14355 7696 0 0,'0'0'0'16,"0"0"0"-16,0 0 0 0,0 0 0 0,0 0 0 15,0 0 56-15,0 0 136 0,0 0-20 0,0 0-17 16,0 0-14-16,0 0-22 0,0 0-14 15,-23-19-17-15,23 18-12 0,0 1-10 0,0 0-26 16,0 0-23-16,0 0-35 0,0 0-44 0,0 0-32 16,2 1 0-16,3 1 24 0,1 2 38 15,5 1 36-15,5 3 12 0,4-1 4 0,3 1 4 16,6 1 1-16,3 0 5 0,7 0-2 0,3-1 8 16,2 0 11-16,7-1 8 0,7-1 8 15,2-3 1-15,8-2 1 0,3-1 3 0,6-1 1 16,4-4-3-16,6-2-11 0,-1 1-13 0,3-1-17 15,-6 0-14-15,4 1-4 0,-5 2-3 0,-1-2 6 16,-5 2-1-16,4-1 2 0,-2 0-2 16,2 1-3-16,-3 2 1 0,3-1 1 0,-2 2 1 15,-3 0 0-15,2 1 3 0,-2 0 3 0,-1 0 4 16,0 0 12-16,-2 0 2 0,0 0 4 16,-3 2 7-16,0 1-3 0,-4 0 0 0,-4 0-3 0,-2 0-11 15,-7 0-1-15,-2 1-2 0,-6-1 1 0,0 0 3 16,-6 0-1-16,-4-1 1 0,-2 1-3 15,-6 0-1-15,1-1-5 0,-4 0-1 0,-4 1-1 16,-4-2-3-16,-2 0-1 0,-5 0-5 0,-3 0-4 16,-3 0-1-16,-2-1 1 0,0 0 6 0,0 0 5 15,0 0 4-15,0 0-4 0,-1 0-11 16,0 0-21-16,-1 0-35 0,-5 2-70 0,5-2-428 16,-1 1-904-16</inkml:trace>
  <inkml:trace contextRef="#ctx0" brushRef="#br0" timeOffset="4401.4547">17779 7706 0 0,'0'0'0'0,"0"0"0"0,0 0 0 16,0 0 0-16,0 0 196 0,0 0 49 0,0 0-1 15,0 0-45-15,0 0-89 0,0 0-87 0,0 0-25 16,0 0 5-16,-15 1 40 0,33 3 32 16,9-1-16-16,3 1-13 0,6 1-20 0,4-1-10 0,6 0-4 15,5 0-2-15,1-1 1 0,5-1-3 16,2 1 0-16,2-3 3 0,1 0 1 0,0 0 5 15,3 0 3-15,-4-4 1 0,1 0 2 0,0-2 0 16,-3-1-1-16,-2 2-3 0,-5-1-1 16,-5 0-5-16,-5 1-2 0,-6 0 2 0,-6 1-4 15,-8 1 6-15,-7-1 0 0,-6 3 7 0,-4 0 27 16,-5 1 34-16,0 0 40 0,0 0 14 0,-8 0-39 16,0 0-53-16,-6 0-54 0,-7 0-30 15,-3 0 6-15,-6 2 16 0,-3 2 9 0,-4 0 4 16,-1 1 5-16,-5 1-8 0,0-2 1 0,-5 2-1 15,0 0-1-15,-2-1 2 0,-3 1 2 16,0-1 3-16,-5-1-1 0,3 1 6 0,0-2 2 16,4 1-1-16,0-1 2 0,5 0-6 0,4 0 2 15,4 0 4-15,5-1 3 0,6 0 15 0,7-2 11 16,10 1 10-16,5-1 6 0,5 0-15 16,0 0-28-16,5 0-23 0,7 0-7 0,10 0 11 15,5 0 26-15,12 0 14 0,7-1-7 0,9-2-4 16,7-2-11-16,7 0-6 0,2 1 1 0,4 1-4 15,-2 0-1-15,1 1-2 0,-1 0 0 0,-4 0 1 16,-2 0 1-16,-4-1 2 0,-3 1-6 16,-5-1 4-16,-8 0-1 0,-5 1-2 0,-8 1 8 15,-9 0-7-15,-6 0 2 0,-8 0 4 0,-7 1 0 16,-3 0 13-16,-1-1 6 0,-1 1-34 0,-8-1-69 16,3-1-346-16,1 1-896 0</inkml:trace>
  <inkml:trace contextRef="#ctx0" brushRef="#br0" timeOffset="5504.6829">21826 7786 0 0,'0'0'0'16,"0"0"0"-16,0 0 0 0,0 0 0 0,0 0 0 15,0 0 0-15,0 0 176 0,0 0 11 16,0 0-16-16,0 0-18 0,0 0-7 0,0 0-7 15,-52-20-10-15,51 19 0 0,0 1-14 0,0 0-20 16,1 0-23-16,0 0-25 0,0 0-23 0,0 0-16 16,0 0-5-16,0 0-6 0,0 0 2 0,1 0 1 15,0 0-7-15,2 0 5 0,4 1 6 0,4 1 18 16,5 1 20-16,6-1 8 0,8 0 1 16,5 0-5-16,12 0-3 0,5-2-8 0,6 0-1 15,7 0-7-15,7 0-5 0,8 0 4 0,8 0-7 16,5 0 6-16,6 0-3 0,6 0-8 15,-1 0 0-15,5 0-9 0,0 0-2 0,-1 0-2 16,2 3 1-16,2-1 0 0,-1 2 2 0,0-2 2 16,0 1-3-16,-6 0 5 0,5-2 2 0,-2 1 0 15,-2-1 7-15,1-1-3 0,-5 2 5 0,-3-2-1 16,-5 0-1-16,-8 0 0 0,-2 0-2 16,-5 0 2-16,-6 0-6 0,-6 0-4 0,-7 0 0 15,-8 0-8-15,-7 0 6 0,-7 0-3 0,-8 0-1 16,-5 0 2-16,-9 0-4 0,-4 0 3 0,-4 0-1 15,-5 0 5-15,-1 0 3 0,-2 0 3 16,0 0 6-16,0 0-9 0,0 0-1 0,-2 0-13 16,0 0-13-16,2 0 1 0,-1 0-22 0,1 0-15 15,0 0-37-15,0 0-59 0,0 0-149 0,0 2-398 16,0 0-297-16</inkml:trace>
  <inkml:trace contextRef="#ctx0" brushRef="#br0" timeOffset="6071.3368">21916 7732 0 0,'0'0'0'16,"0"0"0"-16,0 0 0 0,0 0 0 0,0 0 0 15,0 0 0-15,0 0 0 0,0 0 0 0,0 0 0 16,0 0 0-16,0 0 0 0,0 0 0 0,0 0 78 16,129-4 36-16,-76 9 23 0,9 2 11 15,10 0-4-15,14 0-25 0,7 2-15 0,8-4-7 16,10 0 21-16,3-1 21 0,6-1 10 0,4-2-4 15,-1 0-22-15,6-1-10 0,-4 0-4 16,3 0 5-16,-4-1 5 0,-3-3-15 0,-6-1-13 16,5-1-12-16,-6 1-7 0,3 0-1 0,-4-2-5 15,0 0-9-15,-5-2-14 0,-4 1-11 0,-6 2-9 16,-4-2-8-16,-10 1-2 0,-11 1-4 0,-12 0-2 16,-9 2-2-16,-12 0-3 0,-11 2-4 15,-10 1 0-15,-10 1-6 0,-6 0-2 0,-3 0-19 16,0 0-33-16,-9 2 4 0,-7 6-16 0,-9 5-54 15,-9 4-261-15,6-1-595 0,7-6-29 0</inkml:trace>
  <inkml:trace contextRef="#ctx0" brushRef="#br0" timeOffset="21920.5579">15037 8754 0 0,'0'0'0'0,"0"0"0"0,0 0 0 15,0 0 0-15,0 0 0 0,0 0 0 0,0 0 177 16,0 0 83-16,0 0-14 0,0 0-16 0,0 0-13 16,0 0-16-16,-1 0-14 0,1 0-24 0,0 0-33 15,0 0-29-15,0 0-33 0,0 0-19 0,0 0-19 16,0 0-19-16,0 0-21 0,1 0-32 15,0 0-31-15,2 2-43 0,-2-1-50 0,2 0-39 16,-1 0 18-16,5 3 66 0,3 0 83 0,5 1 80 16,4-1 23-16,6 1-13 0,0-3-6 15,4 1-14-15,1-2-5 0,0-1-3 0,-1 0-8 16,-5 0-1-16,1 0-5 0,-7 0-2 0,-1 0-4 16,-5-1-3-16,-4 1 2 0,-2 0 8 0,-5 0 30 15,-1 0 30-15,0 0 23 0,-4 0 12 16,1 0-19-16,0 0-26 0,-4 0-23 0,-3 0-24 15,-2 0-10-15,-6 0-4 0,3 0 0 0,-5 2 3 16,0 0 2-16,-5 0 1 0,2 0-5 0,0-1 6 16,2 0-5-16,-2 0 3 0,5-1 2 0,-1 2-7 15,0-2 4-15,-1 0-6 0,2 1-1 16,3-1 1-16,0 1-5 0,4 1 0 0,0-1-7 16,4 1-16-16,5-2-45 0,2 1-96 0,0 1-50 15,9 0-108-15,-1 1-425 0,1 0 345 0</inkml:trace>
  <inkml:trace contextRef="#ctx0" brushRef="#br0" timeOffset="23186.41">17240 8746 0 0,'0'0'0'0,"0"0"0"15,0 0 0-15,0 0 140 0,0 0 11 0,0 0-44 16,0 0-30-16,0 0-10 0,0 0-3 16,0 0-8-16,0 0 7 0,0 0 2 0,-48-20 8 0,45 20 34 15,1-1 27-15,1 1 18 0,1 0-3 16,0 0-27-16,0 0-27 0,0 0-36 0,2 0-25 16,-1 0-45-16,2 0-45 0,2 0-1 0,4 0 4 15,2 0 35-15,4 0 26 0,4 0 2 0,6 0 2 16,-1 0-7-16,1 0 3 0,0 0-4 15,4 0 1-15,-4 0-1 0,3-1-2 0,-1-1 3 16,-3 0-7-16,-3 0 6 0,-2-1-3 0,-7 0-1 16,2 1 8-16,-8 0-1 0,0 1 26 0,-5 0 27 15,-1 1 25-15,0 0 30 0,0 0-3 16,-1 0-6-16,-1 0-17 0,-2 0-22 0,3-1-51 16,-5 0-6-16,0-2-13 0,-2 1-17 0,-2-1 32 15,0 1-18-15,-3 1-10 0,-4 0 3 16,-2 1-13-16,-2 0-1 0,-1 0 4 0,-6 2-4 15,2 2 9-15,-5 3-1 0,2 2 6 0,0 1 2 16,1-1 6-16,7-1 5 0,2 0-8 0,7-3 10 16,3 1-23-16,7-3-14 0,1-1-7 15,1 0-32-15,3-1 31 0,8 2 27 0,8-2 34 0,8 0 43 16,8-1-5-16,13-3-4 0,5-7-19 16,7-1-11-16,4-4-10 0,2-1-12 15,-6-2 0-15,-7 4-17 0,-8 1 0 0,-7 3-13 0,-14 1-41 16,-11 6-126-16,-12 3-194 0,-1 0-416 15,-7 0 241-15</inkml:trace>
  <inkml:trace contextRef="#ctx0" brushRef="#br0" timeOffset="27086.7185">18864 8700 0 0,'0'0'0'0,"0"0"0"0,0 0 107 15,0 0 141-15,0 0 12 0,0 0-42 0,0 0-53 16,0 0-35-16,0 0-19 0,0 0-22 15,0 0-9-15,0 0-11 0,-23 1-8 0,23-1-5 16,1 2-14-16,0-2-18 0,0 1-31 0,0-1-22 16,1 0-19-16,-2 1-8 0,1-1 8 0,2 1-6 15,0 0 61-15,5 3 33 0,4 0 23 0,5 2 38 16,2 0-32-16,5-1-8 0,1-1-8 16,-1 0-15-16,2 1-6 0,-1-2-10 0,-1 0-2 15,1-1-4-15,-2 1-3 0,-1-2 0 0,0 1-8 16,-5 2-3-16,-2-2-10 0,-5 0-14 0,-3 2-21 15,-3-1-31-15,-3-1-32 0,-1 2-72 16,-1-1-243-16,-3 0-667 0</inkml:trace>
  <inkml:trace contextRef="#ctx0" brushRef="#br0" timeOffset="32370.2477">22799 8233 0 0,'0'0'484'0,"0"0"-279"0,0 0 13 16,0 0 13-16,0 0-16 0,0 0-51 15,0 0-57-15,0 0-43 0,0 0-40 0,0 0-43 16,0 0-28-16,0 0-27 0,-10-29 8 0,18 29 30 15,3 0 18-15,2 4 28 0,6 1 3 0,-1 2-13 16,3 1-7-16,-1 3-9 0,-2 3-1 0,-2 2-4 16,1 3-1-16,-4 0 1 0,-4 3-4 15,-1-1 2-15,-5 0-12 0,-3 0 4 0,0 1 11 16,-2 0-2-16,-7 0 17 0,-2-3-4 0,-2-1-4 16,-1-2 7-16,1-3 0 0,1-2 12 15,-1-3 9-15,3-2 11 0,2-4 16 0,1-2 12 16,1 0 15-16,1-1-4 0,3-7-6 0,0-3-23 15,2-2-33-15,0-4-14 0,2-2-15 16,6-3-3-16,5-1 3 0,1-3-1 0,6 3 0 16,5-1-9-16,-1 4-2 0,1 0-7 0,1 4-2 15,0 3 3-15,-1 3-4 0,-2 4-1 0,-1 5-6 16,-4 1 2-16,0 5 8 0,-6 5 4 16,-2 4 13-16,-1 2 9 0,-3 4 10 0,-4-1 14 15,-2 3 3-15,0 0 5 0,-2 0-4 0,-4 1 2 16,0-3-1-16,-1 1-3 0,-1-2 3 0,0-2-2 15,2-3 2-15,0-4 3 0,3-1-2 0,-2-5 18 16,4-2 42-16,1-2 58 0,0 0 65 0,0-3-31 16,4-7-55-16,1-5-72 0,5-4-73 15,2-6 5-15,7-4 17 0,1-5 11 0,7-1 2 16,2-2 6-16,3-1-14 0,2 0 0 0,3 1 4 16,0 4 1-16,0 5 19 0,-5 6 12 0,-2 6 4 15,-4 6 0-15,-7 6-21 0,-4 4-19 16,-4 0-13-16,-2 11 8 0,0 5 18 0,-5 5 25 15,0 8 27-15,-4 5-2 0,0 3-2 0,-8 1-11 16,-3 0-18-16,-1 0 0 0,-4-3-12 16,4 1 0-16,-5 0-3 0,4-2-17 0,-5 2-45 15,5-4-131-15,2-8-584 0,2-9-147 0</inkml:trace>
  <inkml:trace contextRef="#ctx0" brushRef="#br0" timeOffset="33286.2775">24974 8181 0 0,'0'0'0'0,"0"0"495"16,0 0-68-16,0 0-59 0,0 0-75 0,0 0-83 16,0 0-73-16,0 0-61 0,0 0-38 15,0 0-31-15,0 0-12 0,0 0-16 0,-32-64-9 16,14 64-1-16,3 0-6 0,-5 0 11 0,-2 3 6 15,-2 1 1-15,1 0 9 0,-1 2-4 0,1 2 2 16,1-2 5-16,4 1-5 0,2-1 4 16,-1 1-5-16,7-1-6 0,-1 1-13 0,6-1-20 15,0 2-11-15,3 3-7 0,2-1 6 0,0 4 16 16,5-1 15-16,5 6 13 0,5-2 13 16,1 1 12-16,6 1 4 0,3-2 9 0,5-1 4 15,1-3-3-15,1 2-1 0,1-2-11 0,-5-2-1 16,0 1-2-16,-5-1-2 0,-4 0 0 15,-3-2-9-15,-6 1-6 0,-6 0-6 0,-1-2 4 16,-3 2 12-16,-2 0 6 0,-5 1 17 0,-4 0 3 16,-3 0-3-16,-5 1 1 0,-1 0-8 0,-3-1 0 15,-3-1-8-15,2-1 3 0,-2-3-4 0,2 1-5 16,0-2 0-16,4-1-11 0,0-2-12 0,1-2-22 16,4 0-63-16,2 0-106 0,6-6-175 15,3 2-233-15,1 2 481 0</inkml:trace>
  <inkml:trace contextRef="#ctx0" brushRef="#br0" timeOffset="33499.0588">25340 8323 1594 0,'0'0'102'0,"0"0"-50"15,0 0-20-15,0 0-4 0,0 0-17 16,0 0-40-16,0 0-4 0,0 0 0 0,0 0 16 15,0 0 22-15,0 0 0 0,0 0-2 0,0 0-10 16,0 0-2-16,-1 129-11 0,7-109-12 16,-1 3-9-16,-3-1-22 0,-1-2-8 0,-1 0-17 15,0-3-43-15,0-1-119 0,-1-2-246 0,-1-6-16 16,1-1 512-16</inkml:trace>
  <inkml:trace contextRef="#ctx0" brushRef="#br0" timeOffset="33670.5825">25602 7926 29 0,'0'0'-29'0,"0"0"29"15,0 0 0-15,0 0 0 0,0 0 0 16,0 0 0-16</inkml:trace>
  <inkml:trace contextRef="#ctx0" brushRef="#br0" timeOffset="34105.4786">25634 8232 2130 0,'0'0'1'0,"0"0"-45"0,0 0-22 0,0 0 22 16,0 0 16-16,0 0 28 0,0 0 20 0,0 0-4 15,127-90-2-15,-91 82-2 0,4 2-15 16,-2 3-4-16,-3 3-12 0,-6 0-10 0,-2 0-2 16,-5 4-9-16,-5 3-7 0,-4 2-12 0,-5 1-9 15,-5 3 2-15,-3 0 12 0,0 1 20 16,-9 2 22-16,-2 2 14 0,-5 0 9 0,-1 0 5 15,-2 3-2-15,-2-1-1 0,-1-2-1 0,-1 0-1 16,2-3 0-16,1 2-1 0,3-2 0 0,1 0-2 16,3-3-2-16,3-2 2 0,0 1 0 15,3-3-1-15,5 0 3 0,0 0-1 0,2-1 7 16,0 0 10-16,3 0 9 0,5-1 10 0,4-2 11 16,2 1 11-16,7-3 2 0,3-1 6 15,2-1-8-15,4 0-16 0,3-2-11 0,-1-4-19 0,2 0-6 16,-3-1-6-16,1 0-5 0,-3 1-3 15,-4 1-7-15,-3 2-11 0,-5 1-18 0,-3 2-25 16,-4 0-51-16,-3 0-85 0,-2 1-204 0,-2 2-331 16,-2 0-18-16</inkml:trace>
  <inkml:trace contextRef="#ctx0" brushRef="#br0" timeOffset="34468.7339">26468 8431 1537 0,'0'0'93'0,"0"0"-38"15,0 0 9-15,0 0 24 0,0 0 15 16,0 0-8-16,0 0-31 0,0 0-49 0,0 0-33 16,0 0-29-16,0 0-8 0,0 0 13 0,0 0-6 15,89-49 2-15,-68 41-2 0,-2-1 1 0,-3 0 10 16,0 0 5-16,-4 0 22 0,-2 0 12 15,-3-2 13-15,-3 1 6 0,-3-1 3 0,-1-2 6 16,0 0 0-16,-1 2 4 0,-5-2-6 0,-3 3 1 16,1-1-2-16,0 3-4 0,-2 1 6 0,0 3-13 15,0 0-4-15,-1 2-3 0,-2 1-8 0,2 1 3 16,-1 0-3-16,0 2-4 0,0 5-5 16,1 4-1-16,-1 5 5 0,-1 3 6 15,2 4 11-15,2 3 6 0,0 2 1 0,5 1 14 0,3 0 3 16,1-1 5-16,5-1 3 0,7-3-7 15,2-2-5-15,6-3-4 0,4-4 0 0,1-1-4 16,6-3-4-16,4-3-23 0,-1-5-58 0,-7 0-322 16,-11-3-1062-16</inkml:trace>
  <inkml:trace contextRef="#ctx0" brushRef="#br0" timeOffset="35335.5571">27799 8089 1046 0,'0'0'147'0,"0"0"4"0,0 0 23 0,0 0 4 16,0 0-9-16,0 0-38 0,0 0-41 0,0 0-36 15,0 0-43-15,0 0-61 0,0 0-46 16,0 0 1-16,-80-23 18 0,75 49 40 0,-1 4 38 16,-2 5-3-16,4 7 3 0,-2 2 1 0,4 3-5 15,-2 1 6-15,0 0-6 0,1-1 5 16,-4 1-4-16,3-1-9 0,-4-1-1 0,2-1-10 15,-2-4 2-15,0-1-1 0,-1-2-1 0,-1-5 1 16,0-4-6-16,2-3 8 0,2-8-2 0,1-6 14 16,3-5 31-16,1-5 37 0,-1-2 61 15,2-2-10-15,-1-10-15 0,1-5-37 0,0-8-61 16,0-6 6-16,5-6-11 0,5-6-3 0,-1-5-2 16,4-4-6-16,4-6-7 0,1 0-10 0,2-6 5 15,2 0 6-15,1 0 7 0,2 2 19 16,1 4 5-16,0 6 0 0,-2 9-3 0,1 7-11 15,-3 7-11-15,-3 8-9 0,-2 7-6 0,0 5-8 16,-5 4-8-16,0 4 0 0,2 1 0 0,-1 3 2 16,-1 6 2-16,2 2 8 0,1 6 6 15,-3 3 4-15,3 3 9 0,-2 2-1 0,-1 4 3 16,-1-1 2-16,-1 0 4 0,-2-2 5 0,-2 1-2 16,-1-4-2-16,-4-3-3 0,-1-1 4 15,0-4 15-15,-9-2 20 0,-2-2 19 0,-1-2 5 16,-8 0 1-16,-2-1-7 0,-6 1-14 0,-2-4-4 0,-1 1-14 15,-3-1-12-15,-3 0-22 0,1 0-56 16,-2 2-134-16,10-3-450 0,8 0-56 0</inkml:trace>
  <inkml:trace contextRef="#ctx0" brushRef="#br0" timeOffset="36735.2938">22643 9634 483 0,'0'0'181'0,"0"0"66"0,0 0-12 16,0 0-28-16,0 0-25 0,0 0-62 0,0 0-42 15,0 0-28-15,0 0-26 0,0 0-12 0,0 0-14 16,0 0-11-16,86-81-9 0,-67 81-8 0,-2 0-3 16,0 8-5-16,5 4-1 0,-5 3 5 15,2 4 1-15,-3 0-4 0,-2 3 4 0,-3 2 4 16,-3-1-1-16,-4 3 7 0,2 0-1 0,-5 1-4 16,-1-2 3-16,-1-1 2 0,-7-3 6 0,0-1 6 15,2-3 6-15,-1-1 7 0,-4-5 5 16,2-3 11-16,5-2 14 0,-1-4 28 0,3-2 47 15,1 0 22-15,1-1 2 0,0-7-31 0,0-3-45 16,0-2-29-16,4-8-19 0,5-3-2 0,6-5-7 16,2-6-3-16,9-4 1 0,2-1-2 0,4-3-4 15,3 1-7-15,4 3-2 0,4 2-1 16,2 7 0-16,-4 7 4 0,-1 7-6 0,-7 6-6 16,-5 5-6-16,-6 5-8 0,-3 5 6 0,-6 7 11 15,-2 7 14-15,-2 4 17 0,-6 6 13 0,-3 4 8 16,0 1 4-16,-2 2 3 0,-7 1-4 15,1-1-2-15,0-2-5 0,-2 0-8 0,1-1-4 16,-1-5-8-16,2 0-4 0,0-4-14 0,4-2-38 16,-2-2-102-16,3-8-561 0,2-4-223 0</inkml:trace>
  <inkml:trace contextRef="#ctx0" brushRef="#br0" timeOffset="37302.1068">25007 9527 772 0,'0'0'118'0,"0"0"-29"15,0 0 6-15,0 0 8 0,0 0-2 0,0 0-12 16,0 0-26-16,0 0-5 0,0 0-13 0,-117-47-19 16,107 43-16-16,-2 3-23 0,-1 0-19 0,0 1-20 15,0 0-16-15,-1 6-6 0,0 1-4 0,4 1 5 16,0 2 2-16,0 3 6 0,6 1 7 16,-1 0 6-16,4 0 13 0,1 2 13 0,5 1 25 15,6-1 23-15,3 0 16 0,6 0 9 0,4 1-5 16,6-2-3-16,5 0-7 0,0-1-9 15,3-1-1-15,-1-2-13 0,-3 2-1 0,-4-2-6 16,-3 1-5-16,-6 1 4 0,-7 0-7 0,-3 0 8 16,-8-2 0-16,-3 2 14 0,0 1 14 0,-10 0 8 15,-4 2 16-15,-6 0-5 0,-3 1 0 0,-4 0-7 16,1 0-14-16,-2-2 2 0,-1-3-11 16,2 1-1-16,1-3-1 0,-1-2-10 0,6-2 0 15,1-1-10-15,5-4-7 0,5-1-22 0,3-1-121 16,5-4-341-16,1 1-365 0</inkml:trace>
  <inkml:trace contextRef="#ctx0" brushRef="#br0" timeOffset="37487.9726">25451 9553 530 0,'0'0'706'0,"0"0"-611"15,0 0-19-15,0 0 6 0,0 0 1 16,0 0-14-16,0 0-22 0,0 0-15 0,0 0-12 15,0 0 5-15,0 0-3 0,0 0-4 0,0 0-1 16,0 0-13-16,-72 118-9 0,82-100-24 16,0 1-30-16,-2 0-46 0,-2 2-77 0,-1 0-171 15,-3-7-304-15,-1-3 221 0</inkml:trace>
  <inkml:trace contextRef="#ctx0" brushRef="#br0" timeOffset="37690.2788">25634 9186 161 0,'0'0'58'0,"0"0"-31"0,0 0-8 0,0 0-25 16,0 0-33-16,0 0-30 0,0 0-37 0,0 0 61 15,0 0 45-15,0 0 0 0</inkml:trace>
  <inkml:trace contextRef="#ctx0" brushRef="#br0" timeOffset="38255.5057">25951 9417 0 0,'0'0'0'0,"0"0"296"0,0 0-43 0,0 0-24 16,0 0-14-16,0 0-29 0,0 0-24 0,0 0-25 0,0 0-32 16,0 0-36-16,0 0-28 0,0 0-8 15,0 0-4-15,-32-3-3 0,38 3 10 0,1 0 0 16,6 0 4-16,5 3 1 0,5-2-4 0,5-1-15 16,5 1-11-16,3-1-9 0,0 0-6 0,-1 2 1 15,-1 1-5-15,-3 0-5 0,-4 2-4 16,-2 1-12-16,-5 0-4 0,-5 2-12 0,-2 0-12 15,-5 1-1-15,-4 1-1 0,-4-1 12 0,0 2 15 16,-7 1 19-16,-4-1 15 0,-4 2 4 16,-2 0 6-16,-3 0-4 0,-2 2-4 0,-2-1 2 15,-2 0-3-15,0 1 2 0,-2 0 2 0,1 0 0 16,-2 0 2-16,1 0-1 0,1 0 4 0,3 0 0 16,4 0 4-16,3-3-3 0,5 1 1 15,0-2 0-15,5-2-9 0,4-1 8 0,3-2 2 16,0 0 11-16,3-1 18 0,4 1 7 0,5 0 9 15,2-2 0-15,3 0-5 0,4-3-8 0,6-1-14 16,5 0-8-16,0 0-15 0,6-4-6 16,-1 0-15-16,0-2-22 0,2 0-21 0,-3 0-62 15,0 0-130-15,-2 1-330 0,-12 1-312 0,-7 1 618 0</inkml:trace>
  <inkml:trace contextRef="#ctx0" brushRef="#br0" timeOffset="38621.6178">26723 9626 1586 0,'0'0'75'16,"0"0"-43"-16,0 0 10 0,0 0 30 15,0 0 24-15,0 0 15 0,0 0-46 0,0 0-49 16,0 0-43-16,0 0-37 0,0 0 14 0,0 0 13 15,0 0 4-15,0 0-8 0,138-77-14 0,-114 64-13 16,-3-2-11-16,-2 0-4 0,-3-1 11 0,-4 0 17 16,-3 0 19-16,-3 0 20 0,-2 1 4 15,-4 0 15-15,0 1-4 0,0 2-6 0,-5 5-8 16,-4 0-6-16,-1 1 4 0,0 4 5 0,-3 1 12 16,-2 1-2-16,-3 0 5 0,-1 5 9 0,-2 3 9 15,-1 4 5-15,-2 3-1 0,2 1 6 16,1 4-4-16,0 0 0 0,2 4 7 0,1 3 2 15,6 2 4-15,0 0 13 0,3 2 4 0,4-1-3 16,4 3 2-16,1-3-7 0,7 0-5 0,7-2 4 16,2 1-19-16,6-4-13 0,7-1-16 15,6-5-37-15,3-1-49 0,5-2-227 0,-8-5-525 16,-14-6 129-16</inkml:trace>
  <inkml:trace contextRef="#ctx0" brushRef="#br0" timeOffset="39168.6147">27904 9278 1083 0,'0'0'290'15,"0"0"-4"-15,0 0-17 0,0 0-44 16,0 0-56-16,0 0-48 0,0 0-41 0,0 0-39 15,0 0-46-15,0 0-53 0,0 0-22 0,0 0 13 16,0 0 17-16,0 29 35 0,4 4 18 0,-1 5-6 16,2 3 1-16,0 5-4 0,-3-1 5 0,-1 2-2 15,1 0 0-15,-2-2-4 0,0 0-8 0,-2-2-11 16,-2-4-17-16,-4-5-18 0,3-5-14 16,0-6-1-16,-1-4-2 0,2-7-5 0,-3-3-12 15,3-5-48-15,2-3-108 0,-1-1-310 0,2 0-199 16</inkml:trace>
  <inkml:trace contextRef="#ctx0" brushRef="#br0" timeOffset="39369.4189">27614 9240 363 0,'0'0'641'0,"0"0"-493"0,0 0-53 0,0 0 13 16,0 0 9-16,0 0 25 0,0 0 18 15,0 0-11-15,0 0 3 0,126 11-34 0,-66-10-36 16,11-1-21-16,10-1-25 0,2-4-12 0,7-1-10 16,-1-1-14-16,-3 3-21 0,1-2-68 0,-24 2-239 15,-23 2-1118-15</inkml:trace>
  <inkml:trace contextRef="#ctx0" brushRef="#br0" timeOffset="51712.4536">12030 9673 0 0,'0'0'0'0,"0"0"0"0,0 0 0 16,0 0 0-16,0 0 0 0,0 0 58 15,0 0 61-15,0 0-63 0,0 0-52 0,0 0 12 16,0 0-4-16,0 0-5 0,-25-13 0 0,20 11-1 15,2 2 3-15,-2-1 2 0,2 1 8 0,1 0 9 16,2 0 12-16,-1 0 14 0,1 0 0 16,0-1 4-16,0 1-4 0,0 0 3 0,0 0 8 15,0 0 8-15,0 0 3 0,0 0-5 0,0 0-2 16,0 0-13-16,0 0-5 0,0 0-5 16,0 0-11-16,0 0-1 0,0 0-8 0,0 0-7 0,0 0-6 15,0 1-13-15,1-1-5 0,0 1-8 16,0-1-5-16,1 0-6 0,-1 0-11 0,1 2-15 15,2-2 44-15,3 1 19 0,2 1 23 0,5-1 27 16,2 2-27-16,4-2 19 0,3-1 24 16,3 0 0-16,3 0 1 0,6 0-19 0,1 0-17 15,2 0 7-15,3 0-9 0,0-1 2 16,2-3-12-16,3 3-8 0,1-1 3 0,0 0-9 0,3 0 0 16,2 0 1-16,-3 1-5 0,3-2 4 0,-1 1-4 15,-3-2 0-15,0 2-4 0,-2-1 0 16,0-1 3-16,-1 1-5 0,-1-2 6 0,-2 0-3 15,-2 2 0-15,-1-2 5 0,-1 1-6 0,-3-2 7 16,-1 2-1-16,-2 0-1 0,-5 0 6 16,-2 0-4-16,-4 2 7 0,-2-1 1 0,-3 1-1 15,-3 1 1-15,-6 0-8 0,-1 0 2 0,-2 1-3 16,-4 0 11-16,0 0 9 0,0 0 4 0,0 0 7 16,0 0-11-16,0 0-8 0,0 0-10 15,0 0-7-15,-3 0-4 0,3 0-7 0,-1 0 4 16,1 0-9-16,0 0 1 0,0 0 1 0,0 0-14 15,0 0 1-15,0 0-22 0,0 0-22 0,0 0-38 16,0 0-67-16,5 0-159 0,-1 0-566 0,-3 0-116 16</inkml:trace>
  <inkml:trace contextRef="#ctx0" brushRef="#br0" timeOffset="54156.1533">15007 9627 0 0,'0'0'0'0,"0"0"0"0,0 0 0 0,0 0 0 15,0 0 0-15,0 0 0 0,0 0 59 0,0 0 44 16,0 0 7-16,0 0 2 0,0 0 2 15,0 0-4-15,-4 0-1 0,4 0-6 0,0 0 1 0,0 0-8 16,0 0-7-16,0 0-6 0,0 0-21 16,0 0-10-16,0 0-15 0,0 0-14 0,0 0-7 15,0 0-11-15,0 0 0 0,0 0-5 0,0 0-1 16,0 0-1-16,0 0-5 0,1 0 6 16,-1 0-7-16,0 0 6 0,0 0 3 0,1 0-5 15,-1 0 6-15,0 1-3 0,0-1 0 0,0 0 4 16,0 0 0-16,0 0 4 0,0 1-1 0,0-1 2 15,0 0-1-15,0 2-1 0,0-2 1 0,0 0-4 16,0 0 4-16,0 0-5 0,0 0-4 16,0 1 4-16,0-1-9 0,0 0 8 0,0 0-4 15,0 0-5-15,0 0 1 0,0 0-10 0,0 0-3 16,0 0-9-16,0 0-2 0,1 0-4 16,-1 0 0-16,0 0 9 0,0 0-2 0,0 0 7 15,0 0 2-15,1 0-6 0,-1 0 1 0,0 0-8 16,0 0-4-16,4 1-3 0,0 0 55 15,2 1 17-15,1 2 14 0,3-1 18 0,5 1-47 16,-2-1-1-16,0 1-2 0,5-1-5 0,2 0 5 16,-1-1-5-16,3 0-1 0,5-1 7 0,-1 1-6 15,7-2 6-15,-2 1-1 0,1-1-5 16,1 0 3-16,-1 0-7 0,4 0 2 0,-3 0 0 16,5 0 4-16,-4 0-3 0,2 0-3 0,-1-1 4 15,-2-2-9-15,3 2 11 0,-1-1 0 16,5-1-6-16,0 1 4 0,1 0-4 0,1-1 4 0,4 1 4 15,2-1-1-15,-1-1 9 0,4-1 3 0,4 2 4 16,-3 0 1-16,1-1-4 0,0 1-4 16,3-1-7-16,-5 2 0 0,0-1-8 0,0 1-3 15,-6 0 0-15,4 1-5 0,-3-1 6 0,0 0-2 16,0 0 3-16,-2 0 1 0,-2 1-3 0,-1 0 3 16,0 0-3-16,-1-1 4 0,-1 1-1 15,1-1 6-15,-1 0 8 0,-5-1-3 0,2 0 7 16,-4 0-3-16,-1 1-4 0,-2 0 4 0,-4-1-7 15,-3 2 2-15,-3-1-4 0,-2 1 2 16,-5 0 1-16,-3-1-4 0,-3 1 4 0,-1 1-8 16,-4-1 5-16,-1 1 5 0,0 0 3 0,0 0 17 15,0 0-4-15,0 0 1 0,0 0-5 16,0 0-15-16,0 0-5 0,0 0-16 0,0 0-11 16,0 0-31-16,0-1-58 0,0 0-115 0,0 0-310 15,0 1-718-15</inkml:trace>
  <inkml:trace contextRef="#ctx0" brushRef="#br0" timeOffset="65476.5331">20279 11264 0 0,'0'0'0'0,"0"0"254"0,0 0 95 0,0 0 4 15,0 0-32-15,0 0-71 0,0 0-59 0,0 0-44 16,0 0-29-16,0 0-16 0,0 0-22 0,0 0-21 15,-15-78-26-15,15 78-29 0,0 0-22 0,0 0-26 16,0 2-39-16,0 2-64 0,0 4 10 0,0 5 27 16,2 10 49-16,1 8 76 0,0 7 9 15,2 10 3-15,-3 2-8 0,0 5-7 0,1 2-4 16,-2 0-4-16,2 3-2 0,-2-2 0 0,0 0-2 16,-1 0 0-16,1-3-3 0,-1-3 3 0,0-3-2 15,0-6 1-15,0-6 0 0,0-8-5 16,0-9 0-16,0-8 6 0,0-8 32 0,0-4 65 15,1-7-15-15,1-12-9 0,0-11-46 0,2-11-71 16,1-8-3-16,0-5-87 0,1-2-212 16,-3 12-373-16,-2 16-57 0</inkml:trace>
  <inkml:trace contextRef="#ctx0" brushRef="#br0" timeOffset="65754.1804">20230 11212 0 0,'0'0'49'0,"0"0"146"0,0 0-28 0,0 0 7 16,0 0-25-16,0 0 22 0,0 0 0 0,0 0-13 0,0 0-16 15,0 0-71-15,129-43-28 0,-89 32-22 16,0 1-9-16,0 1-11 0,-1 0-7 0,-1 4-4 16,1 2-5-16,-4 3-3 0,0 0-6 0,-6 7-7 15,-5 4-7-15,-5 0-3 0,-6 4 4 16,-5 2 13-16,-5 3 21 0,-3 3 21 0,-9 2 19 15,-7 3 15-15,-2 0 13 0,-4-1 4 0,-4 1 5 16,-1-3 1-16,-2-2-10 0,-1-2-3 16,0 1-9-16,0-5-17 0,2-2-13 0,0-2-30 15,2-3-64-15,0-4-181 0,9-3-632 0,5-2 192 0</inkml:trace>
  <inkml:trace contextRef="#ctx0" brushRef="#br0" timeOffset="66368.7122">21897 11233 0 0,'0'0'0'16,"0"0"354"-16,0 0 93 0,0 0-66 0,0 0-71 15,0 0-63-15,0 0-49 0,0 0-25 16,0 0-41-16,0 0-38 0,0 0-39 0,0 0-40 16,-28-78-24-16,28 78-33 0,0 2-35 0,2 6 14 15,2 7 10-15,6 8 31 0,-1 11 41 0,2 7-5 16,0 7 1-16,-1 5-6 0,-1 5-3 16,1 3-3-16,-4 5-3 0,1 5 2 0,0 0-2 15,-4 1 2-15,4-3-12 0,-5 0 1 0,2-3 7 16,0 0 3-16,-3-6 17 0,0-2-8 0,0-5-6 15,-1-3-3-15,1-5-3 0,-1-5 8 16,2-4-2-16,-2-5-2 0,0-6-2 0,0-5-2 16,-2-8-9-16,2-5-8 0,0-5 0 0,0-2 1 15,0-5-86-15,0-11-211 0,0 1-417 0,2 2-281 0</inkml:trace>
  <inkml:trace contextRef="#ctx0" brushRef="#br0" timeOffset="66854.6979">21975 11121 0 0,'0'0'0'0,"0"0"0"0,0 0 320 15,0 0-60-15,0 0-59 0,0 0-45 0,-131-11-17 16,120 11 0-16,2 0 4 0,1 0-14 0,6 0-22 16,2 0-33-16,0 0-54 0,0 0-51 15,7 0-40-15,4 0 60 0,9 0 47 0,10 0 44 16,10 0 46-16,11-4-46 0,14-2-16 0,12 0-12 15,9-3-14-15,15-1-8 0,12 1-4 0,10-2-3 16,9 1-3-16,8 1-4 0,2 1-3 16,8-2-3-16,2-2-2 0,8 0 4 0,-1 1 3 15,10 0-2-15,-3-2 4 0,6 1-3 0,3 3 2 16,2 0 3-16,-1 1 0 0,3 1 11 16,-2 1 1-16,-4 2 7 0,0 0 3 0,-3 1-4 15,-5 2 1-15,-3 1-8 0,-6-2-1 0,-5 4-9 16,-8 2-6-16,-6 2-4 0,-9 1-5 0,-8 1 1 15,-8 0-1-15,-11 2-1 0,-10 1-5 16,-14 0-4-16,-10 2-3 0,-18-2-14 0,-14 0-24 16,-17-4-65-16,-13 0-78 0,-10-2-181 0,-6 0-450 15,0-3-268-15</inkml:trace>
  <inkml:trace contextRef="#ctx0" brushRef="#br0" timeOffset="67536.4874">21995 12332 0 0,'0'0'0'0,"0"0"0"16,0 0 208-16,0 0 73 0,0 0-109 16,0 0-95-16,0 0 1 0,0 0 4 0,0 0 22 0,0 0 37 15,0 0-24-15,0 0-8 0,131 3-14 16,-88-3-11-16,5 0 10 0,6 0-1 0,9 0 3 16,9-2-6-16,9 0-18 0,13 0-7 0,10-3-9 15,8-1 0-15,12-1 5 0,11-1 3 16,14-2 5-16,13 0-3 0,9-4-10 0,12 0-8 15,8 1-11-15,7-1-7 0,7 1-6 0,4 0 0 16,2 2 2-16,-2 2 3 0,-3 0 1 0,-6 4-2 16,-8-2-5-16,-7 3-7 0,-12 1-1 0,-11 0-6 15,-9 2 0-15,-15 0-3 0,-12-1-1 16,-15 2 0-16,-17 0-3 0,-14 0-2 0,-15 0-4 16,-17-1-6-16,-14-2-18 0,-14 1-25 0,-12-3-69 15,-8-2-256-15,-5 3-564 0,-2 0-373 0</inkml:trace>
  <inkml:trace contextRef="#ctx0" brushRef="#br0" timeOffset="68019.2071">27091 10933 153 0,'0'0'297'0,"0"0"45"0,0 0 16 16,0 0-29-16,0 0-33 0,0 0-52 15,0 0-52-15,0 0-66 0,0 0-60 0,0 0-64 16,0 0-58-16,0 0-12 0,-57-41 6 0,61 63 26 15,2 10 32-15,0 11 15 0,2 9 4 0,-3 5-6 16,0 7 3-16,0 3-7 0,0 4-1 16,-1-1-1-16,-1 2-2 0,1 2 6 0,-3-3-2 15,0 3 1-15,1-2-2 0,-1-1-4 0,-1-3-3 16,0-6-16-16,0-1-43 0,-5-8-155 16,-2-15-680-16,3-13-166 0</inkml:trace>
  <inkml:trace contextRef="#ctx0" brushRef="#br0" timeOffset="68727.7409">23013 11190 0 0,'0'0'0'0,"0"0"15"0,0 0 334 16,0 0-51-16,0 0-34 0,0 0-25 0,0 0-21 0,0 0-15 15,0 0-26-15,0 0-18 16,0 0-13-16,0 0-14 0,23-119-17 0,-19 115-17 0,-3 3-26 16,-1 1-29-16,0 0-25 0,0 1-32 0,0 6-14 15,2 6 5-15,-1 8 10 0,5 14 20 16,-2 10 11-16,3 11-1 0,-2 9-6 0,3 4-5 16,1 3-2-16,-2 4-3 0,-2 3 2 0,3 1-2 15,-1 0 1-15,-1-1 1 0,1-1-4 16,-3-4 6-16,2-5-7 0,1-5-1 0,-2-6 1 15,-3-5-10-15,4-8 0 0,-4-6-9 0,0-6-13 16,2-11-21-16,-2-7-43 0,0-8-88 0,-2-7-241 16,2 0-437-16,1-4 35 0</inkml:trace>
  <inkml:trace contextRef="#ctx0" brushRef="#br0" timeOffset="69187.03">24230 10900 1600 0,'0'0'178'0,"0"0"-5"0,0 0 0 0,0 0-23 16,0 0-24-16,0 0-46 0,0 0-41 0,0 0-37 15,0 0-39-15,0 0-10 0,0 0 1 16,0 0 20-16,0 0 24 0,0 0 9 0,-18 112 5 15,30-65-1-15,2 9-6 0,-2 3 6 0,2 6-6 16,0-1 2-16,-2 3-1 0,-1 0 0 0,-1 0 2 16,1 1 2-16,-4-1 2 0,-2 1-6 15,-4-4 4-15,3-1-6 0,-4-3-1 0,1-3 4 16,-1-4-3-16,0-3 1 0,-3-6-2 0,0-3-2 16,1-3-2-16,0-6-2 0,1-3-5 0,-1-4-11 15,2-6-17-15,0-7-39 0,0-5-64 16,0-4-215-16,0-3-491 0,0 0-181 0</inkml:trace>
  <inkml:trace contextRef="#ctx0" brushRef="#br0" timeOffset="69592.4726">25705 10866 324 0,'0'0'561'0,"0"0"-175"0,0 0-13 16,0 0-54-16,0 0-62 0,0 0-62 0,0 0-48 16,0 0-42-16,0 0-36 0,0 0-32 15,0 0-27-15,0 0-16 0,0 0-22 0,0 0-20 0,-1 3 1 16,1 13 4-16,0 11 17 0,0 8 21 16,2 14 5-16,1 9 3 0,2 9-1 0,-3 6 1 15,1 6 0-15,0 3 2 0,-2 2 0 0,0 1 5 16,-1-1 4-16,-3-1-2 0,-4 0 6 15,-2-3-7-15,-1-2 0 0,-2-3-2 0,-3-7-11 16,1-6-13-16,0-6-51 0,1-18-180 0,7-15-930 16</inkml:trace>
  <inkml:trace contextRef="#ctx0" brushRef="#br0" timeOffset="70569.1958">20483 13740 1074 0,'0'0'218'0,"0"0"-44"0,0 0 6 16,0 0-1-16,0 0-20 0,0 0-37 15,0 0-20-15,0 0-13 0,0 0-9 0,0 0-20 16,0 0-19-16,0 0-26 0,-30-74-26 0,30 76-27 16,0 4 1-16,0 7 8 0,0 9 12 0,0 8 25 15,1 8-1-15,1 6-6 0,-2 7 4 16,0 3-4-16,0 7-1 0,-2 3 3 0,-1 1-3 16,-3 5 2-16,2-2-1 0,-5 0-2 0,4-1-2 15,-2-5-6-15,0-2-10 0,1-6-14 16,-2-4-27-16,0-8-44 0,-2-6-65 0,0-10-167 15,1-7-273-15,3-9-256 0,1-5 684 0</inkml:trace>
  <inkml:trace contextRef="#ctx0" brushRef="#br0" timeOffset="70819.5017">19877 13911 1205 0,'0'0'152'0,"0"0"-40"0,0 0-26 16,0 0 1-16,0 0-4 0,0 0-12 0,0 0 35 16,0 0 18-16,0 0 24 0,0 0 21 0,0 0-32 15,138 23-24-15,-70-33-27 0,9-4-25 16,8-4-18-16,8-2-9 0,0-2-13 0,1 1-7 16,-2 1-5-16,-3 2-7 0,-8 3 1 0,-8 2-6 15,-4 4-2-15,-13 2-2 0,-7 2-7 0,-10 3-9 16,-8 2-22-16,-8 0-38 0,-12 1-73 15,-9 6-203-15,-2-1-439 0,-2-1-575 0</inkml:trace>
  <inkml:trace contextRef="#ctx0" brushRef="#br0" timeOffset="71337.4993">22338 13864 0 0,'0'0'0'0,"0"0"303"0,0 0 55 16,0 0-35-16,0 0-34 0,0 0-50 0,0 0-29 15,0 0-11-15,0 0-32 0,0 0-22 0,0 0-38 16,0 0-45-16,-45-52-30 0,45 52-34 0,0 5-13 16,4 5 0-16,0 7 2 0,5 8 17 15,1 10 5-15,-1 8 4 0,1 8-6 0,0 8 1 16,-5 4-3-16,2 4-3 0,-4 4 6 0,1 1-3 16,-2 1 4-16,-2-1 0 0,0-3-5 0,0-2-2 15,-5-3-7-15,2-7 0 0,2-4-7 16,-1-8-3-16,-2-5-5 0,2-8-17 0,2-5-15 15,-1-9-42-15,1-6-95 0,-1-8-226 0,1-2-403 16,0-2 6-16</inkml:trace>
  <inkml:trace contextRef="#ctx0" brushRef="#br0" timeOffset="72038.411">22342 13698 1624 0,'0'0'312'0,"0"0"-307"16,0 0-18-16,0 0 8 0,0 0 5 0,0 0-4 15,0 0-16-15,0 0-1 0,0 0 15 16,0 0 24-16,0 0 22 0,0 0-1 0,156-56-7 16,-82 42-10-16,10 0-3 0,8-3-2 0,7 2 3 15,8 1 5-15,9 0 2 0,5 1 2 16,6 1-7-16,4 1-1 0,2 0-6 0,0 4-6 15,3 0 1-15,-1 0-1 0,1 0 4 0,2 1 10 16,-3 0 6-16,5 0 7 0,-1 2 2 0,2-2 0 16,4 1-1-16,1 1-9 0,4-1-1 15,4 2-6-15,5-4-2 0,1 2 1 0,7-2-8 16,-1 0 0-16,2 0-5 0,-3-1-3 0,0 1 0 16,-6 1-4-16,-6 1 0 0,-7 2 2 0,-4 0-1 15,-11 1 0-15,-13 1-1 0,-9 0 1 0,-10 1-2 16,-13-1 4-16,-9-1-1 0,-14 0 4 15,-8 0 3-15,-13-1 0 0,-12 1 6 0,-11 1 4 16,-9-1 10-16,-5 0 16 0,-4 2 21 0,-1 0 5 16,0 0-8-16,0 0-16 0,0 0-28 15,0 0-13-15,0 0-4 0,0 0-7 0,0 0 1 16,0 0-4-16,0 0-8 0,0 0-3 0,0 0-8 16,0 0-7-16,2 3-3 0,-2 3 12 0,5 2 11 15,-2 3 12-15,4 3 12 0,-1 3-8 0,1 1 0 16,2 2-1-16,-1 3-2 0,-1 0 2 15,-1 2-1-15,4 1-2 0,-2-1 3 0,-1 2 0 16,1 1-3-16,0 1 3 0,2 0-1 0,0 3 1 16,1 3 2-16,0 1-2 0,1 2-1 0,0 2-1 15,1 1-5-15,-1 1 6 0,2 1 2 16,0 1 1-16,-1 1 6 0,1 1-6 0,0 0 1 16,-3 1 1-16,2 4 0 0,-1-2 8 0,1 1-2 15,-1 1-1-15,-1-2-3 0,-2 3-3 16,-2-1 1-16,-1-1-3 0,0 1 2 0,-4-4-1 15,-1-2-2-15,-1 0 2 0,1-3-2 0,-1-1 0 16,-1-2 2-16,-1-2-2 0,-2-4 2 16,1-2-2-16,1-5 0 0,-3-2 1 0,0-6 0 0,3-3 1 15,-2-2-1-15,1-2 2 0,1-4 0 0,-1-2 2 16,0-3 7-16,2-1 2 0,1-1 4 16,-1 0-5-16,0-4-12 0,-1-6-23 0,-1-5-60 15,0-6-213-15,2 2-727 0,-1 5-582 0</inkml:trace>
  <inkml:trace contextRef="#ctx0" brushRef="#br0" timeOffset="72672.1796">22105 14959 1170 0,'0'0'348'0,"0"0"-330"0,0 0-21 0,0 0 20 16,0 0 27-16,145-76 15 0,-101 63 0 16,4 1-6-16,3 5 5 0,6 2 8 0,4 3 22 15,5 2 14-15,12 0-3 0,4 0-9 0,9 2-20 16,8 0-21-16,8 3-13 0,11 1-12 0,7 1-8 16,13 0-3-16,8 0-2 0,9 0 1 15,11-1-1-15,10 0 2 0,8-1 2 0,13-2 3 0,3-3 4 16,10 0 15-16,3 0 21 0,6-2 8 15,2-1 9-15,6 0-13 0,0-1-18 0,-3 1-1 16,-5 1-11-16,-7-3 0 0,-7 3-1 16,-13-2-10-16,-10 2 3 0,-13-2-4 0,-12 3-5 15,-11-4 7-15,-16 2-2 0,-10-2-2 0,-13 0-4 16,-15-1-7-16,-16-1-9 0,-15 0-2 0,-12 0-4 16,-17 2-10-16,-10-1-10 0,-12-1-27 0,-8 0-68 15,-6-1-147-15,-5 0-474 0,-1 2-858 0</inkml:trace>
  <inkml:trace contextRef="#ctx0" brushRef="#br0" timeOffset="73337.139">23741 13509 0 0,'0'0'0'0,"0"0"0"16,0 0 59-16,0 0 256 0,0 0-30 0,0 0-32 0,0 0-35 15,0 0 8-15,0 0 0 0,0 0-14 16,0 0-40-16,0 0-45 0,9-98-52 0,-9 99-60 16,1 8-19-16,-2 10-1 0,-4 8 12 0,2 12 24 15,-4 12 5-15,-2 6-5 0,3 5-8 0,-3 5-2 16,0 5-3-16,0 4-4 0,1 2 8 16,2 5-5-16,-2 2 1 0,-1 0 4 0,0-2-10 15,5-1 2-15,-3-4-4 0,-1-2-6 0,5-5 3 16,0-1-10-16,-1-6-4 0,3-3-6 15,2-4-13-15,-1-7-9 0,0-5-27 0,4-4-44 16,0-6-97-16,4-7-231 0,-5-8-376 0,3-7 28 0</inkml:trace>
  <inkml:trace contextRef="#ctx0" brushRef="#br0" timeOffset="73752.7149">24413 13575 0 0,'0'0'307'0,"0"0"62"0,0 0-4 0,0 0-18 15,0 0-39-15,0 0-51 0,0 0-58 16,0 0-33-16,0 0-39 0,0 0-28 0,0 0-24 16,0 0-24-16,0 0-10 0,0 0-17 0,0-16-13 15,0 16-6-15,0 1-14 0,0 0-8 16,0 4-3-16,0 4 2 0,2 7 7 0,2 8 11 16,2 8 6-16,0 7-4 0,-1 7 4 0,4 8-2 15,-2 4-7-15,2 8 9 0,-4 2-8 0,3 6 2 16,-5 2 5-16,-2 0-4 0,-1 0 2 15,2-2 1-15,-6-6-4 0,-2-1-3 0,-5-2-2 16,1-4-6-16,-4-3-9 0,3-2-4 0,0-6-8 16,-1-4-10-16,2-5-10 0,0-6-43 15,1-7-68-15,2-7-207 0,4-9-360 0,1-5-303 0</inkml:trace>
  <inkml:trace contextRef="#ctx0" brushRef="#br0" timeOffset="74269.4063">25868 13543 0 0,'0'0'0'0,"0"0"0"16,0 0 52-16,0 0 377 0,0 0-20 16,0 0-18-16,0 0-50 0,0 0-62 0,0 0-58 15,0 0-48-15,0 0-38 0,0 0-33 0,0 0-31 16,0 0-31-16,-6-86-25 0,5 91-13 16,-2 7-5-16,-2 7 0 0,-2 11 7 0,0 9 4 15,3 9 3-15,0 8 2 0,4 5 2 0,0 7 3 16,4 7 4-16,4 2-5 0,-1 5 0 0,3 2-4 15,-2-3-4-15,2 0 1 0,-4-2-5 16,-1-7 0-16,1-3-4 0,-4-5-1 0,-1-3-8 16,1-5 0-16,-2-3-6 0,-2-6-8 0,-4-4-6 15,0-4-20-15,-2-8-21 0,1-4-25 16,2-9-30-16,0-6-95 0,2-7-202 0,2-3-336 16,0-2-253-16</inkml:trace>
  <inkml:trace contextRef="#ctx0" brushRef="#br0" timeOffset="74669.2869">26800 13540 1020 0,'0'0'172'0,"0"0"-3"0,0 0 13 16,0 0-16-16,0 0-6 0,0 0-19 15,0 0-40-15,0 0-21 0,0 0-26 0,0 0-23 16,0 0-15-16,0 0-11 0,0 0-7 0,10-3 5 15,-6 21 10-15,2 9 32 0,-1 11 17 0,1 13 7 16,-1 7-3-16,1 9-13 0,-2 5-8 0,1 5-1 16,0 2 14-16,0 2-6 0,0-2-4 15,4-1-4-15,-4-5-16 0,1-1-7 0,-1-7-3 16,0-1-8-16,2-2 0 0,-2-1-9 0,0-3-15 16,0-3-19-16,-2-7-61 0,-2-4-157 0,-1-14-744 15,0-11-580-15</inkml:trace>
  <inkml:trace contextRef="#ctx0" brushRef="#br0" timeOffset="75535.7945">28092 13330 0 0,'0'0'149'16,"0"0"90"-16,0 0-10 0,0 0-7 15,0 0 17-15,0 0-10 0,0 0-38 0,0 0-43 16,0 0-49-16,0 0-39 0,0 0-28 0,0 0-1 15,-59-9 9-15,76 11 27 0,9 2 25 0,11-2 3 16,7 0-4-16,13-1-24 0,5 0-19 16,5 2-18-16,6-1-11 0,2 0-7 0,5 2-4 0,-1-1 1 15,3-2-3-15,1 1 4 16,0-2-3-16,7-2-1 0,2 2 3 0,6-4-2 0,2-1 6 16,6 0-1-16,3-1 3 0,0-2 5 15,6 1 6-15,1 0 11 0,6 0 8 0,1-1-1 16,4-1-3-16,-3 0-13 0,-2 3-8 0,-2-1-8 15,-6 2-3-15,-1 0-1 0,-10 1-4 0,-3 2 2 16,-10-2-4-16,-10 2 0 0,-6 1 1 16,-6 0-3-16,-8 1 2 0,-8 0-3 0,-7 0 2 15,-7 0-1-15,-9-2 0 0,-9 2 3 0,-9 0-8 16,-6 0 5-16,-2 0-1 0,-3 0-6 0,0 0-1 16,0 0-16-16,-5 0-21 0,1 0-43 15,-3 0-138-15,-2 0-451 0,5 0-839 0</inkml:trace>
  <inkml:trace contextRef="#ctx0" brushRef="#br0" timeOffset="76107.9484">28468 14838 0 0,'0'0'0'0,"0"0"0"0,0 0 0 0,0 0 0 16,0 0 246-16,0 0 146 0,0 0-88 0,0 0-78 15,0 0-58-15,0 0-42 0,0 0-14 16,0 0-3-16,2-4 8 0,26-5 6 0,5 0-8 15,9-1-13-15,5-2-26 0,4 4-18 0,3 1-23 16,5 1-15-16,3 3-8 0,4 2-7 16,7 0 9-16,6-2 5 0,9 2 8 0,7-1 8 15,10-1-1-15,7-1 1 0,7 1-4 0,8-4 3 16,6 0 8-16,9 0 10 0,6-1 10 0,4-3-4 16,1 1-2-16,1 0-9 0,-3-2-11 0,-5 1-4 15,-8 0-14-15,-10 1-6 0,-7 1-3 16,-10 0-6-16,-11-1-3 0,-10 0-4 0,-14 0-6 15,-9 0-6-15,-14 3-5 0,-11-1-12 16,-10-1-24-16,-11 2-45 0,-14-2-157 0,-4-2-304 16,-3 1-478-16,-2 4 145 0</inkml:trace>
  <inkml:trace contextRef="#ctx0" brushRef="#br0" timeOffset="76571.3682">31671 13217 0 0,'0'0'0'0,"0"0"0"0,0 0 0 0,0 0 0 15,0 0 203-15,0 0 89 0,0 0-10 0,0 0-18 16,0 0-25-16,0 0-40 0,0 0-40 15,0 0-35-15,0 0-32 0,0 0-27 0,-11-53-18 16,11 53-15-16,0 0-11 0,0 1-11 0,0 3-7 16,1 3 12-16,0 7 9 0,4 5 12 15,-1 9 10-15,6 7-5 0,-1 7-4 0,0 8-3 16,1 8-3-16,-2 7-1 0,-3 6 0 0,2 3-5 16,-4 5-1-16,0 1-7 0,0 2-5 15,-2-1-1-15,-1-3-8 0,0-2-4 0,1-4-5 16,-1-6-20-16,-7-5-39 0,3-6-74 0,-3-5-186 15,3-15-582-15,-2-13-72 0</inkml:trace>
  <inkml:trace contextRef="#ctx0" brushRef="#br0" timeOffset="77102.4406">29343 13166 55 0,'0'0'353'0,"0"0"-19"0,0 0-43 0,0 0-34 15,0 0-20-15,0 0-32 0,0 0-42 16,0 0-34-16,0 0-40 0,0 0-36 0,0 0-27 16,0 0-26-16,0 0-9 0,0 0-1 0,6 52 7 15,-8-9 10-15,1 12 3 0,2 10 0 16,-1 8-3-16,2 8 0 0,4 6-1 0,3 6-1 16,2 2 4-16,-1 3-3 0,0 1-3 0,0 0 1 15,0-3-6-15,-3-3-3 0,-3-5-4 0,2-6-7 16,-3-7-10-16,-2-6-5 0,-1-7-6 15,0-6-8-15,0-8-16 0,-3-7-14 0,-2-6-35 16,1-8-52-16,-1-5-96 0,1-4-267 0,2-8-223 16,-1-4 614-16</inkml:trace>
  <inkml:trace contextRef="#ctx0" brushRef="#br0" timeOffset="77590.4946">30518 13347 0 0,'0'0'0'15,"0"0"0"-15,0 0 206 0,0 0 20 16,0 0-28-16,0 0-14 0,0 0-21 0,0 0-4 16,0 0-15-16,0 0-16 0,0 0-24 0,0 0-32 15,0 0-21-15,0 0-14 0,-66-25 0 0,65 25 3 16,1 0 12-16,0 0 16 0,0 0 13 0,0 0 9 15,0 0 0-15,0 0-7 0,0 0-7 16,0 0-11-16,0 0-10 0,0 0-13 0,0 0-15 16,0 0-14-16,0 0-21 0,0 5-24 0,0 7 7 15,2 10 7-15,5 11 11 0,0 15 23 16,-1 11-4-16,5 8 0 0,5 8 4 0,-3 4 2 16,5 3-4-16,0 4 6 0,-3-4-1 0,5 3 1 15,-2-5 5-15,-5-1-8 0,2-2-4 0,-5-6-2 16,0-2-10-16,-5-5 2 0,-3-3-4 15,3-3-1-15,-4-5-3 0,-1-4-11 0,0-8-22 16,-1-6-49-16,-5-10-107 0,5-7-418 0,-1-10-859 0</inkml:trace>
  <inkml:trace contextRef="#ctx0" brushRef="#br0" timeOffset="80319.314">25096 10320 0 0,'0'0'0'0,"0"0"0"16,0 0 0-16,0 0 0 0,0 0 0 0,0 0 0 15,0 0 0-15,0 0 0 0,0 0 0 0,0 0 0 16,0 0 0-16,0 0 0 0,3-55 240 16,-3 50 17-16,0 1-27 0,0-2-27 0,-2-1-22 15,1 3-28-15,-1-1-19 0,0 0-20 0,-1 1-21 16,0 0-11-16,0 0-7 0,1 0-2 0,-1 1 4 15,0-2-3-15,2 1 2 0,0 0-3 16,-1-1-2-16,-1 2-3 0,1-2-5 0,2 3-5 16,0 0-5-16,0 1-9 0,0 0-7 0,0 1-12 15,-1 0-18-15,1 0-19 0,-1 0-31 0,1 2-40 16,0 3 1-16,0 7 13 0,0 5 24 16,-1 6 41-16,1 6-1 0,0 2 4 0,-1 1-2 15,1 0 1-15,1 2 3 0,-1-1-4 0,0 2 1 16,0 2-1-16,0-2-3 0,0-1-3 0,0-1 0 15,-4-3 1-15,0-4 3 0,-5 0 4 16,4-3 0-16,-4-1 1 0,-1-5 2 0,0-1 2 16,0-3 7-16,-1-3 4 0,0-2 5 0,0-2 16 15,-1-2 2-15,-1-2 10 0,2-2-8 0,-4 0-13 16,-1 0-2-16,-3-4-12 0,3-1 2 16,-2-2-1-16,0-2-5 0,4 0-3 0,-2-2-11 15,3 0-11-15,-1-2-18 0,1-1-27 0,3-1-25 16,0 1-43-16,4-2-83 0,1-1-177 0,4-1-281 15,1 5-213-15,0 2 879 0</inkml:trace>
  <inkml:trace contextRef="#ctx0" brushRef="#br0" timeOffset="80518.9091">24804 10235 1116 0,'0'0'300'0,"0"0"-44"0,0 0-59 0,0 0-74 16,0 0-45-16,0 0-36 0,0 0-1 16,0 0 8-16,117-39-5 0,-65 23 1 0,8-2 0 15,3-1-14-15,5-2-13 0,1 3-12 16,0-1-17-16,-2 2-22 0,-5 3-68 0,-15 5-336 16,-19 2-997-16</inkml:trace>
  <inkml:trace contextRef="#ctx0" brushRef="#br0" timeOffset="81954.2763">25235 10169 0 0,'0'0'0'0,"0"0"0"15,0 0 324-15,0 0 28 0,0 0-82 0,0 0-51 16,0 0-28-16,0 0-18 0,0 0-7 15,0 0-21-15,0 0-14 0,0 0-13 0,-38-98-13 16,38 94-11-16,-1-1-8 0,1 2-8 0,0 1-12 16,0 1-8-16,0 1-17 0,0 0-15 0,0 0-16 15,-1 0-18-15,1 0-14 0,0 0-16 16,-1 0-11-16,0 1-22 0,1 3-18 0,-2 3 36 16,2 6 11-16,-1 4 35 0,-1 3 28 0,0 4-23 15,-1 1 4-15,0 0-8 0,1 3 3 0,0 2 2 16,1 1-1-16,1 1 2 0,-1 2-3 15,0 0 3-15,0 2-1 0,-2 0 2 0,1 1 0 16,-1 0-2-16,-3-1 2 0,2-2-3 0,-3-1 6 16,-3-6 2-16,3-1-2 0,-1-5 8 15,-3 0 0-15,1-6 9 0,0-3 12 0,-2-3 12 16,2-3 8-16,-1-2 3 0,-1-1 0 0,1-2-3 16,-2-1-3-16,-1 0-5 0,1-4-6 0,-3-2-14 15,0-2-10-15,-3-2-9 0,1-1-7 16,1-3-5-16,-2 1-5 0,0-2-15 0,-1 1-21 15,0 1-36-15,7 0-61 0,-3 0-128 0,5 4-284 16,7 2-398-16,-1 4 240 0</inkml:trace>
  <inkml:trace contextRef="#ctx0" brushRef="#br0" timeOffset="83738.0667">25190 12187 0 0,'0'0'0'0,"0"0"0"15,0 0 153-15,0 0 156 0,0 0-27 0,0 0-37 16,0 0-31-16,0 0-25 0,0 0-13 0,0 0-20 16,0 0-21-16,0 0-27 0,-32-45-41 15,32 45-33-15,0 0-26 0,0 0-30 0,0 2-22 16,0 5 14-16,0 4 6 0,0 4 21 0,-1 5 20 15,1 5-10-15,0 4 2 0,0 4 0 0,0 1 2 16,0 5 1-16,0 1 1 0,0 2-4 16,0 4 7-16,0 1-4 0,0 3 3 0,0 3 4 0,1 2-7 15,-1 2 5-15,2-1-1 0,-2 0-4 16,0-1 1-16,0-3-4 0,0-1 0 0,0-3-3 16,0-2 5-16,0-3 2 0,0 0 2 0,2-6 2 15,-6 1-3-15,2-3-3 0,-2-4-1 16,-1-2-5-16,1-3 2 0,-2 0 0 0,3-4-2 15,-4-3 3-15,4 0-5 0,-1-3-3 0,1-2-4 16,-1-4-5-16,3-3-2 0,0-4-8 0,1-2-5 16,0-1-5-16,0 0-9 0,0-8-79 15,0-5-355-15,0 0-454 0,0 3 253 0</inkml:trace>
  <inkml:trace contextRef="#ctx0" brushRef="#br0" timeOffset="84244.2662">25259 12116 868 0,'0'0'69'0,"0"0"-23"0,0 0-25 16,0 0-12-16,0 0 0 0,0 0-5 0,0 0-9 16,-116 78-5-16,99-60-3 0,0 3-5 0,2 0 0 15,-3-2 0-15,5 1-2 0,-4-2 1 16,5 1-1-16,-1-2-3 0,3-2 4 0,2-4-1 15,0-1 4-15,4-3 5 0,2-4 2 0,0-2 12 16,2-1 19-16,0 0 30 0,0 0 49 0,0-2 3 16,2-4-14-16,3-5-34 0,3-4-43 0,2-4-4 15,3-3 4-15,2 0 17 0,1-3 10 16,2-1 17-16,0-2 12 0,-1 1 5 0,1 2 4 16,0 0 5-16,0 2 14 0,-3 5 19 0,-5 1 22 15,0 6-8-15,-2 3-25 0,-5 4-36 0,1 1-43 16,-3 3-25-16,0 0-24 0,1 4-2 15,1 5 7-15,3 6 7 0,1 7 20 0,2 6 0 16,1 6-2-16,0 4 0 0,4 3-3 0,-1 4-6 16,3 2-1-16,-1 3-14 0,5-2-17 0,3 3-34 15,1-1-77-15,-3-11-301 0,-8-14-898 0</inkml:trace>
  <inkml:trace contextRef="#ctx0" brushRef="#br0" timeOffset="84857.9788">25190 13134 460 0,'0'0'246'0,"0"0"9"0,0 0-4 0,0 0-20 16,0 0-11-16,0 0-31 0,0 0-36 0,0 0-20 15,0 0-22-15,0 0-29 0,0 0-27 16,0 0-31-16,-91-47-31 0,91 47-26 0,0 0-30 16,2 4 6-16,3 6 10 0,5 5 19 0,1 6 30 15,4 6 2-15,0 2-2 0,2 2 2 0,-3 0-3 16,2 0-1-16,-2-1-1 0,-4-1-1 16,3-3 0-16,-2-1 2 0,-2-2 6 0,0-2-1 15,-1-3-1-15,-2-2 1 0,-3-4-4 0,-1-3 2 16,1-3 2-16,-1-3-1 0,-1-2 10 15,-1-1 11-15,1 0 19 0,0-1 17 0,1-8-15 16,-2-5-18-16,6-7-32 0,-1-5-31 0,1-7-27 16,0-3-55-16,1-4-189 0,0 5-462 15,-3 12-374-15</inkml:trace>
  <inkml:trace contextRef="#ctx0" brushRef="#br0" timeOffset="85335.9395">25020 12659 0 0,'0'0'0'0,"0"0"0"0,0 0 25 15,0 0 232-15,0 0-14 0,0 0-34 16,0 0-30-16,0 0-23 0,0 0-40 0,0 0-30 16,0 0-26-16,0 0-22 0,0 0-6 0,123-33-8 15,-108 48 0-15,1 3-2 0,-2 4-3 0,1 4-1 16,-1 1-9-16,0 0-2 0,1 0-4 16,-3-1-3-16,6-1 2 0,-3-2 2 0,2-3-7 15,-2-1 0-15,1-3 0 0,-5-4-7 0,2-2 5 16,-3-3 1-16,-3-3 0 0,1-3 6 0,-3-1-3 15,-1-1-5-15,-1-6-48 0,-2-3-192 16,2 1-399-16,-1 2 94 0</inkml:trace>
  <inkml:trace contextRef="#ctx0" brushRef="#br0" timeOffset="85583.5203">25435 12547 2310 0,'0'0'94'0,"0"0"-27"0,0 0-32 0,0 0-22 16,0 0-6-16,0 0-20 0,0 0-7 16,0 0-18-16,0 0-31 0,0 0-6 0,0 0 12 0,0 0 20 15,0 0 34-15,0 0 14 0,-64 99-1 16,43-62 0-16,-1 5-4 0,-4 0-1 0,0 3-2 15,-3 1-1-15,0 0-14 0,1 1-31 16,0 0-85-16,5-9-336 0,9-13-916 0</inkml:trace>
  <inkml:trace contextRef="#ctx0" brushRef="#br0" timeOffset="87254.2634">22314 12603 0 0,'0'0'0'0,"0"0"0"0,0 0 372 16,0 0-38-16,0 0-65 0,0 0-45 0,0 0-33 16,0 0-26-16,0 0-45 0,0 0-37 15,0 0-46-15,0 0-43 0,-35-34-33 0,35 37-35 16,0 1 9-16,0 6 15 0,0 3 20 0,0 3 30 15,2 4 0-15,0 2-1 0,3 1-2 0,-2 1 3 16,-1 1-3-16,4 2 0 0,-2-1 0 16,2 3-3-16,-3-3-3 0,5 0-4 0,-2-2-7 15,0-1-9-15,3-3-2 0,1-2-1 0,-1-4-3 16,2-4 9-16,1-3 6 0,2-3 16 0,3-4 30 16,2-3 18-16,2-7 18 0,6-6 6 0,-1-4-8 15,5-6 0-15,3-2 0 0,0-4-2 0,-1-4-2 16,4 0-2-16,-4 2-13 0,3-1-4 15,-3 7-6-15,-2 1-16 0,-1 5-1 16,-1 5-7-16,-5 3-12 0,2 5 4 0,-4 4-12 0,-1 2-3 16,-1 3-6-16,-1 0-8 0,0 5 4 0,2 6 2 15,2 0 5-15,-1 2 7 0,2 2 3 16,-1-1 4-16,0 1 1 0,0 0 3 0,1 1-4 16,-2-1 0-16,0-1 3 0,-2-1-5 0,3-3 6 15,2-1 2-15,-2-3 0 0,-1-4 5 16,5-1 4-16,-3-1 1 0,5-5 3 0,-1-3 1 15,3-4-4-15,2-4-3 0,3-2-2 0,0 0-5 16,4 0 1-16,-2-1 0 0,1 0-4 0,-5 3 1 16,2 1-7-16,-3 2-5 0,-3 3 4 0,-3 3-2 15,0 1 3-15,-3 4 2 0,-1 1-5 0,-4 1 0 16,-3 0 2-16,3 4 2 0,-3 2 3 16,0 0 4-16,-3-1-1 0,1 1 3 0,-1 0 1 15,-2-2-2-15,4 0 7 0,-4-2 2 0,-1 0 10 16,1-2 16-16,0 0 16 0,1 0 17 15,-1-6 9-15,4-3-1 0,0-3-9 0,4-1-13 16,0-2-13-16,2 0-16 0,-1 1-11 0,0 1-10 16,0 0-12-16,-2 3-13 0,-1 0-25 0,0 2-50 15,-4 3-167-15,-3 0-602 0,-3 3-176 0</inkml:trace>
  <inkml:trace contextRef="#ctx0" brushRef="#br0" timeOffset="88452.2135">22341 13530 0 0,'0'0'0'0,"0"0"0"0,0 0 17 0,0 0 198 15,0 0 21-15,0 0-46 0,0 0-35 16,0 0-21-16,0 0-27 0,0 0 18 0,0 0 4 16,0 0-12-16,38-65-17 0,-26 52-23 0,0 1-21 15,4-1-17-15,-1 1-19 0,5-1-7 16,-2 2-10-16,0 0-1 0,-2-2 5 0,3 3-8 16,-1 0-1-16,-4 2-5 0,3 2-7 0,-5 1 4 15,1 3-3-15,0-1 1 0,-1 2-1 16,-2 1-7-16,0 0-2 0,0 0-4 0,-4 4 1 15,2 1 2-15,0 2 4 0,0 1 8 0,-3 0 3 16,2 2 5-16,-4-2 1 0,4 1 0 0,-4-1 2 16,4-1-2-16,-4 2 1 0,3-3-2 15,-3-1 1-15,3-1 2 0,-2-1 1 0,6-1 7 16,-1-2 2-16,1 0 10 0,3 0 5 0,6-6 0 16,2-5 3-16,2 0-9 0,6-4-4 15,2-1-5-15,4-2-8 0,-1 0 0 0,-1-1-3 0,5-1 1 16,0 1 2-16,1 2-4 0,-4 2 1 15,1 1-5-15,-3 4-1 0,-2 3-4 0,-3 3-2 16,-2 2 1-16,1 2-6 0,-5 0 2 0,4 4 1 16,-4 4 0-16,-1 0 6 0,-2 3 0 0,0 0 2 15,-3 1 3-15,4-1 0 0,0 0 4 16,0 0 2-16,2-3 2 0,2-1 3 0,0-3 0 16,-1-1 2-16,5-3 4 0,0 0 3 0,-2-7 4 15,4-1 2-15,0-4 0 0,2-1-1 0,2-4-3 16,0 0-4-16,-2-2-7 0,3 3-6 15,-3-1-4-15,-2 2-4 0,0 1-1 0,-2 3 1 16,-1-2-4-16,1 3 0 0,-5 2-6 0,1 1-2 16,-3 1 2-16,-4 3 1 0,1 0 6 15,0 0 3-15,-2 1 0 0,2 0 2 0,-1 0 0 0,-2 0 5 16,4 0 4-16,-1-2 5 0,3-2 4 16,0 1 4-16,0-5 0 0,5 1 0 0,-1-1 4 15,2 0-1-15,2-3-2 0,-3 1-4 0,3 1-11 16,-1 1-5-16,-2-1-12 0,-1 4-11 15,-3 3-17-15,-2 0-45 0,-7 4-131 0,-2 0-418 16,-4 0-44-16</inkml:trace>
  <inkml:trace contextRef="#ctx0" brushRef="#br0" timeOffset="127586.6179">11580 10680 0 0,'0'0'0'0,"0"0"0"0,0 0 0 0,0 0 0 16,0 0 0-16,0 0 0 0,0 0 0 0,0 0 0 16,0 0 0-16,0 0 0 0,0 0 0 0,0 0 0 15,8-18 0-15,-8 18 0 0,0 0 0 16,0 0 0-16,0 0 0 0,0 0 0 0,0 0 0 15,0 0 0-15,0 0 0 0,0 0 0 0,0 0 0 16,-1 0 0-16,1 0 122 0,-1 0 11 0,0 0-27 16,-1 0-8-16,1-1 12 0,0 1 31 15,0-1 7-15,1 1-15 0,0-2-35 0,-2 2-26 0,1-1-10 16,0 1-6-16,1 0 12 0,-1 0-6 16,1 0-10-16,0 0-20 0,0 0-16 0,0 0-6 15,0 0-12-15,0 0-13 0,0 0-23 16,2 0-27-16,-1 0-24 0,2 0-9 0,1 0 14 0,1 0 63 15,7 0 59-15,2 0 33 0,6 1 30 16,4-1-17-16,8 0-12 0,2 0 3 0,9 0-12 16,2-3-13-16,2-2-6 0,4 1-16 0,0-2-5 15,3 1-7-15,-2-2-5 0,1 2-2 16,-1 0-6-16,-3 1-1 0,-1-1 1 0,-4 0-2 16,-4 2 2-16,-3-1-2 0,-5 2 2 0,-2 0-4 15,-7 1 0-15,-2-1-1 0,-3 2 0 0,-2 0 4 16,-3 0-4-16,-3 0 2 0,-2 0-4 15,-3 0-3-15,0 2 5 0,-1-2-3 0,-1 1 6 16,2-1-1-16,-4 1 0 0,0 0 5 0,0-1-7 16,0 1 1-16,1-1-1 0,-1 0-2 15,-1 0 2-15,0 0-3 0,0 1-1 0,0-1-2 16,0 0 0-16,-1 0-5 0,-2 0-22 0,0 2 3 16,-6-1-3-16,-1 1-1 0,-4 1 7 0,-4 2-18 15,-5-1-7-15,-1 0 3 0,-1 0 16 0,-3-2 11 16,-5 2 16-16,-2-2 5 0,-2 0 1 15,-1 1 9-15,-6-1-4 0,0 0 4 0,1 2 3 16,-6-1-7-16,4 0 5 0,-2-1 0 0,1 1 1 16,0-1 6-16,4 2 1 0,-3-2 6 0,5 1 3 15,3 1 6-15,5-2 7 0,3 1 8 0,5-2 10 16,6 0 2-16,4-1 8 0,5 1 19 16,4-1 25-16,4 0 9 0,1 0-29 0,0 0-56 15,1 0-54-15,5 0-20 0,2 0 15 0,5-2 22 16,4-1 14-16,5 1-1 0,5 1-6 0,4 0-5 15,3 1-4-15,1 0-2 0,5 0 2 16,4 3 3-16,3 0 5 0,4 0-1 0,5-1 2 16,3 1-5-16,1-3-1 0,1 0 1 0,1 0 0 15,-5 0 3-15,-1-4 2 0,-5-2-1 16,-6 1 1-16,-4-4 2 0,-8 4-1 0,-4-1 0 16,-8 0 1-16,-2 2-3 0,-8 0 5 0,-1 2 1 15,-5 0 4-15,-3 2 8 0,-2 0 0 16,0 0 0-16,0 0-6 0,0 0-21 0,-1 0-20 15,-2 0-35-15,0 0-29 0,-3 3-61 0,2 0-296 16,2-1-685-16</inkml:trace>
  <inkml:trace contextRef="#ctx0" brushRef="#br0" timeOffset="129256.311">13704 10602 0 0,'0'0'0'0,"0"0"0"0,0 0 0 16,0 0 0-16,0 0 0 0,0 0 246 0,0 0 54 16,0 0-47-16,0 0-36 0,0 0-34 0,0 0-31 15,0 0-18-15,-51-3-2 0,51 3-15 16,0-2-15-16,0 2-21 0,0 0-25 0,0 0-17 15,1 0-22-15,0 0-6 0,1 0 1 0,-1 0-2 16,2 0 3-16,-3 0-3 0,0 0-8 0,1 0-6 16,-1 0-7-16,0 0-6 0,0 0-7 15,0 0-8-15,2 0 9 0,2 2 13 0,3-1 15 0,4 1 11 16,3-1 3-16,2 0-6 0,4 0-2 16,4 1 2-16,2-2-1 0,4 0 6 15,1 0 2-15,4 0 6 0,2 0-3 0,2 0-2 16,4-3-3-16,-2 2-9 0,2 0 1 0,0 1-4 15,-1-1-2-15,0 0 4 0,2 0-4 0,3-1 1 16,1 0 3-16,-3-1-3 0,6 0 5 0,-1-1 1 16,0-1 2-16,0 1 4 0,-4-2 8 0,2 0 9 15,0 0 2-15,-3-1 4 0,3 2-8 16,-7-1-8-16,1 1-6 0,-1-1-11 0,-3 3-4 16,-6 1-3-16,-1 1 2 0,-2 0-1 0,-3 1 0 15,-5 0 0-15,-5 0-4 0,1 2-1 0,-5 1-5 16,-2 0-4-16,-1 2 2 0,1-1-3 15,-6-1 2-15,2 1 2 0,-5-2-4 0,1 1 2 16,-2 0-1-16,3-2 0 0,-3-1-2 0,0 1 0 16,0-1-12-16,0 0-23 0,-4 0-7 15,1 0-20-15,-4 0-32 0,2 0-72 0,-4 0-167 16,-1-1-300-16,1 0-185 0,2-2 806 0</inkml:trace>
  <inkml:trace contextRef="#ctx0" brushRef="#br0" timeOffset="129807.599">13875 10582 0 0,'0'0'0'0,"0"0"0"0,0 0 0 15,0 0 0-15,0 0 0 0,0 0 0 0,0 0 0 16,0 0 0-16,0 0 0 0,0 0 0 0,0 0 0 16,0 0 0-16,0 0 0 0,-49-20 0 0,49 20 0 15,0 0 0-15,0 0 0 0,5 3 0 16,0 0 0-16,6 0 154 0,-1 1 49 0,6-2-11 16,3 0-18-16,5 1-22 0,3-3-9 0,6 0-20 15,1 0-19-15,5 0 2 0,4 0 5 0,4 0 5 16,4-3-4-16,1 1-10 0,7 1-24 15,2-1-12-15,2 0-10 0,1 0-13 16,5 1-1-16,-2-1-10 0,-3 0-6 0,-2 0 1 0,-1-1-2 16,-1 0 6-16,-2-1 1 0,-4-1 0 0,-3-1-1 15,-1-2-1-15,-7 1 3 0,-1 1-2 0,-5-1 7 16,-7 0 1-16,-6 1 2 0,-6 0 6 16,-7 3-11-16,-2 1 3 0,-8 1-7 0,-1 1-13 15,0 0-4-15,0 0-27 0,-2 0-38 0,-7 4-36 16,-5 4-174-16,0 0-628 0,2-1-529 15</inkml:trace>
  <inkml:trace contextRef="#ctx0" brushRef="#br0" timeOffset="133886.0454">22406 10367 485 0,'0'0'214'0,"0"0"-65"0,0 0 12 15,0 0 12-15,0 0 7 0,0 0-35 0,0 0-42 16,0 0-13-16,0 0-21 0,0 0-14 0,0 0-19 15,0 0-8-15,-22-16-10 0,22 16-25 16,0 0-25-16,-1 0-35 0,1 0-33 0,-1 2-37 16,0 2-1-16,-4 3 21 0,1 4 28 0,1 6 44 15,-3 3 15-15,4 5 0 0,1 3 1 0,1 1 4 16,0 3 6-16,4-1 5 0,5-1 5 0,2-1-2 16,2-3-4-16,3-3-3 0,2-4-1 15,3-4 13-15,0-6 24 0,0-3 28 0,1-4 28 16,-1-2 30-16,0-2 25 0,2-8 18 0,-7-2 11 15,2-4 10-15,-4-3 4 0,0-2-1 16,-4-3-13-16,-5-1-25 0,-4 0-27 0,-1-4-25 16,-1-1-16-16,-10 1-20 0,-3-1-18 0,-6 0-16 15,-5 4-13-15,2 2-11 0,-6 3-20 0,2 6-35 16,-1 7-79-16,7 5-279 0,5 1-659 0</inkml:trace>
  <inkml:trace contextRef="#ctx0" brushRef="#br0" timeOffset="134819.3306">22949 15136 160 0,'0'0'307'16,"0"0"-2"-16,0 0-31 0,0 0-39 0,0 0-24 16,0 0-40-16,0 0-38 0,0 0-17 15,0 0-17-15,0 0-13 0,0 0-14 0,0 0-21 16,-89-57-20-16,80 57-19 0,1 1-16 0,0 7-5 16,-5 2-5-16,3 5 2 0,-1 4 0 0,2 1-5 15,4 5 7-15,-1 3-7 0,5 0 0 16,1 1 0-16,2 2-8 0,6-4 4 0,8 0-5 15,-1-4-5-15,10 0-7 0,0-4-7 0,4-1-8 16,2-3 8-16,1-5 3 0,0-3-1 0,4-7 4 16,-3-1-11-16,0-11-3 0,1-5 15 15,-2-2 17-15,-4-4 21 0,-5-3 32 0,-3-4 16 16,-6-1 31-16,-5-1 22 0,-4-2 5 0,-5 4 2 16,-7-1-22-16,-9 4-18 0,-5-1-14 0,-5 5-19 15,-8 4-16-15,-2 2-16 0,-7 6-14 16,-3 3-12-16,0 5-19 0,-2 3-44 0,-1 4-166 15,12 4-567-15,14 0-251 0</inkml:trace>
  <inkml:trace contextRef="#ctx0" brushRef="#br0" timeOffset="135519.3917">23684 10417 58 0,'0'0'319'0,"0"0"54"0,0 0-11 0,0 0-62 15,0 0-45-15,0 0-41 0,0 0-40 0,0 0-26 16,0 0-21-16,0 0-22 0,0 0-12 0,0 0-12 15,-10-95-16-15,10 94-8 0,0 1-15 16,0 0-16-16,0 0-10 0,0 0-18 0,0 0-10 16,0 0-14-16,0 3-18 0,0 1-6 0,0 7 11 15,0 4 17-15,2 9 20 0,2 8 14 0,-2 6-7 16,-1 4-10-16,0 9-14 0,-1 4-43 16,0-10-228-16,1-15-1101 0</inkml:trace>
  <inkml:trace contextRef="#ctx0" brushRef="#br0" timeOffset="136244.2977">23927 15133 130 0,'0'0'230'0,"0"0"-34"0,0 0 8 0,0 0-5 16,0 0-2-16,0 0-4 0,0 0-32 0,0 0-28 15,0 0-28-15,0 0 1 0,0 0-6 0,0 0-6 16,-7 42 1-16,16-26-35 0,0 5-19 15,1 7-8-15,-1 6-5 0,-6 7 0 0,2 5-4 16,-5 4-3-16,0 2-7 0,-7 2-5 0,-1-1-8 16,-1 1-27-16,-1-2-73 0,4-13-530 15,0-14-823-15</inkml:trace>
  <inkml:trace contextRef="#ctx0" brushRef="#br0" timeOffset="137286.6207">24539 10399 518 0,'0'0'177'15,"0"0"2"-15,0 0-35 0,0 0-46 0,0 0-47 16,0 0-25-16,0 0-26 0,0 0-10 0,0 0 8 16,0 0-14-16,0 0 4 0,0 0 3 15,126-16 4-15,-104 16 2 0,-3 0 3 0,-2 0-6 16,-2 2-7-16,-3 1-15 0,-3 2-15 0,-6-1 1 16,1 2 9-16,-4 2 21 0,-2 3 24 15,-5 2 13-15,-7 5 8 0,-2 2-1 0,-5 1-4 16,-5 2-5-16,2 0-5 0,-3 1-3 0,0-3-2 15,2-1 7-15,3-1 5 0,4-3 8 0,4-1 7 16,4-3-5-16,4-2-4 0,4-2-11 16,2-1 3-16,0 0 23 0,3-2 32 0,7 1 33 15,8-1 19-15,3-3-4 0,9-2-21 0,8 0-24 16,4-8-29-16,8-1-25 0,3-4-17 16,6 2-25-16,1 0-56 0,1 3-188 0,-16 4-601 15,-15 1-86-15</inkml:trace>
  <inkml:trace contextRef="#ctx0" brushRef="#br0" timeOffset="138137.4484">24931 15271 803 0,'0'0'791'0,"0"0"-688"0,0 0-22 0,0 0 27 16,0 0 9-16,0 0-2 0,0 0-30 0,0 0-48 16,0 0-18-16,0 0-17 0,0 0-6 0,0 0 4 15,-8-98-4-15,36 94 3 0,3 2-1 16,1 2-4-16,5 0 1 0,-1 0-3 0,2 2-3 15,-1 3-6-15,-4 0-7 0,-2 0-13 0,-1 1-9 16,-5 2-11-16,-1-1-9 0,-7 3 3 0,-2-2 2 16,-6 2 3-16,-5 0 13 0,-4 2 15 15,0 2 19-15,-5 1 23 0,-7 2 19 0,-2 1 14 16,-3 3 12-16,-1-2 16 0,-2 2 8 0,2 2 12 16,0-1 8-16,4 0-5 0,0 0 5 0,5 0-18 15,4-1-18-15,2 0-11 0,3 0-18 16,0-2-10-16,4 1-4 0,4 1-12 0,1-3-8 15,3 1 4-15,-1-1-6 0,-1-1-5 0,0 1 3 16,-2-2-8-16,-5 1 4 0,-3-3 11 16,0 1-4-16,-4 0 10 0,-11 1-2 0,-3 0-4 15,-8 4 1-15,-9 0-16 0,-9 1-30 0,-11 1-143 16,8-4-588-16,15-6-747 0</inkml:trace>
  <inkml:trace contextRef="#ctx0" brushRef="#br0" timeOffset="145193.8577">24045 15008 0 0,'0'0'0'16,"0"0"0"-16,0 0 0 0,0 0 119 0,0 0 149 0,0 0-52 16,0 0-56-16,0 0-28 0,0 0-11 15,0 0-16-15,0 0-3 0,0 0-13 0,-43-53-13 16,39 52-12-16,0-1-11 0,-2 1-11 0,-2 0-6 15,1-1-8-15,-2 2-7 0,-2 0-6 16,-5 3-8-16,3 4-4 0,-6 1-1 0,0 5-6 16,-2 1 4-16,-2 6 2 0,-2 0-2 0,4 1 2 15,-2 5 2-15,2 2-8 0,2 6 0 0,0 1-3 16,5 8-9-16,-2 2 1 0,6 2 3 16,5 5-4-16,-1 1 5 0,6 0 0 0,0 0-8 15,10 0 7-15,2-3-8 0,6 1 4 0,0-3 5 16,3-5-3-16,2-3 5 0,4-5-2 0,4-6 0 15,2-6 0-15,3-4 3 0,0-5 3 0,3-5 2 16,2-9 19-16,0 0 15 0,5-15 16 0,0-7 13 16,3-13-3-16,1-11 5 0,1-11 6 15,-1-8 19-15,-1-9 20 0,-4-4 15 0,-3-4 7 16,-5 5-18-16,-8 0-20 0,-8 3-24 0,-11 5-16 16,-10 1 0-16,-7 5-13 0,-17 3-9 0,-12 7-17 15,-12 8-18-15,-11 11-7 0,-12 10-9 16,-8 13-1-16,-6 11-8 0,-3 7-27 0,-1 18-98 15,20-3-508-15,26-5-817 0</inkml:trace>
  <inkml:trace contextRef="#ctx0" brushRef="#br0" timeOffset="147203.1594">22503 12343 0 0,'0'0'0'0,"0"0"0"0,0 0 0 0,0 0 296 16,0 0-27-16,0 0-66 0,0 0-39 0,0 0 6 16,0 0-4-16,0 0 2 0,0 0-2 0,0 0-19 15,-2-22-27-15,2 22-20 0,0 0-15 16,0 0-19-16,0 0-12 0,-3 0-16 0,3 0-14 16,0 0-10-16,-2 1-9 0,2-1-2 0,0 0-6 15,0 0-4-15,0 1-5 0,0-1-13 16,0 1-7-16,0-1-11 0,0 0-11 0,0 2-12 0,5 1 29 15,-1 1 21-15,6 4 19 0,0 3 26 16,3 0-16-16,3 1-7 0,2-1 4 0,2 3-2 16,-3-1 2-16,7-1-2 0,-2 3-2 0,0 2 0 15,5-1-2-15,-1 3 1 0,4 3-2 16,6 2-1-16,-2 2 3 0,7 0 2 0,-1 2 2 16,1-1 1-16,2 3-6 0,1 0 1 0,0 0 1 15,-1 1 1-15,3 0 5 0,-1-2 0 0,1-1-3 16,-1-2 1-16,1 1-4 0,0-2 2 0,3 1 4 15,3 0 4-15,-1-2 16 0,0 0 7 16,6 0 3-16,2 0 5 0,-1 0-11 0,3 0-6 16,-1-4 1-16,0 1-9 0,-1-3 2 0,-6 0-7 15,-5-4-5-15,-7 0-2 0,-6-3-6 16,-6-2 1-16,-10-1-3 0,-2-1-2 0,-8-2 0 16,-5 0-2-16,-3 0 6 0,-1-1 5 0,0 1 10 15,-1 0 7-15,-5 1 0 0,2-2 3 0,-4 1-4 16,3-3-5-16,-1 0-3 0,4 0-9 15,0-2-16-15,1 0-22 0,-1 0-80 0,2-3-354 16,0 1-1060-16</inkml:trace>
  <inkml:trace contextRef="#ctx0" brushRef="#br0" timeOffset="148714.3441">23878 12149 0 0,'0'0'0'0,"0"0"177"16,0 0 154-16,0 0-84 0,0 0-63 0,0 0-69 15,0 0-48-15,0 0-26 0,0 0-17 0,0 0-12 16,0 0-17-16,0 0-12 0,-6-6-3 0,8 6-10 15,0 0 53-15,6 1 21 0,1 3 8 0,3 2 23 16,2 0-37-16,4 0-9 0,1 1-2 16,0 3-13-16,3 0-3 0,0 2-2 0,2 2-5 15,3 5 3-15,3-1-2 0,1 5 1 16,1 2 3-16,4 3 2 0,-2 3 0 0,5 2 2 16,1 0-2-16,1 3 2 0,0 2 2 0,-1-1-2 0,1 3-2 15,-1-1-3-15,-1 2 1 16,2-1 2-16,-1 1 5 0,0-2-1 0,3-3 1 0,-2 1 0 15,1-2 3-15,2-2 1 0,0-1 3 16,1 0 5-16,1-2 2 0,-2 1 8 0,0-1 16 16,0-2 4-16,0 1 1 0,-3 0-7 0,1 0-7 15,-3-2-6-15,-2-1-8 0,-3-2 3 0,-3-2-12 16,-1-1 1-16,-6-3 3 0,-1-2-6 16,-8-2 2-16,1-1-5 0,-6-2-4 0,-6-2 2 15,2 0-1-15,-5-1 3 0,0-1 4 0,-1 0 1 16,0 0 9-16,-2-1 1 0,-2-1-1 0,1-1-6 15,-2 2-11-15,2-4-13 0,0 0-18 0,-1-2-24 16,0 0-78-16,1 0-294 0,2-2-637 0</inkml:trace>
  <inkml:trace contextRef="#ctx0" brushRef="#br0" timeOffset="149535.4412">25206 12095 0 0,'0'0'0'16,"0"0"127"-16,0 0 154 0,0 0 4 0,0 0-16 16,0 0-38-16,0 0-55 0,0 0-72 15,0 0-59-15,0 0-47 0,0 0-24 0,0 0 11 16,43-30 13-16,-24 29 12 0,4 1 3 0,-1 0-6 15,3 5 0-15,0 2-5 0,0 4 0 0,0 3 2 16,0 3-4-16,1 2 7 0,-1 6-1 16,-2 2 4-16,5 5 4 0,1 2-4 0,1 5 3 15,1 2-1-15,3 0-5 0,0 1 8 0,4 1 0 16,2 0 5-16,3-1 13 0,4 2-1 16,2 0 9-16,3 0-2 0,1 0-2 0,1 0-4 15,2-1-9-15,0 1-2 0,3-4-7 0,-3-3-1 16,0 2 0-16,0-3 3 0,-1-1 14 0,-4-2 30 15,0-2 15-15,-4 2 2 0,-1-5-8 16,-2-1-30-16,-1-2-9 0,-5-1-4 0,-2-1-1 16,-5-4 1-16,-3-1-5 0,-4-3-5 0,-5-2-2 15,-3-3-6-15,-5-1-2 0,-4-2-2 0,0 0-3 16,-6-2 1-16,-1 1 4 0,0 0 5 16,0-1 4-16,-7 3-8 0,-2 0-19 0,-4 1-46 0,-1-2-154 15,1-1-545-15,6-2-729 0</inkml:trace>
  <inkml:trace contextRef="#ctx0" brushRef="#br0" timeOffset="271519.0907">24393 16751 299 0,'0'0'306'16,"0"0"5"-16,0 0-34 0,0 0 19 16,0 0-41-16,0 0-46 0,0 0-50 0,0 0-31 15,0 0-32-15,0 0-30 0,0 0-23 0,0 0-23 16,-60-75-3-16,42 76-13 0,-2-1-1 0,-2 0 3 15,-1 4-6-15,-3 2 8 0,0 1-5 16,-2 1 0-16,-2 2 2 0,-1 2-5 0,-1 4-2 16,-2 1 1-16,-1 1 0 0,0 3-4 0,-1 3 6 15,4 0 0-15,2 1-6 0,1 0 10 0,6 1-12 16,2-2-7-16,4 1 2 0,4 1-13 16,5 1 4-16,2-1 3 0,6 0 0 0,4 0-1 15,6 0-4-15,5-3 3 0,6-2-16 0,6-3 5 16,2-2-9-16,4-5-22 0,6-7 8 0,2-3-13 15,1-1 12-15,4-8 25 0,-1-4 7 16,-1-7 25-16,-4 1 8 0,-2-4 6 0,-2-1 8 16,-9-2 8-16,0-2 7 0,-9 2 5 0,-4-3 23 15,-5 3-7-15,-7 0 9 0,-2-1 3 0,0 0-20 16,-5 1 10-16,-4 2-4 0,-3 1-11 0,0 2 3 16,0 5-10-16,0 4-9 0,2 3-5 15,0 1-1-15,3 4-8 0,2 2-4 0,-2 1-3 16,5 5-16-16,-1 3 6 0,2 6-8 0,1 3-5 15,0 6 16-15,2 4-15 0,6 4 11 16,2 0-1-16,4 0-10 0,4 1 16 0,2 2-9 16,1-2 5-16,1 0-3 0,0-1-4 0,0 1-1 15,2-3-2-15,-4-2 12 0,3-2-12 16,-2-3 2-16,-2-3-13 0,1-4-50 0,1-4-83 16,-1-8-197-16,-4-2-465 0,-6-1-473 0</inkml:trace>
  <inkml:trace contextRef="#ctx0" brushRef="#br0" timeOffset="272188.9072">24853 16515 1035 0,'0'0'209'0,"0"0"36"0,0 0-6 16,0 0-2-16,0 0-19 0,0 0-42 0,0 0-33 0,0 0-32 16,0 0-42-16,0 0-26 0,0 0-29 0,0 0-15 15,0 0 3-15,-11 4-6 0,18 17 7 16,-1 9-2-16,1 5 1 0,3 5-2 0,-3 6-5 15,-3 1 8-15,2 4-9 0,-4 3 8 0,-1 1-2 16,-1 3-20-16,0-1 9 0,-4 2-23 16,-3-4-10-16,-1-3 1 0,3-5-28 0,-3-5 7 15,1-8-2-15,3-7 5 0,0-9 17 0,2-3 12 16,1-10 28-16,1-5 14 0,0-2 12 0,0-16-5 16,5-5-10-16,1-10 4 0,6-6 0 15,6-6 13-15,1-2 4 0,3-4-7 0,7 1 6 16,1 1-12-16,2 3 10 0,4 4 1 0,-1 7 3 15,2 6 8-15,-3 7-9 0,-1 9 0 16,-2 7-11-16,0 6-3 0,-4 3-4 0,1 11-7 0,-7 7 3 16,-1 5-4-16,-5 8-2 0,-5 2 1 0,-3 4-9 15,-6 6 8-15,-1 1-5 0,-1 0 4 16,-6 1 1-16,-6-1-4 0,1 1 4 0,-7-3-9 16,0-3 8-16,-3-5-7 0,-2-4 0 0,-3-4 11 15,-1-7-9-15,0-7 10 0,-3-6-21 16,0-7-115-16,7-2-282 0,7-1-682 0</inkml:trace>
  <inkml:trace contextRef="#ctx0" brushRef="#br0" timeOffset="273625.8986">24839 17312 0 0,'0'0'142'0,"0"0"66"15,0 0-25-15,0 0-8 0,0 0-19 0,0 0-51 16,0 0-18-16,0 0-7 0,0 0-17 16,0 0-13-16,0 0-31 0,0 0-22 0,-27 0-5 15,33 0 1-15,-2 0 13 0,5 0 4 0,2 0 6 16,0 2-8-16,6 4-5 0,-4 2 3 0,5 4-1 15,-1 2 7-15,-1 4 1 0,2 1 5 0,0-1-1 16,-3 2 1-16,4-1-2 0,-3 1-8 0,0-4 0 16,2-1-9-16,-3-2-2 0,2-3 5 15,2-3-28-15,3-6-174 0,-6-1-497 0,-3 0 208 16</inkml:trace>
  <inkml:trace contextRef="#ctx0" brushRef="#br0" timeOffset="275671.9113">26112 16801 0 0,'0'0'88'0,"0"0"235"16,0 0-89-16,0 0 6 0,0 0-21 15,0 0-43-15,0 0-30 0,0 0-40 0,0 0-12 16,0 0-25-16,0 0-27 0,0 0-2 16,-10-25-20-16,7 24 10 0,-2 1 8 0,1 0 7 15,-1-1 14-15,-1-1-6 0,0 0 5 0,-5 0-15 16,0 1 0-16,1 0 0 0,-4 1-13 0,-1 0 3 15,-7 0-15-15,1 3-8 0,-2 3 2 16,-1 5-6-16,-1 0 4 0,-2 4-1 0,1 1 0 16,-1 4-2-16,5 3 1 0,0 3-3 0,2 3-4 15,5 3 10-15,2 4-10 0,6 2 11 0,5 1 18 16,2 1-4-16,11 0 20 0,7-4-3 16,4-1-9-16,8-2 0 0,4-7-15 0,9-3 3 15,8-7-10-15,8-8-1 0,8-7-12 0,9-3-68 16,-15-8-429-16,-21 2-1031 0</inkml:trace>
  <inkml:trace contextRef="#ctx0" brushRef="#br0" timeOffset="276554.3761">23912 17832 0 0,'0'0'242'16,"0"0"81"-16,0 0-76 0,0 0-30 0,0 0-7 16,0 0-68-16,0 0-3 0,0 0-39 0,0 0 15 15,0 0 33-15,0 0-21 0,0 0 13 0,84 0-40 16,-44 0-19-16,10 1-7 0,7 0-19 15,11 2 19-15,10-1-28 0,3 3 3 0,8-1-29 16,7 2-28-16,7 1 25 0,1 2-35 0,7 0 24 16,1 2-3-16,6-2-10 0,-1 0 24 15,2-1-13-15,1-1 12 0,-3-1-20 0,1-3 10 16,0-3-4-16,-1 0-3 0,-5-1 38 0,1-6-27 16,-6-4 23-16,-5 0-9 0,-4-3-34 0,12-5 23 15,-3-3-42-15,-8-3-24 0,-20 0-152 16,-35 9-608-16,-24 7-716 0</inkml:trace>
  <inkml:trace contextRef="#ctx0" brushRef="#br0" timeOffset="290873.2098">24101 17043 0 0,'0'0'0'0,"0"0"0"16,0 0 0-16,0 0 0 0,0 0 0 16,0 0 0-16,-116 4 0 0,104-4 142 0,4 0 161 15,1 1-25-15,6-1-47 0,0 0-35 0,1 0-50 16,0 0-30-16,0 0-23 0,2 0-18 16,5-1-13-16,3 2-11 0,7-1 12 0,8 1 1 0,6-1 16 15,8 0 4-15,6 0-15 0,9 0 10 16,8 0-15-16,5 0 5 0,11-1 6 0,9-3-17 15,9-1 5-15,8-1-20 0,7 0-8 16,7-2-12-16,-2 2-7 0,6-2 0 0,-5 1-17 16,-2 0 13-16,-3 3-17 0,-6 1 3 0,-9 3 8 15,-11-1-16-15,-10 1 9 0,-14 4-10 0,-12 0-6 16,-13 1-1-16,-13 1-16 0,-8-2-3 0,-11 2-9 16,-5 0 8-16,-13 1 10 0,-7 1 13 15,-14 0 20-15,-8 1-9 0,-11-2 11 0,-11 1-7 16,-14-2-19-16,-7 0 12 0,-11 3-12 0,-4-3 12 15,-5 2 9-15,1 0-3 0,2 1 6 0,-2-1-7 16,3 1 2-16,1 2-5 0,2-1 4 16,4 1 5-16,2 2-9 0,3-1 11 0,8 1-10 15,10-4 2-15,11 0 13 0,14 1-4 0,9-4 17 16,15 1-11-16,9-4-5 0,7-2-1 16,6 1-7-16,6-1 15 0,10 1 2 0,14-1 16 15,12-1 2-15,17 0-1 0,18-6 14 0,16-2-13 16,13-6 12-16,16-4-9 0,14-4-9 15,10-2 2-15,8-2-17 0,3 0 2 0,-1 5-5 0,-2 2 4 16,-5 4-3-16,-12 4-9 0,-10 0 4 16,-15 7-20-16,-14 1 9 0,-13 3-1 0,-16 0-25 15,-12-1-7-15,-16 5-88 0,-11-1-220 0,-10 1-505 16,-12-2-553-16</inkml:trace>
  <inkml:trace contextRef="#ctx0" brushRef="#br0" timeOffset="291922.8292">28115 16911 0 0,'0'0'0'0,"0"0"134"16,0 0 141-16,0 0-7 0,0 0-25 16,0 0-17-16,0 0-42 0,0 0-28 0,0 0-31 15,0 0-33-15,22-120-11 0,-21 113-19 0,-1 2 6 16,0 0-12-16,0 1-7 0,-1 1 1 0,-1 1-25 15,-4-1-3-15,0 0-22 0,-3 1-17 0,-7 1-2 16,-5 1-15-16,-3 0 15 0,-7 6 2 16,-3 1 8-16,-3 3 7 0,-3 2-7 0,0 0 13 15,0 1-8-15,-1 1 10 0,1 0 7 0,4 4-7 16,2-3 11-16,3 4-11 0,5-2-2 0,1 2 2 16,5 1-16-16,4 0 4 0,3 2-8 15,4-1-1-15,5 0 0 0,4 1-10 0,1-2-3 16,9 1-19-16,8-3 9 0,3-1 1 0,6 0-13 15,7-4 12-15,6-1-16 0,7-7-6 16,5-3-15-16,5-2-18 0,3-11 16 0,1-3 14 16,-1-8 46-16,-1-2 29 0,-6-2 4 0,-4-6 13 15,-5 1-3-15,-4-2 15 0,-7-2 13 0,-7 2 11 16,-8 0 18-16,-6 0 7 0,-6 1 2 16,-6 4 1-16,0-1-1 0,-5 2-11 0,-6 3-9 0,0 4-9 15,-5 4-18-15,1 3-8 0,-3 2-12 16,-2 7-9-16,1 1-5 0,1 3-10 15,-2 3-3-15,0 6-5 0,1 4-1 0,2 3 4 16,3 6-3-16,2 3 6 0,4 4-2 0,2 3-1 0,4 5 4 16,0-1-5-16,2 1-6 0,5-1 0 15,5 4-1-15,7-5-2 0,-1 2 9 0,6-1-4 16,2-3-7-16,0-3 3 0,2-2-10 0,-2-5-19 16,4-5-26-16,-1-4-105 0,2-6-126 15,2-5-219-15,-7-1-300 0,-8-2 561 0</inkml:trace>
  <inkml:trace contextRef="#ctx0" brushRef="#br0" timeOffset="292369.4308">29379 16675 939 0,'0'0'68'15,"0"0"-18"-15,0 0-7 0,0 0 31 0,0 0 35 16,0 0 29-16,0 0 21 0,0 0-15 16,0 0-10-16,0 0-23 0,0 0-36 0,0 0-16 15,0 0-28-15,0 0-14 0,-97-95-2 0,70 95-9 16,-1 0 4-16,-5 4-2 0,1 5 4 0,-2 2-3 16,-3 4 5-16,0 2 2 0,1 5-4 15,-1 4 7-15,4 3-9 0,2 3 2 0,1 6 4 16,5 3-7-16,5 3 5 0,4 3-10 0,6 1-3 15,4 1 2-15,6 1-2 0,8-2 7 0,11 1-6 16,9-7 0-16,8-4-2 0,12-5-2 0,14-11 15 16,14-9-15-16,9-11-7 0,13-3-95 0,5-14-221 15,-26 0-390-15,-22 3-495 0</inkml:trace>
  <inkml:trace contextRef="#ctx0" brushRef="#br0" timeOffset="293453.1023">30311 16766 0 0,'0'0'223'0,"0"0"95"15,0 0-68-15,0 0-7 0,0 0-4 0,0 0-5 16,0 0-19-16,0 0-45 0,0 0-36 0,0 0-34 16,0 0-38-16,0 0-16 0,0 0-19 0,-15-82-14 15,-2 78-1-15,-1-1-1 0,-2-1 1 16,-3 3-5-16,-1 0 1 0,-3 3-11 0,-3 0 0 16,0 3 7-16,-1 4-8 0,1 0 14 0,-2 1-8 15,0 1-4-15,2 1 4 0,1 2-12 0,2 2 10 16,5 2-5-16,7 1 2 0,-2 1 2 15,6 2-11-15,2 0 9 0,5 3-10 0,2 0 6 16,2 1-3-16,8-1-17 0,7 0 11 0,2 0-15 16,7-1 3-16,3-3 8 0,7 1-18 0,3-4 2 15,2-2-20-15,1-4-14 0,-1-4-4 0,1-3 6 16,-6-4 27-16,0 0 16 0,-4-7 31 16,-4-4 13-16,-1-2 2 0,-3-5 28 0,-3-3-5 15,-5-4 22-15,-4-2 13 0,0-2-4 0,-8-3 9 16,-3-4-13-16,1 0 1 0,0 0-3 15,-4 2 0-15,-4 0-2 0,-1 5-13 0,1 4-3 16,-2 4-18-16,0 4-3 0,0 6-11 0,3 3-15 16,-3 4 2-16,2 4-18 0,0 1 5 0,-1 4 1 15,3 5-9-15,-1 3 11 0,-1 7-7 16,5 4 1-16,-2 5 4 0,5 7-5 0,3 2 6 16,4 2-1-16,9 1 4 0,5 3-5 0,2-2-1 15,7 1 2-15,2-4-14 0,5-1 5 0,1-4-14 16,3-5-37-16,0-6-60 0,2-5-99 0,1-7-172 15,-8-4-326-15,-13-4-284 0</inkml:trace>
  <inkml:trace contextRef="#ctx0" brushRef="#br0" timeOffset="294220.0059">30930 16448 0 0,'0'0'285'0,"0"0"13"0,0 0 11 0,0 0-14 16,0 0-22-16,0 0-44 0,0 0-38 16,0 0-33-16,0 0-29 0,0 0-22 0,0 0-29 15,0 0-19-15,0 0-23 0,0 0-16 0,8-95-17 16,-6 95-12-16,0 0-2 0,3 7-9 0,-2 4 7 15,4 6 2-15,-4 7-4 0,3 4 12 16,-1 7-5-16,-4 3 4 0,-1 2 4 0,0-1-4 16,0 3 1-16,0-4-4 0,0-1 0 0,0-1-2 15,-1 1 3-15,1-2-4 0,0-1-11 0,0-3-5 16,0-2-14-16,0-6-7 0,0-5 10 16,1-4-5-16,5-4 17 0,-2-6 12 0,4-3 6 15,3-1 23-15,1-4 1 0,5-7 9 0,0-1-5 16,4-6-3-16,0 0 3 0,2-5-9 0,0 1 14 15,4-2-7-15,2 1 1 0,1-1-1 0,1 3-14 16,1 2 4-16,-1 4-9 0,-2 3-3 16,-4 5 0-16,-2 3-5 0,-3 4-5 0,-5 2-2 15,-3 6 2-15,-2 5 0 0,-1 2 7 0,-2 2 5 16,-4 3-8-16,-3 3 9 0,0 2-4 0,-4 0-2 16,-5 1 11-16,-3 0-14 0,-4-2 9 15,1 0 1-15,-4-2-6 0,-1 0 15 0,-2-4-8 16,-3-1 9-16,0-3 4 0,0-1-1 0,-1-5 1 15,-2-1-5-15,0-3 3 0,2-3-11 16,-1-1 2-16,-1 0-14 0,2-8-74 0,0-5-187 16,5 2-506-16,7 2-376 0</inkml:trace>
  <inkml:trace contextRef="#ctx0" brushRef="#br0" timeOffset="296152.614">32428 16660 0 0,'0'0'320'0,"0"0"-116"15,0 0 1-15,0 0 13 0,0 0 8 0,0 0-5 16,0 0-19-16,0 0-40 0,0 0-28 0,0 0-29 15,0 0-39-15,0 0-17 0,-6-105-19 16,-8 102-20-16,-1-1 4 0,-5 2-12 0,2 1 3 16,-5 1 0-16,0 0-4 0,-5 1 2 0,2 6-10 15,-3 0 4-15,-1 2-5 0,1 3 5 16,1 0 4-16,-1 4-5 0,2 1 7 0,0 1-10 16,1 0-3-16,3 0 4 0,4 0-11 0,5-1 6 15,4 2-4-15,3 1-7 0,6-2 5 16,1 0-8-16,8 1 2 0,4-2 1 0,8 0 4 15,2-1 7-15,7-2 1 0,3-5 11 0,6-2-6 16,3-5 8-16,2-2 5 0,3-5-13 0,-1-7 13 16,-4-1-8-16,-2-6 8 0,-8 1 13 0,-1 0 3 15,-8-2 18-15,-3 0 0 0,-3-1 7 16,-6-1 2-16,-6 3 1 0,-4 1 5 0,0 0-7 16,0 1 1-16,-4 1-12 0,-4 1-8 0,-3 1-2 15,-1 2-14-15,-2 4-3 0,0 3-6 16,-1 1-6-16,-1 4-1 0,-1 2-2 0,3 0-3 0,0 6-5 15,2 4 0-15,1 5-6 0,4 2 3 16,3 4 6-16,3 4-7 0,1 1 10 0,2 2-3 16,8 1-4-16,8 1 8 0,1-3-10 0,3 3 5 15,3-5-4-15,2 0-3 0,0-5 2 0,-2 1-15 16,4-6-5-16,-2-5-29 0,0-3-77 16,-1-4-121-16,-3-4-247 0,-8-1-343 0,-6 0 382 0</inkml:trace>
  <inkml:trace contextRef="#ctx0" brushRef="#br0" timeOffset="296674.3503">32904 16116 183 0,'0'0'177'0,"0"0"-33"0,0 0-47 15,0 0-50-15,0 0-2 0,0 0 15 0,0 0 29 16,0 0 19-16,0 0-10 0,0 0-3 16,0 0-20-16,0 0-16 0,-5 130-17 0,0-95-13 15,1 4-4-15,0 3-15 0,-2 1 2 0,3 1-12 16,-4 1-3-16,3-1 5 0,-2 1-10 0,2-2 6 15,-2-2-7-15,3-2-9 0,-2-3-1 0,2-3-8 16,1-3 2-16,1-5 5 0,0-3 5 16,-1-5 13-16,1-6 20 0,1-3 29 0,0-5 5 15,0-3 17-15,4 0-2 0,0-4-27 0,3-6 10 16,2-2-7-16,0-4 2 0,1-4 10 16,4 1-6-16,0-4-4 0,4 1-11 0,2-1-7 15,1 0-9-15,2 2-9 0,3 3-7 0,1 1-4 16,-1 5 2-16,3 4-9 0,-2 2-2 0,0 4-3 15,0 2-11-15,-3 2 8 0,0 6 0 0,-4 3-1 16,0 5 10-16,-2 0 0 0,-4 1 9 0,-2 2 2 16,-2 4 7-16,-5-2 1 0,-2 2 6 15,-3 1 9-15,-1-2-9 0,-8 0 12 0,-3-1-3 16,-3-3 3-16,-3 0 18 0,-1-3-13 0,-5-2 1 16,2-3-8-16,-4-2-13 0,-2-4-5 15,-3-1-19-15,-3-3-77 0,-5-1-234 0,11-4-473 16,7 1-119-16</inkml:trace>
  <inkml:trace contextRef="#ctx0" brushRef="#br0" timeOffset="298092.3491">30867 17813 0 0,'0'0'59'0,"0"0"234"16,0 0-1-16,0 0 7 0,0 0-12 15,0 0-27-15,-9-129-39 0,9 112-54 0,0 2-25 16,0 1-39-16,-1 4-23 0,-6 2-20 16,2 3-31-16,-5 0-3 0,-2 4-22 0,-5 1-7 0,-3 0 4 15,-7 6-8-15,0 3 0 0,-7 5-1 16,1 2 4-16,-6 1-5 0,2 2 10 0,-3 4 0 15,4-2-16-15,5-1 15 0,2-2-20 0,6 1 5 16,-4 1 30-16,2 2-38 0,-3 2 36 16,4 0-26-16,-2 4-18 0,4-3 20 0,3 1-23 15,6-2 27-15,5 1-26 0,7-4 25 0,1 0-26 16,10-3-16-16,9-2 48 0,5-2-53 0,4-4 58 16,7-3 14-16,8-3-52 0,2-4 62 15,7-4-58-15,4-7-1 0,0-7 42 0,1 0-28 16,-4-4 43-16,-1-5 1 0,-3 1 11 0,-7-1-3 15,-6 1 10-15,-9 0 13 0,-2-2-36 16,-11-3 41-16,-9 1-39 0,-8-1-2 0,-10 7 28 16,-10 4-41-16,-4 3 24 0,-3 3-11 0,-1 3-16 15,-2 1 12-15,-3 7-8 0,4 2 3 16,3 1-1-16,5 6 2 0,4 3-6 0,2 3-9 16,7 2 6-16,1 1-16 0,6 1 7 0,3 1 15 15,1 0-23-15,0 5 16 0,4 2-21 0,7 5-10 16,0 1 9-16,7 2-10 0,2 2 14 15,3 1-38-15,5-2-25 0,1-1-94 0,1-4-127 0,0-2-172 16,-7-10-300-16,-10-5 300 0</inkml:trace>
  <inkml:trace contextRef="#ctx0" brushRef="#br0" timeOffset="298621.8693">31366 17365 629 0,'0'0'-183'16,"0"0"92"-16,0 0 94 0,0 0 110 15,0 0 88-15,0 0 39 0,0 0-3 0,0 0-39 0,0 0-81 16,0 0-55-16,0 0-48 0,0 0-15 15,0 0 12-15,0 0 13 0,60-6 29 0,-56 36 10 16,1 3 8-16,-2 4-9 0,-1 2-17 0,2 3-13 16,-2 1-24-16,0-4 3 0,-2-4-15 15,1-4 8-15,0-4 6 0,2 1-19 0,-3 2 14 16,0 1-21-16,0 2-5 0,0-1 5 0,0-2-17 16,-3-2 21-16,2-1-26 0,0-7 27 15,1-2-12-15,0-5-8 0,0-4 69 16,0-4-37-16,0-4 53 0,0-1 4 0,1-6-44 0,6-7 39 15,2-2-37-15,0-4 14 0,3-3-2 0,1-3-4 16,5-1 14-16,2 1-19 0,1-3 32 16,8-2-37-16,3 0 1 0,5 4 2 0,-1 4-41 15,-6 11 31-15,-8 7-22 0,-4 4 1 0,-2 0 21 16,-6 5-25-16,2 1 27 0,-2 2-18 16,0 3-5-16,1 2 0 0,-3 2-7 0,-3 1 21 15,0 4-18-15,-4-1 31 0,-1 0-22 0,-1 2-14 0,-7 0 38 16,-3-1-38-16,-5 4 35 0,1-4 10 15,-5 1-35-15,-3 0 35 0,-1-2-32 0,1-1 2 16,-4 0 2-16,2-3-8 0,-2-3 11 0,-1-1-6 16,2-3 11-16,-1-2-39 0,4-3-52 0,-2-2-91 15,3-1-180-15,7-4-189 0,0-2-252 16,6 1 779-16</inkml:trace>
  <inkml:trace contextRef="#ctx0" brushRef="#br0" timeOffset="298904.4347">32799 17448 1434 0,'0'0'632'0,"0"0"-623"0,0 0-50 0,0 0 10 16,0 0 2-16,0 0 45 0,0 0 28 15,0 0 7-15,0 0 6 0,0 0-18 0,0 0-13 0,0 0-26 16,0 0-1-16,0 0-22 0,-135 19-3 0,107-7 18 15,-2 3-15-15,0 2 29 0,-1 3-7 16,-2 4-12-16,2 3 13 0,3-1-15 0,5-3 9 16,4 2 4-16,4-1 4 0,1 6-7 15,2 2-16-15,3 5 25 0,4 4-24 0,5 2 35 16,6 0 16-16,11-2-31 0,13-2 30 0,12-6-38 16,12-7-9-16,17-5-42 0,16-9-201 0,-19-5-585 15,-20-5-97-15</inkml:trace>
  <inkml:trace contextRef="#ctx0" brushRef="#br0" timeOffset="300871.1999">26581 15961 803 0,'0'0'231'0,"0"0"-14"15,0 0 25-15,0 0-42 0,0 0-22 0,0 0-39 16,0 0-52-16,0 0-16 0,0 0-30 0,0 0-18 16,0 0-13-16,0 0-34 0,-9-13-24 0,9 15-3 15,0 6 0-15,3 4 25 0,-1 9 24 16,1 7 10-16,-3 4 3 0,0 5-4 0,0 5-2 15,0 0-6-15,1-1 2 0,-2 3-4 0,-1-1 5 16,0-2 3-16,1 3-11 0,-1-4 8 16,1 0-8-16,1-1-6 0,-1-6 8 0,0-4-18 0,-1-4-20 15,0-8-71-15,-2-4-232 0,4-6-311 16,-1-5-215-16</inkml:trace>
  <inkml:trace contextRef="#ctx0" brushRef="#br0" timeOffset="301085.6178">26180 15906 2279 0,'0'0'112'16,"0"0"14"-16,0 0 10 0,0 0-9 0,0 0-6 16,0 0-31-16,0 0-31 0,0 0-21 0,0 0-18 15,0 0-5-15,124-85-5 0,-51 62-3 16,13 1 1-16,8 0-3 0,6 1-4 0,4 6-6 15,2 4-12-15,3 4-28 0,-2 7-71 0,0 1-238 16,-29 6-667-16,-25-1-575 0</inkml:trace>
  <inkml:trace contextRef="#ctx0" brushRef="#br0" timeOffset="303715.5855">27780 17661 0 0,'0'0'0'0,"0"0"0"0,0 0 0 16,0 0 0-16,0 0 0 0,0 0 0 15,0 0 0-15,0 0 0 0,0 0 0 0,0 0 0 16,0 0 0-16,0 0 0 0,-51 12 0 0,51-12 0 16,0 0 77-16,0 0 79 0,0 0 9 0,0 0 4 15,0 0-16-15,0 0-9 0,0 0-18 16,0 0-18-16,0 1-16 0,0-1-10 0,-1 0-10 16,1 0-11-16,0 0 2 0,0 0-12 0,0 0-4 15,-1 0 5-15,1 2-11 0,0-2 3 16,-2 1-2-16,2-1-9 0,-1 0 0 0,1 0 3 15,0 0-1-15,0 0 7 0,0 0 12 0,0 0-9 16,0 0 0-16,0 0-6 0,0 0-16 0,0 0 4 16,0 0-9-16,0 0-4 0,0 0 4 15,0 0-8-15,0 0 3 0,0 0-3 0,0 0-2 16,0 0-3-16,0 0 3 0,-1 0 1 0,1 0-15 16,0 0 14-16,0 0-10 0,0 0-6 0,0 0 12 15,0 0-13-15,0 0 8 0,0 0 3 16,0 0-1-16,0 0 3 0,0 0-4 0,0 0 4 0,0 0-8 15,0 0 12-15,0 0-14 0,0 0-1 16,0 0 20-16,0 0-18 0,0 0 23 0,0 0 0 16,0 0-14-16,0 0 14 0,0 0-9 0,0 0-6 15,0 0 6-15,0 0-9 0,0 0-2 16,0 0 5-16,0 2 4 0,0-2 1 0,0 1 5 16,0-1-3-16,0 0-14 0,0 0 9 0,0 0-15 15,0 0 4-15,0 0 17 0,0 0-18 0,0 0 16 16,0 1-2-16,0-1-12 0,0 0 11 15,0 0-9-15,0 0 5 0,0 0-2 0,0 0 2 16,0 0-2-16,0 0-2 0,0 0 9 0,0 0-8 16,0 0 14-16,0 0 2 0,0 0-15 15,0 0 16-15,0 0-8 0,0 0-5 0,0 0 12 16,0 0-11-16,0 0 6 0,0 0 0 0,0 0-2 16,0 0 1-16,0 0-5 0,0 0 4 15,0 0-10-15,0 0 6 0,0 0-10 0,0 0-4 16,0 0 14-16,0 0-18 0,0 0 11 0,0 0-4 15,0 0-19-15,0 0 7 0,0 0-18 0,0 0-19 16,0-1-54-16,4 0-177 0,-2-1-333 16,3 2-709-16</inkml:trace>
  <inkml:trace contextRef="#ctx0" brushRef="#br0" timeOffset="305238.5385">30109 17406 0 0,'0'0'0'15,"0"0"0"-15,0 0 0 0,0 0 0 0,0 0 0 16,0 0 0-16,0 0 0 0,0 0 39 15,0 0 68-15,0 0 0 0,0 0 3 0,0 0 2 16,-22-25 17-16,23 25-2 0,-1-1 13 0,2 1 4 16,-2 0 0-16,0 0 1 0,0 0-14 0,0 0-11 15,0 0-25-15,0 0-15 0,0 0-21 0,0 0-16 16,0 0 5-16,0 1-15 0,0 0 8 16,0-1-1-16,2 1-9 0,2-1 19 0,5 1 1 15,3 1 15-15,8-1 12 0,7 0-4 0,5-1-1 16,8 0-9-16,3 0-15 0,9-4-14 0,6 0-1 15,5-1-10-15,7 2-9 0,2-3 5 16,7 2-18-16,3-3 3 0,-1 3 7 0,2 0-9 16,1-2 11-16,1 3-13 0,-1-2-1 0,-1-1-1 15,-4 2-7-15,-1 0 10 0,-5 0-7 16,-8 1 6-16,-4-1-2 0,-3 1-6 0,-6 0 7 16,-4 3-8-16,-7-1 9 0,-6 1-2 0,-4 0 2 15,-3 0 1-15,-7 0-9 0,-7-1 7 0,-6-1-6 16,-1 2 5-16,-6 0 2 0,-1 0-2 0,0 0 7 15,-9 0-7-15,-1 0 6 0,-6 0-4 16,-4 0-14-16,-7 0 12 0,-2 0-11 0,-1 0-1 16,-2 0 11-16,-1 0-11 0,-2 0 8 0,3 0-5 15,-1 0-7-15,-4 0-13 0,2 0-13 16,-5 0-2-16,0 1-14 0,-4 0 15 0,-1 1-8 16,2 1 0-16,0-1 9 0,-2 2-27 0,0 0-1 15,-3 1-12-15,-3 2-16 0,0 0 26 0,-2 0 20 16,-3 0 16-16,2 0 27 0,-1 1 5 15,-2-1 6-15,4 4 2 0,-4-2 9 0,4-1-8 16,1 1 9-16,1 0 8 0,1 1-12 0,1-2 23 16,6-1-12-16,2 0 14 0,2-1 16 0,6-1-6 15,3-1 18-15,8 0-13 0,2-2 0 0,5-1 2 16,5 2-7-16,7-3 6 0,1 0-7 16,2 0 6-16,0 0-7 0,1-1-7 0,3-3-4 15,7-1-27-15,4 0 2 0,5-2-15 0,4 0-3 16,5-1 14-16,4 3-17 0,6-2 10 15,3 3 4-15,8 0-8 0,0-1 10 0,8 2-1 16,3 1 1-16,2 0-1 0,5-1 4 0,-1 2 0 16,3-1-4-16,1-2 15 0,1 2-10 15,-2-1 6-15,1-2 3 0,-2 2-12 0,-4-3 10 0,-3 1-8 16,-4 1 1-16,-6-1 1 0,-4 0-3 16,-9 0-2-16,-7 0 4 0,-9 0 4 0,-4 2-7 15,-7-1 7-15,-3 3-1 0,-8-1-2 0,-1 1 16 16,0 0-6-16,-6-1-10 0,-9 1 4 15,-5 1-23-15,-6 1 3 0,-10-1 0 0,-6 4-3 16,-7-1 7-16,-3 2 2 0,-3 0 3 0,-3-1-6 16,0 1 8-16,-3 1-12 0,0 0-3 0,0 1 13 15,1 1-11-15,7-1 13 0,3 0 8 0,9 1-8 16,7-4 11-16,7-1-6 0,6-3 0 16,7 2 0-16,5-2 3 0,2 1 6 0,6 0-2 15,1 0 8-15,3-1-12 0,12 0 0 0,5 0 0 16,5-2-11-16,15-4 10 0,6 1-8 0,7-2 3 15,3 3 2-15,8 2-8 0,-1 0-4 0,0 0-13 16,-1 1-5-16,0 0-19 0,0 0-32 16,-3-1-89-16,-2 0-213 0,-16 1-458 0,-16 0-252 15</inkml:trace>
  <inkml:trace contextRef="#ctx0" brushRef="#br0" timeOffset="307319.3718">18552 13843 0 0,'0'0'0'15,"0"0"0"-15,0 0 0 0,0 0 0 0,0 0 0 16,0 0 39-16,0 0 112 0,0 0-3 0,0 0-10 16,0 0-8-16,0 0-8 0,-60-21-1 15,59 21 3-15,-2-1-2 0,1 1 0 0,1-2 0 16,1 2-7-16,0 0-8 0,0 0-14 0,0 0-15 15,0 0-11-15,0 0-5 0,0 0-7 0,0 0 0 16,0 0-3-16,1 0-8 0,0 0-4 0,1 0-13 16,1-2-10-16,4 0-8 0,2-2-5 0,3 0-4 15,6 0 3-15,2-1-2 0,2 1 0 16,3-1 2-16,5 1-4 0,1 1 1 0,2-1-1 16,0 1 0-16,0 0 0 0,-2 1-1 15,-3 1-2-15,-3 0 0 0,-2 1 2 0,-3 0 0 16,-4 0 3-16,-1 0-5 0,-4 0-5 0,-4 0-6 15,-2 0-10-15,-3 0-4 0,-2 0 0 0,0 0 2 16,0 0-1-16,0 0 2 0,-4 1 8 0,-1 1 16 16,-1 2 21-16,-4 0 9 0,-1 1 3 15,-3-1-7-15,-1-1-7 0,-2 0 1 0,0-1-3 16,-1-2-5-16,0 1-1 0,-2 0-3 0,-1 1-3 16,1-1-3-16,-1 0 5 0,2 0-5 0,-2 0 0 15,0 2 1-15,1-1-7 0,-1 0 6 16,1 1 0-16,4-1-2 0,0 0 5 0,2 2 0 15,0-3 3-15,4 1 5 0,2-1 4 0,1 0 7 16,5-1 7-16,0 0 3 0,2 2-2 0,0-2-2 16,0 0-10-16,0 0-10 0,3 0-12 15,3 0-7-15,2 0 2 0,4 0 2 0,6 0 8 16,0-2 1-16,6 1-2 0,1 0 1 0,2 0-2 16,1 0 1-16,0 0-1 0,-1 0-3 0,3-1 3 15,-4 1-4-15,0 1-4 0,-4 0 4 0,-2 0-6 16,-1 0 4-16,-6 0 0 0,-1 1-4 15,-5 2 0-15,-2-3-7 0,-3 2-2 0,0-1 2 16,-2-1 2-16,0 1 4 0,0-1 3 0,-4 0 9 16,-1 1 5-16,-2 2 8 0,-5-1 6 0,-3 2-6 15,-2-2 0-15,-3-1-8 0,-2 0-2 16,-1 0 1-16,-4 1-6 0,-2-2 4 0,-1 1-3 16,2-1-1-16,-1 2 4 0,1-1-4 0,6 0 4 15,2 0 2-15,1 1-4 0,6 1 2 16,-2 0-4-16,3-1-3 0,5 1-3 0,2-1-4 15,3-2-4-15,1 1-12 0,1-1-7 0,0 0-19 16,1 3 17-16,4-1 17 0,4 0 19 0,7 1 28 16,2-2 0-16,7-1-4 0,5 0 1 15,5-5-8-15,5-2-3 0,6-1-3 0,0-1-3 16,1-1 0-16,-2-2-1 0,-4 3 1 0,-2 1-1 16,-7 0 1-16,-10 2 0 0,-8 2 0 0,-7 2 6 15,-7 2-4-15,-2 0-9 0,-12 3-4 0,-14 8-9 16,-17 5-2-16,-16 7-19 0,-18 7-110 15,16-5-519-15,14-6-675 0</inkml:trace>
  <inkml:trace contextRef="#ctx0" brushRef="#br0" timeOffset="309419.0838">32281 17129 0 0,'0'0'0'16,"0"0"0"-16,0 0 0 0,0 0 0 0,0 0 0 16,0 0 0-16,0 0 0 0,0 0 36 15,0 0 129-15,0 0 2 0,0 0 4 0,0 0-5 16,-58 5-22-16,53-3-5 0,-2 0-12 0,3-1-12 15,-3 0 1-15,3 0-18 0,-2-1-9 0,3 2-4 16,-1-1-14-16,1-1 2 0,1 1-5 16,1 0 1-16,0-1-5 0,1 0-2 0,0 0 2 15,0 0-14-15,1 0 4 0,4 0-14 0,5 0-8 16,8 0 8-16,8-1-10 0,7-3 9 16,8 0-7-16,8-2-12 0,1-1-3 0,5 3-13 15,-4 1-1-15,-6 2-12 0,-2 1 13 0,-6 0-7 16,6 0-2-16,3 0 14 0,4 2-23 0,1 0 12 15,6 1-9-15,-2-1-12 0,0 2 13 0,-2-1-13 16,-3 1 12-16,-4-2 9 0,-3 0-8 0,-4 1 10 16,-4-1-13-16,-5-1 12 0,-4 1-1 15,-4-1 3-15,-6 1 15 0,-3-2-14 0,-3 0 25 16,-5 0 3-16,-3 0 0 0,-1 0 20 0,-1 0-22 16,-2 0-3-16,-4 0-9 0,-4 0-17 0,-3-2 2 15,-3 1 0-15,-5 0-1 0,-2 0-6 16,-2 0 8-16,-4 1-12 0,-2 0 2 0,-3 0 11 15,0 0-14-15,0 2 7 0,-2 2-1 0,0-1-9 16,-1 1 12-16,-2 1-4 0,4 0 3 16,-4-1 3-16,-9 3-2 0,-3 0 5 0,-2 0-10 15,1 0 6-15,12-1-3 0,8-3 3 0,6 0 14 16,5-2-13-16,7-1 15 0,2 1-8 0,5-1 3 16,3 0 13-16,4 0-6 0,0 0 3 15,0 0-15-15,7 0-3 0,4-5-11 0,7-2-1 16,4-1 8-16,5 0-12 0,0 1 25 0,0 2-13 15,0 1-6-15,5-1 14 0,4 1-31 0,6-1 11 16,4 1 5-16,3-1-13 0,4-1 12 16,0 2-10-16,0 0 1 0,-2 3 1 0,-2 1 1 15,-3 0 3-15,-3 0-4 0,-11 0 18 0,-5 0-16 16,-8 0 17-16,-3 1-2 0,0 2-15 0,-3-3 31 16,1 1-20-16,-8-1 16 0,5 1 16 15,-4 0-19-15,1 0 14 0,0 2-12 0,-8-2-16 16,-3 0 1-16,-11 0-1 0,-8 0 12 0,-8 0-3 15,-6 0 12-15,-6 1-7 0,-6-1-7 0,-6 0 22 16,0 0-16-16,-3 0 17 0,1 0-1 0,-3 1-14 16,-9-1 12-16,-5 0-13 0,2 1-11 15,10 2 1-15,20 0-5 0,15-1-2 0,13 1 3 16,8-2-1-16,5 0-21 0,5 3 7 0,8-4-3 16,5 4-13-16,9-2 22 0,5 1-39 15,11-2-71-15,15 1-240 0,-13-2-523 0,-9 0-80 0</inkml:trace>
  <inkml:trace contextRef="#ctx0" brushRef="#br0" timeOffset="310905.8139">19331 13737 0 0,'0'0'0'15,"0"0"0"-15,0 0 0 0,0 0 0 0,0 0 0 16,0 0 0-16,0 0 0 0,0 0 10 16,0 0 30-16,0 0-1 0,0 0-3 0,0 0 3 15,-57 9 7-15,53-8 7 0,3-1 9 0,0 0 6 16,1 1 10-16,0-1 16 0,0 0 26 0,0 0 20 15,0 0 9-15,0 0-2 0,0 0-19 16,0 0-19-16,1 0-18 0,0 0-18 0,2 0-17 16,-1 0-5-16,6 0-5 0,0 0-9 0,5 0-3 15,3 0-13-15,3 0-11 0,0 0-2 16,3 0-6-16,1 0 0 0,1 0-2 0,2 2-3 16,-2 2 1-16,3-2-2 0,-1 1 0 0,2 0 2 15,-3-1-1-15,1 2 2 0,-4-2-3 0,2 0 0 16,-4 1 3-16,-5-2-2 0,-2 0 1 15,-4 0-4-15,-4 0-5 0,-2-1 1 0,-3 1 3 16,0 1 9-16,0-2 8 0,-1 0 8 0,-5 0 6 16,-1 0-7-16,-5 0 0 0,-5 0-8 0,-2 0-7 15,-5 0 3-15,-1 0-3 0,0 1 6 0,-1-1-1 16,-3 0 1-16,1 0 3 0,0 1-3 16,1 0 4-16,0-1 2 0,5 2 5 0,4-1 6 15,4 0-1-15,3 0 2 0,2 0-6 0,5 1 2 16,2-1 1-16,2-1-3 0,0 0 2 0,0 0-10 15,0 0-11-15,2 0-10 0,3 0 5 0,6-1 6 16,3 1 7-16,6 0 13 0,4 0-12 16,4 0 3-16,2 0-6 0,3 0-5 0,-1-2 5 15,3 0-8-15,-3 0-1 0,0 0 3 0,1 0-8 16,-6 1 6-16,-4 1-5 0,-5 0-1 16,-5 0-1-16,-3 0-5 0,-7 0-5 0,0 0-2 15,-3 0 4-15,0 1 7 0,0-1 8 0,-3 1 6 16,1 0 12-16,-7 1 8 0,1 1 5 15,-4 1 6-15,-2-1-5 0,-3 0-5 0,0-1-3 16,-1-1-4-16,0 0-6 0,-2 0 1 0,1 1-3 16,-1 0-2-16,-2-1 1 0,2 0-6 0,-5 2-3 15,-1 0-3-15,0 1-1 0,0-2 1 0,-3 1 2 16,3 1 1-16,1-1 0 0,0 0-1 16,3 0-12-16,3 1-30 0,3 0-92 0,4-1-486 15,6 1-794-15</inkml:trace>
  <inkml:trace contextRef="#ctx0" brushRef="#br0" timeOffset="313937.3523">18510 13758 0 0,'0'0'0'0,"0"0"0"16,0 0 0-16,0 0 0 0,0 0 86 15,0 0 105-15,0 0-6 0,0 0-9 0,0 0-17 16,0 0-19-16,0 0-19 0,0 0-17 0,-4-16-19 16,4 15-11-16,0 0-13 0,0 1-10 0,0 0-3 15,0 0-2-15,0 0 6 0,0 0 9 16,0 0 8-16,0 0 1 0,0 0-4 0,0 0-12 15,0 0-10-15,0 0-6 0,0 0-9 0,0 0-7 16,0 0-9-16,0 1-9 0,0-1-11 0,0 1-10 16,0 3-13-16,0 0 15 0,0 3 9 15,0 4 11-15,2 1 19 0,0 4-6 0,5-1 3 16,-2 0 5-16,3 2 0 0,0-2-3 0,1 0 1 16,-2 1-4-16,2-1 0 0,-2 2-1 0,0-1-3 15,-1 2-3-15,4 4-3 0,-4 6-6 16,0 4-10-16,-1 7-113 0,-2-4-722 0,-1-13-436 0</inkml:trace>
  <inkml:trace contextRef="#ctx0" brushRef="#br0" timeOffset="314956.3766">29989 16309 16 0,'0'0'274'16,"0"0"16"-16,0 0 4 0,0 0-49 16,0 0-48-16,0 0-32 0,0 0-37 0,0 0-19 15,0 0-17-15,0 0-7 0,0 0-10 0,0 0-5 16,-3-59-1-16,3 59-19 0,0 0-1 0,0 0-8 15,0 0-19-15,0 0 1 0,0 0-14 16,0 0-13-16,0 5-1 0,-1 1-4 0,0 2 1 16,-1 6 5-16,-2 2 5 0,1 3-2 0,1 2 3 15,0 3 2-15,-1 4-9 0,3 1 8 0,0 4-10 16,2 2 0-16,-2 3 8 0,1-3-9 16,2-2 12-16,-1-1-5 0,4-3-2 0,-3-2 6 15,1-2-6-15,0-4 6 0,-2-4-1 0,-1-3 1 16,3-3 4-16,-2-1-5 0,-1-6 8 0,1-1 2 15,4-3 1-15,4-3-72 0,-4-5-637 0,2 2-744 16</inkml:trace>
  <inkml:trace contextRef="#ctx0" brushRef="#br0" timeOffset="316302.2153">18884 13755 624 0,'0'0'136'16,"0"0"11"-16,0 0-2 0,0 0 0 0,0 0 4 16,0 0 1-16,0 0-11 0,0 0-21 0,0 0-34 15,0 0-38-15,0 0-37 0,0 0-28 0,20-26 11 16,-18 36 6-16,1 1 14 0,1 5 22 0,1 3-5 16,1 3 5-16,1 3 2 0,1 1-8 15,2 2-9-15,0 1-6 0,0 2-11 0,0 1-6 16,1 4-32-16,-2-7-227 0,-6-8-1018 0</inkml:trace>
  <inkml:trace contextRef="#ctx0" brushRef="#br0" timeOffset="317102.3373">31212 16155 191 0,'0'0'384'0,"0"0"-318"16,0 0-25-16,0 0-9 0,0 0 13 0,0 0 49 15,0 0 38-15,0 0 20 0,0 0 13 16,0 0-19-16,0 0-22 0,0 0-16 0,43-82-26 16,-43 82-31-16,0 0-12 0,0 0-18 0,0 0-10 15,0 0 6-15,0 4-4 0,0 2 9 0,0 4 11 16,1 3 3-16,0 5 10 0,2 5 0 0,-3 7 4 15,0 5 1-15,0 7-3 0,0 6-5 16,-3 4-14-16,0 6-7 0,-4 5-25 0,-1 6-66 16,0-15-588-16,1-17-782 0</inkml:trace>
  <inkml:trace contextRef="#ctx0" brushRef="#br0" timeOffset="318504.4986">19358 13711 0 0,'0'0'7'0,"0"0"211"16,0 0-28-16,0 0 12 0,0 0 34 15,0 0 5-15,0 0-23 0,0 0-32 0,0 0-33 16,0 0-26-16,0 0-14 0,0 0-18 0,-1 0-24 15,4 0-20-15,-1 0-25 0,1 0-18 0,-1 0-4 16,1 3-7-16,-1 5-1 0,1 5 8 16,-3 9 5-16,0 8 7 0,-5 9 3 0,-5 5-5 0,-5 8-2 15,1 2-14-15,-3 3-15 0,0 3-82 16,4-16-718-16,5-14-461 0</inkml:trace>
  <inkml:trace contextRef="#ctx0" brushRef="#br0" timeOffset="319323.7709">32371 16009 0 0,'0'0'0'16,"0"0"0"-16,0 0 104 0,0 0 54 16,0 0 57-16,0 0 42 0,0 0 1 0,0 0-22 15,0 0-29-15,0 0-36 0,8 131-18 0,-7-95-30 16,-1 3-30-16,0 3-11 0,1 6-30 0,-4 3-21 15,-4 2-17-15,-2 7-62 0,2-15-583 16,1-14-767-16</inkml:trace>
  <inkml:trace contextRef="#ctx0" brushRef="#br0" timeOffset="320380.2109">19679 13752 0 0,'0'0'0'0,"0"0"0"0,0 0 0 0,0 0 0 0,0 0 172 16,0 0 17-16,0 0-68 0,0 0-68 15,0 0-64-15,0 0-20 0,0 0 14 0,0 0 36 16,-19 31 57-16,26-9 38 0,0 5 33 0,1 5 22 16,2 1 16-16,3-1-9 0,-2 2-26 0,3 0-28 15,-4 0-43-15,1 2-28 0,0 2-28 16,0 2-64-16,-3-8-576 0,-3-10-512 0</inkml:trace>
  <inkml:trace contextRef="#ctx0" brushRef="#br0" timeOffset="321953.6236">18254 13947 0 0,'0'0'0'0,"0"0"84"16,0 0 107-16,0 0-4 0,0 0-16 15,0 0-29-15,0 0-13 0,0 0 11 0,0 0 1 16,0 0-10-16,0 0-6 0,0 0-16 0,10-51-18 15,-8 48-21-15,-2 2-28 0,2 1-28 0,-2 0-29 16,0 0-28-16,0 0-20 0,1 4 13 16,0 2 18-16,2 4 22 0,-1 4 22 0,2 5-6 15,0 2-2-15,0 4 3 0,-1 0-3 0,2 2 1 16,0-1-2-16,1-1-1 0,3 0-1 0,0-3 1 16,0 3-1-16,2-4-1 0,-1-3 1 15,1-1-1-15,2-3 1 0,-3-5 3 0,0-2 10 16,1-5 22-16,-1-2 28 0,1-3 24 0,-2-8 14 15,1-4-3-15,0-5-11 0,1-2-14 0,1-3-11 16,-1-2-4-16,2 0-4 0,-2-4-5 16,1 3-5-16,-1 1-11 0,-1 2-12 0,1 3-9 15,-2 5-10-15,0 4-9 0,0 4-5 0,0 4-12 16,-1 3-8-16,1 2-12 0,2 0-5 0,0 6 5 16,3 4 9-16,-2 4 14 0,1 1 7 15,4 2 9-15,-3 2 3 0,3-1-2 0,-1 1 6 16,-1-3-5-16,5 0 2 0,-3-2 2 0,1-4-5 15,0-2 7-15,2-2 1 0,-2-3 3 0,0-1 9 16,2-2-2-16,-3 0 5 0,2-6 5 16,1-1 0-16,-5-2 9 0,0-1 3 0,-4-1 4 15,-1-3 0-15,1-1 2 0,-2-1-1 0,-3 0 3 16,-1-1-1-16,1-1 1 0,-1 3 0 0,-1-1-6 16,-2 6-6-16,0 1-9 0,-1 4-11 15,-1 2-4-15,1 1-16 0,-1 2-17 0,0 0-30 16,1 0-33-16,-1 4 11 0,3 4-1 0,1 7 11 15,-2 4-14-15,1 3-193 0,-1-3-479 0,-1-7-642 0</inkml:trace>
  <inkml:trace contextRef="#ctx0" brushRef="#br0" timeOffset="322754.9868">19523 14140 133 0,'0'0'225'0,"0"0"19"0,0 0-23 15,0 0-11-15,0 0-7 0,0 0-34 0,0 0-28 16,0 0-30-16,0 0-20 0,0 0-7 0,0 0-3 16,0 0-7-16,0 0-12 0,-65-42-21 15,65 42-18-15,0 0-18 0,0 0-11 0,0 0-18 16,0 0-22-16,0 0-30 0,0 1-17 0,-1 4 16 16,1 3 21-16,-1 5 35 0,-1 2 21 15,1 4-1-15,0 3-1 0,0 1-1 0,-1 2 2 16,2-1-1-16,0-1-1 0,0-2-2 0,0 0-3 15,0-4 3-15,0-1-3 0,3-3 3 0,1-3-2 16,-3-3-5-16,1-2 12 0,1-4 25 0,-2-1 43 16,2 0 40-16,0-4 5 0,4-4-14 0,2-6-34 15,2-3-27-15,0-4-4 0,1-1-1 16,-1 1 1-16,-1-1-3 0,-1 1-3 0,0 0-9 16,-2 5-6-16,-2 3-1 0,3 3-11 0,-5 5-4 15,0 2-16-15,1 3-24 0,-2 0-12 16,2 1-5-16,1 6 10 0,4 3 20 0,-2 2 15 15,2 4 7-15,1 2 6 0,1 1 3 0,-1-1 1 16,5-1 0-16,-3-3-1 0,6 0-1 16,-3-2 1-16,1-3 1 0,3-2 5 0,-1-1 3 15,2-4 7-15,1-2 4 0,1 0 3 0,-1-6 3 16,0-3 2-16,-1-2 2 0,1-3 1 0,-1-1-1 16,0-4-1-16,-3 1-3 0,1-1 0 0,-2-1 1 15,-5 1 1-15,1 2 2 0,0 2-2 16,-5 3-7-16,2 1-2 0,-3 3-6 0,0 2-7 15,1 2-5-15,-1 2-6 0,0 1-11 0,4 1-1 16,1 0-1-16,2 4-2 0,2 3 5 16,-1 2-2-16,2 3-2 0,-4 0-2 0,0 2-10 15,-2 1-18-15,-1 0-112 0,-3-1-562 0,-2-6-719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48:05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7728 8408 0 0,'0'0'0'0,"0"0"0"16,0 0 0-16,0 0 0 0,0 0 0 0,0 0 0 15,0 0 0-15,0 0 0 0,0 0 18 16,0 0 171-16,0 0 12 0,0 0 3 0,-11-62-26 16,11 62-39-16,-1 0-50 0,1 0-46 15,-2 0-33-15,2 0-25 0,0 0-24 0,0 0-34 0,0 1-18 16,0 2 15-16,0 1 22 0,0 2 36 0,0 1 33 16,6 1 27-16,4 1 29 0,8-1 32 15,4-1 28-15,10 0 1 0,7-4-2 0,9-3-14 16,7 0-14-16,6-4-11 0,9-4-9 0,7-4-2 15,0-2-10-15,9-1-7 0,1-2-12 16,3-2-14-16,0 0-1 0,0 0-10 0,-8 1 1 16,-2 0-1-16,-8 3-7 0,-8 1 0 0,-5 3-6 15,-10 1 0-15,-7 2-4 0,-11 3-5 0,-10 1-2 16,-6 3-11-16,-10 0 2 0,-1 1-3 16,-4 0 0-16,0 0 8 0,0 0-3 0,0 0 0 15,-2 0-1-15,-1 0 1 0,-1 4 10 0,-2-2-4 16,-2 3-7-16,3-1-53 0,-3-1-127 15,6-1-504-15,1 0-531 0</inkml:trace>
  <inkml:trace contextRef="#ctx0" brushRef="#br0" timeOffset="648.6576">11848 8421 0 0,'0'0'0'0,"0"0"0"0,0 0 0 16,0 0 0-16,0 0 0 0,0 0 0 0,0 0 0 15,-122 3 0-15,115-2 0 0,0-1 86 0,3 1 94 16,3-1-41-16,-1 2-20 0,2-2 3 0,0 1 20 15,0-1 11-15,0 0-9 0,2 0-24 16,1 0-37-16,6 1 6 0,5 0 21 0,9 0 18 16,11 2 21-16,8-3-19 0,11 0-27 0,8 0-17 15,7-4-14-15,7-2-11 0,7-1-6 0,7-2-9 16,3 0-9-16,0-1-7 0,2 1-5 16,0-2-6-16,-3 1-3 0,-4 1-5 0,-1 0-6 15,-9-1 0-15,-3 2-1 0,-8 1-1 0,-11 3 1 16,-9 0-5-16,-13 2-6 0,-10 1-5 0,-7-1-16 15,-9 2-11-15,-4 0-16 0,-3 0-36 0,0 0-58 16,0 0-56-16,-5 2-589 0,2 0-301 0</inkml:trace>
  <inkml:trace contextRef="#ctx0" brushRef="#br0" timeOffset="4839.5245">8944 9641 0 0,'0'0'0'0,"0"0"0"15,0 0 0-15,0 0 0 0,0 0 0 0,0 0 221 16,0 0 1-16,0 0-23 0,0 0-33 0,0 0-43 15,0 0-43-15,0 0-34 0,-21-14-18 0,21 14-20 16,0 0-5-16,0 0-8 0,0 0-12 16,0 0-7-16,1 0-16 0,2 0 2 0,3 0 5 15,2 0 14-15,7 0 9 0,-1 2 0 0,8 1 5 16,2 0-5-16,3 1 12 0,7 0 4 0,-1 0 1 16,8-2 4-16,2 0 0 0,5 0 2 15,4-2 6-15,4 0 5 0,-1-3 6 0,6-3 1 16,1-1 2-16,5-1 1 0,0 0-1 0,1-1 4 15,3 0-5-15,1 1 2 0,2 0-12 0,4 3-8 16,-4 1-4-16,3 0-12 0,1 3 7 0,-3 1-5 16,4 0-1-16,-5 0 4 0,5 1-6 15,-3 4 4-15,1-1-1 0,-3 2 0 0,-1 0 1 16,-1 0-1-16,-1 0 7 0,-2-1-2 0,-1 0 8 16,-3-3 8-16,0 0 3 0,-2-1 13 0,-2-2 2 15,-3 1 8-15,-3 0 4 0,-3 0-5 16,-5 0 6-16,-3 0-4 0,-6 0 1 0,-4-2-4 15,-4 1-4-15,-5-2-3 0,-4 2-8 0,-5 0 3 16,-4 0-13-16,-4 0-5 0,-3 1-6 16,0 0-13-16,-5 0 4 0,0 0-7 0,0 0-10 15,0 0-5-15,0 0-23 0,0 0-10 0,0 0-14 16,0 0-13-16,0 0-7 0,-2 1 18 0,1 2 8 16,-2 3-60-16,1 0-364 0,1-2-341 15</inkml:trace>
  <inkml:trace contextRef="#ctx0" brushRef="#br0" timeOffset="11098.9113">16844 9843 0 0,'0'0'0'0,"0"0"16"0,0 0 145 15,0 0 19-15,0 0-18 0,0 0-51 0,0 0-41 16,0 0-16-16,0 0-12 0,0 0-9 16,0 0-5-16,0 0-7 0,-10-3-3 0,11 3-3 15,-1 0 5-15,0 0 2 0,0 0 1 0,0 0 2 16,0 0-4-16,0 0 5 0,0 0 7 15,0 0-3-15,0 0 10 0,1 0-4 0,-1 0-2 0,0 0 3 16,0 0-12-16,0 0 1 0,0 0-6 16,0 0-7-16,2 0-1 0,-2 0-3 0,3 0 6 15,0 0 18-15,2 0 12 0,1 0 1 0,4 0-7 16,5 0-10-16,-2 0-18 0,2 0 4 0,2 0 1 16,2-1-3-16,2 0 12 0,1 0-5 15,-1 0 3-15,5-2 0 0,-3 2-7 0,2 0 2 16,-1-1-3-16,1-1-2 0,0 2-5 0,-1-1 2 15,2 1-1-15,-4 1-3 0,1-1 6 16,0-1-7-16,0 1-1 0,-2 0 3 0,0 0-5 16,1 0 6-16,-1 0-1 0,5-1-3 0,-2 1 1 15,3 0-3-15,-2 0 1 0,1 0-2 0,-2-1 8 16,1 0-4-16,1 0-1 0,-1 1 3 16,2-1-10-16,0 0 9 0,-3 1-1 0,4 0-1 15,-2-1 8-15,0 1-10 0,-2-1 3 0,-1 0-3 16,1 1-4-16,-1 0 5 0,1 0-2 0,0-1 2 15,0 1 0-15,2 1-2 0,0 0 2 16,0 0-5-16,2 0 4 0,-1 0-2 0,0 0-1 16,1 0 3-16,0 0-6 0,2 0 7 0,-1 0-1 15,3 0-2-15,-3-1 8 0,0 1-8 16,-1-2 3-16,2 2 1 0,0-1-2 0,-1 0 2 0,2-1-1 16,-2-1 2-16,-1 2-2 0,-1-1 1 15,2 0-1-15,-1-1-3 0,-1 1 6 0,3-2-4 16,1 2 1-16,-1 0 1 0,0-1-4 0,-1 2 5 15,0-1-4-15,-1 0 2 0,1-1-2 0,0 2-3 16,0 1 3-16,1 0-4 0,0 0 5 0,0 0-5 16,-2 0 0-16,1 0 4 0,1 0-4 15,0 0 5-15,-2 0-2 0,1 1-3 0,1 2 2 16,-4-2-1-16,2 0 2 0,-2 1 0 0,0-1-3 16,0 2 5-16,0-2-5 0,-1 1 5 15,4 1-1-15,-3-2 0 0,1 1 1 0,1-1-4 16,0 2 5-16,-1-2-6 0,1 0 3 0,-1 0 2 15,1 0-4-15,-1 0 7 0,2-1-3 16,-2 0-1-16,1 0 3 0,-2 0-4 0,-1 0 3 16,-1 0-5-16,-1 0 4 0,1 0 0 0,1-1-4 15,-3 0 8-15,0 0-6 0,1 0 2 0,2 0 4 16,-3-2-9-16,-2 1 4 0,2 1-2 16,1 0-2-16,-1-2 5 0,2 2-3 0,-1 0 2 0,1 0 0 15,0 0 2-15,-2-2-2 0,2 2-1 16,0 0 1-16,-3 1-4 0,0-1 5 0,0 0-5 15,1-2 2-15,0 3 4 0,0 0-8 0,1 0 6 16,-2 0-3-16,1 0-2 0,3 0 7 0,-1 0-6 16,-3 0 4-16,1 0-2 0,2 0-2 15,0 1 3-15,-3 1 2 0,2-1 0 0,2 0-1 16,-1 0 2-16,2-1-1 0,-2 0-2 16,-1 0 6-16,1 0-6 0,1 0 4 0,-1 0-1 15,2 0-4-15,1 0 4 0,0 0-6 0,1-1 5 16,0 0-1-16,-3 1-1 0,2-1 2 0,-3 1-5 15,4 0 3-15,1 0 0 0,0 0-1 0,2 0 4 16,-1 0-3-16,-1 0 1 0,3 0-2 16,-3 0-2-16,1 0 2 0,0 1-1 0,0 1 2 15,1 0 2-15,0 0-1 0,1 0 1 0,0-1-4 16,-1 0 1-16,1 0 0 0,0 1-1 16,3 0 3-16,-1 0-3 0,-2-1 4 0,3 2-2 0,-1-1 1 15,-2-1 4-15,0 2-4 0,1-1 2 0,1 1-3 16,-2 0-1-16,-1 0 3 0,1-1-3 15,1 1 4-15,2 0 0 0,-3 0-3 0,3 1 1 16,2-1 2-16,0 1-2 0,-3-1 4 0,4 1 1 16,0 0-4-16,-1 0 1 0,2-1-1 15,1 1-1-15,0-1 5 0,1 0-2 0,-2-1 0 16,1 0 5-16,2-1-2 0,-2 1 8 0,-2 0 4 16,-2 0-4-16,1-1 3 0,-3 0-3 0,-2 0 2 15,-1 0 1-15,3-1 5 0,-7 0 3 16,1 1 3-16,-6-1-2 0,4 0-1 0,-3 0 5 15,-1 0 1-15,3 0 9 0,-1-1 1 0,-2-1-7 16,0 0-1-16,1-1-14 0,-3 1-3 0,-4 1-6 16,1-1-8-16,-4 1 3 0,-3 1-7 15,0-1-1-15,-5 1-1 0,-2 0-7 0,-2 0-2 16,-1 0-6-16,0 0-11 0,0 0-12 0,0 0-29 16,-3 1 2-16,-4 4 0 0,-3 3-24 15,-8 5-183-15,5-2-536 0,1-4-308 0</inkml:trace>
  <inkml:trace contextRef="#ctx0" brushRef="#br0" timeOffset="23248.242">12321 10936 0 0,'0'0'0'0,"0"0"0"0,0 0 0 16,0 0 0-16,0 0 0 0,0 0 0 0,0 0 0 16,0 0 0-16,0 0 0 0,0 0 0 0,0 0 0 15,0 0 0-15,-6-36 0 0,6 35 0 16,-1-1 0-16,1-1 0 0,0 2 31 0,0-1 154 15,0 1-6-15,-1 0-20 0,1 1-16 0,0-2-26 16,-1 2-11-16,1 0-11 0,0 0-10 16,0 0-9-16,0 0-14 0,0 0-18 0,0 0-17 15,0 0-12-15,0 0-17 0,0 0-8 0,0 0-18 16,0 0-31-16,0 0-36 0,0 0-53 0,0 3 2 16,0 3 41-16,0 3 36 0,0 4 68 0,0 4 12 15,0 2-12-15,1 5 7 0,3 1-5 16,1 5 0-16,-3-1 6 0,3 3-3 0,-2 1 1 15,2 1 0-15,-4 3 1 0,-1 1-2 0,0 1 4 16,-1 3 3-16,-7-3-4 0,1 0 5 0,-3 1-2 16,-2-2-2-16,-2 0 6 0,-1 2-6 0,2-5 7 15,1-3-6-15,-1 1-6 0,5-5 3 16,0-2-7-16,1-1 2 0,4-4 2 0,-1-1-5 16,3-4 3-16,0 0 0 0,1-1 0 0,0-3 3 15,0-1 0-15,2-4 1 0,2 0-3 0,1-2-13 16,-1 0-32-16,1-3-78 0,-3 0-306 15,1-2 189-15</inkml:trace>
  <inkml:trace contextRef="#ctx0" brushRef="#br0" timeOffset="24367.3976">12344 10844 0 0,'0'0'0'0,"0"0"0"0,0 0 0 15,0 0 0-15,0 0 0 0,0 0 0 16,0 0 0-16,0 0 65 0,0 0 18 0,0 0-59 16,0 0-45-16,0 0-11 0,0 0-6 0,0 0 23 15,79-40 16-15,-49 35 3 0,4 0 9 0,7 0-1 16,0 0 2-16,7 0-3 0,-2 2 0 0,4-1 0 15,-2 1-5-15,3-2 7 0,-2 3-4 16,-2 0 3-16,0-1 4 0,-1 2-3 0,-3 0 8 16,2 0-1-16,-3 1 3 0,1 0 3 15,-1 0-4-15,2 0 1 0,-1 0-5 0,0 0-2 0,-1 2-6 16,-2 0-4-16,0 1 2 0,1-1-6 0,-3 0 4 16,-2 2 0-16,1-2-6 0,-3 2 5 15,-2-1-3-15,0 1 1 0,-4-1 3 0,1 1-6 16,-4-2 3-16,-2 1-3 0,-5 1-3 0,-1-2 5 15,1 1-7-15,-6 0 1 0,-1-1-3 16,2 1 0-16,-6-2 2 0,1 2-2 0,0-1 8 16,-3-1-2-16,2 0 8 0,-3 2 5 0,3-2-5 15,-2 0 6-15,2 1-2 0,2 1 5 16,-1-1 11-16,3-1 2 0,0 2 13 0,0-2 6 16,6 0 4-16,-2 0 3 0,3 0-10 0,-1 0-4 15,-3 1-6-15,0-2-2 0,0 0 5 0,-4 0 1 16,0 0 5-16,0 0 4 0,-3 1 8 15,-2-1 2-15,0 0-6 0,-2 0-8 0,-2 0-18 16,0 0-16-16,-1 0-16 0,0 1-20 0,0 0-15 16,2 0 2-16,0 3 6 0,2-1 5 0,0 3 10 15,2 2-3-15,-3 0-1 0,4 1 9 0,-4 3 1 16,5 0 3-16,-4 2 3 0,2 1-1 0,-2 1 3 16,2 3 1-16,-3-1-1 0,4 0 6 15,-4 1-2-15,0 0 0 0,2 2 0 0,-3-2-2 16,2 0 0-16,-1 1 0 0,-1-1 2 15,-2 2-2-15,0 0 3 0,0 1-1 0,0 0-1 16,-1 4 5-16,-1-1 0 0,-4-1 3 0,4 3-1 16,-5-2-5-16,4 1 2 0,-6-1-5 0,2 4 6 15,1-2 3-15,-3 1-3 0,0 2 5 0,0-1-5 16,0-2-3-16,1 2 2 0,2-3-2 16,0 0 1-16,3-2-1 0,-3-1 2 0,4-1-1 15,1-3-2-15,-1-1 3 0,-1-2 1 0,1-1 2 16,1-4 2-16,1 0 0 0,-1-2 2 15,1-2 3-15,0-2 3 0,-2-3 7 0,1 1 12 0,0-2 6 16,-1-1 12-16,1 1 15 0,-1-1 8 16,1 0 9-16,0 0-1 0,-1 0 6 0,-4 0-7 15,1 0-8-15,-6 0-6 0,-4 0-15 0,-2 0-2 16,-5 0-7-16,-1-5-8 0,-5 0-6 16,-3-1-10-16,-1-1-2 0,-4 1-5 0,-6-3-6 15,-3 1 1-15,-5 1-5 0,-2 0 1 0,-4 1 2 16,-1 0-1-16,-4 1-1 0,0 1-1 0,-6 0-2 15,3 1-2-15,-7 0 4 0,2 1 2 0,-1 0 1 16,2-1 4-16,-1 1-2 0,1-1 3 16,4 0 1-16,-3 0-1 0,3-1 3 0,-1 1-6 15,-1 0 0-15,1-1-2 0,0 1 0 0,4 0 4 16,8-1-3-16,-1 1 4 0,6 0-6 0,8 1-2 16,4 1 0-16,8 1-12 0,6 0 2 15,7 0-13-15,3 0-23 0,4 3-25 0,6 4-38 16,2 4-24-16,1 2-49 0,5 0-415 0,0-4-655 0</inkml:trace>
  <inkml:trace contextRef="#ctx0" brushRef="#br0" timeOffset="81948.483">7623 11886 0 0,'0'0'0'16,"0"0"0"-16,0 0 0 0,0 0 27 0,0 0 140 15,0 0-36-15,0 0-4 0,0 0-11 0,0 0 1 16,0 0 7-16,0 0-2 0,0 0 3 0,-55-50-5 16,54 49-5-16,0 0-7 0,1 1-8 15,0 0-15-15,0 0-21 0,0 0-19 0,0 0-27 16,0 0-19-16,0 0-19 0,0 0-20 0,0 0-15 15,0 0-17-15,1 0-7 0,4 2 17 0,-1 2 41 16,6-1 37-16,8 1 36 0,4 1 17 0,8 0-2 16,5-2 5-16,10-1 4 0,7-2-7 15,6 0-4-15,6 0-7 0,4-4-10 0,0-2-3 16,8-1-5-16,-2-2-4 0,0 1-2 16,3-1-6-16,-3 0-5 0,2-1-4 0,-4 1-3 15,-3 0-7-15,-4 2 2 0,-7 1-1 0,-5 1-2 16,-5 1 6-16,-7 1-7 0,-7 0-2 0,-7 2 2 15,-6 0-8-15,-8 1 4 0,-4 0 3 0,-6 0 7 16,-2 0 27-16,-1 0 19 0,0 0 17 0,-1 0 11 16,-2 0-7-16,0 0-12 0,-2 0-12 15,2-1-33-15,-4-2-29 0,-2 0-27 0,-1-2-53 16,0 2-135-16,5-1-378 0,-1 2-903 0</inkml:trace>
  <inkml:trace contextRef="#ctx0" brushRef="#br0" timeOffset="82965.8628">11368 11793 0 0,'0'0'0'0,"0"0"0"0,0 0 192 15,0 0 103-15,0 0-36 0,0 0-43 0,0 0-51 16,0 0-67-16,0 0-52 0,0 0-21 16,0 0-6-16,0 0 9 0,35-15 15 0,-5 15-1 15,5 0-2-15,7 0-4 0,8 0-7 0,5 2-2 16,7 1 3-16,4 1 4 0,8 0 1 15,4-1 1-15,9 0-1 0,4-1-2 0,2-3 2 16,5 2 6-16,2-1 2 0,1 0 0 0,-1 0-1 16,-2 0-1-16,0-2 6 0,2-1 5 15,-4 1 4-15,0-1-3 0,-5-1-6 0,-3 2-6 16,-3 0-8-16,-5 0-6 0,-5 1-2 0,-3-2-4 16,-2 2 0-16,-3 0 0 0,-5 0 0 0,-7 0-5 15,-1-1-2-15,-7 2-4 0,-5-1-4 16,-5 0 2-16,-7 1-5 0,-6 0 1 0,-7 0-2 15,-5 0-4-15,-5 0 5 0,-5 0-2 0,-2 0 5 16,0 0 6-16,0 0 0 0,-1 0 0 0,-1 0-4 16,-4 0-8-16,-1 1-4 0,-3 0-7 0,-4 2-6 15,-5-1 0-15,3 0-3 0,-1 0 1 0,-1-2-2 16,5 0-5-16,1 0-24 0,2 0-47 16,3 0-84-16,-1-3-119 0,4 1-190 0,-3 0-316 15,5-1 277-15</inkml:trace>
  <inkml:trace contextRef="#ctx0" brushRef="#br0" timeOffset="83514.6234">11327 11678 742 0,'0'0'-52'0,"0"0"-4"0,0 0 65 16,0 0-1-16,167 43 2 0,-103-31-1 15,10 0-5-15,4-2-14 0,6 1-9 0,4-2-9 16,2-1 0-16,1-1 8 0,0-1 3 0,1-2 12 16,1 0 14-16,-1-1 23 0,3-2 29 0,-2-1 40 15,3 0 34-15,1 0 22 0,3 0 17 0,3-3-9 16,-2-2-22-16,2-1-20 0,-1 1-29 0,-2-1-20 16,0 1-11-16,-4-1-15 0,-2 0-4 15,-5 1-8-15,-5-1-9 0,-8 4-8 0,-6 2-13 16,-9 0-4-16,-7 1-7 0,-6 6-8 0,-9 3-10 15,-7 0-31-15,-6 5-50 0,-12 1-94 16,-3-2-433-16,-7-4-401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48:40.6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8817 13178 0 0,'0'0'0'0,"0"0"0"0,0 0 0 15,0 0 0-15,0 0 0 0,0 0 0 0,0 0 0 16,0 0 0-16,0 0 194 0,0 0 33 15,0 0-58-15,0 0-28 0,-5-24-3 0,4 23-20 16,-2 0-14-16,2 0-19 0,0 0-25 0,0 1-12 16,1-2-15-16,0 2-10 0,0 0-7 15,-1 0-4-15,1 0-8 0,0 0-5 0,0 0-14 16,0 0-11-16,0 0-16 0,0 0-23 0,0 0-36 16,0 0-60-16,-1 5 15 0,1 4 19 0,-2 4 41 15,-1 5 70-15,1 5 1 0,0 6 6 16,-1 2 3-16,-2 2 4 0,4 4 3 0,-2 0 1 15,-2 2 2-15,3-1-1 0,-1 3-2 0,0-1 1 16,0 1-2-16,2-2-2 0,-1 1 1 0,0-3-1 16,-3 2-1-16,3-1 1 0,1-3-1 0,-2 1-2 15,-2-4 5-15,3-2-1 0,-1-5 0 0,-2-3 4 16,3-5-2-16,-2-2 4 0,-1-4 6 16,3-5 9-16,0-3 24 0,-2-3-24 0,2-5-100 15,0-7-267-15,0 0 123 0,0 2 224 0</inkml:trace>
  <inkml:trace contextRef="#ctx0" brushRef="#br0" timeOffset="529.903">8750 13100 0 0,'0'0'0'0,"0"0"0"16,0 0 0-16,0 0 0 0,0 0 8 0,0 0 54 15,0 0 18-15,0 0-5 0,0 0-19 0,0 0-15 16,123-46-18-16,-99 42-7 0,-2 2-5 16,2 0 0-16,1-1-2 0,-1 1-1 0,3 1-1 15,-1 1-5-15,-3 0 2 0,0 0-3 0,3 0-1 16,-3 0 1-16,-3 1-3 0,1 2-1 15,0 1 0-15,-2-1-3 0,1 2 0 0,-2 0-3 16,-3 0-3-16,2 1-1 0,-4 4-2 0,1 0 4 16,-2 2 7-16,-2 7 6 0,-2-1 10 0,-2 5 7 15,-2 3 8-15,0 3 10 0,-3 3 9 0,-1 0 6 16,0 4-2-16,0-1-6 0,-2 3-9 16,-3 0-11-16,2 1-6 0,1-1-7 0,-4 2 0 15,4-5-3-15,0-2-3 0,0 0 1 0,0-4-3 16,2-1-3-16,0-1 2 0,0-2-2 15,0-2 4-15,2 0 2 0,-2-2 3 0,1-1 0 16,-1-1 6-16,0 1 6 0,0-3 15 0,-1-1 15 16,-4-1 13-16,2-1 10 0,-3 0 7 15,2-1 3-15,-4-1 7 0,4-2 10 0,-4 0 11 16,0-1 12-16,-3-3 3 0,2 1-6 0,-3-1-14 16,-3 0-13-16,0-1-16 0,-4-3-10 0,-3 0-9 15,-1-1-8-15,-4-1-5 0,-3 0-7 0,-6 0-8 16,-2-2-6-16,-4-1-13 0,-7-1-8 15,-2 2-11-15,-7 2-15 0,-3 0-26 0,-4 6-49 16,-4 9-118-16,16-2-515 0,17-4-638 0</inkml:trace>
  <inkml:trace contextRef="#ctx0" brushRef="#br0" timeOffset="4379.0055">27839 4799 0 0,'0'0'0'0,"0"0"67"15,0 0 298-15,0 0-29 0,0 0-46 0,0 0-45 16,0 0-35-16,0 0-29 0,0 0-30 0,0 0-31 16,0 0-17-16,0 0-22 0,1-63-16 15,0 63-9-15,-1 0-24 0,0 0-20 0,0 0-28 16,0 0-35-16,0 3-32 0,0 3 6 0,0 4 11 15,1 3 18-15,0 8 37 0,-1 4-2 16,2 4 5-16,-2 3 12 0,0 4-4 0,-3 3 2 16,1 2 4-16,-5-1-7 0,3 3 5 0,-4-2-4 15,2 0-1-15,-1 1 5 0,-1-2-5 0,-1-1 2 16,2 0 0-16,1-5-5 0,-1-3 2 16,2-5-3-16,-1-2-3 0,3-7-1 0,-1-2-1 15,1-6 0-15,2-3-1 0,-1-4 11 0,-1-2 24 16,0 0-6-16,1-9-93 0,-6-4-239 0,5 0-430 15,-1 4-66-15</inkml:trace>
  <inkml:trace contextRef="#ctx0" brushRef="#br0" timeOffset="4613.0584">27258 4895 944 0,'0'0'156'0,"0"0"-51"0,0 0-15 0,0 0 13 15,0 0 21-15,0 0 9 0,0 0 3 0,0 0 5 16,0 0-5-16,176-61-27 0,-105 34-18 16,13-1-23-16,7-1-11 0,5-2-9 0,1 1-11 15,-2 0-8-15,-5 3-19 0,-10 1-4 0,-7 4-8 16,-12 5-3-16,-10 2 8 0,-14 4-7 16,-9 4 0-16,-13 3-16 0,-7 3-41 0,-5 1-55 15,-3 1-25-15,-7 10-60 0,-1-1-303 0,0-2-800 0</inkml:trace>
  <inkml:trace contextRef="#ctx0" brushRef="#br0" timeOffset="6467.9626">29011 6391 0 0,'0'0'0'0,"0"0"172"0,0 0 266 15,0 0-66-15,0 0-73 0,0 0-55 16,0 0-43-16,0 0-33 0,0 0-30 0,0 0-24 16,0 0-25-16,0 0-22 0,-28-57-22 0,28 57-23 15,0 0-19-15,0 0-18 0,0 0-24 16,0 1-30-16,0 5-30 0,0 2 17 0,0 6 20 16,0 5 38-16,2 10 37 0,-2 3-3 0,0 7-1 15,1 4-5-15,-1 4-1 0,-1 3 1 0,-4 2 3 16,3 1 1-16,-5 1 0 0,4 1-3 15,-6-3 0-15,6-1 2 0,-5-1-2 0,2-4 1 16,1-1-2-16,-3-6-3 0,5-2 1 0,-1-4-2 16,1-3 0-16,2-4 3 0,0-6 1 15,1-3 0-15,0-3-2 0,0-4-6 0,0-5-3 16,0-1-8-16,0-4-1 0,0 0 5 0,0-6-34 16,2-7-212-16,4 0-520 0,-3 4-187 0</inkml:trace>
  <inkml:trace contextRef="#ctx0" brushRef="#br0" timeOffset="6996.6974">29583 6645 0 0,'0'0'35'16,"0"0"157"-16,0 0 24 0,0 0 27 15,0 0-2-15,0 0-61 0,0 0-74 0,0 0-41 16,0 0-37-16,0 0-33 0,0 0-18 0,0 0-19 16,0 0-3-16,0 0 6 0,-110 32 2 0,92-10 9 15,-1 4 8-15,0 5 5 0,2 5 7 0,0 1 11 16,0-1 2-16,4 2 8 0,2-3 1 0,1 1 0 16,3-3 1-16,5 0-2 0,2 0-2 15,0-4 1-15,7-3 4 0,4-4 8 0,1-2 14 16,4-5 12-16,2-4 10 0,5-5 14 0,3-5 8 15,3-1 6-15,1-7 4 0,1-9-5 16,1-5-14-16,-1-4 3 0,-1-6-5 0,0-5 6 16,-3-4 7-16,-6-1-2 0,-1 0 0 0,-7-4-8 15,-3-1-16-15,-8-2-14 0,-3-2-17 16,-6 1-11-16,-6 3-10 0,-3 3-6 0,-7 7-10 16,0 8-15-16,-1 5-16 0,-5 7-25 0,0 7-18 15,-1 6-19-15,0 3-37 0,0 12-74 0,9 1-424 16,7-3-566-16</inkml:trace>
  <inkml:trace contextRef="#ctx0" brushRef="#br0" timeOffset="8067.802">30278 6338 240 0,'0'0'218'0,"0"0"47"0,0 0 18 16,0 0-19-16,0 0-20 0,0 0-47 15,0 0-35-15,0 0-16 0,0 0-29 0,0 0-28 16,0 0-29-16,0 0-30 0,-29-73-21 0,29 73-18 16,0 0-24-16,0 2-26 0,0 2-32 15,0 2 13-15,1 5 19 0,4 6 30 0,-1 6 38 16,0 7-2-16,-1 8 2 0,-2 4-3 0,-1 4 2 16,0 4-1-16,0 3-1 0,-6 0 3 15,1 3-2-15,-2 0-1 0,-2-1 0 0,3-3-2 0,-4-4-1 16,2-2-1-16,0-6 0 0,2-1-2 15,0-4 1-15,0-4-2 0,3-4-3 0,1-4 2 16,2-6-4-16,0-4 1 0,0-3-3 0,0-4-8 16,2-4 1-16,1-2-7 0,6 0-32 0,1-9-214 15,-1 0-464-15,1 2-193 0</inkml:trace>
  <inkml:trace contextRef="#ctx0" brushRef="#br0" timeOffset="8470.1318">30754 6620 1576 0,'0'0'126'0,"0"0"-5"16,0 0-1-16,0 0 1 0,0 0-13 0,0 0-20 15,0 0-29-15,0 0-24 0,0 0-15 0,0 0-27 16,0 0-27-16,0 0-23 0,0 0-32 15,-31-24 3-15,24 31 7 0,-3 5 23 0,-2 3 27 16,-4 4 6-16,3 4 9 0,-1 5-4 0,0 2 3 16,3 1 2-16,2 4-1 0,4-2 7 0,-1-1-4 15,5-1-3-15,1-1-1 0,1-3-8 0,8-2 5 16,0-3 1-16,4-4 0 0,3-1 11 16,2-6 4-16,-2-3 16 0,4-6 13 0,1-2 14 15,3-5 8-15,-2-7 3 0,1-3 1 0,0-5-6 16,3-2 7-16,-4-5 6 0,4-3 14 0,-4-3 16 15,-1-2 2-15,-6-1 1 0,2 0-10 16,-7-3-10-16,-2 0-10 0,-5 1-14 0,-3 0-11 16,0 0-15-16,-5 3-8 0,-9 2-9 0,-1 4-9 15,-6 5-8-15,-4 6-19 0,0 7-18 16,-6 4-19-16,-5 7-24 0,-4 3-24 0,-1 14-43 16,0 9-111-16,9-2-451 0,11-5-574 0</inkml:trace>
  <inkml:trace contextRef="#ctx0" brushRef="#br0" timeOffset="9004.8986">31314 6161 799 0,'0'0'257'0,"0"0"5"0,0 0 26 16,0 0-15-16,0 0-45 0,0 0-61 15,0 0-63-15,0 0-37 0,0 0-32 0,0 0-25 16,0 0-33-16,0 0-32 0,-10-8-5 0,12 21 15 15,-1 7 36-15,4 12 37 0,-3 7 16 16,0 8 0-16,3 6-16 0,-2 4-6 0,1 4-6 16,1 3-6-16,-1-3 4 0,1 0-1 0,-1-2 2 15,-3-2 2-15,4-3-2 0,-4-2-1 16,-1-3-5-16,0-6-2 0,0-4-1 0,-1-3-2 16,-4-5 1-16,4-5 0 0,-2-1 0 0,0-4-3 15,0-2-1-15,-1-2-4 0,2-4-21 0,-3-2-50 16,5-3-162-16,0-2-745 0,-1-2-323 0</inkml:trace>
  <inkml:trace contextRef="#ctx0" brushRef="#br0" timeOffset="11816.2233">27434 9178 1317 0,'0'0'155'0,"0"0"-60"0,0 0-58 0,0 0-27 16,0 0-32-16,0 0-25 0,0 0-54 0,0 0-27 15,0 0 16-15,0 0 30 0,0 0 63 0,0 0 35 16,17 85-5-16,-11-55 4 0,1 3-4 15,-1 2-2-15,-1 0-3 0,3 1-1 0,-3 1 4 16,2-1-6-16,-1 1 3 0,-2 0-1 0,1-3-4 16,-3 0 5-16,1-3-5 0,-2 0-1 0,1-5-1 15,0-4-3-15,-2-3 5 0,0-7 3 16,0-5 15-16,0-3 48 0,0-3 58 0,0-1 74 16,0-3 57-16,-2-5-52 0,-1-4-65 0,0-9-73 15,-2-8-72-15,2-5 9 0,-2-9 8 16,1-1-2-16,-1-9-1 0,0-2-5 0,0-3-6 15,2-3-5-15,1 0-1 0,1-1 7 0,1 3 3 16,0 1 1-16,-1 5 3 0,7 3-7 0,2 7 2 16,2 5-2-16,3 6-5 0,3 6 1 0,-1 7-8 15,5 3-5-15,1 3-3 0,3 3-8 0,3 4 4 16,4 2-5-16,3 3-4 0,2 1 0 16,0 5-7-16,3 4-1 0,-5 3-5 0,-1 2-6 15,-5 3-6-15,-1 0-9 0,-11 3-2 0,-2 1 0 16,-10 3 10-16,-4-1 23 0,-2 4 27 0,-10 0 36 15,-7 1 19-15,-7 2 19 0,-4-2 4 16,-5-2 0-16,-4 0 4 0,-3 0-14 0,1-3-5 16,0-2-4-16,0-2-11 0,5-4-5 0,5-4-14 15,5-7-25-15,8-4-78 0,6 0-685 16,4 0-448-16</inkml:trace>
  <inkml:trace contextRef="#ctx0" brushRef="#br0" timeOffset="12529.4569">29031 8917 90 0,'0'0'392'0,"0"0"22"0,0 0-30 0,0 0-60 16,0 0-52-16,0 0-49 0,0 0-54 0,0 0-29 15,0 0-21-15,0 0-34 0,0 0-26 16,0 0-35-16,-3-85-31 0,2 85-25 0,1 2-31 16,0 5-23-16,0 5 16 0,0 10 28 0,2 11 28 15,3 8 28-15,-1 9-4 0,-2 5-6 16,0 4 4-16,2 3-4 0,-4 0-2 0,0 2 3 16,1 0-7-16,-1-1 2 0,-3-3-1 0,0-1-2 15,2-5 1-15,0-2-1 0,0-8 0 16,1-4-5-16,1-5-5 0,-1-8-13 0,2-8-23 15,4-8-24-15,-2-7-26 0,5-4-94 0,1-8-303 16,0-3-366-16,-3 0 267 0</inkml:trace>
  <inkml:trace contextRef="#ctx0" brushRef="#br0" timeOffset="12947.9705">29708 9135 1184 0,'0'0'219'0,"0"0"-42"0,0 0 6 15,0 0 10-15,0 0-18 0,0 0-49 0,0 0-37 16,0 0-28-16,0 0-21 0,0 0-14 16,0 0-12-16,0 0-15 0,0 0-11 0,0 0-15 15,-48-17-20-15,39 20-8 0,-4 5-3 0,-6 3 11 16,-2 5 17-16,-5 6 12 0,1 3 11 15,2 2-3-15,2 3-2 0,1 2 0 0,4 1-6 16,5-1 5-16,7 1 0 0,2 2-1 0,2-3 5 16,8-1-7-16,7-2 5 0,3-3-2 15,4-1-2-15,4-6 2 0,4-5-4 0,1-7 1 16,4-7 5-16,-1 0 8 0,-2-12 14 0,1-2 10 16,-1-4 13-16,-6-5 6 0,1 0 16 0,-6-2 17 15,-2-2 10-15,-6 0 20 0,-3-1-4 0,-2 0-8 16,-5 2-2-16,-3-2-24 0,0-2-13 0,-10 1-17 15,0 2-14-15,-2-1-10 0,-7 2-7 16,-1 1-5-16,1 4-16 0,-3 1-4 0,2 5-9 16,0 3-9-16,0 4-5 0,4 3-18 0,1 3-17 15,4 2-39-15,0 4-41 0,2 7-62 0,1 7-245 16,6-3-348-16,-1-4 28 0</inkml:trace>
  <inkml:trace contextRef="#ctx0" brushRef="#br0" timeOffset="13396.0202">30371 8786 0 0,'0'0'142'0,"0"0"309"0,0 0-39 0,0 0-42 16,0 0-67-16,0 0-57 0,0 0-46 0,0 0-45 15,0 0-24-15,0 0-30 0,0 0-22 0,0 0-14 16,0 0-24-16,0 0-12 0,-24-91-21 0,24 91-16 15,0 0-21-15,0 2-26 0,0 5 2 16,0 7 4-16,2 10 25 0,5 8 27 0,-2 11 4 16,1 7 2-16,-2 2-10 0,2 7 0 0,-3-1-1 15,3 0 2-15,-4-1 0 0,1-2-3 0,-3-1 4 16,1-2-8-16,0-1 8 0,2-3-1 16,-2-3-6-16,-1-2 8 0,0-4-9 0,1-4-1 15,0-2 4-15,0-7-13 0,-1-3-4 0,1-5-17 16,-1-5-9-16,0-5-15 0,0-5-29 15,1-3-44-15,0 0-298 0,-1-4-391 0,3 0-7 0</inkml:trace>
  <inkml:trace contextRef="#ctx0" brushRef="#br0" timeOffset="14243.4737">31037 8956 0 0,'0'0'0'0,"0"0"45"16,0 0 276-16,0 0-10 0,0 0-32 0,0 0-46 16,0 0-51-16,0 0-32 0,0 0-42 15,0 0-31-15,0 0-31 0,0 0-30 0,0 0-17 16,0 0-21-16,-47-32-13 0,43 37-12 0,-4 4-2 15,-2 3 5-15,-3 8 18 0,-2 3 16 0,0 5 10 16,-1 4 8-16,-2 4-2 0,4 0 0 16,-4 3 1-16,6 2-4 0,-2 3 5 0,0-2-3 15,2-1-3-15,3 2-2 0,0-4-8 0,5-1 0 16,2 0 0-16,2-3-2 0,3-3 9 16,7-4 1-16,2-4 6 0,7-4 12 0,3-6 5 0,2-6 14 15,3-5 7-15,4-3 4 0,4-8-5 16,0-7-6-16,2-5-4 0,-4-3-3 0,-2-5 13 15,0-4 21-15,-2-3 25 0,-2-2 22 0,-5-1 5 16,-1 1-1-16,-6-1-19 0,-5 1-10 16,-2 0-13-16,-7 0-19 0,-2 3-6 0,-2 1-19 15,-8 4-5-15,-7 2-11 0,-1 3-10 0,-5 3-11 16,-3 6-10-16,-1 3-8 0,2 4-6 0,-3 3-6 16,0 5-9-16,0 0-17 0,6 9-21 15,-3 5-34-15,8 6-42 0,1 2-175 0,5-2-466 16,5-7-289-16</inkml:trace>
  <inkml:trace contextRef="#ctx0" brushRef="#br0" timeOffset="14646.6555">31965 8938 1511 0,'0'0'292'15,"0"0"-531"-15,0 0 35 0,0 0 124 0,0 0 168 16,0 0 47-16,0 0 1 0,-118-45-32 0,115 44-42 16,3 1-48-16,0 0-48 0,0 0-31 15,0 0-6-15,0 1-1 0,-1 1 39 0,-1 3 21 16,-5 4 13-16,1 3 21 0,-5 6-15 0,-2 5 1 16,-6 4-5-16,2 7-7 0,-3 0 7 15,-1 3-6-15,3 4 6 0,0-1 6 0,4 2-4 16,0 2 3-16,9 0-2 0,0-2 4 0,5 0 4 15,3-2-2-15,7-3 7 0,5-5-1 16,5-3 5-16,7-3-1 0,4-10 3 0,3-3 8 0,6-7-9 16,-1-6 8-16,2-1-8 0,0-8-4 15,-2-5 16-15,-5-6 8 0,0-2 39 0,-4-3 33 16,-2-4 33-16,-3-1 20 0,-7-5-5 0,-2-1-20 16,-6-1-34-16,-8-3-20 0,-2 0-31 15,-7-2-19-15,-11-1-12 0,-8-1-23 0,-9 1-3 16,-10 3-12-16,-3 2-18 0,-7 9-14 0,-5 11-39 15,-2 13-77-15,12 5-586 0,18 3-852 0</inkml:trace>
  <inkml:trace contextRef="#ctx0" brushRef="#br0" timeOffset="15596.0551">31784 9842 0 0,'0'0'0'0,"0"0"0"16,0 0 0-16,0 0 0 0,-123 4 0 0,103-2 0 15,5 0 110-15,0 1 108 0,9-1-18 0,1 0-5 16,5-1-27-16,0 1-21 0,7 0 18 16,6 0-7-16,7-1 11 0,10 1 8 0,10-2-26 15,9 0-27-15,11-6-20 0,7-2-14 0,11-4-8 16,5-3-6-16,1 1-14 0,2-2-6 15,-2 2-16-15,-6 1-12 0,-5 0-3 0,-15 3-14 16,-14 1 13-16,-12 4-5 0,-11 1-7 0,-2 2 6 16,-3 0-30-16,-5 1-4 0,-9 1-16 0,-5 0-3 15,-20 8 8-15,-14 5-19 0,-12 6 17 0,-11 1-3 16,-10 3 4-16,-1-1 30 0,-5-2 2 0,-7 0 4 16,-2-3-5-16,2-1 1 0,-3-2 1 15,2-3 1-15,8 0 7 0,6-3 2 0,12-1 1 16,13-1-1-16,9-1-6 0,12-1-3 15,7-2-6-15,8-2 9 0,8 0-2 0,2 0-6 0,14 0 5 16,6 0-6-16,11-2 9 0,12-4 7 16,14-2-3-16,8-1 2 0,10-2-12 0,6 1-6 15,4-1-2-15,2 2-8 0,0 0 2 0,-4 1-2 16,-7 1-4-16,-12 2-13 0,-8 0-21 0,-13 4-32 16,-12 0-72-16,-11 1-182 0,-11 0-322 15,-4 0-305-15</inkml:trace>
  <inkml:trace contextRef="#ctx0" brushRef="#br0" timeOffset="16363.0965">31112 7490 975 0,'0'0'58'15,"0"0"31"-15,0 0 18 0,0 0 31 0,0 0 32 16,0 0 1-16,0 0-33 0,0 0-48 0,0 0-47 15,0 0-32-15,0 0-4 0,0 0 1 16,11-47 10-16,31 44 5 0,13-1 1 0,6-1 4 16,4-1-4-16,6 1 0 0,0-2-4 0,0-2-9 15,-8 1-1-15,-3 1-7 0,-7 0 4 0,-6 1-5 16,-12 1-1-16,-8 1 3 0,-9 2-12 16,-8 1 11-16,-7 1-1 0,-3 0 9 0,-1 0 16 15,-10 0-3-15,-8 4 0 0,-10 3-11 0,-7 3-14 16,-11 1 0-16,-6 1-1 0,-6 2 4 15,-5-1 7-15,-4-1-2 0,-2 3 3 0,3-1-1 16,0-1 2-16,6-1-1 0,7 0 2 0,9-2 0 16,12-2-7-16,10-2 3 0,8-1-6 0,11-4-1 15,4 0-2-15,2-1-1 0,10 0 11 16,12 0 12-16,12 0 12 0,19-2 2 0,17-7-11 16,13-2-12-16,16-3-13 0,7-1-18 0,7 1-67 15,-26 4-427-15,-32 3-968 0</inkml:trace>
  <inkml:trace contextRef="#ctx0" brushRef="#br0" timeOffset="21215.5373">23502 12622 0 0,'0'0'0'0,"0"0"0"0,0 0 0 0,0 0 0 16,0 0 0-16,0 0 0 0,0 0 0 0,0 0 0 15,0 0 0-15,0 0 84 0,0 0 20 0,0 0-24 16,-1 4-15-16,1-4-4 0,0 0 5 0,0 1 8 16,0-1 19-16,-1 0 18 0,1 1 19 15,-1-1 15-15,1 0-2 0,0 1-6 0,0-1-9 16,0 0-9-16,0 0-5 0,0 0-9 0,0 1-13 15,0-1-18-15,1 2-21 0,0-2-19 0,-1 1-14 16,2-1-10-16,3 1-8 0,-1 0 24 16,10-1 16-16,2 1 18 0,9-1 9 0,2 0-16 15,8 0-14-15,-1-1-15 0,5-4-8 16,1 2-9-16,-1-2-3 0,-1 2 2 0,2-2-5 16,0-1 4-16,-2 2-3 0,-1-1-2 0,-6 0 2 15,-5 2-6-15,-4 1 1 0,-5 0-1 0,-7 1-3 16,-3 1 1-16,-4-1 2 0,-3 1 5 0,0 0 3 15,-1 0-1-15,-3 0-11 0,-5 0-6 16,-7 0-7-16,-3 0-7 0,-5 0 7 0,-7 4 3 0,-6-1 5 16,0 1 10-16,-3 0 2 0,-1 1 3 15,-4-2 1-15,4 2-2 0,-2-2 1 0,1 2-2 16,1 1 2-16,2-1 1 0,0-1 6 16,8 1 7-16,2-1 2 0,8-2 4 0,3 2-3 15,7-2-4-15,6-1 0 0,1 0 4 16,4 1 2-16,0-2-2 0,0 0-11 0,6 1-10 0,3 0 4 15,3 2 11-15,11 0 13 0,7-1 7 0,9-1-2 16,9-1-9-16,6-1-1 0,7-5-11 16,5-2-5-16,0-2 1 0,5 0-5 15,2-2 0-15,-3 3-3 0,-1-2-6 0,-8 1 0 0,-9 1-2 16,-11 2 3-16,-10 1 0 0,-10 3-1 0,-7-1 6 16,-9 3 2-16,-5 1 5 0,-1-1-3 15,-9 0-7-15,-8 1-8 0,-5 0-8 0,-9 0 6 16,-8 1 2-16,-8 3 9 0,-4 1 9 0,-3 2 0 15,-3-1 4-15,-1 1 0 0,3-2 0 16,0 2 1-16,6-2 1 0,7 0 1 0,2-1 0 16,9 0 0-16,5-2-2 0,8 0-2 0,9 1-2 15,6-3-4-15,4 0-6 0,0 1-22 0,8-1-2 16,6 1-8-16,16-1-28 0,13 0-207 16,-3 0-629-16,-10-1-391 0</inkml:trace>
  <inkml:trace contextRef="#ctx0" brushRef="#br0" timeOffset="29576.858">30223 9644 0 0,'0'0'0'16,"0"0"0"-16,0 0 49 0,0 0 281 0,0 0-32 16,0 0-48-16,0 0-42 0,0 0-24 0,0 0-37 15,0 0-30-15,0 0-27 0,0 0-19 16,0-3 3-16,1 2-12 0,0 1-3 0,0 0-7 15,1 0-14-15,-2 0 4 0,1 0-8 0,-1 0-4 16,0 0-3-16,0 0-15 0,0 1-3 0,0-1-13 16,0 1-11-16,0 0-9 0,0-1-12 0,0 3-8 15,0-1 15-15,0 4 19 0,1 3 16 0,4 2 16 16,-2 3-3-16,0 0-12 0,2 2-2 16,-2 3-2-16,3 0-1 0,-2 1 4 15,-2 0-3-15,3-1 2 0,-3 1 0 0,-1-4-2 0,1 2 3 16,1-2-5-16,-2-1 5 0,-1-1-4 0,0-2 1 15,0 0 7-15,0-3-2 0,0 0 8 16,0-1 0-16,0-1-3 0,-1-1 6 0,1-1-5 16,-3-2 4-16,3-1-2 0,-1-2 1 0,1 2-1 15,0-2 0-15,0 0 8 0,0 0-3 16,0 0 6-16,0 0-2 0,0 0-6 0,0 0-2 16,0 0-13-16,0 0-2 0,1 0-6 0,-1 0-11 15,3 0-2-15,-1 3 8 0,0 1 6 0,0 0 10 16,4 1 7-16,-2 1-7 0,2-1-3 15,-2 0-2-15,1-1-3 0,-2 0-3 0,-1-2 2 16,-2 0-1-16,1 0 6 0,0-2 1 0,-1 1 0 16,0-1 3-16,0 0 2 0,0 0 8 0,0 0 7 15,0 0 10-15,-1-1 8 0,0-5-22 16,-2-2-17-16,-3-3-21 0,3-5-27 0,-5-3-9 16,4-1-19-16,2 0-18 0,-2-4-24 0,3 3-7 15,1-1 11-15,0-2 17 0,0 5 40 0,1 2 26 16,0 1 22-16,3 1 18 0,-3 3 8 15,0 3 24-15,0 0 20 0,-1 2 20 0,0 0 15 16,0 1 3-16,0 1-8 0,0 0-14 0,-1 2-8 16,-1-2-14-16,-2 2-8 0,2-2-2 15,0 1-10-15,0 1-3 0,-2-1-2 0,3 2-3 0,0 0-2 16,1-1-4-16,0 2 2 0,0 1-6 16,0 0-4-16,0 0-3 0,0 0-13 0,0 0-2 15,0 0-13-15,0 0-8 0,0 0-7 0,0 0-18 16,0 1-13-16,0 4-26 0,1 3 20 0,4 7 21 15,-1 8 20-15,2 7 31 0,-1 5-11 16,1 2-1-16,-3 2-2 0,-1 0-1 0,2-1 6 16,-2 1-1-16,-1-1 4 0,-1-1 2 0,0-3-4 15,0-1 6-15,0-2-6 0,0-5 1 16,-1-3 2-16,0-4-4 0,0-5 6 0,1-4-1 16,-3-5 12-16,3-2 20 0,0-3 33 0,0 0 38 15,0-10-7-15,0-5-18 0,3-10-38 0,0-9-43 16,1-8-3-16,5-5-2 0,0 1 9 15,0 0 4-15,-3 1-1 0,-1 2-3 0,3 2-6 16,-5 1 2-16,2 6 0 0,-4 7 8 0,-1 6 5 16,0 8-2-16,0 5 7 0,0 6-12 0,-1 1-9 15,-2 1-14-15,2 0-26 0,1 0-13 0,0 1-22 16,0 2-21-16,-1 6 32 0,1 5 14 16,-1 5 32-16,0 4 31 0,1 1-10 0,0 1 0 15,0 1-11-15,0-2-1 0,2 0-11 0,5 0 1 16,-4 0 1-16,5 1 5 0,-1-2 9 15,-3 0-6-15,-1-4 11 0,2-2-2 0,-2-1-4 16,-1 0 13-16,2-4-8 0,-2-2 2 0,0 2 6 16,-2-4-9-16,0-1 8 0,2-1-8 0,-2-2-9 15,0-1-22-15,0-2-44 0,0-1-79 0,0 0-254 16,0 0-390-16,0 0 49 0</inkml:trace>
  <inkml:trace contextRef="#ctx0" brushRef="#br0" timeOffset="30363.9949">30279 10114 621 0,'0'0'93'0,"0"0"-30"16,0 0 28-16,0 0 76 0,0 0 69 0,0 0 18 15,0 0-14-15,0 0-58 0,0 0-67 0,0 0-79 16,0 0-38-16,0 0-14 0,0 0 5 16,0 0 28-16,94-40-4 0,-58 33-3 0,3 4 4 15,1-1-10-15,1 4 7 0,3-1 2 0,-1 1-6 16,5 0 8-16,-1 0-6 0,0 0 2 16,2 0-1-16,1 2 1 0,-3-1-1 0,-3-1-5 15,-2 2 9-15,-3-2-12 0,-6 0 8 0,-4 0 1 16,-8 0-8-16,-4 0 15 0,-8 0-10 0,-4 0 7 15,-5 0 15-15,0 0 10 0,0 0 30 16,0 0 16-16,-2 0-12 0,-5-2-33 0,2 0-29 16,-10-2-28-16,1-1-15 0,-5 0 10 0,-2 1-15 15,0-1-11-15,0 0-15 0,2 2-38 16,0-1-49-16,0 2-67 0,5 0-71 0,-4 0-60 0,1 2-69 16,1 0-69-16,-2 0 35 0,-1 0 450 15,4 2 0-15,-3-1 0 0,-1 1 0 0,2 2 0 16,0-1 0-16,0 1 0 0,-3 0 0 0,0 0 0 15,2-1 0-15,1 1 0 0,0-2 317 0,0 0 59 16,6 0-29-16,5-1-31 0,0 0-37 0,5-1-46 16,1 0-54-16,0 1-36 0,1 0-35 15,0-1-30-15,4 0-22 0,0 0-23 0,4 0-9 16,9 0-9-16,5-4 6 0,10 0-4 0,8-2-10 16,5 0 1-16,-1 1-12 0,3-4 0 15,0 4 2-15,-4-1-8 0,0-1 3 16,-5 2-6-16,-1-2-5 0,-7 1-1 0,-3 1 0 0,-6 1 3 15,-8 0 5-15,-3 3 9 0,-4 0 5 16,-7 1 20-16,0 0 10 0,0-1 0 0,-4 1-5 16,-5-2-25-16,-2 1-19 0,-5 0-4 0,-5 1-7 15,-2 0 11-15,-5 0 1 0,-2 0 4 0,-2 0 5 16,-2 0-3-16,-2 1 8 0,1 3-7 16,-1-1 0-16,0 1-1 0,-1 1-3 0,4 1 2 15,-3 1 1-15,6 0 2 0,5 0 2 0,0 1 2 16,9-2-3-16,0 1-5 0,5-3-1 15,3 1-5-15,5-3 0 0,2-1 2 0,1 1-9 0,0-2 0 16,4 2 20-16,5 0 23 0,7 3 25 0,4-2 12 16,5-2-5-16,11-1-13 0,5 0-10 15,4-6-3-15,4-3-11 0,0-1-5 0,1-1-3 16,-3 1-1-16,0 0-1 0,-5 1-1 0,-4 1-3 16,-4 0-10-16,-7 2-7 0,-5 2-15 0,-9 1-19 15,-4 0-33-15,-7 3-144 0,-2-1-341 16,0 1-864-16</inkml:trace>
  <inkml:trace contextRef="#ctx0" brushRef="#br0" timeOffset="31657.5292">28847 9624 0 0,'0'0'0'0,"0"0"0"0,0 0 246 0,0 0 131 16,0 0-47-16,0 0-34 0,0 0-42 0,0 0-38 15,0 0-40-15,0 0-31 0,0 0-26 16,0 0-38-16,-41-52-30 0,41 52-42 0,0 0-37 16,0 1-22-16,0 0-36 0,0 4-34 0,1 3 31 15,5 6 30-15,-3 6 45 0,2 9 44 0,0 4-9 16,0 6-10-16,0 1-10 0,1 4 5 15,-3-2-4-15,-2 3 1 0,-1 0-1 0,0-1-2 0,-8 3 4 16,1-1-6-16,-1-2 10 0,-2-1-10 16,-3-4 3-16,4-3 5 0,1-6-7 15,-1-2 8-15,1-8-2 0,4-3-4 0,-1-6 5 0,3-3-5 16,2-5 15-16,0-2 22 0,0-1 27 16,0 0 29-16,2-1 9 0,5-3-7 15,2-3-21-15,8-6-23 0,9-3-17 0,10-5-14 0,7-4-5 16,7 0-8-16,5 0-3 0,6 0-3 0,7 3-3 15,2 0 2-15,2 1-2 0,1 3-1 16,-2 1 0-16,0 3-3 0,-5 3 0 0,-5 2-4 16,-7 1 0-16,-5 1-3 0,-7 1-1 0,-9 1 4 15,-3 2-2-15,-9-1 6 0,-9 2 6 16,-3 1 2-16,-5 1 8 0,-2 0 5 0,-1 0 13 16,-1 0 10-16,0 0 9 0,0 0 7 0,0 0-3 15,0 0-1-15,-1 0-10 0,-3 0-7 0,3 0-11 16,0 0-13-16,1 0-9 0,-2 0-17 15,1 0-19-15,-5 0-51 0,4 0-26 0,-4-1-80 16,-1 0-259-16,0 1-504 0,3 0-119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50:01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7118 11667 0 0,'0'0'0'0,"0"0"0"0,0 0 0 16,0 0 0-16,0 0 0 0,0 0 0 0,0 0 0 16,0 0 118-16,0 0 30 0,0 0 18 15,0 0 10-15,0 0-4 0,-13-19-6 0,13 19-8 16,0 0-8-16,0 0-7 0,0 0-14 0,0 0-14 16,0 0-17-16,0 0-11 0,0 0-11 15,0 0-4-15,0 0-5 0,-2 0-3 0,2 0-2 16,0 0-5-16,0 0-5 0,-2 0-6 0,2 0-3 15,0 0-2-15,0 0-4 0,0 0-2 0,0 0-6 16,0 0-7-16,0 0-6 0,2 0-11 0,0 0-6 16,0 0-3-16,-1 0-6 0,-1 0-2 15,1 0-7-15,-1 0-4 0,0 0-7 0,2 0-5 16,4 0 18-16,3 0 13 0,4 0 14 0,4-2 9 16,3 0-11-16,3 1-5 0,-1 0-7 0,5 1 2 15,3 0-3-15,-1 0 0 0,-1 0 2 16,5 0-4-16,-5 2 5 0,6 1 0 0,-1 1-1 15,5-1 4-15,-1 1-2 0,5-1 4 0,1 0-2 16,-1-1 2-16,2-1 0 0,5 0-3 0,-1 0 4 16,2 0-4-16,2 0 3 0,-2 0 1 15,4 0-5-15,-1 2 5 0,4-1-2 0,-4 0 2 16,6 1 3-16,-3-1-3 0,4 0 0 0,2 1-3 16,3-3 2-16,-1 1 0 0,5-1 0 0,-3 0 3 15,3 0-4-15,1 0 6 0,2-4-6 0,1 0 1 16,4-2 4-16,0 0-7 0,1-1 8 15,6-3-1-15,0 1 0 0,0 0 3 0,-1-1-4 16,4 1-2-16,-4-1 0 0,1 1-1 0,-2 0-1 16,2 0-1-16,2 1 2 0,-3 1-5 15,-2-1 3-15,3 3 1 0,-3 0-5 0,-2 1 6 16,3 0-6-16,-2 1 1 0,1 0 2 0,1 1-1 16,-1 0 4-16,-1-1-3 0,0 2 2 15,1 0-4-15,0 1 2 0,0-1 1 0,1 1-2 0,1-1 6 16,2 1-5-16,0 0-1 0,2-1 1 15,-1 1-3-15,-1-2 5 0,-1 1 0 0,3-1-1 16,-2 2 0-16,3-1-1 0,-3 0 0 0,1-1 1 16,-1 1 5-16,-3 0-4 0,-1 1 0 0,0-1 2 15,-4 0-10-15,4 1 8 0,-4 0 0 16,2-1-1-16,-4 1 4 0,2 0-4 0,-4 0 1 16,0 0 0-16,-2 0 0 0,4 0-1 0,-4-2 0 15,0 2 2-15,0-1 1 0,1 0-2 16,-2 1 1-16,-1-1-1 0,0 1 2 0,-1-1 0 15,-4 0 2-15,2-1 0 0,0 1-1 0,-3 0 5 16,4-2-1-16,-4 2 1 0,3 0 2 0,-8 1-4 16,1 0 1-16,-4 0-2 0,-6 0-1 15,-2 0-1-15,-4 0-1 0,-5 0 4 0,-6 0-2 16,-3 0 0-16,-7 0 0 0,-2 0-7 0,-7 1 2 16,-5-1-3-16,-2 1 2 0,-4-1 7 0,-2 1 3 15,0-1 13-15,0 2 1 0,0-2 1 16,-2 0-11-16,-3 0-17 0,1 0-15 0,-4 0-18 15,-3 0-16-15,-2 0-80 0,-6 0-220 0,6 0-584 16,4-2-354-16</inkml:trace>
  <inkml:trace contextRef="#ctx0" brushRef="#br0" timeOffset="899.3439">6623 12673 0 0,'0'0'277'0,"0"0"-265"15,0 0-35-15,0 0-19 0,0 0-38 0,0 0-12 16,0 0 40-16,0 0 52 0,-129-67 0 0,114 60 0 16,4 2 0-16,-1 2 71 0,1-1 29 0,3 2 18 15,1 2 16-15,4 0 3 0,2-2-26 16,1 2-48-16,0 0-89 0,0 0-85 0,3 2 68 16,6 4 61-16,2 1 95 0,8 2 99 0,7 0-29 15,8 0-1-15,6-2-10 0,8-2-15 0,8 0-21 16,7-2-24-16,8-1-20 0,10-1-17 15,9-1-11-15,8-2-5 0,6-3-8 0,8-2-4 16,5-4-4-16,8-3-9 0,2 2-8 0,9-3-6 16,0 0-3-16,2-1 0 0,1 0 3 15,2 1 2-15,1-1 7 0,0 1 6 0,0 2 5 16,0-1 2-16,-1 4-1 0,-2 1-6 0,-4-1-4 16,-4 5-5-16,-4-1-6 0,-7 2-7 0,-3 1-3 15,-10 1-4-15,-6 0-3 0,-7 2 0 16,-9 0 1-16,-11 0 0 0,-6 2 1 0,-12 1-2 15,-7 2-2-15,-7-1-1 0,-8 1-3 0,-9-2-2 16,-7 2-2-16,-7-3-9 0,-9 1-16 0,-2-3-24 16,0 1-74-16,-3-1-371 0,-1 0-1014 0</inkml:trace>
  <inkml:trace contextRef="#ctx0" brushRef="#br0" timeOffset="33557.0132">7938 13917 0 0,'0'0'0'16,"0"0"0"-16,0 0 206 0,0 0 61 15,0 0-44-15,0 0-65 0,0 0-63 0,0 0-31 16,0 0-24-16,0 0-13 0,0 0-16 0,0 0-9 16,-85-27-7-16,75 34-7 0,2 0 6 0,-1 1 3 15,1 1 1-15,0-4 4 0,4 1-4 0,0-2-4 16,3-1-7-16,1-2-2 0,0-1 1 15,0 1 11-15,5 1 39 0,0 0 31 0,5 1 35 16,5 1 29-16,5-2 1 0,5 1 6 0,8-2-12 16,6-1-15-16,10 0-17 0,3-4-24 15,7 0-11-15,4-1-12 0,8 0-11 0,5-1-4 16,6-1-7-16,3 2-6 0,4 0-1 0,2 0 0 16,2 2-1-16,1-2 0 0,1 3-2 0,2 0 1 15,0-1-1-15,-1 0 4 0,1 0 3 16,-4-3 4-16,-3 1 9 0,-4-2 1 0,-5 0 1 15,-3-1 0-15,-6 0-8 0,-2-2 0 0,-6 1-3 16,-6 0-8-16,-7 1 0 0,-7-1-8 0,-9 4-2 16,-9-1-3-16,-7 2-5 0,-8 3 3 15,-6 1-3-15,-2 0-1 0,-3 0-4 0,0 0-13 16,-1 0-17-16,-2 0-38 0,-1 0-143 0,2 0-397 16,1 0-873-16</inkml:trace>
  <inkml:trace contextRef="#ctx0" brushRef="#br0" timeOffset="37223.1379">12393 14918 0 0,'0'0'0'0,"0"0"0"16,0 0 0-16,0 0 0 0,0 0 173 0,0 0 110 16,0 0-42-16,0 0-26 0,0 0-34 15,0 0-27-15,0 0-34 0,0 0-33 0,-23-3-27 0,26 3-30 16,-1 0-14-16,5 1 7 0,3 2 23 15,7-1 31-15,8 2 25 0,6-2 10 0,6 0-5 16,6 0-16-16,5-1-19 0,2 1-22 0,0 1-12 16,5-1-13-16,-2 0-6 0,6 1 2 0,-3 0-7 15,1 0 2-15,2 0-4 0,-5 1-3 16,-2-3-3-16,-4 2-2 0,-4-1-3 0,-4 0 0 16,-6 0-2-16,-5-1 0 0,-8 0 0 0,-6-1 2 15,-6 0-2-15,-5 0 2 0,-2 0 1 16,-2 0-4-16,0 0-2 0,0-4-111 0,-5-1-542 15,4 2-796-15</inkml:trace>
  <inkml:trace contextRef="#ctx0" brushRef="#br0" timeOffset="41153.2172">9432 16835 0 0,'0'0'0'0,"0"0"0"0,0 0 0 15,0 0 0-15,0 0 0 0,0 0 0 0,0 0 30 16,0 0 186-16,0 0-11 0,0 0-20 0,0 0-12 15,0 0-14-15,-19-6-18 0,19 6-11 0,0 0-29 16,0 0-18-16,2 0-30 0,0 0-14 16,6 0-4-16,0 0-12 0,4-2 4 0,-1 2-16 15,5 0-7-15,-2 0-3 0,4 0-5 0,-4 0 5 16,5 0-6-16,0 1 7 0,-1 1-2 16,-3-1-6-16,4 1 6 0,-1 0-4 0,0-1 0 15,0 0 2-15,-2 0-5 0,-1-1 4 0,-2 2-5 16,-3-2 4-16,-2 0 0 0,-3 0-6 0,-3 0 15 15,0 0-3-15,-2 0 12 0,0 0-4 16,-3 0-20-16,-6-2-7 0,-3 0-24 0,-4 0 2 16,-4-1 4-16,-5 3 4 0,2 0 17 0,-4 0 1 15,2 0 12-15,-2 3 11 0,-1 0 2 0,5 1 9 16,0-1-3-16,2 3 5 0,-1-1-9 16,1 1 6-16,5-2 0 0,3 0 2 0,4-2 11 15,3-1 2-15,5-1 12 0,1 1-2 0,0-1-12 16,3 0 5-16,6 0-4 0,10 0 6 0,8-2 9 15,5-3-11-15,9-2-7 0,6-3-20 0,6-1-9 16,0 1-16-16,5 1-26 0,-3 0-40 0,0 3-163 16,-15 3-470-16,-14 0-181 0</inkml:trace>
  <inkml:trace contextRef="#ctx0" brushRef="#br0" timeOffset="44685.1645">8846 13879 0 0,'0'0'0'16,"0"0"0"-16,0 0 0 0,0 0 0 15,0 0 0-15,0 0 0 0,0 0 0 0,0 0 0 16,0 0 0-16,0 0 0 0,0 0 0 0,0 0 0 15,37 13 0-15,-17-11 0 0,4 0 0 0,4-2 0 16,3 0 0-16,6 0 0 0,1-5 8 16,5-2 87-16,2 0-18 0,0-1-14 0,1 0-16 15,-2 1-21-15,-1 0-11 0,-6 3-11 0,-1 0-6 16,-9 2 0-16,-1 1-13 0,-6 1-7 16,-7 0-11-16,-2 0-23 0,-3 0-9 0,-6 1 3 15,-2 1 42-15,0 2 57 0,-10 1 45 0,-4 3 20 16,-7 2-13-16,-7 1-22 0,-8 2-10 0,-6-2-5 15,-3-1 1-15,-4 0 1 0,-4-2 4 16,3-3 8-16,0 2 5 0,4-2 10 0,4-3 7 0,7 0 6 16,6-1 9-16,8-1 2 0,8 0 10 15,5 0 3-15,5 0-18 0,3 0-38 0,0-3-74 16,7 1-46-16,12 0-31 0,17-3-18 0,18 0-26 16,-5 1-273-16,-14 1-501 0</inkml:trace>
  <inkml:trace contextRef="#ctx0" brushRef="#br0" timeOffset="52862.992">18085 4789 0 0,'0'0'0'16,"0"0"0"-16,0 0 0 0,0 0 0 0,0 0 0 16,0 0 0-16,0 0 0 0,0 0 0 0,0 0 0 15,0 0 0-15,0 0 139 0,0 0 21 16,-13-32-16-16,12 31-20 0,0 0-12 0,0-1-11 16,1 1-8-16,-2 1-11 0,2 0-21 0,0 0-18 15,0 0-24-15,0 0-14 0,0 0-12 0,0 0-10 16,0 0-3-16,0 0-8 0,0 0-4 15,0 0 1-15,0 0-2 0,0 0 8 0,0 0 5 16,0 0 1-16,0 0 6 0,0 0 0 0,0 0 7 16,0 0 7-16,0 0 4 0,0 0 3 15,3 0 23-15,1 0 8 0,2 0 3 0,1 0 5 16,3 0-21-16,0 0-9 0,2 0-6 0,2 1-7 16,0 1-2-16,4-1 2 0,2 1-3 0,0-1 3 15,1 1 1-15,3 1-1 0,1 0-3 16,4 1 3-16,1-1-5 0,5 1 1 0,2-1 3 15,3 1 4-15,3-2 9 0,6-1 8 0,6 0 3 16,2-1 4-16,5 0 0 0,4 0 0 0,4 0 3 16,4-3-6-16,1 1-2 0,-2-1-5 0,0 0-4 15,-2 0-8-15,1 2-2 0,-1-1-1 16,0 2-4-16,2 0 6 0,-1 0-5 0,2 0-2 16,1 0 3-16,4 2-4 0,-2 2 2 15,4-1 3-15,1 1-1 0,4-1 4 0,2 0 7 0,3-2 3 16,7 0 7-16,1 0 6 0,-1-1-2 15,2 0 5-15,-4 0-1 0,0 0-3 0,-6 0 0 16,-1 0-7-16,-5 0-2 0,-6 0-4 0,-5 0-1 16,-5-1 0-16,-6 1 2 0,-8-1-5 0,-4 0-7 15,-3 1 2-15,-6-2-3 0,-7 2 1 16,2 0 6-16,-12 0-6 0,-3 0-4 0,-2 0 4 16,-9 0-9-16,-2 0 4 0,-5 0 5 0,-2 0 2 15,-1 0 12-15,0 0 5 0,0 0 2 16,0 0-1-16,0 0-8 0,0 0-6 0,0 0-10 15,0 0-22-15,0 0-56 0,0 0-139 0,0 0-471 16,0 0-308-16</inkml:trace>
  <inkml:trace contextRef="#ctx0" brushRef="#br0" timeOffset="54934.1488">18198 5696 0 0,'0'0'0'16,"0"0"0"-16,0 0 0 0,0 0 166 15,0 0 205-15,0 0-77 0,0 0-68 0,0 0-51 16,0 0-38-16,0 0-37 0,0 0-25 0,0 0-22 15,-2-3-19-15,8 1-7 0,0-1-11 16,8 0-5-16,0-1 1 0,8 1-11 0,0 0 0 16,4 2-2-16,4 1-3 0,6 0 3 0,3 0-1 15,5 4 2-15,5 0 4 0,10 2-3 0,3-1 3 16,9 1 1-16,11-3 5 0,8 1 8 16,12-4 11-16,10 0 11 0,11-2 7 0,9-6 11 15,14-1 8-15,6-3 3 0,9 0 9 0,6-1-6 0,-1-1-1 16,3 1-3-16,-7 0-10 0,-8 3-10 15,-7 2-9-15,-10 0-14 0,-11 1-6 0,-10 2-2 16,-10 0-7-16,-13 2-1 0,-12 2-7 0,-12 1-7 16,-14 0-1-16,-11 1-9 0,-13 1-1 15,-11 0-20-15,-9 2-27 0,-9 1-10 0,-2 0-4 16,-4 4 17-16,-12 2 8 0,-4 5-133 16,0-3-628-16,7-4-344 0</inkml:trace>
  <inkml:trace contextRef="#ctx0" brushRef="#br0" timeOffset="57583.6871">15779 7956 0 0,'0'0'0'0,"0"0"0"0,0 0 0 0,0 0 0 15,0 0 0-15,0 0 0 0,0 0 0 0,0 0 78 16,0 0 91-16,0 0-21 0,0 0-12 0,0 0-16 16,-2-35-16-16,3 34 5 0,-1-1 0 15,1 1-7-15,2-2-13 0,0 1-27 0,0-2-17 16,3 0-18-16,0-1-6 0,7 0-1 0,2-1-1 16,6 0 5-16,1-1-2 0,6 2-1 0,4-1-1 15,3 1-6-15,0 0-2 0,1 1-4 16,-2-1-3-16,3 0 1 0,-2 2-3 0,1 0 2 15,-2 0-3-15,-1-1-1 0,-2 2-3 0,0-1-1 16,-4 1 3-16,-2 0-4 0,-2-1 5 16,-2 1-2-16,-7 1 1 0,2 0 2 0,-7 1-4 15,-5 0 6-15,-3 0 5 0,0 0 10 0,-1 0 20 16,0 0 16-16,0 0 15 0,0 0 3 0,0 0-2 16,0 0-7-16,-1 0-9 0,-1 0-13 15,-5 0-17-15,1 0-16 0,-9 0-12 0,0-1-7 16,-5 1 3-16,-1 0-1 0,-5 0 1 0,3 0-1 15,-7 2-2-15,-1 0 0 0,-5 3 2 0,2 0 1 16,-3 0 4-16,4 2 2 0,0-1 3 16,3-1-2-16,0 1 4 0,2-1-1 0,7 1-3 15,1-3 5-15,5 1-2 0,6-2 0 0,2 0 3 16,5 0-4-16,2-2 3 0,0 0-1 0,0 0-4 16,2 0-5-16,4 0 10 0,1 0 6 15,10 1 13-15,3 0 14 0,2-1-7 0,7 0-4 16,1 0-7-16,2-4-7 0,4 0-2 0,-2-1-4 15,0 0-2-15,2 0-2 0,-4 0 0 0,-1 0-1 16,-5 1 0-16,-6-1 5 0,-4 2-2 0,-1 0 2 16,-4 0 5-16,-5 2-6 0,1 0 8 15,-6 0 2-15,0 1 1 0,-1 0 12 0,0 0-4 16,0 0 2-16,0 0-4 0,0 0-13 0,0 0-1 16,-1 0-17-16,0 0-23 0,-6 0-25 15,1 1-74-15,-10 5-268 0,5-1-500 0,1 0 33 0</inkml:trace>
  <inkml:trace contextRef="#ctx0" brushRef="#br0" timeOffset="58770.779">20178 6684 0 0,'0'0'0'0,"0"0"0"0,0 0 0 15,-124-3 0-15,95 3 0 0,3 0 0 0,3 0 149 16,2 0 77-16,4 0-6 0,5 0-9 0,6 0-22 16,2 0-33-16,4 0-38 0,0 0-35 15,0 0-27-15,0 0-31 0,3 0-14 0,4 0 12 16,7 0 21-16,9 0 37 0,6 2 34 0,10-1-1 15,6-1-10-15,4 1-23 0,4-1-27 16,3 4-14-16,2-2-11 0,1 0-8 0,-2 2-2 16,-1 0-7-16,3 2-3 0,1-2-1 0,1 1 1 15,1 1-1-15,3-3 2 0,2 2-2 16,-1-3-2-16,1 1 1 0,1-2 0 0,-4-1 3 16,-2 0 1-16,-3-2 0 0,-7-2-3 0,-11 1 4 15,-4-1 2-15,-10 1 3 0,-6-1 7 0,-6 1 2 16,-6 1 5-16,-7 1 4 0,-1 1 7 15,-1 0 1-15,0 0-5 0,0 0-9 0,-1 0-23 16,0 0-27-16,-3 3-25 0,-2 1-20 0,-2 6-39 16,-3 5-128-16,0-2-596 0,3-3-481 0</inkml:trace>
  <inkml:trace contextRef="#ctx0" brushRef="#br0" timeOffset="59987.2705">23531 6700 0 0,'0'0'0'0,"0"0"0"0,0 0 0 0,0 0 0 15,0 0 0-15,0 0 0 0,0 0 283 16,0 0-49-16,0 0-39 0,0 0-43 0,0 0-43 16,0 0-29-16,-74-8-14 0,74 8-7 0,0 0-5 15,0 0-8-15,1 0-16 0,0 0-13 0,0 0-18 16,0 0 9-16,6 1 11 0,2 2 14 0,3 1 20 16,2 0-4-16,6 2 1 0,6 0 4 15,3 1 1-15,3 1 9 0,6 0 5 0,5-1 5 0,7 1 6 16,5-2 0-16,6-2 1 15,7 0-13-15,4-2-9 0,3-1-14 0,4 0-14 0,-1-1 1 16,-4 0-7-16,1 0 5 0,-6 0 2 0,-1 0-6 16,-5-1 0-16,-2-2-6 0,-1 0-4 15,-3 0-1-15,-4 1-4 0,-5-2-1 0,-5 2-2 16,-9 0 1-16,-3 0-1 0,-7 1 2 0,-8-1 0 16,-6 2-4-16,-3-1 3 0,-4 1 0 0,-3 0 1 15,0 0 4-15,0 0-7 0,0 0-7 16,0 0-14-16,-1 0-19 0,-2 0-20 0,-1 1-13 15,-1 2-57-15,-4 4-284 0,1 0-598 0,0-2 67 0</inkml:trace>
  <inkml:trace contextRef="#ctx0" brushRef="#br0" timeOffset="63600.4756">26555 6752 0 0,'0'0'0'0,"0"0"0"0,0 0 0 0,0 0 0 16,0 0 263-16,0 0-17 0,0 0-24 0,0 0-27 16,0 0-36-16,0 0-19 0,0 0-18 0,0 0-10 15,-26-24-7-15,26 23-10 0,0-1-11 0,0 1-10 16,0 0-16-16,0 0-11 0,0 0-12 16,0 0-6-16,0-1-7 0,1 1-7 0,4 0-8 0,-3-1-13 15,2-1-5-15,3 2-8 0,2 0-3 16,5 0 4-16,1-1 1 0,7 3 5 0,2-1 2 15,3 0 5-15,4 1 1 0,4 1 4 0,5 1 2 16,7-1-2-16,3 0 6 0,6-1 5 16,7-1 5-16,4 0 9 0,7 0-1 0,4 0-2 15,4-1-3-15,5-3-10 0,-1 0 3 0,5-1-3 16,1 1-1-16,1-1 4 0,2 1-1 16,-5-1 1-16,-1 1-1 0,-1 1-3 0,-6 0-2 15,-5-1-1-15,-1 1-2 0,-5-1-2 0,-2 2 4 16,-6-1-2-16,-7 0 1 0,-5 0 3 0,-7 1-1 15,-7-2 7-15,-9 2 3 0,-3-2 8 16,-9 2 10-16,-6 1 8 0,-2 0 11 0,-7-1 4 16,0 2 6-16,-1 0-2 0,0 0-3 0,0 0-3 15,0 0-19-15,0 0-11 0,0 0-15 16,0 0-13-16,0 0-1 0,-1 0-7 0,1 0-1 0,0 0-4 16,0 0-9-16,0 0-5 0,0 0-9 15,0 0-7-15,-1 0-16 0,0 0-28 0,-3 0-40 16,-2 0-94-16,-3 0-196 0,-2 0-338 0,5 2-82 0</inkml:trace>
  <inkml:trace contextRef="#ctx0" brushRef="#br0" timeOffset="64068.9936">26683 6725 0 0,'0'0'0'0,"0"0"0"0,0 0 0 0,0 0 0 0,0 0 0 16,0 0 0-16,0 0 45 0,0 0 85 15,0 0-71-15,0 0-21 0,0 0 8 0,0 0 21 16,120-21 9-16,-76 20 10 0,11-2 4 0,7 2 16 16,11-1 26-16,6 1 18 0,11 0 21 0,8-1-13 15,7 1-31-15,4 2-28 0,4-1-35 16,4 0-17-16,-3 0-12 0,-2 0-13 0,-1 0-3 15,-8 0-7-15,-2 0-2 0,-3-1-2 0,-9-2-4 16,-5-2-1-16,-10 0-3 0,-6 1 2 16,-13-3 0-16,-8 1 3 0,-13 1 6 0,-7 2 7 15,-11-1 22-15,-9 2 26 0,-3 1 15 0,-4 0-3 16,0 0-50-16,-7-1-69 0,-9 2-80 0,-5 0-104 16,1 0-368-16,6 3-562 0</inkml:trace>
  <inkml:trace contextRef="#ctx0" brushRef="#br0" timeOffset="71720.3951">13424 7806 0 0,'0'0'0'0,"0"0"0"0,0 0 0 0,0 0 0 15,0 0 0-15,0 0 166 0,0 0 6 0,0 0-64 16,0 0-55-16,0 0-26 0,0 0 6 0,0 0 6 15,-33-6 3-15,29 6 0 0,-3 0-6 16,4 0-1-16,-1 0 0 0,0 0-3 0,2 0 1 16,-1 0 6-16,2 0 15 0,1 0 16 0,0 0 10 15,0 0 0-15,0 0-13 0,2 0-28 0,2 0-15 16,1 0 13-16,6 0 22 0,3 0 27 0,8 0 16 16,6-1-16-16,2-1-25 0,1-2-18 15,1 1-12-15,-2-1-8 0,3 1-5 0,-3-1-7 16,0 2-4-16,-1-1-2 0,-4 1-4 0,0 0 1 15,-4 0 0-15,-3 1-2 0,-5 1 1 0,-3 0-2 16,-1 0 1-16,-5 0 0 0,1 0 1 0,-3 0 1 16,-2 0 2-16,0 0 4 0,0 0 4 15,0 0 6-15,0 0 5 0,0 0 0 0,0 0 2 16,0 0 0-16,-1 0-2 0,1 0-2 0,-1 0-3 16,0 0-7-16,-3 0-6 0,1 0 0 0,-3 0-8 15,-3 0-1-15,-2-1 3 0,-5 1-3 16,-3-1 3-16,-2 1 1 0,-2 0-2 0,-2 0 0 15,3 0 1-15,-1 0-1 0,-3 0 2 0,1 0 0 16,2 0 0-16,-1 0-1 0,3 2 2 16,2 1-1-16,5-1 0 0,-2-1 0 0,6 1-2 15,5 0-1-15,0-2-5 0,4 1-3 0,1-1-7 16,0 0-18-16,4 1 5 0,3 2 11 0,7-2 19 16,5 0 22-16,6-1-1 0,10 0-7 15,9 0-16-15,1-6-22 0,10 0-45 0,3-2-142 16,-12 2-515-16,-16 1-244 0</inkml:trace>
  <inkml:trace contextRef="#ctx0" brushRef="#br0" timeOffset="74184.6733">27785 6715 0 0,'0'0'0'0,"0"0"0"0,0 0 0 0,0 0 0 16,0 0 24-16,0 0 128 0,0 0-15 16,0 0-11-16,0 0-3 0,0 0 6 0,0 0-7 15,0 0-3-15,-15-14-4 0,15 14-1 0,0 0 2 16,0 0-7-16,0 0-3 0,0 0-13 0,0 0-15 15,0 0-13-15,0 0-15 0,-1 0-10 16,1 0-11-16,0 0-10 0,0 0-5 0,0 0-8 16,0 0-1-16,0 0-3 0,0 0 0 0,0 0 2 15,0 0 4-15,0 0 10 0,1 1 4 16,1 0 6-16,5 0 11 0,3 2 9 0,6-1 15 16,6 0 9-16,8 0 1 0,5-2-3 0,6 0-11 15,7-4-6-15,-1-2-12 0,2 0-9 0,-1 0-6 16,-1 0-10-16,-4 0-4 0,-4 2-7 15,-5-1-2-15,-3 3-2 0,-7-1-1 0,-3 2 4 16,-6 0-4-16,-4 1 1 0,-3 0-1 0,-5 0-7 16,0 0-2-16,-3 0-8 0,0 0-7 15,0 0-10-15,0 0-15 0,-1 0 1 0,-3 4 4 0,-4 3-1 16,-2 2-17-16,-2-1-178 0,2-2-554 0,2-1-426 16</inkml:trace>
  <inkml:trace contextRef="#ctx0" brushRef="#br0" timeOffset="74727.0097">26585 6713 0 0,'0'0'0'0,"0"0"0"0,0 0 172 0,0 0 66 16,0 0-19-16,0 0-36 0,0 0-60 0,0 0-44 15,0 0-36-15,0 0-30 0,0 0-13 16,0 0-3-16,47-6-3 0,-30 6 2 0,0 0-3 16,-1 0-2-16,-1 0-1 0,0 0-2 15,2 1-1-15,-3 0-5 0,3 0-8 0,-3 0-15 0,2-1-24 16,-2 2-40-16,2-2-63 0,-1 0-163 15,0 0 79-15,-8 0 252 0</inkml:trace>
  <inkml:trace contextRef="#ctx0" brushRef="#br0" timeOffset="74846.6708">27162 6750 104 0,'0'0'152'0,"0"0"-307"0,0 0 54 15</inkml:trace>
  <inkml:trace contextRef="#ctx0" brushRef="#br0" timeOffset="80343.9155">6953 7873 0 0,'0'0'0'0,"0"0"0"16,0 0 0-16,0 0 0 0,0 0 0 0,0 0 0 16,0 0 0-16,0 0 14 0,0 0 142 0,0 0-24 15,0 0-17-15,0 0-9 0,-18-1 1 0,18 1 1 16,0 0-1-16,0 0 7 0,0 0-7 16,0 0 0-16,0 0-2 0,0 0-4 0,0 0-2 15,0 0-1-15,0 0-6 0,0 0-5 0,0 0-10 16,0 0-14-16,0 0-14 0,0 0-9 0,0 0-18 15,0 0-7-15,0 0-5 0,0 0-10 16,0 0 0-16,0 0-6 0,1 0-4 0,1 0-8 16,6 0 12-16,2 0 8 0,6-2 11 0,1-2 16 15,8-1-9-15,-1 0-5 0,3-1-2 0,-1 0-8 16,1-1 3-16,0 2-3 0,-4-2 0 16,-2 1 3-16,-1-1-7 0,-2 2 2 0,-4 2-3 15,-3-1-2-15,0 2 3 0,-3 1-3 0,-5 0 1 16,1 1-6-16,-3 0 1 0,-1 0 1 15,0 0-1-15,0 0 5 0,0 0-2 0,-1 0-2 16,0 0-3-16,-3 0-6 0,2 0 10 0,-5 2 0 0,1 0 6 16,-4 2 9-16,-1-1-7 0,-3 1 3 15,1-1-1-15,1 1 1 0,-5-2 1 0,3 0-3 16,-4 0 3-16,-2 0-3 0,2 0 1 0,-3-1-1 16,0 1-1-16,0-1 3 0,1 0-3 15,4 0 2-15,1 0 2 0,5-1 5 0,2 0 7 16,4 1 6-16,2-1 7 0,2 0 0 0,0 0 1 15,0 0-4-15,0 0-8 0,1 0-5 16,2 0-16-16,4 0 1 0,2 0 0 0,5-2 0 16,5 0 9-16,3-2-8 0,3 1 0 0,0-1-2 15,-3 1-4-15,3-1 1 0,-3 2-2 0,-3 0-1 16,1-1-3-16,-6 2-8 0,1 0-9 16,-4 1-18-16,-6 0-19 0,3 0-28 0,-6 3-38 15,-2 2-126-15,0 0-456 0,0-3-347 0</inkml:trace>
  <inkml:trace contextRef="#ctx0" brushRef="#br0" timeOffset="81235.9745">6641 7890 0 0,'0'0'0'0,"0"0"0"0,0 0 0 15,0 0 0-15,0 0 0 0,0 0 0 16,0 0 0-16,0 0 0 0,0 0 0 15,0 0 0-15,0 0 0 0,0 0 0 0,0 0 1 0,-76-12 103 16,70 13 25-16,-1 1 10 0,5-2-1 0,1 1-22 16,1-1-27-16,0 0-17 0,0 0-2 15,0 0 10-15,0 0 13 0,0 0 3 0,1 0-11 16,0 0-18-16,1 0-7 0,5-2-5 0,1 0 2 16,3-3 1-16,1 0-7 0,2 0-7 15,2-1-5-15,-4 1-8 0,3 0-6 0,-3 2 1 16,-1-1-3-16,-2 2-3 0,0-1-2 0,1 2-10 15,-5 0-4-15,2 1-4 0,-4 0-1 0,2 0 1 16,-3 0-4-16,-2 0-3 0,1 0-4 16,-1 0-2-16,0 0 1 0,0 0 3 0,0 0 5 15,0 0 1-15,0 0 6 0,0 0 6 0,0 0 6 16,0 0 9-16,-1 0 2 0,-1 0 8 16,-2 0-1-16,1 0 1 0,-2 0-6 0,-2 0-10 0,-4 0-6 15,-1 1-7-15,-1 0 2 0,0-1 3 16,3 1 1-16,-2-1 0 0,2 0 2 0,1 1-4 15,-1-1 1-15,2 1-3 0,4-1-2 0,-1 1 1 16,3-1-3-16,1 0-1 0,1 0-4 16,0 0-5-16,0 0-11 0,0 0-14 0,2 0-16 15,1 0-23-15,2 1 38 0,2 1 19 0,4 0 23 16,0 0 29-16,1 1-25 0,5-1-1 0,-4-2 1 16,1 0-1-16,1 0 3 0,-3 0-1 0,-1 0 0 15,-1 0 2-15,0 0 1 0,-5-1 2 16,0 0-2-16,-4 1 3 0,0 0 4 0,-1 0 4 15,0 0 8-15,0 0 3 0,0 0-1 0,0 0-4 16,0 0-8-16,0 0-5 0,0 0-7 0,-1 0-3 16,1 0-3-16,-1 0-4 0,1 0-2 15,0 0-3-15,0 0 1 0,-1 0-2 0,1 0 3 16,0 0 2-16,-1 0 0 0,1 0 5 0,-1 0-3 16,-1 0 3-16,-2 0 2 0,1 0-8 15,-6 0 1-15,1 0-6 0,-2 0-2 0,0 0 2 16,0 0-4-16,-1 0-7 0,-1 2-19 0,-1 1-48 15,-3 2-211-15,5 0-549 0,3-2-278 0</inkml:trace>
  <inkml:trace contextRef="#ctx0" brushRef="#br0" timeOffset="83783.6542">5919 7890 0 0,'0'0'0'0,"0"0"0"0,0 0 0 0,0 0 0 0,0 0 0 16,0 0 0-16,0 0 61 0,0 0 142 16,0 0-18-16,0 0-18 0,0 0-6 0,0 0-3 15,-20-26-7-15,15 23-14 0,1 0-16 0,1 1-23 16,-3-1-17-16,3 1-15 0,-3 1-11 0,3 0-3 16,0-1-3-16,0 2-7 0,0-1-3 15,3 1-11-15,0 0-13 0,0 0-3 0,0 0-9 16,0 0 0-16,0 0-7 0,1 0-17 0,4-1-11 15,-1 1 11-15,5-1 14 0,1 0 18 0,2-2 13 16,4 0-1-16,0 0-13 0,2-2 1 16,1 1 0-16,2-1-8 0,-5 0 8 0,0 1-9 15,-3-1 3-15,-3 2 0 0,-2 2-8 0,-2-1 10 16,-5 2 2-16,-1 0 11 0,0 0 11 0,0 0 1 16,0 0-6-16,-1 0-15 0,-2 0-13 15,-1 0-7-15,-3 2-4 0,0 0 4 0,-5 0-1 16,-3 3 5-16,3-2 0 0,-3 1 2 0,2-2 6 15,3 2-4-15,-1-2 5 0,2-1 0 0,5 1-4 16,-2-2 2-16,4 2-5 0,2-2-2 16,0 0-12-16,0 0-20 0,0 0-48 0,0 0-96 15,6 0-26-15,6-4-132 0,-2 2-273 0,-2 1 91 16</inkml:trace>
  <inkml:trace contextRef="#ctx0" brushRef="#br0" timeOffset="84370.183">6238 7831 0 0,'0'0'0'0,"0"0"0"15,0 0 0-15,0 0 0 0,0 0 0 0,0 0 0 16,0 0 168-16,0 0 127 0,0 0-63 0,0 0-56 16,0 0-58-16,0 0-42 0,0 0-25 15,0 0-13-15,-3-16-12 0,3 16-10 0,2 0-14 16,3 0 4-16,-1 0 0 0,6 0 4 0,2-2 10 16,4 0-6-16,3-3-3 0,-1 3-2 0,2-2-4 15,3 1-4-15,-3-1-3 0,0 1-3 16,-5-1-3-16,2 2-2 0,-5 0-1 0,-2 1-3 15,-2 0-3-15,-6 1 1 0,-1 0 5 0,-1 0 11 16,0 0 15-16,0 0 5 0,-1 0-3 0,-6 0-3 16,0 1-14-16,-7 2-3 0,0 1 0 15,-6 0-5-15,-2 2 6 0,-4-1 2 0,3 0 2 16,-4 0 3-16,4 0-1 0,0-2 3 0,1 0 0 16,4-1 2-16,1 0 1 0,6-1 0 15,2 1-5-15,3-2-2 0,1 0-2 0,4 0-4 16,1 0-3-16,0 0-10 0,0 0-19 0,1 0-25 15,7 0 20-15,-3 0 14 0,6 0 27 0,4-2 28 16,-1 0-11-16,5 0-6 0,1-2-8 0,0 1 1 16,0-1-2-16,-2 1 1 0,-3-1 4 15,0 2-1-15,-3 0 3 0,-4 1-1 0,-5-1 5 16,-2 2 16-16,-1 0 20 0,0 0 25 0,0 0 7 16,-2 0-7-16,-5 0-19 0,-3 0-26 0,-3 0-13 15,-7 3-6-15,0-1-1 0,-1 0 9 16,-2 2 5-16,-1-2 1 0,5-1 1 0,1 0-2 15,2-1-10-15,4 0-17 0,4 0-63 0,5 0-347 16,2 0-870-16</inkml:trace>
  <inkml:trace contextRef="#ctx0" brushRef="#br0" timeOffset="87222.9299">6619 7917 0 0,'0'0'0'0,"0"0"0"16,0 0 0-16,0 0 0 0,0 0 0 16,0 0 81-16,0 0 72 0,0 0-22 0,0 0-18 15,0 0-5-15,0 0 3 0,0 0 1 0,-21-18-3 16,21 18-5-16,0 0-13 0,0 0-18 0,0 0-20 15,0 0-15-15,0 0-12 0,0 0-10 16,0 0-9-16,0 0-8 0,0 0-7 0,0 0-6 16,0 0-3-16,0 0-5 0,0 0-9 0,0 0-6 15,2 0 27-15,1 0 11 0,5 0 18 16,2 0 13-16,0 0-24 0,3 1-4 0,-1 1-5 16,1-2 3-16,-1 0-1 0,0 0-1 0,4 0-8 15,-3 0-17-15,5 0-28 0,-5-2-51 16,4 2-82-16,-6 0-192 0,-2 0-120 0,-4 0 498 15</inkml:trace>
  <inkml:trace contextRef="#ctx0" brushRef="#br0" timeOffset="87488.3853">7064 7811 0 0,'0'0'0'0,"0"0"0"0,0 0 0 0,0 0 0 16,0 0 0-16,0 0 157 0,0 0 16 16,0 0-66-16,0 0-54 0,0 0-25 0,0 0-12 15,0 0 8-15,0 0 13 0,0 0 2 0,42-6-2 16,-28 4-6-16,4-1-14 0,-1 1-10 15,0 0-12-15,0-1-23 0,2 1-63 0,-7 1-229 16,-4 1 38-16</inkml:trace>
  <inkml:trace contextRef="#ctx0" brushRef="#br0" timeOffset="113301.868">20369 11954 0 0,'0'0'0'16,"0"0"0"-16,0 0 0 0,0 0 0 0,0 0 0 15,0 0 0-15,0 0 132 0,0 0 18 0,0 0 3 16,0 0 2-16,0 0 3 0,0 0-3 0,-44-26-2 15,42 26 1-15,1-1-4 0,0 0-5 16,1 1-9-16,0 0-12 0,0 0-15 0,0 0-19 16,0 0-18-16,0 0-14 0,0 0-12 0,0 0-12 15,0 0-10-15,0 0-13 0,0 0-9 16,2 0-11-16,2 0 1 0,4 0 7 0,6 0 4 0,2 0 10 16,8 0-2-16,1 1-3 0,9-1 3 15,0 0 0-15,2 0 0 0,2 0 0 0,2 0-4 16,1-1-1-16,3-3-4 0,-4 1 1 0,-2-2-3 15,-1 1-1-15,-5 0-1 0,-2-1-2 16,-7 2 2-16,-3 1-1 0,-6-1 1 0,-7 1 0 16,-1 2 2-16,-5 0 11 0,-1 0 14 0,0 0 17 15,-7 0-6-15,-1 0-15 0,-6 0-13 16,-5 0-19-16,-4 2 3 0,-5-1 5 0,0 2 3 16,-2 0 5-16,-3 2-1 0,0 0 0 0,0-2-1 15,-3 2-1-15,4-2 2 0,0 2 0 0,1-2 3 16,2 1-2-16,1-1-1 0,5 1 4 15,3-3-3-15,5 1 1 0,2-2 0 0,7 1-5 16,4-1-2-16,2 0-11 0,0 0-22 0,4 0-6 0,7 0 5 16,3 2 6-16,9-2 17 0,8 0-5 15,10 0-29-15,5-5-79 0,12-2-222 0,-14 0-466 16,-10 3-139-16</inkml:trace>
  <inkml:trace contextRef="#ctx0" brushRef="#br0" timeOffset="114256.0966">21466 11967 0 0,'0'0'0'0,"0"0"0"0,0 0 0 15,0 0 81-15,0 0 113 0,0 0-54 16,0 0-25-16,0 0-10 0,0 0 7 0,0 0 6 16,0 0 7-16,0 0 0 0,0 0-10 0,0 0-13 0,-118 1-27 15,118-1-28-15,0 0-28 0,6 0-13 16,2 0 7-16,2 0 11 0,5 0 21 0,7 0 3 15,7 0 0-15,4-1-1 0,5-2-5 0,4 0 0 16,7-1-2-16,2 0-2 0,3-1-2 0,5-1-6 16,1-1-4-16,1 1-9 0,-1-1-3 15,-2 1-4-15,-1 1-6 0,-1-3 3 0,-5 1-7 16,-6 1-2-16,0 1-3 0,-10-1-6 16,-4 2 5-16,-3 1-2 0,-8-1 4 0,-7 3 5 15,-4-1-1-15,-3 2 5 0,-4 0 9 0,-2 0 14 16,0 0 6-16,-6-1-8 0,0-1-11 0,-7 1-20 15,-2 1-7-15,-5-1 0 0,-2 1 2 0,-5 0 8 16,-2 0-3-16,-3 0 1 0,-7 4-1 16,-3-1-4-16,-2 1 5 0,-7 0-2 0,-5 0 5 15,1 0 1-15,-4 1 1 0,0 0 3 0,3-1-2 16,-2-1 3-16,7 2 0 0,2 0 0 0,7-1 5 16,4 1-4-16,6-1 2 0,8 0-1 15,5-2-2-15,2-1 2 0,10 1 0 0,3-2-2 0,4 1-8 16,1-1-9-16,7 2 2 15,10-1 9-15,3 0 16 0,9 1 11 0,8-2 0 16,7 0-6-16,11-4-8 0,7-1 1 0,4 0-4 16,9-2 0-16,-2 0 4 0,4 0-4 0,2-2 2 15,-4 1-3-15,-5 0-7 0,-1 1-2 0,-7 0-3 16,-5 0 3-16,-8 2 0 0,-9 0 2 0,-8 2-1 16,-5-1 0-16,-8 4 1 0,-8-1-2 0,-5 1 3 15,-4 0 7-15,-3 0 9 0,0 0 18 16,0 0 0-16,-3 0-9 0,-4 0-13 0,-3 0-22 15,-3 0-3-15,-4 0-5 0,-1 0-11 0,2 1-29 16,-3 2-159-16,2-1-558 0,7 0-502 0</inkml:trace>
  <inkml:trace contextRef="#ctx0" brushRef="#br0" timeOffset="118638.8538">16284 7258 0 0,'0'0'0'0,"0"0"0"0,0 0 0 0,0 0 0 15,0 0 0-15,0 0 64 0,0 0 142 0,0 0-10 16,0 0 0-16,0 0-20 0,0 0-25 16,0 0-27-16,-1-56-40 0,-4 54-24 0,1-2-14 15,0 2-6-15,-1-2 1 0,-3 2-2 0,3 1-3 16,-3-1-9-16,-2 1 3 0,1-1-4 0,-2 1 2 15,1 0 4-15,-4 0-5 0,-2 1 3 0,2 0-9 16,-5 0-6-16,-1 0-3 0,-1 1-8 0,-2 5 2 16,-4 1-1-16,-2 0 1 0,-2 2 6 15,1 1 0-15,-1 3 3 0,1 0 0 0,0 2-5 16,7-1-2-16,-3 4-2 0,3 0-5 0,3 4-4 16,2 0 1-16,3 2-2 0,3 1-2 15,1 5 3-15,4-1-2 0,4 3 1 0,3 4 7 16,1-2-2-16,3 4 6 0,7-2 7 0,4 0-2 15,3-2 8-15,5 0 3 0,3-3-3 16,4-1 3-16,6-5-1 0,4-2 2 0,2-3 4 16,3-5-2-16,3-5 2 0,2-3-4 0,-1-6 0 15,-3-1 1-15,2-8 4 0,-4-5 3 0,-3-3 9 16,-3-4 7-16,-3-2 6 0,-8-6 7 0,-1-1 12 16,-5-3 4-16,-8-5 9 0,0-1 3 15,-5-3-13-15,-2-4-4 0,-6 0-18 0,-1-1-17 16,-8 2-10-16,-8 1-13 0,-3 3-6 0,-8 5-6 15,-1 1-13-15,-6 8-10 0,-7 6-16 16,-3 7-19-16,-4 10-31 0,-8 6-107 0,15 8-721 0,12-1-628 0</inkml:trace>
  <inkml:trace contextRef="#ctx0" brushRef="#br0" timeOffset="121533.3075">20357 11951 0 0,'0'0'0'0,"0"0"0"0,0 0 0 0,0 0 0 16,0 0 69-16,0 0 162 0,0 0-29 0,0 0-10 15,0 0-5-15,0 0-22 0,0 0-16 0,0 0-27 16,-18-32-33-16,17 32-26 0,1 0-25 0,0 0-22 16,0 0-17-16,0 0-10 0,0 0-7 15,0 0-5-15,0 1 2 0,1 0 19 0,3 3 21 16,4-1 26-16,2 2 25 0,9-2 2 0,1 1 2 15,7-3-7-15,3-1-11 0,2 0-12 0,2-2-10 16,2-3-12-16,0 0-4 0,3-1-6 16,-3 1-6-16,0 0 0 0,-5 0-8 0,-1 2 0 15,-8-1 1-15,-3 2-4 0,-8 1 7 0,-2 1-4 16,-7 0 7-16,0 0 15 0,-2 0 11 0,-5 0 5 16,-5 0-9-16,-8 0-12 0,-3 0-12 15,-8 0-3-15,-4 1 6 0,-8 3 4 0,1-1 4 0,0 1 1 16,-2-1 4-16,2 2 2 0,2-1 1 15,4 1 4-15,1-2 1 0,7 2-3 16,6-1-5-16,8-2-6 0,4-1-6 0,6 0-6 0,2 0-10 16,0 2-3-16,7-1 4 0,7 2 11 0,6-1 11 15,9 0 8-15,5-2 1 0,7-1-8 16,8-1 0-16,1-1-9 0,3-4-3 0,5-1-1 16,-4 0-6-16,-1-1 3 0,-4 0 0 0,-3 1-1 15,-11 0 3-15,-4 1 0 0,-12 2 4 16,-8 2 7-16,-7 0 24 0,-4-1-6 0,-14 1-6 15,-7 0-14-15,-11 1-27 0,-13 1 5 0,-10 0 6 16,-8 2 4-16,-8 4 10 0,-5 0-1 16,-1 2-3-16,2 1-2 0,6 1-10 0,13 0-20 15,14 3-52-15,15-1-201 0,12-2-660 0,10-3-233 0</inkml:trace>
  <inkml:trace contextRef="#ctx0" brushRef="#br0" timeOffset="123143.0355">23376 14689 0 0,'0'0'0'0,"0"0"0"0,0 0 0 15,0 0 0-15,0 0 0 0,0 0 0 16,0 0 0-16,0 0 0 0,0 0 0 0,0 0 0 16,0 0 0-16,0 0 0 0,31-48 0 0,-29 48 0 0</inkml:trace>
  <inkml:trace contextRef="#ctx0" brushRef="#br0" timeOffset="124068.1837">23344 14584 0 0,'0'0'0'0,"0"0"0"16,0 0 0-16,0 0 0 0,0 0 0 15,0 0 0-15,0 0 118 0,0 0 164 0,0 0-41 16,0 0-49-16,0 0-68 0,0 0-43 0,0 0-34 15,0 0-12-15,-24-18 25 0,14 17 11 16,-1-1 14-16,-1 1 2 0,2 1-1 0,-1-1-5 16,4 1-10-16,4-2-7 0,0 2-2 0,3 0 2 15,0 0-4-15,0 0-9 0,1 0-23 0,4 0-10 16,12 0 1-16,4 0 7 0,16 0 15 16,6 0-2-16,9-1-4 0,8-3-7 0,3-2-4 15,6 0-3-15,0-1-8 0,-1 2-2 0,0 1-5 16,-1 1-6-16,-5 2 5 0,-1-1-5 15,-5 2 3-15,0 0 0 0,-5 0-2 0,-4 0 1 16,-3-1-2-16,-9 4 1 0,0-1 0 0,-10 1-2 16,-2 0 2-16,-7-1-2 0,-5-1 1 0,-5 0-3 15,-4-1 0-15,-2 1 9 0,0-1 5 0,0 0 10 16,-1 0 3-16,-6 1-10 0,-5-1-7 0,-6 0-13 16,-7 1-6-16,-6 1 0 0,-6-1-2 15,-5 1 2-15,-5 1 2 0,0 0 3 0,-3-1 1 16,-3 2 1-16,-1-2 2 0,3-1-3 0,-1 1 4 15,0 0 0-15,4 1 2 0,4-2 4 0,1 0-2 16,-1 2 0-16,4-2 0 0,2 1-2 16,-1-1 0-16,1 1 3 0,3-1 1 0,5-1 0 15,4 0 6-15,6 0-2 0,7 0 8 0,5 0 7 16,4 0 3-16,1 0 10 0,3 0-5 16,0 0-7-16,4-1-7 0,5-2-12 0,6 0-4 15,6-3-1-15,9-1 1 0,10-1 1 0,6 0 1 16,5 0 1-16,4-1-2 0,3 2-1 0,3 1 0 15,-1 1-3-15,1 2 1 0,1 1 0 16,-2 0 0-16,-4 2 1 0,0 0-2 0,-7-1 1 16,-4 1-1-16,-6 4 0 0,-5-1 2 0,-5 2 0 15,-7 0-5-15,-3-1-3 0,-8 0-2 16,-2-1-5-16,-7-1 6 0,3 1 2 0,-5-3 3 0,0 0 7 16,-2 2 0-16,-5-2 0 0,-4 1-1 15,-8 1 0-15,-7 0 0 0,-6 1 0 0,-8-1-3 16,-5 0-2-16,-7-1 0 0,-7 2 0 0,-4-2-1 15,-4 0 6-15,-3 1-3 0,-2 0-1 0,1 0 5 16,1 0-3-16,0-1 4 0,7 1 4 16,2 0-3-16,3 0 3 0,4 2-3 0,4-1-2 15,9 1 5-15,8 0 0 0,8-1 9 0,11-3 5 16,6 1 2-16,7-1-1 0,1 0-15 0,5 0-7 16,8 1-3-16,8 0 1 0,12 0 11 15,15-2 2-15,12 1 2 0,11-2-3 0,12-4-3 16,6-1-1-16,4 0-6 0,1-1-2 0,3 2 1 15,-4 3-1-15,-4-1 1 0,-7 2 4 16,-7 1-5-16,-13 1-1 0,-6 0 0 0,-14-1-9 16,-11 3 2-16,-10-1-6 0,-10 1-4 0,-6-1 4 15,-5 1-5-15,0-2 2 0,-13 1 3 0,-5 1 0 16,-10 0 1-16,-11 1-4 0,-8 0-15 0,-5 1-47 16,-6 0-212-16,12 0-545 0,15-2-386 15</inkml:trace>
  <inkml:trace contextRef="#ctx0" brushRef="#br0" timeOffset="124783.1169">20735 14595 324 0,'0'0'31'16,"0"0"-55"-16,0 0 48 0,0 0 17 0,0 0 47 16,0 0 6-16,129-11-10 0,-89 9-15 0,2 0-14 15,3 1-3-15,4 1-5 0,2-1-8 16,2 0 0-16,-2-1-11 0,1 0-8 0,-1 0-4 0,-3 1-10 16,-2-1 5-16,-6-1 1 0,-4 1-2 15,-6 0 0-15,-8 0-3 0,-4 1 1 0,-6 0 5 16,-7 1 23-16,-1 0 50 0,-4 0 68 0,0 0 49 15,-2 0-17-15,-5 0-57 0,-5-1-75 0,-6 1-64 16,-5 0-11-16,-8 0 2 0,-7 3 4 0,-5 4 5 16,-3 2 4-16,0 0-2 0,-3 1 3 15,-2 0 1-15,-1 1 0 0,1-2 4 0,2 1 2 16,4 0 4-16,7 0 6 0,4-3 2 16,9 0 1-16,4-2-6 0,6 0-2 0,6-3-8 15,5 0-4-15,3-1-10 0,1 0 8 0,8 1 5 16,5 1 14-16,8-1 21 0,10-2-1 0,12 0 4 15,8-7-7-15,10-4-12 0,8-4-6 16,5 0-9-16,3-4-7 0,1 0-8 0,-5 1-14 16,-4 2-23-16,-8 3-18 0,-9 3-19 0,-8 2-28 15,-6 4-79-15,-10 3-236 0,-14 1-231 0,-4 0 254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4:01:15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3842 9863 0 0,'0'0'0'0,"0"0"0"0,0 0 0 0,0 0 0 16,0 0 0-16,0 0 212 0,0 0 49 16,0 0-13-16,0 0-17 0,0 0-36 0,0 0-32 15,0 0-34-15,-21-1-30 0,21 1-24 0,0 0-23 16,1 0-18-16,0 0-20 0,2 0-18 15,0 0 18-15,6 0 18 0,4 1 19 0,4 1 19 16,5 1-5-16,4 0-6 0,3-2-7 0,3 2 0 16,5-2-8-16,1-1-5 0,2 0-3 0,-1 1-7 15,1-1-4-15,-2 0-5 0,-2 0-4 0,0 0-4 16,-5-2-2-16,-2-1 0 0,-3 1-1 16,-7 0 3-16,-2 1-1 0,-8-1-1 0,-4 1 0 15,-1 1 4-15,-4 0 11 0,0 0 2 0,-3 0-20 16,-2 0-141-16,2 0-618 0,-1 0-721 0</inkml:trace>
  <inkml:trace contextRef="#ctx0" brushRef="#br0" timeOffset="3319.24">4503 10926 0 0,'0'0'0'0,"0"0"0"0,0 0 0 16,0 0 0-16,0 0 232 0,0 0 40 15,0 0-25-15,0 0-35 0,0 0-21 0,0 0-26 16,0 0-17-16,0 0-15 0,-29-20-33 0,27 20-27 16,-2 0-22-16,2 0-17 0,-2 0-10 0,1 0-9 15,1 0-6-15,2 0-9 0,0 0 0 16,0 0-1-16,0 0-7 0,0 0 6 0,0 0-12 15,0 0-4-15,0 0-3 0,1 0-11 0,0 0 0 16,3 0 23-16,0 0 20 0,3 0 29 16,4 1 20-16,1 2-10 0,1-3-9 0,4 0-11 15,0 0-10-15,-1 0-3 0,2 0 0 0,-2 0-10 16,1-2 6-16,-2 1-3 0,-1 0-7 0,-4 0 9 16,-1 0-12-16,-3 1 2 0,-1 0 1 15,-3 0-8-15,-1 0 10 0,-1 0 4 0,0 0 10 16,0 0 16-16,0 0 8 0,0 0 7 0,0 0-1 15,-1 0-1-15,-1 0-8 0,-3 0-9 0,-1 1-8 16,-4 1-15-16,-2 1-1 0,-3-2-3 0,2 1-2 16,-6 0 3-16,3 2-7 0,-1-2-1 15,-3 2-4-15,3-3-9 0,-1 3-16 0,3-3-51 16,0 0-175-16,6 0-529 0,3-1-503 0</inkml:trace>
  <inkml:trace contextRef="#ctx0" brushRef="#br0" timeOffset="5036.1303">20355 10919 0 0,'0'0'0'16,"0"0"0"-16,0 0 170 0,0 0 251 0,0 0-44 15,0 0-67-15,0 0-67 0,0 0-58 16,0 0-53-16,0 0-37 0,0 0-33 0,0 0 3 16,15 3-5-16,-4-3-1 0,7 0 10 0,3 2-21 15,2-1-3-15,5 0-6 0,-1-1-9 0,5 0-1 16,2 0-9-16,-1 0-1 0,5 0-4 0,2 0-4 16,0-2 4-16,-3-2-3 0,0-1 0 15,-3 1 0-15,-4-1-1 0,-4 0 1 0,-5 1 2 16,-7 0 8-16,-6 2 3 0,-1 1 15 0,-6 0 14 15,-1 1 2-15,0 0-1 0,-1 0-20 16,-7-3-29-16,-1 1-27 0,-2 0-31 0,-3 0-73 0,-4 2-294 16,5 0-682-16,3 0-66 0</inkml:trace>
  <inkml:trace contextRef="#ctx0" brushRef="#br0" timeOffset="8249.8225">4915 12037 0 0,'0'0'0'0,"0"0"0"16,0 0 0-16,0 0 0 0,0 0 0 15,0 0 0-15,0 0 92 0,0 0 93 0,0 0-16 16,0 0 3-16,0 0-6 0,0 0-8 0,-16-9-7 16,15 8-23-16,-2 0-13 0,2 0-11 15,0 1-7-15,1 0-6 0,0 0-11 0,0 0-19 16,0 0-20-16,0 0-22 0,0 0-15 0,0 0-8 15,0 0-19-15,0 0-16 0,0 0-24 0,2 0-29 16,3 0 37-16,1 0 23 0,4 0 33 16,1 1 43-16,6-1-16 0,-2 0 3 0,2 0-4 15,2-1 0-15,0-3-4 0,-1-1-7 0,3 2-3 16,-3-2-10-16,-2 1 3 0,-1 1-2 0,-4 0-2 16,-2 2 3-16,-4 1-12 0,-2 0 0 0,-1 0-1 15,-2 0-3-15,0 0 4 0,0 0-3 16,0 0-2-16,-2 0 0 0,-2 4 25 0,1 0 11 15,-3 3 7-15,-1 1 9 0,0-1-18 16,-1 0 1-16,-1-2 1 0,1-1-3 0,-1 1 4 0,1-2-1 16,-1 0 6-16,0-2 7 0,-2 0 1 0,3-1 2 15,-1 0-3-15,1 0-3 0,1-1 0 16,1-1-5-16,-1-1-2 0,5 0-4 0,-2 0-1 16,3 1 3-16,-1 1-3 0,2 1 2 0,0-1-16 15,0 1-12-15,0-1-15 0,0 1-23 16,0 0-11-16,4-2-2 0,0 1 12 0,4 0 19 15,2-1 15-15,1-1 7 0,2 1-1 0,2-1 0 16,0-1 1-16,2-1 2 0,-4 2 3 16,3-2 0-16,-3 1 1 0,-4 1-2 0,2 0-1 15,-6 2 0-15,0 0 0 0,-5 1 4 0,2 0 10 16,-2 0 10-16,0 0 10 0,0 0 4 0,-2 0-1 16,2 0-4-16,-4 0-6 0,0 0-13 15,-2 1-11-15,-5 2-13 0,-2-1-14 0,-3 3-27 16,0 0-170-16,3-1-558 0,4 0-494 0</inkml:trace>
  <inkml:trace contextRef="#ctx0" brushRef="#br0" timeOffset="11306.2142">4352 12018 0 0,'0'0'0'0,"0"0"194"16,0 0 40-16,0 0-30 0,0 0-38 0,0 0-46 15,0 0-28-15,0 0-13 0,0 0-14 0,0 0-14 16,0 0-16-16,0 0-13 0,-36-21-9 16,36 21-1-16,0 0-4 0,0 0-4 0,0 0-10 15,0 0-13-15,1 0-11 0,2 0-6 0,-1 0 22 16,2-1 15-16,4 0 16 0,-1 1 14 0,1-1-8 15,0 0 2-15,3-1 3 0,-1 0 6 0,4 0 6 16,-3 1 4-16,1-2 3 0,0 0-1 16,0-1-4-16,1 1-7 0,-1-2-4 0,0-1-7 15,1 2-8-15,-2 1-6 0,2 1-5 0,-4-1-5 16,-1 1-2-16,-1 1-4 0,0 1-3 0,-3 0-4 16,-3 0-5-16,1 0-3 0,0 0 2 15,-2 0-1-15,1 1 2 0,-1-1 8 16,0 1 1-16,0 0 5 0,0 0 4 0,0-1 1 0,0 2 9 15,0-2 8-15,0 0 8 0,0 1 10 0,-3 0 9 16,0 0-5-16,-5 1-4 16,1 1-10-16,-4 1-10 0,-3-2-1 0,2 3 3 0,-5-3-2 15,4 0 0-15,-1 1-2 0,-1-1-4 0,1 2 2 16,-2-1-2-16,2 2-3 0,-2-1 0 16,4 1-5-16,1 0-2 0,3-2-2 0,3 0-4 15,0-1-9-15,4 1-11 0,1-2-18 0,0 1 0 16,0 0 14-16,5 1 13 0,1 0 21 15,2 0 9-15,4-2-5 0,0 0 7 0,5-1 4 16,-4 0-2-16,5-2 6 0,-2-3-7 0,3-1-1 16,2-1 2-16,-3 1-6 0,1-1 2 0,-1 0-3 15,-5 2-4-15,0 1 2 0,-6 1-1 0,2 1 2 16,-7 1 6-16,0 1 15 0,-2 0 9 0,0 0 13 16,0 0 8-16,0 0-7 0,0 0-2 15,-2 0-9-15,1 0-9 0,0 0-4 0,1 0-6 16,-3 0-1-16,1 0 2 0,-4 1 3 0,1-1-8 15,-4 1-6-15,-1 0-4 0,-2 0-7 0,0-1 8 16,1 0 2-16,1 0-3 0,0 0 1 16,-1 0-10-16,2-2-8 0,1-1-21 0,0-1-89 15,1 1-362-15,4 0-979 0</inkml:trace>
  <inkml:trace contextRef="#ctx0" brushRef="#br0" timeOffset="12734.6836">20410 12005 0 0,'0'0'0'0,"0"0"0"16,0 0 0-16,0 0 110 0,0 0 232 16,0 0-45-16,0 0-42 0,0 0-31 0,0 0-25 15,0 0-24-15,0 0-33 0,0 0-30 0,-33-25-20 16,33 24-22-16,0 0-15 0,0 1-17 0,0-2-21 16,4 0-14-16,1 1-14 0,2-3 0 15,4 2 3-15,3 0 1 0,0-2 6 0,5 1-1 16,2-1 3-16,0 0 3 0,4 0-2 0,1 0 3 15,3-2-3-15,-2 2-2 0,3-1 1 0,0-1-2 16,-1 1 1-16,0 1 0 0,-2 0-2 0,-6 1 1 16,-2 1-4-16,-7 0 3 0,-1 1 0 15,-6 0-1-15,0 1 5 0,-5 0-2 0,1 0 7 16,-1 0 1-16,0 0 6 0,0 0 4 0,0 0-2 16,-1 0 8-16,1 0-3 0,-1 0-2 0,0 0-1 15,-2 0-8-15,-1 0-1 0,-1 0-3 16,-2 0-3-16,-2 0 2 0,-2 1 0 0,-4 0-1 15,0-1 0-15,-1 2 2 0,0-1-3 0,-3 0 1 16,0 0 5-16,4 1-3 0,-2 0 4 16,5 0-3-16,-4-1-4 0,5 0-1 0,2 1-4 15,3 0 0-15,0-1-5 0,5 0-1 0,-1 0-6 16,2 0-11-16,0-1-3 0,0 1-12 0,0-1-7 16,0 2 15-16,1 0 2 0,1 1 9 0,6 1-5 15,-1-2-38-15,6-1-120 0,1-1-300 16,-1 0-365-16,-2 0 379 0</inkml:trace>
  <inkml:trace contextRef="#ctx0" brushRef="#br0" timeOffset="14936.2515">5342 13121 0 0,'0'0'0'15,"0"0"0"-15,0 0 0 0,0 0 0 16,0 0 0-16,0 0 0 0,0 0 0 0,0 0 0 0,0 0 0 16,0 0 0-16,0 0 95 0,0 0 37 15,-12-13 8-15,11 12-3 0,-1 1 4 0,2 0-2 16,-1 0-9-16,1 0-9 0,0 0-14 0,0 0-13 15,-1 0-9-15,1 0-7 0,0 0-10 0,0 0-12 16,0 0-11-16,0 0-15 0,0 0-10 0,0 0-4 16,0 0-10-16,0 0-5 0,0 0-7 15,0 0-10-15,0 0-5 0,0 0-8 0,0 0-11 16,0 0-6-16,1 0-6 0,0 0-10 0,2 0-10 16,-1 0 44-16,4 0 21 0,0 2 28 15,3-1 29-15,0 1-22 0,2 1-5 0,2-2-4 16,-2 0-2-16,3 0-3 0,-3-1-3 0,0 1-3 15,3-1-1-15,-3 2-8 0,2-1 5 16,-5-1-2-16,0 0-1 0,-3 0 0 0,2 1-4 16,-4-1 0-16,-3 1 1 0,1-1 5 0,-1 1 4 15,0-1 7-15,0 0 11 0,0 1 11 0,-1-1 16 16,-1 0 11-16,2 0 0 0,-1 2 1 0,-4-2-9 16,2 1-3-16,-4 1-11 0,-2 0-14 15,-2-1-4-15,1 2-9 0,-2-1 0 0,1 0-3 16,-3 1-7-16,-2-1-2 0,-1 3-2 0,2-2 1 15,-3 0-2-15,2 2-1 0,1-1 2 16,3 1-4-16,0 0 3 0,1-2-1 0,4 0-1 0,1-1 0 16,5-1-4-16,0-1-10 0,1 0-15 15,0 0-11-15,1 0-22 0,3 0 10 0,1 0 20 16,6 0 24-16,2-1 36 0,3-1 10 0,2-3-2 16,0 0-4-16,3-1-9 0,-1-1-3 0,0 2-2 15,0-3-7-15,-2 1 0 0,1 1-4 16,-2 2-4-16,-3-1-3 0,-5 4-7 0,-4 0-3 15,-2 1 1-15,-3 0 5 0,0 0 5 0,0 0 3 16,0 0 0-16,-3 1-6 0,-1 2 25 16,1 2 4-16,-5 1 5 0,-2 0 4 0,1-2-24 15,1 0-18-15,0-3-155 0,1-1-521 0,3 0-465 0</inkml:trace>
  <inkml:trace contextRef="#ctx0" brushRef="#br0" timeOffset="19482.7346">5312 13187 0 0,'0'0'0'0,"0"0"0"0,0 0 0 0,0 0 62 16,0 0 173-16,0 0-38 0,0 0-40 16,0 0-25-16,0 0-14 0,0 0-17 0,0 0-11 15,-10 0-12-15,10 0-13 0,0 0-7 0,0 0-9 16,0 0-11-16,0 0-13 0,0 0-9 0,2 0-18 15,-1 0-12-15,0 0-12 0,2 0 10 16,4-1 15-16,-1 1 12 0,3-1 10 0,1 0-5 16,2 0-9-16,1 0-1 0,2-1 0 0,-2 1-2 15,3-1 6-15,-3 0-2 0,3-2 0 16,-2 2 1-16,1-1-1 0,-2 1 2 0,-2 0 3 0,-1-1 0 16,-3 1-4-16,-2 0-2 0,-1 1 1 15,-1 1 0-15,-3 0 14 0,0 0 12 0,0 0 14 16,0 0 18-16,0 0 4 0,0 0 4 0,-2 0-1 15,1 0-2-15,-1 0 0 0,0 0-35 0,-1-2-12 16,-4 0-24-16,1-2-13 0,-5-1 20 16,3 2-8-16,-2 1 7 0,-1-1-9 0,1 2-3 15,0 0 1-15,-2 1-3 0,2 0 7 0,-2 0-1 16,2 0 0-16,3 0-2 0,1 1-3 16,-2 0-2-16,5 0-6 0,3 1-4 0,-1-2-16 15,1 1-15-15,0-1-12 0,1 0-25 0,1 1 41 16,6 1 30-16,-1 1 22 0,5-1 41 0,0-1-20 15,1 0-3-15,4-1 2 0,-3 0-5 16,4-2 4-16,-2-3-2 0,3 1-3 0,-4-2-4 16,1 1-7-16,-3 2-2 0,-3-1-3 0,-5 3 3 15,1 0 2-15,-5 1 5 0,-1 0 8 0,0 0 0 16,0 0-2-16,0 0-19 0,-4 0-27 0,-2 0-2 16,-3 5-9-16,-1 0-11 0,-1 2-62 0,-4 1-247 15,7-2-365-15,0-3-55 0</inkml:trace>
  <inkml:trace contextRef="#ctx0" brushRef="#br0" timeOffset="21750.2118">4832 13179 0 0,'0'0'0'0,"0"0"0"16,0 0 183-16,0 0 172 0,0 0-38 15,0 0-66-15,0 0-49 0,0 0-32 0,0 0-32 16,0 0-28-16,0 0-23 0,0 0-18 0,-20-1-21 16,21 0-20-16,0 1-17 0,1 0-19 15,-1 0-8-15,1 0-19 0,3 0 16 0,3 0 14 0,1 0 6 16,3-1 20-16,1 4-12 0,4 0-3 15,-1-1 5-15,1 0 4 0,1 1 5 0,1-2 9 16,-2 0 2-16,1-1 4 0,2-1 2 0,-3 1 3 16,1 0 2-16,-3 0 4 0,3-3 0 15,-6 0-5-15,2 1-3 0,-6-1-6 0,-1 1-6 16,-2 1-1-16,-2 1-1 0,-3 0 5 0,0 0 6 16,0 0 9-16,0 0-3 0,0 0-6 0,0 0-8 15,-2 0-15-15,1 0-4 0,0 0-11 16,1 0-18-16,-2 0-30 0,1 0-111 0,0 0-355 15,0 0-578-15</inkml:trace>
  <inkml:trace contextRef="#ctx0" brushRef="#br0" timeOffset="22370.0564">4384 13180 0 0,'0'0'0'0,"0"0"0"0,0 0 4 0,0 0 308 16,0 0-73-16,0 0-46 0,0 0-31 15,0 0-18-15,0 0-11 0,0 0-3 0,0 0-3 16,0 0-12-16,3 0-16 0,-3 0-20 0,0 0-21 15,1 0-24-15,-1 0-18 0,4 0-9 16,0 0 32-16,3 0 16 0,2 0 6 0,2 0 0 16,-1 0-33-16,0 0-12 0,0 0-3 0,0 0 0 15,1 0 0-15,2-2-3 0,-3 1 1 0,0 0-4 16,1 0-3-16,-2-1-2 0,-2 2-7 16,-3 0-7-16,0 0-11 0,-2 0-23 0,-1 0-22 15,-1 0-51-15,0 0-69 0,-3 0-246 0,-1 3-298 16,1-1 174-16</inkml:trace>
  <inkml:trace contextRef="#ctx0" brushRef="#br0" timeOffset="22758.0755">3819 13223 1 0,'0'0'308'0,"0"0"13"0,0 0-6 0,0 0-40 15,0 0-76-15,0 0-85 0,0 0-77 0,0 0-19 16,0 0 10-16,0 0 17 0,0 0 22 16,0 0-15-16,0 0-14 0,0 0-16 0,115-27-12 15,-90 24-4-15,-3 1-7 0,4 1 0 0,-2 1-3 16,2 0-3-16,-3 1-1 0,-2 4-14 0,-1 0-25 15,-2 3-57-15,-5-1-294 0,-4-2-633 0</inkml:trace>
  <inkml:trace contextRef="#ctx0" brushRef="#br0" timeOffset="24569.1784">20327 13144 0 0,'0'0'0'0,"0"0"0"0,0 0 0 15,0 0 0-15,0 0 98 0,0 0 134 0,0 0-22 16,0 0-19-16,0 0-28 0,0 0-24 0,0 0-19 15,0 0-22-15,-10-4-15 0,12 4-7 16,-1-1-11-16,0 1 7 0,4-1-3 0,-1 0-7 16,5 0-5-16,-1-1-12 0,1 1-5 0,1 1-2 15,1 0 2-15,2 0-3 0,-1 0 0 0,6 0 3 16,0 4-4-16,1-2 2 0,6 0-1 16,-2 1-1-16,6-2 2 0,1 0-4 0,1-1-3 15,4 0-2-15,1 0-8 0,0 0 2 0,0 0-6 16,0-1-6-16,-4 0-2 0,-5-2-5 0,-2 1 1 15,-4 0-2-15,-6 1 0 0,-4-1-3 16,-5 2-4-16,-2 0 4 0,-2 0-2 0,-2 0 7 0,0 0 4 16,0 0-5-16,-2 0-7 0,-3 3-7 15,-3 1-9-15,-4 3-17 0,-1 2-32 0,-5 0-114 16,6-2-382-16,3-2-845 0</inkml:trace>
  <inkml:trace contextRef="#ctx0" brushRef="#br0" timeOffset="31233.2552">3683 9213 0 0,'0'0'0'0,"0"0"47"0,0 0 282 0,0 0-42 16,0 0-41-16,0 0-44 0,0 0-38 15,0 0-16-15,0 0-24 0,0 0-17 0,0 0-24 16,0 0-12-16,-12-22-9 0,12 22-12 0,0 0 1 16,0 0-8-16,0 0-6 0,0 0-4 15,0 0-11-15,0 0-3 0,0 0-4 0,0 0-2 16,0 0 0-16,0 0-4 0,0 0-4 0,0 0-14 16,0 2-16-16,0-1-26 0,0 1-28 0,0 0-35 15,0 4 26-15,0 3 30 0,1 6 32 16,2 6 41-16,1 5-7 0,-1 4-8 0,0 2-1 15,-2 3 6-15,2 0-5 0,-1 3 4 0,0-2-1 16,-2 2 4-16,2-1-3 0,0 0 3 0,0-3 0 16,-1-3-7-16,0-1 4 0,1-3-5 15,0-7 0-15,0-2 2 0,0-6-4 0,2-3 5 0,-2-4 0 16,-2-2 9-16,0-3 17 0,1 0 34 16,-1 0 39-16,1-7-11 0,2-6-27 0,-2-7-81 15,3-6-113-15,-4-4-138 0,3-6-350 0,0 10-287 16,-1 9 701-16</inkml:trace>
  <inkml:trace contextRef="#ctx0" brushRef="#br0" timeOffset="31756.048">3666 9210 0 0,'0'0'0'16,"0"0"0"-16,0 0 65 0,0 0 263 0,0 0-68 16,0 0-56-16,0 0-49 0,0 0-35 0,0 0-38 15,0 0-69-15,0 0-23 0,0 0-25 16,0 0-2-16,12-20 21 0,-7 15-7 0,4 2 5 16,-1 0-6-16,4 0 11 0,2-1 6 0,4 1 0 15,3 1 15-15,2-1-3 0,3 1 6 0,5 0 6 16,1 0-8-16,5 0 10 0,3 0-3 15,5 1 1-15,1 1 10 0,1 0 0 0,2 0 12 16,2 0 2-16,-2 0-6 0,-1 0-1 0,2-1-10 16,-4 1 1-16,1-1-3 0,-3 0 1 0,-2 0-3 15,-3-1-4-15,-5 0 2 0,-3 0-6 0,-4-1 5 16,-5 1 1-16,-3 1-5 0,-6 1 1 16,-4-1-8-16,-4 1 3 0,-2 0 18 0,-3 0 25 15,0 0 25-15,0 0 4 0,0 0-13 0,0 0-32 16,-1 0-41-16,-3 0-45 0,0 0-87 0,-1 2-234 15,0 0-384-15,2 0 153 0</inkml:trace>
  <inkml:trace contextRef="#ctx0" brushRef="#br0" timeOffset="32233.1428">3791 9676 0 0,'0'0'0'0,"0"0"0"0,0 0 0 0,0 0 0 16,0 0 25-16,0 0 73 0,0 0-7 0,0 0-19 16,0 0 43-16,0 0 18 0,0 0 19 15,0 0 29-15,0 0-45 0,0 0-22 0,91 26-13 16,-63-24-8-16,3 2-10 0,4-2 2 0,4 0-3 15,3 0-6-15,2 0-1 0,2-2-8 16,0 0-5-16,2 0-7 0,-3-1-9 0,-1-3-6 16,-4 0-8-16,-4-2 0 0,-5 1 1 0,-4 1-1 15,-4-1 2-15,-4 1-3 0,-5 1-3 0,-4 2-6 16,-3-2-4-16,-2 3-9 0,-3 0-1 16,-2 0-4-16,0 0-14 0,0 0-22 0,0 0-73 15,-5 4-161-15,3 1-596 0,-2-2-128 0</inkml:trace>
  <inkml:trace contextRef="#ctx0" brushRef="#br0" timeOffset="34001.4069">4220 10185 0 0,'0'0'0'0,"0"0"0"0,0 0 0 0,0 0 0 15,0 0 0-15,0 0 0 0,0 0 0 16,0 0 0-16,0 0 4 0,0 0 48 0,0 0-18 15,0 0 3-15,-10-67 13 0,13 60 23 0,1 1 27 16,-1 1 16-16,-1 2 21 0,-1 0 13 0,-1 3 11 16,0 0 16-16,0 0-10 0,0 0-7 15,0 0-17-15,0 0-28 0,0 0-15 0,0 0-27 16,0 2-22-16,0-1-21 0,0-1-18 0,0 1-9 16,0 0-18-16,0-1-12 0,0 2-27 0,0 2 5 15,0 4 25-15,0 4 12 0,4 5 36 16,1 5 4-16,2 1-8 0,0 4 6 0,1 2-4 15,2 2-2-15,0 1 2 0,-1 2-5 0,-3 0 2 16,-1 3-3-16,2-1-3 0,-4 3 3 0,-1-2-1 16,-1 1 0-16,-1-3-1 0,0 0-4 15,0-4-3-15,0-1-1 0,-1 0-3 0,0-5 2 16,0-1 0-16,-2-2 0 0,2-3 4 0,-2-6-4 16,1-1 1-16,2-5 0 0,0-2 3 0,0-4 15 15,0-1 15-15,0 0 18 0,0-3 17 0,2-4-21 16,1-5-44-16,1-8-91 0,3-6-201 15,-2 1-425-15,0 8-602 0</inkml:trace>
  <inkml:trace contextRef="#ctx0" brushRef="#br0" timeOffset="34436.2643">4253 10106 0 0,'0'0'0'16,"0"0"0"-16,0 0 0 0,0 0 0 15,0 0 210-15,0 0 97 0,0 0-44 0,0 0-62 16,0 0-57-16,0 0-57 0,0 0-40 0,0 0-5 16,0 0 5-16,0 0 21 0,32 2 13 0,-3-2 1 15,1 0-9-15,6 0-14 0,2 0-4 16,2 0-15-16,2 0-10 0,0 2-8 0,1 0-9 16,-2-1 0-16,-2 1-3 0,2 0 5 0,-3-1 0 15,0-1-3-15,-3 0 2 0,-3 0-4 16,-2 0 1-16,-5 0 4 0,-3-1-2 0,-3-2 6 15,-3 0 2-15,-2 0 3 0,-4 1-1 0,-4 0-2 16,-2 1-3-16,-3 1-9 0,0 0-3 0,-1 0-15 16,0 0-20-16,0 0-31 0,0 0-29 15,0 4-20-15,-1 3-51 0,-1 4-260 0,-2-3-316 16,1-1 208-16</inkml:trace>
  <inkml:trace contextRef="#ctx0" brushRef="#br0" timeOffset="34874.1884">4279 10797 0 0,'0'0'181'0,"0"0"28"0,0 0-104 15,0 0-27-15,0 0 7 0,0 0 2 0,0 0 40 16,0 0 32-16,0 0 11 0,0 0 8 0,0 0-33 15,0 0-25-15,126 20-14 0,-86-19-2 16,2 0-20-16,5-1-10 0,0 2-17 0,2-2-22 16,1 0-6-16,0 0-13 0,-4 1-3 0,1 0 1 15,-5-1-5-15,-4 1 0 0,-3 0-3 0,-6 0-3 16,-4 1 1-16,-3-1-1 0,-10 0 1 16,-2 0-2-16,-4 0 11 0,-3-1 6 0,-2 0 20 15,-1 1 22-15,0-1 2 0,0 0 6 0,0 0-21 16,0 0-26-16,0 0-26 0,0 0-79 15,0 0-327-15,-1 0-1067 0</inkml:trace>
  <inkml:trace contextRef="#ctx0" brushRef="#br0" timeOffset="36487.8716">4672 11267 0 0,'0'0'0'0,"0"0"147"0,0 0 201 0,0 0-44 16,0 0-40-16,0 0-45 0,0 0-42 0,0 0-22 15,0 0-31-15,0 0-37 0,0 0-29 16,0 0-35-16,-25-25-21 0,25 25-20 0,0 0-18 16,0 0-18-16,0 2-36 0,0 4 16 0,0 5 17 15,2 6 27-15,0 6 45 0,2 4-2 0,0 7 4 16,-3 1-5-16,3 6-3 0,-1 0 1 15,1 5-2-15,-2 2 3 0,1 3 2 0,0 2-2 16,-2-1-1-16,0 1-5 0,1-2-3 0,0-3-4 16,2-2-3-16,-2-5 2 0,1-2-4 15,1-6 5-15,-1-2-1 0,1-6-2 0,-1-4 3 16,-1-5-3-16,0-5 1 0,2-2-1 0,-3-5-2 16,2-1 1-16,-3-3 4 0,0 0 10 15,1 0 5-15,0-5-54 0,0-4-98 0,2-8-373 16,1 4-272-16,-3 2 612 0</inkml:trace>
  <inkml:trace contextRef="#ctx0" brushRef="#br0" timeOffset="36873.3591">4655 11289 0 0,'0'0'0'0,"0"0"0"16,0 0 9-16,0 0 321 0,0 0-14 15,0 0-31-15,0 0-60 0,0 0-67 0,0 0-67 16,0 0-47-16,0 0-30 0,0 0 6 0,0 0 14 15,0 0 12-15,127-57 8 0,-84 46 0 16,5 0-6-16,3-1-9 0,2 2-11 0,0 2-12 16,-1 1-6-16,-1 2-7 0,-5 2-3 0,-1 0 0 15,-4 3-1-15,-4 0-5 0,0 0 1 0,-7 0-3 16,-6 3-4-16,-1 0-1 0,-6 1-10 16,-2 0-5-16,-5 1-4 0,-3-1-7 0,0 0-2 15,-6 1-11-15,0 1-18 0,-1 1-36 0,-1 1-221 16,-4 0-310-16,0-2 213 0</inkml:trace>
  <inkml:trace contextRef="#ctx0" brushRef="#br0" timeOffset="37267.8501">4710 11997 0 0,'0'0'0'0,"0"0"0"0,0 0 36 0,0 0 326 15,0 0-33-15,0 0-62 0,0 0-57 16,0 0-54-16,0 0-45 0,0 0-20 0,0 0-8 16,0 0 22-16,0 0 22 0,0 0 10 0,124 4 13 15,-81-11-4-15,3-1-19 0,2-2-22 16,2-1-34-16,1 1-26 0,-2-2-19 0,-1 1-9 16,-4 0-7-16,-1 3-5 0,-3 0-1 0,-6 2-6 15,-3 1-3-15,-5 1-9 0,-5 2-12 0,-6 2-18 16,-4 0-33-16,-2 0-30 0,-4 0-64 15,-3 3-293-15,-2 0-437 0,0-1-8 0</inkml:trace>
  <inkml:trace contextRef="#ctx0" brushRef="#br0" timeOffset="45199.6578">20493 14087 0 0,'0'0'0'0,"0"0"0"0,0 0 0 16,0 0 0-16,0 0 0 0,0 0 0 0,0 0 181 15,0 0 8-15,0 0-20 0,0 0-20 0,0 0-10 16,0 0 0-16,-116-19-13 0,110 18-6 16,5 1-5-16,0 0-16 0,1 0-14 0,0 0-17 15,0 0-18-15,1 0-23 0,0 0-13 0,4 0-21 16,0 0 7-16,6 0 11 0,7 0 5 16,3 0 16-16,6 1-13 0,2 0-12 0,2 2 0 15,0 0-7-15,4-1 4 0,1 0 1 0,0 1 0 16,4-2 0-16,-1-1-3 0,-2 0 3 0,0 0-8 15,0 0 1-15,-4 0 2 0,-2 0-3 16,-1-1 6-16,-7-1 0 0,-3 0 0 0,-2 1 6 0,-7-1-5 16,-1 0 3-16,-8 2 6 0,0 0 13 15,-2 0 20-15,0 0 14 0,-2 0 6 0,-1 0-11 16,-7 0-24-16,0 0-18 0,-8 0-19 16,-2 2-3-16,-4 1-1 0,-5 2 3 0,-3-1 4 15,-2 2-1-15,-2 2 7 0,-4-2 0 0,0 1 3 16,-1 0 2-16,-1 1 0 0,-2-3 3 0,6 1 4 15,-2 0 1-15,6-1 5 0,3-1 3 0,4 0 5 16,8-2-2-16,4-1 2 0,8 1-2 0,3-2-6 16,4 0-2-16,0 0-22 0,6 0-18 15,9 0-3-15,8 0-2 0,14 0 10 0,13-5 1 16,17-1-30-16,14-2-151 0,-18 2-523 0,-15 1-556 0</inkml:trace>
  <inkml:trace contextRef="#ctx0" brushRef="#br0" timeOffset="45983.482">20408 15294 0 0,'0'0'0'0,"0"0"0"0,0 0 0 0,0 0 261 16,0 0-11-16,0 0-41 0,0 0-38 16,0 0-31-16,0 0-27 0,0 0-32 0,0 0-18 15,0 0-19-15,-38-60-22 0,44 56-6 0,0 2-17 16,3 1-6-16,1 0 9 0,3 1-2 0,4 0 19 15,4 0 17-15,5 0 9 0,4 0 16 16,2 1-5-16,4 0 0 0,8-1-7 0,1 0-7 16,3-2-10-16,4-3-10 0,0-1-7 0,0-1-14 15,1-1 6-15,1-2-5 0,-1 0-7 16,-8 0 7-16,-1 1-15 0,-7 2-4 0,-6 0-2 16,-7 2-10-16,-10 0 12 0,-6 4 1 0,-7 0 3 15,-1 1 5-15,-10 0 0 0,-7 0 7 16,-6 1 5-16,-9 4 6 0,-6 1 5 0,-4-1 5 15,-7 1 6-15,-1-1 0 0,-1 2-1 0,-1 0-1 16,0-1-1-16,0 1 3 0,0-1-2 0,5-1 2 16,4-1 1-16,3 0 0 0,6-1-1 15,6 0-3-15,6-2-4 0,2 0-7 0,9-1-1 0,4 1-8 16,6-1-21-16,1 0-23 0,8 0-11 16,7 0-4-16,10 0 6 0,11 0-5 0,13 0-81 15,-8-1-353-15,-11 1-674 0</inkml:trace>
  <inkml:trace contextRef="#ctx0" brushRef="#br0" timeOffset="86016.2996">24183 3341 0 0,'0'0'0'0,"0"0"0"15,0 0 0-15,0 0 0 0,0 0 4 0,0 0 244 16,0 0-15-16,0 0-13 0,0 0-9 15,0 0-24-15,0 0-14 0,0 0-29 0,10-49-21 16,-10 45-11-16,-1 2-22 0,-2 0-18 0,-3 0-23 16,2 1-30-16,-4 1-20 0,-1 0-17 0,-2 0-13 15,-3 7-6-15,-5 3 2 0,-3 4 1 16,-4 4 5-16,2 4 7 0,-3 3-1 0,2 4 8 16,0-1-8-16,6 4-1 0,2 1 3 0,1 2-7 15,2-1 8-15,4 2-3 0,3 2-1 16,3-2 3-16,4 2-1 0,0-3-4 0,5-2-3 15,6-4-6-15,6-6 7 0,1-6 11 0,5-4 18 16,5-7 18-16,5-6 11 0,5 0 9 0,4-12 0 16,2-6-3-16,-2-3-3 0,3-5-4 0,-5-3 9 15,-4-2 9-15,-1-2 14 0,-9-1 20 16,-3 1 14-16,-7 0 9 0,-6-1 0 0,-9 2-13 16,-1 1-21-16,-9-1-21 0,-2 2-20 0,-9 4-17 15,-1 4-13-15,-2 4-15 0,-5 3-21 16,-2 7-23-16,-2 7-24 0,-5 2-19 0,2 11-18 15,-5 7-33-15,2 5-53 0,4 5-277 0,8-6-328 16,12-7 585-16</inkml:trace>
  <inkml:trace contextRef="#ctx0" brushRef="#br0" timeOffset="86599.3127">24911 3296 15 0,'0'0'381'0,"0"0"-80"0,0 0-29 0,0 0 8 15,0 0-45-15,0 0-56 0,0 0-45 16,0 0-29-16,0 0-24 0,0 0-40 0,0 0-25 0,0 0-29 15,0 0-26-15,0 0-13 0,-29-26-13 16,15 36 4-16,-4 4 13 0,-3 4 10 0,0 2 12 16,-3 2 3-16,1 1 2 0,2 2-3 0,2 2 3 15,3 0-3-15,0 1-4 0,2 0 2 0,2-1-8 16,5 2-5-16,-1 1 5 0,6-3-8 16,2 0-2-16,0-3-1 0,6-2-13 0,8-3 4 15,-1-6 2-15,6-2 10 0,3-6 22 0,5-3 16 16,3-2 23-16,3-5 9 0,0-7 8 15,3-1 0-15,-2-5 1 0,-1-1 3 0,-4-4 4 16,0-1 29-16,-5-2 29 0,-6 0 37 0,-1-1 31 16,-7 0-11-16,-7 1-21 0,-3 1-43 0,-2 1-46 15,-8 0-25-15,-6 1-23 0,-1 3-15 16,-6 4-14-16,-1 5-17 0,-3 4-27 0,1 5-22 16,-5 2-21-16,-1 6-37 0,-1 8-41 0,2 3-165 15,8-2-339-15,10-3 212 0</inkml:trace>
  <inkml:trace contextRef="#ctx0" brushRef="#br0" timeOffset="87233.8763">25593 3253 0 0,'0'0'0'0,"0"0"69"0,0 0 184 0,0 0 14 16,0 0-8-16,0 0-46 0,0 0-42 0,0 0-21 15,0 0-40-15,0 0-49 0,0 0-42 16,0 0-37-16,0 0-18 0,-38-4-15 0,21 12 2 16,0 5 11-16,-3-1 6 0,0 6 5 0,1 0 1 15,1 4-2-15,3 2 0 0,-1 3 4 0,4-1-2 16,1 0 0-16,2 2 2 0,4 2-7 16,0 3 1-16,5-3 0 0,0 4-2 0,3 0 4 15,6-3-3-15,7-1 0 0,2-5-1 0,6-2-3 16,4-8 14-16,5-7 6 0,5-6 12 15,4-2 18-15,0-11 6 0,2-5 13 0,-1-3 13 16,-5-6 18-16,-1-2 29 0,-6-4 40 0,-2-1 44 16,-5-4 29-16,-5 2 15 0,-4-1-14 0,-9 2-38 15,-5-1-42-15,-1 3-49 0,-10 2-31 0,-3 2-22 16,-7 1-13-16,-2 6-13 0,-4 4-20 0,0 4-17 16,-5 5-25-16,-4 7-21 0,-1 1-20 15,-2 11-35-15,0 6-51 0,-2 6-135 0,11-4-388 16,11-5-129-16</inkml:trace>
  <inkml:trace contextRef="#ctx0" brushRef="#br0" timeOffset="87750.7867">26512 3241 0 0,'0'0'355'0,"0"0"-62"0,0 0-44 16,0 0-18-16,0 0-35 0,0 0-49 0,0 0-25 15,0 0-13-15,0 0-17 0,0 0-21 0,0 0-26 16,0 0-28-16,0 0-14 0,0 0-12 0,-123-39-11 16,116 40-10-16,-3 5-9 0,1 2-8 15,-1 2-7-15,-2 5-1 0,2 3-1 0,-2 6 10 16,3 4 1-16,2 0 6 0,2 2 4 0,3 1-2 16,2 2 1-16,0 0 3 0,6-1-3 15,3-1 0-15,5 1 2 0,4-4-1 0,2-3 1 16,2-4-3-16,1-4-7 0,5-8 10 0,1-4 16 15,1-5 30-15,0-4 31 0,0-7 22 0,0-6 20 16,-3-5 27-16,-1-3 28 0,-2-4 27 0,-5-2 24 16,-3-3 4-16,-3 1-7 0,-2 1-25 15,-4-1-33-15,-6 0-37 0,-2 2-34 0,-6 1-18 16,-4 2-16-16,-4 2-7 0,-2 3-8 16,-3 4-13-16,-5 5-9 0,-2 3-13 0,-3 5-8 0,-2 5-10 15,-2 1-15-15,1 8-18 0,1 6-29 16,2 6-54-16,3 6-121 0,6-5-392 0,9-5-616 15</inkml:trace>
  <inkml:trace contextRef="#ctx0" brushRef="#br0" timeOffset="88233.1671">27268 3238 0 0,'0'0'0'0,"0"0"183"0,0 0 150 0,0 0-78 16,0 0-60-16,0 0-46 0,0 0-35 15,0 0-35-15,0 0-18 0,0 0-22 0,-118-34-16 16,102 34-13-16,-2 5-13 0,1 3-6 0,0 1-12 16,0 3-5-16,0 3-5 0,3 2-10 0,-1 4 3 15,5 2-3-15,3 2 8 0,3 4 9 16,3-1-3-16,1 3 8 0,2-1-2 0,8 2 3 16,4-1 6-16,7-3-2 0,5-1 3 0,4-4 3 15,6-7 2-15,3-5 16 0,4-7 7 16,1-4 12-16,2-1 11 0,-4-10 9 0,-2-1 11 15,-6-3 28-15,-3-4 49 0,-3-4 50 0,-6-1 44 16,-1-2 7-16,-6-2-21 0,-4 0-43 0,-5-2-41 16,-4-2-36-16,-2 0-33 0,-8 0-20 15,-8-2-17-15,0 4-12 0,-4 1-2 0,-4 4-16 16,1 0 0-16,-4 8-9 0,0 3-15 0,-3 5-5 16,0 6-24-16,0 3-26 0,3 7-40 0,0 7-54 15,3 9-166-15,10-3-441 0,3-5-487 0</inkml:trace>
  <inkml:trace contextRef="#ctx0" brushRef="#br0" timeOffset="88689.0509">28166 3172 0 0,'0'0'0'16,"0"0"0"-16,0 0 0 0,0 0 0 0,0 0 0 16,0 0 0-16,0 0 0 0,0 0 0 0,0 0 0 15,0 0 0-15,0 0 0 0,0 0 0 16,0 0 0-16,0 0 0 0,-70-30 0 0,60 32 0 16,-1-1 0-16,-2 0 148 0,-3 2 13 0,-1 1-14 15,1 2-38-15,-4 1-34 0,0 2-31 0,1 3-22 16,-2 1-12-16,0 3-10 0,2 2-4 15,2 3 1-15,1 2-2 0,1 0-4 0,5 1-1 16,2 0-3-16,2 2 1 0,5 1 3 16,1 0-1-16,9-3 5 0,3-2 14 0,7-3 8 15,3-3 18-15,7-2 16 0,7-6-1 0,4-4 10 0,5-4-2 16,-2-4-1-16,2-5 7 0,-2-5 7 16,-2-3 14-16,-6-5 21 0,1-1 37 0,-8-2 33 15,-3-3 26-15,-5 1 17 0,-7-1-24 0,-4-1-28 16,-5 0-38-16,-4 2-45 0,-4-2-21 15,-7-1-23-15,-6 1-13 0,-5 3-11 0,-2 0-14 16,-5 4-11-16,-2 3-15 0,-3 6-10 0,0 9-9 16,2 4-14-16,1 6-15 0,0 9-30 15,1 4-19-15,8 6-68 0,1 4-230 0,7-6-416 16,5-5-22-16</inkml:trace>
  <inkml:trace contextRef="#ctx0" brushRef="#br0" timeOffset="89132.7984">28830 3214 935 0,'0'0'-82'0,"0"0"67"0,0 0 26 0,0 0 41 15,0 0 25-15,0 0 2 0,0 0-8 0,0 0-21 16,0 0-39-16,-27-118-27 0,32 113-21 15,3 2 9-15,-1 1 33 0,-5 1 30 0,-2 0 32 16,0 1 13-16,0 0 0 0,-5 0-16 0,-1 0-28 16,-5 0-18-16,-2 0-17 0,-4 0-6 0,-1 4 7 15,-4 3-4-15,0 2-2 0,-3 3-5 0,3 2-5 16,1 2-2-16,-1 3-2 0,3 4-3 16,-1 0-4-16,5 1 1 0,1 1-2 0,5 3 0 15,5-1 2-15,1 2-7 0,5-2 3 0,2-2-2 16,7-1-2-16,8-4 12 0,5-3 5 15,4-3 10-15,8-5 8 0,2-4 7 0,5-3-3 16,1-2 1-16,0-5 5 0,-3-6 5 0,0-1 15 16,-5-5 21-16,-4-1 30 0,-3-4 43 0,-4-2 36 15,-7 1 30-15,-1-2 3 0,-7 0-23 16,-5-2-30-16,-5-2-37 0,-3 0-26 0,-8 0-23 16,-5-4-14-16,-6 0-13 0,-3 2-17 0,-5 2-7 15,-4 5-12-15,-2 6-18 0,-4 5-17 16,-1 8-33-16,0 6-48 0,-4 14-76 0,11 0-277 0,12-1-884 15</inkml:trace>
  <inkml:trace contextRef="#ctx0" brushRef="#br0" timeOffset="89832.7434">29576 3002 270 0,'0'0'578'0,"0"0"-348"0,0 0-34 0,0 0-15 16,0 0-35-16,0 0-39 0,0 0-29 0,0 0-33 15,0 0-23-15,0 0-36 0,0 0-20 0,0 0-15 16,-52-36-8-16,34 45 12 0,-2 4 0 15,1 3 10-15,-3 4 5 0,1 1-2 0,2 5 3 16,-1 1-5-16,4 1-23 0,1 1 11 0,3 0 3 16,-2 1 7-16,2 5 23 0,4 0-12 0,1-1-2 15,1 2-5-15,5-2-6 0,1-3-3 16,8-7-2-16,4-3 2 0,4-7 13 0,5-3 21 16,2-6 20-16,5-4 22 0,3-1 12 0,2-8 5 15,2-8 7-15,1-2 2 0,-3-5 17 0,1-5 23 16,-7-3 21-16,-1-2 20 0,-4-4 5 15,-5 1-3-15,-3 1-13 0,-6-1-20 0,-6-1-24 16,-3 0-28-16,-6 2-23 0,-5 0-18 0,-2 5-11 16,-5 6-9-16,-1 4-10 0,-2 8-11 0,-5 4-14 15,1 4-11-15,-1 4-18 0,-2 8-22 16,2 7-26-16,3 7-43 0,2 6-59 0,4-5-315 16,9-6-404-16</inkml:trace>
  <inkml:trace contextRef="#ctx0" brushRef="#br0" timeOffset="90299.712">30244 3070 476 0,'0'0'45'0,"0"0"14"0,0 0 25 0,0 0 22 15,0 0 0-15,0 0-10 0,0 0-11 16,0 0-5-16,0 0-12 0,0 0-7 0,0 0-12 16,0 0-21-16,0 0 8 0,0 0-7 0,-42-74-4 15,30 72 7-15,1 0-23 0,-4 2-7 0,-2 0-5 16,-3 0-6-16,-1 5 10 0,-2 2-4 16,-2 1 2-16,2 5 2 0,2-1-10 0,-1 3-5 15,1 3-5-15,2 1-9 0,1 2 0 0,7 0 0 16,0 0 0-16,3 5 0 0,6-1 6 15,2 2 0-15,0 0 7 0,7 2 3 0,6 1-3 16,5-2 1-16,6-3-2 0,7-5 1 0,5-4 12 16,4-7 9-16,4-3 9 0,-1-6 9 0,3-3 9 15,-3-6 10-15,-4-6 21 0,-6-3 25 0,-3-1 21 16,-7-2 29-16,-3-2 24 0,-3-2 4 16,-4 0-1-16,-6-4-27 0,-5 1-37 0,-2 0-28 15,-9-3-28-15,-2 3-16 0,-7-3-9 0,-2 3-9 16,-1 4-13-16,-4 5-12 0,-3 3-15 15,-2 5-20-15,-2 6 0 0,1 5-14 0,0 0-12 16,2 12-10-16,1 5-46 0,6 4-46 0,5 5-108 16,5-5-342-16,8-6-281 0</inkml:trace>
  <inkml:trace contextRef="#ctx0" brushRef="#br0" timeOffset="90699.5173">31081 3065 2006 0,'0'0'7'0,"0"0"-25"0,0 0 1 15,0 0 8-15,-132-114 21 0,107 99 9 16,2 2 8-16,8 3 3 0,2 2-3 0,4 2-7 16,3 3-7-16,4-1-8 0,1 3-19 0,0 0-16 15,1 1-25-15,0 0-32 0,-3 0-24 0,2 0-2 16,-1 4 12-16,-7 1 36 0,-1 5 35 15,-2 1 20-15,-7 4 7 0,-2 2 0 0,-1 3 1 16,-5 3 0-16,2 5-2 0,-3 0-5 0,3 6-4 16,0-1-2-16,5 0-11 0,4 2 0 0,1-2-8 15,4 2-5-15,7-3 4 0,4-2-12 0,2-2 4 16,11-5 8-16,7-5 12 0,10-5 29 0,10-5 18 16,2-5 13-16,8-3 5 0,0-3-1 15,2-9 4-15,-2-3 4 0,-2-4 6 0,-3-3 14 16,-5-2 27-16,-1-5 29 0,-7 0 23 0,-4-1 11 15,-6-2-10-15,-10-2-17 0,-2-3-24 16,-10-4-34-16,-4-2-22 0,-12 0-32 0,-5 0-11 16,-8 6-12-16,-4 2-14 0,-7 9-8 0,-2 7-21 15,-8 8-21-15,-3 10-52 0,-5 5-74 0,15 6-501 16,12 0-771-16</inkml:trace>
  <inkml:trace contextRef="#ctx0" brushRef="#br0" timeOffset="91598.777">31560 2992 894 0,'0'0'175'0,"0"0"60"0,0 0-8 15,0 0-19-15,0 0-52 0,0 0-55 0,0 0-30 16,0 0-24-16,0 0-13 0,0 0-23 0,0 0-32 15,0 0-27-15,-13-50-29 0,5 56-10 0,-2 3 6 16,-4 5 10-16,-2 4 18 0,-3 4 5 16,3 2 4-16,-3 5 4 0,1 2 2 0,5 2 3 15,0 3 1-15,1 0 1 0,8-2-6 0,-3 1-3 16,6-1-2-16,0-2-9 0,1 0 0 0,2-7-9 16,7-2-4-16,5-8 7 0,2-5 3 15,5-4 36-15,3-6 32 0,1 0 28 0,2-8 25 16,-2-3 0-16,4-6 7 0,-2-2 10 0,-3-4 20 15,-2-3 26-15,-1-1 14 0,-1-2 11 16,-4-1-5-16,-2-3-15 0,-4 1-23 0,-4-2-28 16,-4 1-26-16,-2-2-27 0,-6 4-11 0,-1 3-15 15,-7 2-5-15,2 5-6 0,-2 4-17 0,-3 3-7 16,-2 5-24-16,4 4-22 0,-3 4-19 16,0 1-30-16,1 8-28 0,1 6-34 0,0 7-95 0,4 4-290 15,3-4-182-15,6-6 744 0</inkml:trace>
  <inkml:trace contextRef="#ctx0" brushRef="#br0" timeOffset="92032.9113">32268 2894 396 0,'0'0'-1'0,"0"0"29"15,0 0 5-15,0 0 26 0,0 0 27 0,0 0 23 16,0 0 15-16,0 0 4 0,0 0-6 0,0 0-30 16,0 0-40-16,0 0-28 0,0 0-27 15,0 0 1-15,-73-63 11 0,70 63 4 0,0 0 6 16,0 0-11-16,-4 1-13 0,-3 3-9 0,-4 1-3 16,-2 2 4-16,-4 3 4 0,-2 2 5 0,-1 3-4 15,-2 4 1-15,2 2 1 0,-1 5-8 16,3 1 2-16,-1 2-1 0,4 3-7 0,1 3 3 15,1 0-5-15,5 0 2 0,5-1 4 0,-1-1-2 16,7 2-1-16,0-6-1 0,9-1 7 0,3-5 9 16,6-5 26-16,4-6 20 0,5-5 8 0,5-6 15 15,1-1-6-15,7-7 2 0,-1-5 10 16,0-6 0-16,-2-3 10 0,-1-4 8 0,-2-1 15 16,-3-3 13-16,-4-1 8 0,-5-1-4 0,-4-2-16 15,-8 0-14-15,-8 1-27 0,-2-1-23 16,-11-2-18-16,-8 5-28 0,-3 0-16 0,-8 7-27 15,-5 3-29-15,-7 5-14 0,-5 9-42 0,-2 6-57 16,-3 9-199-16,12 4-433 0,12-3 191 0</inkml:trace>
  <inkml:trace contextRef="#ctx0" brushRef="#br0" timeOffset="92682.148">32860 2948 0 0,'0'0'0'0,"0"0"168"16,0 0 138-16,0 0-21 0,0 0-61 0,0 0-33 16,0 0-27-16,0 0-27 0,0 0-36 0,0 0-40 15,0 0-40-15,0 0-23 0,-12-37-19 0,4 37-18 16,1 0 0-16,-3 0-7 0,-4 3 6 15,0 3 12-15,-4 2-1 0,-1 5 10 0,-8 6-3 16,1 4-4-16,-2 4 0 0,1 6-22 0,9 2 18 16,-1 5-13-16,8 4 3 0,5-6 17 15,5-3-14-15,1 0 16 0,3-5-6 0,5-5 17 16,1-5-4-16,2-4 6 0,9-2 12 0,2 0-10 16,8-3 14-16,6-2 1 0,4-3 1 15,5-6 6-15,1 0 4 0,2-7 8 0,-2-6 24 16,-2-3 40-16,-4-4 50 0,-3-2 49 0,-5-3 24 15,-6-2-10-15,-3-2-26 0,-9-1-36 0,-3-2-34 16,-6 0-22-16,-5 0-29 0,-9-2-22 0,-8 2-22 16,-7-1-29-16,-7 4-18 0,-7 3-38 0,-9 7-49 15,-4 7-94-15,8 4-338 0,13 6-874 0</inkml:trace>
  <inkml:trace contextRef="#ctx0" brushRef="#br0" timeOffset="93755.6262">33528 2858 0 0,'0'0'0'0,"0"0"0"16,0 0 66-16,0 0 319 0,0 0-13 15,0 0-55-15,0 0-30 0,0 0-36 0,0 0-47 16,0 0-56-16,0 0-45 0,0 0-51 0,0-26-25 16,0 26-10-16,0 0-18 0,0 0-3 15,0 0-30-15,0 0-25 0,0 0-28 0,0 0-38 0,0 0 38 16,0 0 23-16,0 0 37 0,0 0 47 16,0 0-18-16,-2 5 8 0,-4 4-9 0,3 11-3 15,-4 4 9-15,3-3-6 0,-2 7 8 0,0-1 0 16,0 2-5-16,0 3 4 0,0 1-7 0,-1 2 5 15,0 0-1-15,1 0-1 0,-1 1 0 0,0-2-4 16,2 0 6-16,-1-3-6 0,1 0 4 16,0-2 1-16,4-10-6 0,-3 4 9 0,2-6-6 15,-1 1 2-15,1-1 8 0,1-9 2 0,-1 8 19 16,2-7 13-16,-1-2 10 0,1 1 11 16,0-8 6-16,0 0 7 0,0 0 7 0,0 0 19 15,0 0-28-15,0 0-23 0,0 0-21 0,0 0-43 16,0 0 12-16,0-1-4 0,0-5-3 15,3-7 4-15,0-2-11 0,1-4 1 0,-1-6-6 16,0 2-5-16,3-8-3 0,-2 2 0 0,2-3 11 16,-2-1 1-16,2 0 15 0,-2-2 2 0,1 1-5 15,-2 0 9-15,4 1-7 0,-3 2 4 16,2 1 8-16,-3 3-4 0,0 6 8 0,1-2-1 0,-2 7-7 16,1-1-1-16,0-1-9 0,-1 12-8 15,-1-8-14-15,0 8-10 0,-1-1-21 16,1 1-14-16,-1 6-17 0,0 0-30 0,0 0 31 0,0 0 18 15,0 0 25-15,0 0 43 0,1 1-16 0,1 6 4 16,-2 8 2-16,1 0 1 0,0 4 7 16,-1 6-4-16,0-1 7 0,0 10-3 0,0-6 0 15,0 4 6-15,0 0-11 0,-2 2 12 0,0 3-4 16,-2-1-1-16,-1 0 9 0,0-2-9 16,0 0 3-16,-1-1 3 0,0-4-4 0,0-2 5 15,1-8 4-15,1 3 13 0,-1-5 23 0,1-2 30 16,0 2 31-16,1-10 23 0,1 0 0 0,2-7-44 15,0 0-33-15,0 0-39 0,0 0-31 16,0 0 14-16,-1-3-8 0,1-4 0 0,0-10 3 16,0-8-4-16,1 2 1 0,4-8-2 0,-1 2 2 15,0-2-2-15,1-3 6 0,-1 0 2 16,1 0-4-16,-1 0 9 0,-1 2-5 0,0 1-1 16,0 3-4-16,-1 1-32 0,1 9-29 0,-2-2-48 15,0 6-22-15,-1 4 31 0,2 3 30 0,-2 7 54 16,0 0 24-16,0 1-6 0,-6 11-25 15,-3 9-62-15,4-1-217 0,-1-7-673 0</inkml:trace>
  <inkml:trace contextRef="#ctx0" brushRef="#br0" timeOffset="98349.4907">24151 4421 0 0,'0'0'0'0,"0"0"0"16,0 0 0-16,0 0 318 0,0 0-17 15,0 0-57-15,0 0-40 0,0 0-38 0,0 0-25 16,0 0 0-16,0 0-8 0,0 0-15 0,1-26-17 15,-1 26-31-15,0 0-27 0,0 0-18 0,0 0-18 16,-1 1-18-16,1 1-15 0,-2 0-17 0,-1 3-9 16,-3 1-6-16,-3 5-2 0,-2 4 9 15,1 0 5-15,-2 3 3 0,2 1 6 0,2 1 3 16,3-1-1-16,0 1 6 0,5 0-2 0,0-3-6 16,0 1 0-16,5-3-1 0,1-1 2 15,3-2 8-15,3-1 2 0,3-2 4 0,-1-5 8 16,1 0 9-16,0-4 17 0,1 0 12 0,-1-2 7 15,2-5 8-15,-2-4 4 0,2-2 6 0,-4-1 10 16,2-4 15-16,-4-3 17 0,0 0 7 0,-3-3 0 16,-4-1-4-16,-2-1-10 0,-2 0-5 15,-1 4-11-15,0-2-18 0,-8 3-22 0,-2 2-16 16,1 4-17-16,-3 4-15 0,0 4-24 0,-2 4-48 16,1 3-64-16,-2 1-93 0,2 10-122 0,4-1-352 15,3-1 137-15</inkml:trace>
  <inkml:trace contextRef="#ctx0" brushRef="#br0" timeOffset="98787.4542">24954 4177 545 0,'0'0'340'0,"0"0"-32"16,0 0-7-16,0 0-24 0,0 0-51 16,0 0-46-16,0 0-26 0,0 0-20 0,0 0-37 15,0 0-30-15,0 0-39 0,0 0-28 0,0 0-27 16,0 0-25-16,-20-34-24 0,20 40-2 0,0 5 20 16,0 5 24-16,3 4 28 0,-1 6 11 0,0 1-2 15,1 5 0-15,-3-2 6 0,2 2-6 16,-1 1 2-16,1-1-2 0,-1-1 0 0,0 0-1 15,0 1-1-15,0-3-3 0,0 0-9 0,2-4-2 16,-1 1-12-16,1-5-27 0,-1-4-49 0,1-3-104 16,-1-4-361-16,-1-4-389 0</inkml:trace>
  <inkml:trace contextRef="#ctx0" brushRef="#br0" timeOffset="99333.5139">25606 4196 1015 0,'0'0'250'0,"0"0"-21"15,0 0-17-15,0 0-6 0,0 0-63 16,0 0-85-16,0 0-34 0,0 0-26 0,0 0-9 15,0 0 3-15,0 0-3 0,0 0 2 0,121-75-3 16,-99 73-4-16,1 2-5 0,-3 0-8 0,-3 2-10 16,-1 5-12-16,-5 3-6 0,-3 1-4 15,-3 2 7-15,-4 2 26 0,-1 3 11 0,-5 1 21 16,-5 1 14-16,-6 3-8 0,-3 1 13 0,-2 0-5 16,-2 1-4-16,1-3 9 0,0-1-7 0,2-3 7 15,3-3 1-15,3-4-2 0,3-1 2 0,4-5-4 16,1-1-3-16,3-3 8 0,3-1 7 0,0 0 6 15,6 0 7-15,2 0 17 0,6 0 2 16,7-2 7-16,5-3-5 0,8-2-25 0,0-1-7 16,5-1-14-16,-2-1-2 0,-1-1-4 0,0 2-7 15,-4 1-1-15,-2 0-6 0,-1 2-7 16,-4 1-19-16,-4 4-55 0,0 1-167 0,-9 0-658 16,-3 0-336-16</inkml:trace>
  <inkml:trace contextRef="#ctx0" brushRef="#br0" timeOffset="100133.1259">26662 3960 0 0,'0'0'202'15,"0"0"187"-15,0 0-74 0,0 0-23 0,0 0-41 16,0 0-28-16,0 0-33 0,0 0-29 0,0 0-38 16,0 0-34-16,0 0-35 0,0 0-26 0,-47-34-17 15,49 33-20-15,2 1-9 0,3-1 1 0,2-2 2 16,5 2 3-16,1 0 2 0,1 1-9 15,0 0-4-15,0 2-2 0,1 3-6 0,-3 2 0 16,1 0-5-16,-4 1-6 0,-1 1-3 0,-5 1 1 16,0 2 3-16,-3 2 7 0,-2-2 10 0,0 2 5 15,-7 1 5-15,-2 0 9 0,-2 1 1 0,0 0 5 16,-1-1 7-16,-1 1-3 0,2-3 4 16,0-1-1-16,3-3-1 0,2-1-1 0,2-2-5 15,2-2-1-15,-2 1-8 0,4-1 0 0,0 0-3 16,3 0-1-16,3 2 7 0,1 0 7 15,2 0 8-15,3 0 1 0,2 0 0 0,5 1-1 16,-2 0-6-16,3 0 2 0,-3 2-3 0,0-1-3 16,-3-1 3-16,-2 0-5 0,-3 1-1 0,-4-1 3 15,-1-1 3-15,-4 1 10 0,0 0 14 16,-2 0 14-16,-4 1 9 0,-3 2 8 0,-4 1-5 16,-2-1-7-16,-4 1-6 0,0 1-10 0,-2-3-5 15,1 0-3-15,4-2-7 0,-1-1-2 16,2 0-10-16,0-2-15 0,5 2-24 0,-2-2-57 15,3 0-104-15,2-1-435 0,5 0-703 0</inkml:trace>
  <inkml:trace contextRef="#ctx0" brushRef="#br0" timeOffset="100717.2758">27474 3921 0 0,'0'0'213'0,"0"0"232"0,0 0-81 16,0 0-21-16,0 0-68 0,0 0-56 15,0 0-62-15,0 0-46 0,0 0-35 0,0 0-37 16,0 0-19-16,0 0-19 0,0 0-18 0,0 0-18 16,2-1-27-16,-3 5-6 0,0 2 10 15,-4 5 22-15,0 3 25 0,-4 3 11 0,3 2 6 16,1 0-9-16,-1 1 6 0,1-2-1 0,-2 2-7 16,1-1 8-16,0 0-8 0,1-1-3 0,0-2-5 15,2-2-7-15,1-1-12 0,2-4-4 0,0-1-2 16,0-1 0-16,4-3 13 0,2-1 17 0,3-1 15 15,2-2 16-15,3 0 1 0,2 0-5 16,4-4 0-16,5-3-6 0,-1 0 7 0,4-2-3 16,-1-1-3-16,-3 1 2 0,-2 0-4 0,-2-1 11 15,-2 1 6-15,-5 1 15 0,-3 0 16 0,-2 1 11 16,-3 0 16-16,-3 2-4 0,0-2-8 16,-2 1-7-16,0-1-21 0,-2 0-3 0,0 0-14 15,-3 2-6-15,0 0-3 0,0 0-9 0,1 1 0 16,0 0-4-16,2 2-3 0,-1 1-1 0,3 0 0 15,0 1-3-15,0 0-4 0,0 0-9 16,0 0-15-16,0 0-22 0,0 0-19 0,2 2-25 16,-1 4 20-16,3 6 20 0,1 5 25 0,0 4 31 15,0 4-4-15,-2 0-1 0,1 4 3 16,-3-2 0-16,1 2-1 0,-2 1-6 0,0 1-18 16,-4 2-60-16,-3 0-159 0,1-7-576 0,4-9-296 15</inkml:trace>
  <inkml:trace contextRef="#ctx0" brushRef="#br0" timeOffset="101385.2871">28177 3957 0 0,'0'0'0'0,"0"0"0"15,0 0 95-15,0 0 147 0,0 0 29 0,0 0-31 16,0 0-63-16,0 0-32 0,0 0-33 0,0 0-13 16,0 0-1-16,0 0 10 0,-10-29 8 15,10 29-6-15,0 0-17 0,-1 0-28 0,0 0-27 16,-1 0-22-16,0 3-25 0,0-1-14 0,-2 2-3 16,2 1-4-16,-5 3 8 0,4 1 0 0,-4 3-3 15,6-1-4-15,0 3 0 0,1 1 4 0,2 0 13 16,7 1 16-16,1-1 8 0,9 0 12 15,1 0 6-15,6 0 0 0,2-2 3 0,3 0-5 16,2-2-11-16,-3-2-2 0,-3-1-8 0,-2-1-1 16,-7-2 1-16,-3 0-5 0,-8-3 3 0,-3 0 5 15,-3-1 18-15,-1-1 24 0,-1 1 20 16,-6-1 14-16,-2 0-12 0,-5 2-17 0,-6-1-25 16,-7 2-17-16,-1-1-6 0,-3-1-5 0,-1 0-2 15,3-1 1-15,2 0-10 0,0 0-2 0,6 0-13 16,1-2-17-16,4-1-27 0,3-1-56 15,5 1-112-15,2-1-284 0,1 0-343 0,3 1 302 0</inkml:trace>
  <inkml:trace contextRef="#ctx0" brushRef="#br0" timeOffset="101581.1472">28166 3893 1323 0,'0'0'196'0,"0"0"-32"0,0 0-17 16,0 0-17-16,0 0-46 0,0 0-46 16,0 0-19-16,0 0-8 0,0 0-9 0,0 0-1 15,0 0 1-15,141-35-5 0,-100 26-1 0,2 2-12 16,-2 2-48-16,-2 0-70 0,-3 5-196 16,-12 0-460-16,-8 0 14 0</inkml:trace>
  <inkml:trace contextRef="#ctx0" brushRef="#br0" timeOffset="102117.5813">29046 3787 0 0,'0'0'0'0,"0"0"28"16,0 0 396-16,0 0-63 0,0 0-76 0,0 0-66 15,0 0-55-15,0 0-56 0,0 0-47 0,0 0-37 16,0 0-34-16,0 0-2 0,0 0-12 16,-83-28 1-16,72 37 5 0,-1 4-5 0,0 3 5 15,3 4-1-15,-1 0-3 0,0 1 0 0,3 1-5 16,1 0 0-16,1 0-1 0,1 1 6 16,4 0 1-16,0 0 3 0,0 1 4 0,0-2-6 15,5 0 1-15,1-2-4 0,3-2-7 0,2-2 5 16,-1-5 0-16,2 0 9 0,5-3 9 15,-1-3 4-15,1-1 6 0,2-4 3 0,-2 0 9 16,-3 0 11-16,-4-2 13 0,-1-2 32 0,-4-1 40 16,0 1 36-16,-4-1 6 0,-1-2-21 0,0 0-37 15,-8-1-39-15,0-2-19 0,-2 0-10 0,-5 0-9 16,0 1-4-16,-3 0-8 0,0 0-2 0,-1 2-11 16,5 2-10-16,-2 3-20 0,4 2-24 15,-3 0-31-15,4 2-60 0,-2 5-63 0,3 4-104 16,6-1-382-16,-2-4 184 0</inkml:trace>
  <inkml:trace contextRef="#ctx0" brushRef="#br0" timeOffset="102634.2148">29522 3784 706 0,'0'0'219'16,"0"0"26"-16,0 0 7 0,0 0 10 0,0 0-53 16,0 0-71-16,0 0-59 0,0 0-45 15,0 0-28-15,0 0-27 0,0 0-11 0,0 0 5 16,0 0 7-16,0 0 17 0,32-16 5 0,-16 15 3 16,4 0-4-16,0 0 1 0,1-1 1 15,0-1-5-15,1 1 2 0,-4-1 0 0,1 0-3 16,-2 1 6-16,-4 0-3 0,-4 0 2 0,-4 1 8 15,-1 0 6-15,-4 1 12 0,0 0 11 0,0 0 2 16,0 0-9-16,-2 0-9 0,-2 0-15 16,3 0-10-16,0 0-3 0,0 0-16 0,-2 1 6 15,-3 4-1-15,-3 1 0 0,1 4 6 0,-3 2-7 16,0 5-5-16,3 2 3 0,0 3 2 0,0 5 3 16,-1-2 7-16,0 3 4 0,5-1 2 0,-2 2 4 15,-3 0-1-15,4 0-1 0,-2 0 1 0,-1-1-3 16,4 1-7-16,-4 0-16 0,5-3-51 15,-3-1-166-15,4-7-570 0,1-7-109 0</inkml:trace>
  <inkml:trace contextRef="#ctx0" brushRef="#br0" timeOffset="103437.4146">30380 3739 401 0,'0'0'181'0,"0"0"24"0,0 0-18 15,0 0-11-15,0 0-36 0,0 0-36 16,0 0-20-16,0 0-9 0,0 0-7 0,0 0-13 15,0 0-2-15,0 0-11 0,-3-75-15 0,-3 72-7 16,-2-1-17-16,2 2-14 0,-5 0-6 0,1 2-11 16,-2 0-7-16,-1 0 0 0,2 2 1 15,1 1 4-15,-1 2 3 0,1 0-4 0,1 3-6 16,0 1-4-16,4 2-3 0,-2 0 1 0,4 3 1 16,-2 2-5-16,4 0 0 0,1 3 1 15,1-1 2-15,7 3 10 0,3-1 7 0,5-2 6 16,2 0 10-16,0 0 5 0,7-1 2 0,-2 0 1 15,-1 1 0-15,2-3 0 0,-6 0 0 16,0 0-1-16,-1-1-2 0,-5-1-3 0,-4-1-4 16,-5 0 0-16,-3-3 9 0,0-1 15 0,-4 1 26 15,-6-2 26-15,-1-1 17 0,-5-1 5 0,-2-1 0 16,-2-1-1-16,-2-1-1 0,1-2 6 0,-2 0-1 16,1 0-1-16,-2-2 0 0,8-3-5 15,0-2 7-15,4 1 2 0,3 0-2 0,1-1-2 16,5-1-17-16,2-3-22 0,1 0-23 0,0-5-22 15,4 2-20-15,7-4-15 0,4 1-6 0,4-1-7 16,3 1-4-16,1-1 2 0,4 4-9 16,-2 1-1-16,3 2-12 0,-1 2-18 0,-3 1-23 15,2 2-61-15,-2 3-122 0,-2 1-242 0,-6 2-194 16,-5 0 583-16</inkml:trace>
  <inkml:trace contextRef="#ctx0" brushRef="#br0" timeOffset="103999.3739">31026 3799 102 0,'0'0'33'0,"0"0"35"0,0 0 12 16,0 0 37-16,0 0 18 0,0 0-1 15,0 0-13-15,0 0-19 0,0 0-26 0,0 0-27 16,0 0-9-16,0 0 2 0,0 0 7 0,0 0 5 16,-15-62 8-16,14 60 3 0,-1-2-12 0,-4 2-10 15,3 0-21-15,-6 0-18 0,1 1-6 16,-1 0-5-16,-3 1-2 0,1 0-3 0,-4 0-7 16,-1 2 0-16,-3 3-2 0,4 0 3 0,-3-1-1 15,2 2-3-15,3 1-6 0,1-1-13 16,2 2-10-16,1-1-9 0,1 0-23 0,5 0-9 15,2-1-9-15,1 1 6 0,0 2 33 0,1-1 17 16,3 0 23-16,3-1 11 0,4-3 10 0,-1-1 20 16,7 0 17-16,-3-3 19 0,6-1 5 15,-1-6 7-15,1-1 1 0,-1 0-1 0,-5-1 9 16,3-1 4-16,-5 2 16 0,-2 0 9 0,-1 1 8 16,-2 2 16-16,-3-1 2 0,-3 4 8 0,0-1-9 15,-1 3-25-15,0 0-26 0,0 0-32 16,0 0-22-16,-1 0-20 0,1 0-16 0,0 2-18 15,0-1-21-15,0-1-17 0,0 2-30 0,-1 0 7 16,0 4 12-16,0 3 5 0,0 4 41 0,-3 4 14 16,3 3 13-16,1 4 20 0,0 1-3 15,0 0-3-15,0 1-6 0,0 0 2 0,4 2-2 16,-3 0-1-16,0 0 3 0,-1 1-5 0,0 0 6 16,0-3-1-16,0 0-6 0,0-4 5 0,0-5-7 15,0-3 3-15,0-3 0 0,0-3-7 0,0-2-10 16,0-4-52-16,-1-2-115 0,0 0-422 15,-2 0-269-15</inkml:trace>
  <inkml:trace contextRef="#ctx0" brushRef="#br0" timeOffset="104417.1685">31378 3750 0 0,'0'0'220'0,"0"0"102"0,0 0 30 16,0 0-10-16,0 0-62 0,0 0-38 0,0 0-40 16,0 0-26-16,0 0-40 0,0 0-36 0,0 0-29 15,0 0-27-15,0 0-23 0,0 0-15 16,-15-40-18-16,15 40-23 0,0 0-23 0,0 2-33 16,0 3-11-16,0 3 24 0,0 6 22 0,0 5 38 15,0 5 23-15,-1 3-4 0,0 3 2 16,-3 3 0-16,2-1 2 0,-1 1-2 0,-3-3 3 15,3 3-7-15,-2-3-2 0,1-1-3 0,-2-2-9 16,4-3-9-16,-1-2-26 0,1-5-37 0,-1-3-44 16,3-4-54-16,0-5-189 0,0-2-301 0,3-2 136 15</inkml:trace>
  <inkml:trace contextRef="#ctx0" brushRef="#br0" timeOffset="104799.4192">31768 3644 0 0,'0'0'0'0,"0"0"0"0,0 0 0 0,0 0 35 15,0 0 32-15,0 0-8 0,-126 49-5 0,118-39-16 16,2-1-11-16,0 0-13 0,4 1-14 16,1 0-3-16,0 1-4 0,1 0-3 0,0 0 3 15,0 0 1-15,0 3 0 0,1 1 0 0,0 1-3 16,0-2 0-16,-1 1-3 0,0-1 4 15,0 1-2-15,0 0 2 0,0-1-1 0,1-1-7 16,3-2 1-16,-2 0-2 0,1-3 1 0,4-1 4 16,-3-2 11-16,5-2 21 0,-1-1 32 15,0-2 36-15,3 0 25 0,0-2 11 0,0-3-3 0,2-1-10 16,1-2-5-16,-1-1 5 0,-2-1 3 16,-1-2 6-16,0 0 5 0,-2 1 1 0,-4-2 4 15,2 1-6-15,-4-1-14 0,-2-1-13 0,0-1-24 16,-1-1-23-16,-6-1-15 0,-2-2-21 0,-3 2-17 15,1 2-10-15,-2 0-20 0,-3 3-16 16,4 4-24-16,-3 1-41 0,1 3-42 0,-4 4-75 16,4 0-106-16,1 4-291 0,4-1 194 0</inkml:trace>
  <inkml:trace contextRef="#ctx0" brushRef="#br0" timeOffset="105148.8067">32045 3638 0 0,'0'0'0'0,"0"0"399"0,0 0 20 0,0 0-117 16,0 0-98-16,0 0-82 0,0 0-56 15,0 0-49-15,0 0-35 0,0 0-34 0,0 0-49 0,0 0 25 16,0 0 15-16,0 0 44 0,-10 51 59 0,5-31-9 16,2 1 10-16,0 4-9 0,2 1-8 15,-2-1-7-15,0 1-6 0,2 1 1 0,-2 0-8 16,1-1-4-16,-2 2-7 0,2-3-23 0,-3-1-19 15,2-3-31-15,0-3-29 0,2-3-31 16,0-3-51-16,1-3-170 0,0-5-126 0,0-1 485 0</inkml:trace>
  <inkml:trace contextRef="#ctx0" brushRef="#br0" timeOffset="105365.9464">32308 3630 320 0,'0'0'420'0,"0"0"-28"15,0 0-109-15,0 0-89 0,0 0-71 0,0 0-71 16,0 0-34-16,0 0-31 0,0 0-30 0,0 0-49 16,0 0-4-16,0 0 22 0,0 0 30 15,-6 32 55-15,6-13 7 0,0 0-4 0,0 3-5 16,5 2-5-16,-1 1 1 0,1-1-3 0,-1 0 2 16,-1-1 1-16,2 0-3 0,-4-1 1 15,-1-2-6-15,0 0-9 0,0-1-15 0,0-2-45 16,-2 0-96-16,-2-4-206 0,2-5-449 0</inkml:trace>
  <inkml:trace contextRef="#ctx0" brushRef="#br0" timeOffset="105818.0789">32782 3616 1120 0,'0'0'148'16,"0"0"33"-16,0 0-4 0,0 0 1 0,0 0-10 15,0 0-45-15,0 0-44 0,0 0-42 0,0 0-52 16,0 0-45-16,0 0-50 0,0 0-26 0,0 0 23 16,0 0 33-16,-7 7 53 0,8 7 31 15,-1 5 9-15,-1 2-2 0,-2 6 0 0,0 0 2 16,1 4-11-16,0-1 3 0,-2 1-2 0,1-1-4 15,-1-1 6-15,-2-2-1 0,1-2 1 0,-1-2 5 16,2-3-5-16,-2-1 1 0,3-4 0 16,-3-1-5-16,2-2-12 0,1-3-18 0,0-1-51 15,2-2-85-15,1-3-186 0,0-2-367 0,0 0 299 0</inkml:trace>
  <inkml:trace contextRef="#ctx0" brushRef="#br0" timeOffset="106185.2364">32947 3635 476 0,'0'0'173'16,"0"0"-9"-16,0 0 15 0,0 0 20 0,0 0 9 16,0 0-39-16,0 0-53 0,0 0-41 15,0 0-34-15,0 0-34 0,0 0-10 0,0 0-3 16,0 0-7-16,0 0 0 0,113 0-7 0,-92 2-10 15,-2 2-16-15,-5-1-21 0,2 2-27 0,-6 2-13 16,-4-2 3-16,-3 2 15 0,-3 2 29 16,-3 1 20-16,-6 0 16 0,-3 3 8 0,-2-1 6 15,-4 3 6-15,-2 0 5 0,-1 0 8 0,-2-1 1 16,2 0 2-16,0-2 1 0,3 1-2 0,1-2 1 16,3-4-2-16,3-1 0 0,3 0 12 15,2-1 20-15,3-3 25 0,2 0 25 0,1-2 8 16,0 1 7-16,5-1-12 0,4 0-17 0,4 0-12 15,3-1-28-15,4-1-12 0,2-3-7 0,4 2-8 16,3-3-7-16,-1 1-4 0,2 1-3 0,-2 0-8 16,0 0-2-16,-3 2-16 0,-3 1-34 15,-3 1-54-15,-2 0-138 0,-5 0-514 0,-5 0 113 0</inkml:trace>
  <inkml:trace contextRef="#ctx0" brushRef="#br0" timeOffset="106571.1116">33555 3703 0 0,'0'0'0'0,"0"0"164"0,0 0 204 0,0 0-45 16,0 0-27-16,0 0-49 0,0 0-56 0,0 0-54 16,0 0-61-16,0 0-35 0,0 0-34 0,0 0-38 15,0 0-31-15,0 0-49 0,0 0 15 0,0 0 29 16,0 0 32-16,3 1 53 0,-1 5 2 15,1 0-4-15,-3 8-2 0,0-5-1 0,0 9-6 16,0-2-4-16,-2 0 0 0,0 1-12 0,-2 3-15 16,1-1-32-16,0 2-52 0,0 1-50 15,-1 0-67-15,1 0-166 0,1-12-180 0,1 1 571 0</inkml:trace>
  <inkml:trace contextRef="#ctx0" brushRef="#br0" timeOffset="106970.117">33788 3602 0 0,'0'0'305'0,"0"0"-86"0,0 0-48 0,0 0-20 0,0 0-18 16,0 0-33-16,0 0-12 0,0 0-30 16,0 0-38-16,0 0-35 0,0 0-5 0,0 0 21 15,0 0 16-15,0 0 15 0,6 0-15 0,1 0-22 16,-1 0-5-16,7 5-17 0,-6 0-5 15,8 4 3-15,0-1-13 0,-4 0-5 0,-8 0-18 16,-3 2-20-16,0-2-3 0,0-3 1 0,0 5 26 16,0-3 29-16,0 0 32 0,0 0 20 0,0 0 11 15,0 1 12-15,0-1-6 0,0 1 5 16,0-3-6-16,0-1-15 0,0 1 0 0,0 3-14 16,0-4-3-16,0-1-4 0,0 1-6 0,0-2-1 15,0 1-8-15,0 1 13 0,0-1-3 16,0-3 5-16,0 0 6 0,0 6-12 0,0 1 8 15,-2-1-9-15,1 1-2 0,1 0 10 0,0 2-12 16,3-2 10-16,-3 7 1 0,0-6-3 0,0-1 17 16,0 11 4-16,0-9 13 0,0 5 12 0,0 3 12 15,0-4 9-15,0 1 5 0,0-1 13 0,0 1-6 16,0 0 5-16,0 0-8 0,-14-1-14 16,-6 5-8-16,-1-3-48 0,-9 3-79 0,9-8-420 15,8-3-517-15</inkml:trace>
  <inkml:trace contextRef="#ctx0" brushRef="#br0" timeOffset="107899.7652">32572 4201 0 0,'0'0'0'16,"0"0"0"-16,0 0 0 0,0 0 0 0,0 0 0 16,0 0 224-16,0 0 63 0,0 0-36 0,0 0-58 15,0 0-68-15,0 0-65 0,0 0-11 0,-27-9 18 16,44 11 18-16,5 2 29 0,1-3-9 16,9-1-15-16,6 1-15 0,9-1-39 0,4 0-13 15,4 0-16-15,6 0-12 0,-1 0-8 0,-1 0 0 16,-6 0-4-16,-6 0 3 0,-8-1 9 15,-10 0 0-15,-4-1 14 0,-10 1 9 0,-7 1-3 16,-5 0 1-16,-4 0-8 0,-11 0-6 0,-6 0 4 16,-7 0 3-16,-5 4 1 0,-7-1 4 0,-5 2 1 15,-3 1 0-15,-2-1 2 0,-1 1-1 0,2 0-1 16,-2 0 2-16,-1 1-4 0,-1 0-2 16,5-1-2-16,6 0-24 0,18-2 14 0,10-3-31 15,9 0 2-15,2-1-15 0,0 1-14 0,2-1 26 16,4 0 6-16,0 0 45 0,7 0-1 0,3 0 3 15,5 0-13-15,8-2-17 0,3-2-2 16,9 0-7-16,3-1-3 0,3-1 5 0,4 0-6 16,-1 0 7-16,-2 1 2 0,-3-1 2 15,-5 2 3-15,-4-1 1 0,-6 2 7 0,-7 0 11 0,-8 1 19 16,-4 0-2-16,-7 1-8 0,-4 1-13 0,-9 0-15 16,-7 0 5-16,-7 0 11 0,-6 2 4 15,-8 1 8-15,-8 2 3 0,-4-2-3 0,-4 2 5 16,0-1-1-16,0-1-1 0,1 0-1 0,-4 0-23 15,5 0-12-15,6-1-40 0,14 2-106 16,16-3-248-16,13 0-804 0</inkml:trace>
  <inkml:trace contextRef="#ctx0" brushRef="#br0" timeOffset="109706.1848">20336 15349 0 0,'0'0'0'0,"0"0"0"0,0 0 296 0,0 0 36 0,0 0-42 15,0 0-45-15,0 0-46 0,0 0-52 0,0 0-41 16,0 0-45-16,0 0-24 0,0 0-13 15,17-23-11-15,-3 20 3 0,3-1 0 0,5 1 0 16,2 0 0-16,3 2-4 0,1 0 1 0,5 1-3 16,2-2-1-16,3 2 4 0,4-1-3 15,0 0 4-15,2-2-5 0,-1 0 1 0,-1-2 2 16,-2-1-6-16,-3 2 5 0,-3-2-5 0,-4 1-1 16,-4 0 0-16,-8 3-2 0,-7-1 7 15,-6 2 18-15,-2 0 34 0,-3 1 37 0,-2 0-6 16,-7-1-19-16,-6 0-39 0,-6 1-37 0,-5 0-3 15,-7 0-1-15,-5 2 7 0,-4 4 0 0,-2-1 1 16,-5 3 1-16,-2 0-1 0,3 2 0 16,-2-1 4-16,4 1 1 0,3 0 2 0,4-4 2 15,5 1 1-15,7 0 1 0,6-2-2 0,6-2-3 16,6-1-3-16,5-2-5 0,4 2-11 0,0-2-11 16,4 0-6-16,6 0 4 0,5 0 17 15,11 0 13-15,8-6 11 0,7-1-4 0,6-4-6 16,8-2-4-16,7-2-2 0,7-1-1 0,2-1-1 15,-1 3 3-15,-1-3-5 0,-2 4 1 0,-6 0 0 16,-6 4-3-16,-10 2 5 0,-14 1-1 0,-10 4-2 16,-10 2 5-16,-7 0 5 0,-5 0 10 15,-14 5 6-15,-8 5 0 0,-13 2-4 0,-7 3-7 16,-10 4-2-16,-6 0-11 0,-1 4-21 0,4-1-66 16,15-5-321-16,15-5-1061 0</inkml:trace>
  <inkml:trace contextRef="#ctx0" brushRef="#br0" timeOffset="111223.4453">20483 15418 0 0,'0'0'363'0,"0"0"-187"0,0 0-21 0,0 0-5 16,0 0-7-16,0 0-19 0,0 0-10 15,0 0-9-15,0 0 9 0,0 0 6 0,0 0-5 16,0 0-16-16,-29-53-25 0,29 53-22 0,0 0-24 15,0 0-20-15,4 0-3 0,2 0-7 16,5 0 13-16,6-1 7 0,5-1-1 0,8-2 6 16,2 0-10-16,8-2-2 0,6-2-2 0,4-2-4 15,-1-2 3-15,3 2-3 0,-2-1-1 16,-1 1-5-16,0 0-1 0,-7 2 0 0,-4 2-3 0,-7 1 6 16,-3 2-8-16,-8 0-3 0,-8 2-6 15,-6 1-11-15,-4 0 13 0,-2 0 12 0,-7 1 18 16,-5 3 14-16,-7 1-1 0,-7 0-4 0,-4 1-4 15,-5 1 4-15,-4 0 2 0,-3-2 0 0,-1 0 9 16,-1 0-4-16,1-1 8 0,4-1 5 16,3-1-2-16,2-1 13 0,4 0-7 0,8-1-6 15,6 0-6-15,3 0-16 0,7 0-4 0,2 0-12 16,3 0-18-16,1 0-31 0,5 0-19 16,5 0-15-16,11 1-27 0,9 3-83 0,-4-1-498 15,-7 0-739-15</inkml:trace>
  <inkml:trace contextRef="#ctx0" brushRef="#br0" timeOffset="123335.9804">23597 6661 69 0,'0'0'182'0,"0"0"24"0,0 0 10 0,0 0-12 16,0 0-15-16,0 0-30 0,0 0-25 0,0 0-13 16,0 0-35-16,0 0-20 0,0 0-30 15,0 0-13-15,-23-32-8 0,20 32-11 0,-5 0 1 16,2 0-8-16,-4 2-10 0,-5 3-1 0,4 2-13 15,-4 4 2-15,-2 0 8 0,-2 5-1 0,0 2 9 16,0 3-1-16,1 3 2 0,0 4 3 0,-1 2 0 16,1 0 1-16,6 1 0 0,1 1-3 0,1-2 1 15,4 1 1-15,4-2-3 0,2 1-3 16,5-2-1-16,3 0-3 0,7-1 1 0,0-3 0 16,4 0-5-16,6-6 0 0,-1-2 6 0,3-6 10 15,-2-4 15-15,6-6 14 0,0 0 10 0,4-9 5 16,-4-6 11-16,-5-5 10 0,2-3 9 15,-5-4 20-15,-3-5 7 0,-4-1 14 0,-4 0 6 16,-4-3-7-16,-5 2-2 0,-3-1-8 0,0 0-18 16,-4-2-17-16,-7 0-22 0,-6 2-16 15,-4 3-8-15,-1 4-10 0,-6 7-14 0,-1 2-20 16,-2 5-17-16,-1 5-26 0,1 8-32 0,-1 4-67 16,-2 13-175-16,11 1-549 0,9-5-176 0</inkml:trace>
  <inkml:trace contextRef="#ctx0" brushRef="#br0" timeOffset="124032.2134">24502 6618 0 0,'0'0'0'16,"0"0"0"-16,0 0 16 0,0 0 223 0,0 0-70 0,0 0-55 16,0 0-38-16,0 0-17 0,0 0-9 15,0 0-4-15,0 0 3 0,-130 18-10 0,108-5-15 16,-1 5-9-16,0 0-12 0,2 4-8 0,1 1-2 16,1 2-3-16,6 2-2 0,0-1-4 0,4 0-4 15,2 0-2-15,3-2 1 0,3 1 0 0,1-4 5 16,0 2 4-16,5 1 2 0,4-3 4 15,3-1-3-15,1-2-1 0,3-2 0 0,2-3 5 16,3-3 11-16,1-4 15 0,2-3 10 0,3-3 10 16,0-3 4-16,-1-6-1 0,2-3 2 0,-3-3 5 15,-3-1 11-15,-4-2 21 0,-3-2 31 16,-3-3 22-16,-4-1 11 0,-6-1-6 0,-2-3-29 16,-3 0-25-16,-7-6-23 0,-6 2-19 0,2-1-7 15,-6 1 1-15,1 4-9 0,-1 5-5 0,-1 3-11 16,0 5-25-16,2 5-15 0,0 5-25 0,4 3-30 15,-2 2-42-15,4 6-48 0,-3 6-44 16,5 6-70-16,1-2-210 0,6-5-156 0</inkml:trace>
  <inkml:trace contextRef="#ctx0" brushRef="#br0" timeOffset="124519.6718">24977 6650 0 0,'0'0'0'0,"0"0"0"0,0 0 266 0,0 0 57 16,0 0-59-16,0 0-51 0,0 0-48 0,0 0-28 15,0 0-32-15,0 0-33 0,0 0-29 16,0 0-26-16,-117-40-19 0,105 47-11 0,-2 3-11 16,1 1-8-16,-2 3-3 0,0 2-5 0,4 4 1 15,0 0 1-15,2 4-2 0,1 1 2 0,6 2 1 16,1-2 0-16,1 0 6 0,0-1 2 15,7-4-4-15,1-2 4 0,6-3 1 0,0-4 10 16,5-1 10-16,1-3 12 0,1-3 14 0,3-4 8 16,1 0 6-16,-3-5 2 0,1-4 5 15,-2-2 6-15,-3-3 15 0,1-1 17 0,-6-3 20 16,0 0 17-16,-7-1 8 0,-1-1-4 0,-4 2-11 16,-1-1-13-16,-6 1-19 0,0 2-19 0,-7 0-23 15,1 0-22-15,-6 5-14 0,2 2-17 16,-3 2-18-16,0 5-18 0,-3 2-24 0,0 0-20 15,0 8-20-15,2 4-29 0,0 3-46 0,5 6-107 16,4-6-323-16,6-5 97 0</inkml:trace>
  <inkml:trace contextRef="#ctx0" brushRef="#br0" timeOffset="124949.4172">25653 6588 739 0,'0'0'-29'0,"0"0"33"0,0 0 14 0,0 0 20 15,-141-7 16-15,122 7 3 0,3 0-3 16,4 3-16-16,4-1-18 0,0 0-26 0,4 0-22 16,0 2-9-16,2-1-4 0,-2 2 8 0,0 3 7 15,0-1 4-15,-3 3 11 0,-2 1 1 16,2 1 4-16,-3 3 4 0,-1 2-4 0,-1 2 1 15,1 2-3-15,1 2 1 0,0 0-4 0,5 0-3 16,-1 0 2-16,5-2-3 0,0 1 2 16,1-4 0-16,0 0-3 0,6-1-1 0,1-3-1 0,3-1 6 15,4-3 9-15,1-1 16 0,4-6 15 0,1-2 17 16,3-1 8-16,4-3-1 0,0-7 2 16,1 0-3-16,0-4 4 0,-3-2 16 0,-1-3 13 15,-3-2 26-15,-5-2 26 0,-2-4 13 0,-3 1 19 16,-5-1-3-16,0 2-12 0,-5 0-22 15,-1 2-30-15,-2 2-25 0,-8 1-28 0,0 4-15 16,-2-1-19-16,-5 4-11 0,-1 2-17 0,-1 4-20 16,-2 3-7-16,-2 4-22 0,3 0-14 0,-1 8-15 15,3 4-32-15,3 6-30 0,1 1-47 0,4 3-102 16,4-5-270-16,4-4-145 0</inkml:trace>
  <inkml:trace contextRef="#ctx0" brushRef="#br0" timeOffset="125383.3796">26256 6653 2187 0,'0'0'-47'0,"0"0"27"16,0 0-2-16,0 0 12 0,-120-49 16 0,96 45 6 15,1 0 5-15,3 1 1 0,5 2 2 0,4 1-19 16,1 0-17-16,5 0-20 0,0 0-23 15,1 1-2-15,-1 5-1 0,1-1 9 0,-3 2 12 16,2 3 4-16,-3 1 7 0,1 3 6 0,-1 3 3 16,-1 3 10-16,-1 3 2 0,-2 3 3 0,0 2 1 15,1 0-4-15,0 0-5 0,2 0-6 16,3-3-1-16,2-2-7 0,4-1 1 0,0-1 0 16,3-2-7-16,5-1 0 0,4-6 2 0,3-1 8 15,5-6 20-15,2-3 15 0,6-2 8 0,5-6 2 16,1-7-4-16,2-2-4 0,1-3 0 0,-4-2 7 15,-2-1 8-15,-4-4 25 0,-4 0 20 16,-4-3 24-16,-3 1 23 0,-6 0 1 0,-2 2 2 16,-6 2-17-16,-2 0-25 0,-2 2-16 0,-7 1-21 15,-2 2-12-15,-7 3-13 0,0 1-10 16,-1 4-13-16,-3 3-12 0,-2 3-6 0,2 3-14 16,-3 1-6-16,1 4-7 0,1 5-18 0,5 3-14 15,-1 2-25-15,5 1-26 0,3 4-22 0,4 0-51 16,7 1-82-16,0 2-273 0,0-6-181 15,2-5 741-15</inkml:trace>
  <inkml:trace contextRef="#ctx0" brushRef="#br0" timeOffset="125785.0561">26968 6511 1997 0,'0'0'41'0,"0"0"-25"0,0 0-4 15,0 0-1-15,-134-38-5 0,103 37-4 16,-2 1 1-16,2 0-2 0,1 5-7 0,3 3-9 16,4 2-12-16,1 2-13 0,4 2-4 0,4 0-3 15,1 1 0-15,4 4 3 0,3 0 4 0,0 3 2 16,2 2 3-16,2 1 5 0,-2 0 3 16,4 2 2-16,1 1 3 0,3-2-1 0,1 0 2 15,2-2 1-15,1 0 4 0,3-3-4 0,0-2-1 16,2-1-2-16,3-3-1 0,3-4 5 15,1-2 6-15,2-3 10 0,3-4 7 0,2-2 9 16,2-2 6-16,-2-6 6 0,2-4 6 0,0-2 7 16,-6-4 10-16,0 0 17 0,-6-1 16 0,0-5 11 15,-4-1 17-15,-1 0-1 0,-4-1 3 0,-3 0 3 16,-4 2-16-16,-1 1-14 0,-2 2-19 0,-6 1-27 16,-3 0-12-16,-2 1-12 0,0 4-10 15,-6 1-8-15,1 3-16 0,-3 4-13 0,-1 3-10 16,0 4-11-16,3 0-8 0,-2 4-13 0,1 6-20 15,5 2-19-15,0 5-23 0,4 3-38 0,5 1-62 16,4 3-203-16,2-6-292 0,0-4 367 0</inkml:trace>
  <inkml:trace contextRef="#ctx0" brushRef="#br0" timeOffset="126168.7453">27658 6528 2092 0,'0'0'35'0,"0"0"-4"0,0 0-31 16,0 0 5-16,-120-76-2 0,92 70 1 0,-1 0 0 15,-1 4-1-15,2 2 3 0,0 0-11 0,2 5-10 16,1 5-17-16,3 0-5 0,3 2-2 0,0 4 0 16,5 0 5-16,2 1-1 0,2 2 1 15,4 3 3-15,0 5-1 0,3-1 3 0,3 4 2 16,0 1 3-16,4 4 6 0,6 0 2 0,0-2 3 15,5 0 1-15,2-1-4 0,6-4-3 0,3-4-6 16,5-3-7-16,4-4 4 0,2-4 3 0,3-6 6 16,4-4 8-16,-3-3 6 0,-1-3 7 15,-4-7 15-15,-8-2 23 0,-2-3 27 0,-7-1 38 16,-6-3 26-16,-1-1 15 0,-4-2 0 0,-5-4-14 16,-1-1-19-16,-2-2-16 0,-2 0-17 15,-6-1-16-15,-6-1-15 0,-1 2-17 0,-5 2-12 16,-1 0-10-16,-4 2-10 0,-2 4-5 0,-1 4-8 15,0 5-12-15,-1 5-15 0,2 4-22 16,-1 3-35-16,2 8-54 0,2 9-85 0,-1 7-262 16,8-2-447-16,6-8 235 0</inkml:trace>
  <inkml:trace contextRef="#ctx0" brushRef="#br0" timeOffset="127232.8326">21859 3210 0 0,'0'0'0'0,"0"0"208"0,0 0 103 15,0 0-37-15,0 0-37 0,0 0-38 0,0 0-34 16,0 0-44-16,0 0-30 0,0 0-30 0,0 0-34 15,0 0-25-15,-75-14-28 0,73 20-21 0,-2 2-6 16,0 3 0-16,2 6 12 0,-4 5 9 16,3 5 14-16,2 6 9 0,0 6 4 0,1 5 9 15,1 2-8-15,-1 5 4 0,0-1 0 0,0 4-3 16,0-1 8-16,0-1-5 0,1-2 1 0,-1-2 1 16,1-3-5-16,0-6 3 0,2-3-6 15,-1-7-1-15,0-6 0 0,0-6-6 0,0-6 1 16,2-4 4-16,-2-4 39 0,-1-3 73 0,-1 0 98 15,0-5 32-15,0-6-28 0,0-9-65 0,0-8-92 16,0-8-35-16,-1-4 0 16,-1-5-2-16,-5-4-1 0,4-2-1 0,-4 0-4 0,-1-3 1 15,3 0 4-15,-2-2 3 0,-1 0-5 0,6 3 2 16,-1-1-10-16,1 5-3 0,2 0 6 16,0 6-9-16,3 7 2 0,3 3-4 0,1 5-7 15,2 7 1-15,1 4-7 0,0 5 0 0,1 4-14 16,5 2-11-16,-2 4-6 0,5 2-10 15,2 2 11-15,0 8 5 0,0 3 5 0,1 3 10 16,-3 4-5-16,0 3 12 0,-2 0 3 0,-3 0 0 16,-4 1 14-16,-1-1 1 0,-6 0 6 0,-2-2 10 15,-1-3 1-15,0 2 13 0,-7-3 11 0,-3-1 13 16,-6 2 10-16,-1-3 2 0,-5-3-5 16,0 1-15-16,-4 0-8 0,-2-3-17 0,-1 1-14 15,0 2-38-15,3 0-89 0,9-3-375 0,6-3-925 0</inkml:trace>
  <inkml:trace contextRef="#ctx0" brushRef="#br0" timeOffset="128231.7856">21772 6690 0 0,'0'0'0'0,"0"0"0"0,0 0 0 16,0 0 194-16,0 0 218 0,0 0-7 0,0 0-39 16,0 0-50-16,0 0-61 0,0 0-69 15,0 0-53-15,0 0-50 0,28-89-36 0,-28 89-27 16,0 1-26-16,0 0-23 0,0 3-40 0,0 3 0 15,-2 6 12-15,2 5 18 0,-2 8 39 16,2 5-2-16,0 4 4 0,2 3-2 0,-2 0-1 0,0 0 4 16,0 0-6-16,0 0 2 0,0-1-3 15,0 1-5-15,-2-2-2 0,2 0-13 0,-1-3-14 16,0-2-19-16,-1-8-27 0,-2-3-23 0,1-5-24 16,1-5-30-16,0-5-52 0,-3-5-191 15,2 0-259-15,2 0 423 0</inkml:trace>
  <inkml:trace contextRef="#ctx0" brushRef="#br0" timeOffset="128418.0013">21470 6634 1362 0,'0'0'69'15,"0"0"-72"-15,0 0 0 0,0 0 49 0,0 0 68 16,0 0 65-16,0 0 36 0,0 0-15 0,136-34-23 15,-83 14-51-15,7-1-36 0,4-5-32 0,5 2-28 16,-3 1-13-16,2 1-15 0,-5 3-8 16,-3 2-20-16,-2 6-51 0,-7 4-152 0,-12 4-758 15,-16 3-367-15</inkml:trace>
  <inkml:trace contextRef="#ctx0" brushRef="#br0" timeOffset="129366.1308">28308 6428 460 0,'0'0'198'0,"0"0"31"16,0 0 22-16,0 0-19 0,0 0-40 0,0 0-37 15,0 0-49-15,0 0-38 0,0 0-37 0,0 0-41 16,0 0-29-16,0 0-20 0,-8-32 3 15,2 40 12-15,-5 5 21 0,-3 5 16 0,-1 2 0 16,-3 4 8-16,-2 1-6 0,2 2 1 0,0 2 2 16,3-2-8-16,-3 1 7 0,5-1-6 0,-2 0 1 15,3 0-1-15,1 0-6 0,4-3-2 0,3 0-7 16,2 0-4-16,2-3-6 0,0-2-6 16,2-3-4-16,6-4-7 0,3-4 8 0,0-2 15 15,5-4 23-15,3-2 30 0,2-2 14 0,2-10 9 16,3-3 1-16,1-7 0 0,2-4 5 15,-3-5 9-15,-1-1 7 0,-5-1 5 0,-4-2 9 16,-3 2 4-16,-7 1 5 0,-4 2 4 0,-2 1-17 16,-6 3-15-16,-5 1-12 0,-2 2-23 0,-3 5-5 15,-2 2-13-15,1 3-16 0,-3 4-7 16,0 4-20-16,0 4-11 0,-1 1-16 0,3 5-16 16,-1 4-10-16,2 5-17 0,3 2-19 0,1 3-42 15,6 3-60-15,0 3-176 0,6-6-313 0,1-5 331 0</inkml:trace>
  <inkml:trace contextRef="#ctx0" brushRef="#br0" timeOffset="129771.5465">28926 6333 994 0,'0'0'77'0,"0"0"-46"0,0 0-3 0,0 0 15 15,-121-33 5-15,102 33-4 0,-1 0-5 16,7 2-15-16,-3 2-15 0,4 2-8 0,1 2-20 16,1 3-4-16,0 0-2 0,-2 1 1 0,2 4 9 15,0 0 6-15,-2 1 3 0,1 4 6 0,0 1 0 16,0 0 15-16,2 4-4 0,1 1 0 16,-1-1-6-16,4-1-10 0,1-1 3 0,4-2-4 15,0 0-4-15,1-2-5 0,8 1-3 0,2-3 1 16,1 0 4-16,6 0 0 0,1-1 0 15,3-4 7-15,6-1 2 0,2-4 4 0,3-4 8 16,5-4-1-16,1-6 6 0,0-6-2 0,-2-3 2 16,0-3 6-16,-4-2 12 0,-5-2 30 0,-4-2 21 15,-5-2 25-15,-7-2 20 0,-4 0 3 16,-7 1-1-16,-1-2-25 0,-6 3-23 0,-8-1-25 0,-5 2-14 16,-3 0-6-16,-4 1-14 0,-4 3-4 15,-3 3-13-15,1 4-10 0,1 6-6 0,-1 2-10 16,2 6-7-16,2 0-13 0,6 5-15 0,2 4-22 15,4 5-34-15,1 4-28 0,5 2-60 16,0 5-88-16,7-7-300 0,1-5-83 0</inkml:trace>
  <inkml:trace contextRef="#ctx0" brushRef="#br0" timeOffset="130201.2473">29747 6317 1224 0,'0'0'872'16,"0"0"-849"-16,0 0-11 0,0 0-3 0,0 0 7 16,-127-73 7-16,105 67 3 0,2 2-2 0,1 2-5 15,4 1-7-15,1 1-13 0,2 0-12 0,3 0-9 16,1 1-14-16,0 4 0 0,-4 2 0 0,2 2 3 16,0 3 5-16,-4 2 2 0,3 2 6 0,-3 3 5 15,-2 3 1-15,-1 2 3 0,2 3 0 16,-3 3-3-16,7-1 2 0,-3 2 0 0,1 1-1 15,3 2 1-15,3-1-1 0,0-1 1 16,6-2 0-16,1-1-1 0,2-3-3 0,8-2-5 16,3-2-3-16,4-4 5 0,1-1 4 0,4-6 8 15,7-3 10-15,1-8 6 0,3-1 2 0,5-10 5 16,1-5 0-16,-4-2 0 0,4-4 7 16,-7-1 1-16,-2-2 8 0,-2-4 13 0,-6 1 10 15,-3-3 17-15,-7 3 11 0,-4-1 0 0,-5 0-7 16,-3 3-12-16,-6 1-18 0,-7-1-11 0,-2 2-12 15,-7-1-11-15,-4 4-10 0,2 3-11 16,-4 2-8-16,-1 5-11 0,0 5-5 0,3 5-12 16,-2 1-14-16,0 8-12 0,6 6-23 0,2 3-28 15,4 4-31-15,6 2-33 0,4 3-79 0,6 2-277 16,0-7-190-16,0-6 599 0</inkml:trace>
  <inkml:trace contextRef="#ctx0" brushRef="#br0" timeOffset="130616.4928">30483 6297 2395 0,'0'0'24'0,"0"0"-15"0,0 0 0 16,0 0-1-16,0 0 1 0,0 0 2 0,-133-107-4 16,110 100-1-16,-4 2-7 0,5 5-11 15,-1 0-12-15,-1 0-11 0,3 7-8 0,1 3 0 16,4 1 2-16,-2 3 6 0,1 1 5 0,3 4 1 15,1 2 3-15,-3 3 0 0,4 4 2 16,-1 2 2-16,-2 4 2 0,3-1 3 0,-1 2 1 16,0-2 0-16,5 1-2 0,2-3 1 0,2 0-2 15,1-3 1-15,3-2 0 0,0-1-6 0,5-4 0 16,4-5-4-16,4-2 2 0,2-3 15 0,4-4 8 16,6-4 10-16,-1-3 7 0,6 0-1 15,1-7-1-15,5-4 3 0,-2-3 1 0,-1-2 3 16,1-3 9-16,-4-1 9 0,-5-4 9 0,-2-1 15 15,-4 0 5-15,0-1 6 0,-6-2 2 0,2 0-3 16,-5 0-2-16,-6 1-10 0,-3-1-9 0,-1 1-12 16,-2-1-14-16,-9 2-8 0,-2 1-6 15,-2 4-9-15,0 1-6 0,-2 4-11 0,-3 2-9 16,-1 6-15-16,1 4-9 0,-2 4-9 0,0 0-20 16,2 9-19-16,-1 7-27 0,1 3-28 0,3 5-41 15,2 6-68-15,5 2-164 0,2-5-256 16,2-8 255-16</inkml:trace>
  <inkml:trace contextRef="#ctx0" brushRef="#br0" timeOffset="131037.0815">31134 6282 2489 0,'0'0'-9'0,"0"0"-11"0,0 0-13 0,0 0 1 15,0 0 11-15,-121-85 17 0,89 79 5 0,0 1 9 16,-1 4-4-16,2 1-8 0,1 1-8 0,2 8-17 16,1 0-5-16,5 3-7 0,3 1-4 0,3 2 6 15,1 2-1-15,3 4 1 0,3 4 5 16,3 4 0-16,1 5 6 0,2 0 6 0,2 2 3 16,1 1 2-16,0 0 0 0,4-2-2 0,4-3-4 15,2 0 0-15,2-3-3 0,1-2-3 16,5-4 3-16,2-1-5 0,1-5 6 0,5-4 0 15,-1-4 2-15,4-6 13 0,1-3 9 0,0-3 16 16,0-7 10-16,-2-5 11 0,-2-4 12 0,1-2 9 16,-5-6 20-16,-2-2 0 0,-3-4 6 15,-2-1 3-15,0-2-9 0,-3 0 5 0,-1-3-8 16,-7 1-9-16,0-1-8 0,-4 1-16 0,-4 1-11 16,-5 2-9-16,-3 4-7 0,0 1-9 15,-6 6-7-15,4 3-10 0,-4 5-17 0,0 6-4 16,2 2-14-16,0 5-11 0,0 3-13 0,1 4-33 15,1 7-31-15,3 7-21 0,1 4-36 16,3 6-58-16,3 7-253 0,1-9-273 0,3-6 378 16</inkml:trace>
  <inkml:trace contextRef="#ctx0" brushRef="#br0" timeOffset="131432.8052">32005 6273 2496 0,'0'0'-70'0,"0"0"39"0,0 0-8 16,0 0 6-16,-131-108 15 0,98 96 16 15,-1 3 1-15,0 3 4 0,2 4-3 0,1 2-15 16,2 2-16-16,1 9-16 0,5 0-12 0,1 4-2 16,3 2 3-16,0 4 10 0,6 1 7 0,0 3 7 15,3 6 1-15,-1 2 2 0,4 4-1 16,0 3-2-16,5 1 1 0,2 2-1 0,0-2 0 15,0-2 4-15,2-2 0 0,7-3 4 0,2-5-4 16,4-4-2-16,1-5 5 0,4-5 1 0,6-4 13 16,-1-5 19-16,3-5 14 0,-2-1 28 15,1-9 23-15,-1-4 16 0,-3-4 11 0,-1-3 4 16,-1-3 1-16,-2-3 1 0,-1-6-1 0,-4 1-5 16,2 0-5-16,-5-1-7 0,0 2-7 0,-3-1-6 15,-5 2-15-15,-3 1-10 0,0 1-15 16,-7 1-13-16,-1-1-7 0,-5 5-11 0,2 3-8 15,-3 2-9-15,-2 3-8 0,2 6-8 0,-2 2-13 16,3 3-12-16,-1 3-20 0,-1 5-23 0,4 6-19 16,0 4-24-16,2 5-19 0,1 4-36 0,6 4-155 15,1-4-315-15,1-9-157 0</inkml:trace>
  <inkml:trace contextRef="#ctx0" brushRef="#br0" timeOffset="131832.6869">32575 6205 2388 0,'0'0'15'15,"0"0"1"-15,0 0-17 0,0 0-5 16,0 0-7-16,0 0-2 0,-142-84 0 0,115 84-4 16,-1 1-1-16,-2 6-7 0,2 3-3 0,0 4-2 15,0 4-2-15,3 2-1 0,-1 2 1 0,7 2 1 16,1 4 3-16,1 3 4 0,7 4-4 0,0-1 0 15,4 3 1-15,1 1-3 0,4 0 2 16,1-3-3-16,0-2-4 0,6-2 2 0,3-4-1 16,1-1 1-16,5-7-1 0,1-3 4 0,6-3 2 15,1-3 9-15,4-5 14 0,2-4 11 16,3-1 12-16,0-2 9 0,0-7 14 0,-2-4 10 16,0-3 13-16,-3-2 18 0,0-2 6 0,0-3 8 15,-2-1 8-15,-5-3-2 0,0 0 1 0,-3 1 8 16,-7 2-9-16,-2 2-11 0,-5 0-11 15,0-6-26-15,-1-9-16 0,-2-6-9 0,0 0-13 16,-3 6-12-16,-4 8-6 0,-1 6-29 0,-1 2-9 16,-2 6-6-16,-1 4-13 0,-2 5 0 15,2 3-22-15,-6 3-22 0,4 4-14 0,-5 6-14 16,2 4-16-16,3 3-31 0,3 2-44 0,3 2-132 16,6 1-234-16,2-5-83 0,0-6 673 0</inkml:trace>
  <inkml:trace contextRef="#ctx0" brushRef="#br0" timeOffset="132185.2787">33284 6220 1669 0,'0'0'42'0,"0"0"-20"0,0 0-7 15,0 0-1-15,0 0-4 0,-140-42-3 0,103 39-5 16,1 3-5-16,-2 0-6 0,5 3-12 0,0 5-8 15,4 5-7-15,2 2-8 0,6 4 8 16,1 2 3-16,7 5 6 0,3 4 6 0,2 2-3 16,6 3-2-16,2 0-8 0,3 5-10 0,8-3-20 15,5 0-28-15,3-1-138 0,5-3-136 0,4-4-86 16,3-5 262-16,3-4 190 0,2-6 0 0,-1-5 0 16,3-7 0-16,-4-2 0 0,-2-3 0 15,-2-9 162-15,-4-4 288 0,-2-4-32 16,-10 5-46-16,1-5-49 0,-6 6-59 0,-2-4-25 15,0 0-55-15,-1-4-32 0,1-10-50 0,-3-3-36 16,-1-12-22-16,-3 1-39 0,0 0-12 0,-10 3-37 0,-6 4-22 16,-5 10-47-16,-7 7-84 0,4 9-260 15,5 8-1013-15</inkml:trace>
  <inkml:trace contextRef="#ctx0" brushRef="#br0" timeOffset="133033.1402">25208 7656 0 0,'0'0'0'0,"0"0"0"0,0 0 0 0,0 0 0 0,0 0 34 16,0 0 256-16,0 0-17 0,0 0-18 16,0 0-19-16,0 0-34 0,0 0-47 0,0 0-37 15,-74-29-41-15,70 29-33 0,1 0-30 0,0 0-36 16,-2 2-32-16,-2 5-28 0,-2 4-8 0,-2 6 15 16,-5 5 17-16,2 5 18 0,-3 4 9 15,4 4 1-15,-2 0 4 0,5 2-1 0,3-1-2 16,2 1-1-16,5-1 4 0,0 0-3 0,6 1 4 15,4-3-1-15,4-1-4 0,6-6 5 16,4-3 2-16,4-7 14 0,4-8 14 0,3-9 12 16,1-2 17-16,3-13 4 0,0-9 9 0,-2-1 5 15,-3-6 11-15,-3-2 17 0,-7-6 16 0,-7 2 16 16,-3-2 5-16,-8-3 1 0,-4 2-5 0,-2 2-12 16,-8-1-13-16,-6 3-18 0,-6 3-18 15,-2 3-16-15,-5 2-13 0,-5 7-16 0,3 5-8 16,-1 6-12-16,2 6-13 0,0 2-12 15,3 2-17-15,1 6-15 0,3 5-13 0,3 4-16 0,4 4-18 16,4 2-19-16,3 5-48 0,7 1-85 16,0-6-346-16,0-6 141 0</inkml:trace>
  <inkml:trace contextRef="#ctx0" brushRef="#br0" timeOffset="133499.764">26029 7730 0 0,'0'0'0'0,"0"0"36"0,0 0 125 16,0 0 16-16,0 0-5 0,0 0-37 0,0 0-33 16,0 0-19-16,0 0-16 0,0 0-22 15,0 0-25-15,0 0-24 0,0 0-13 0,0 0-5 16,-73-17 6-16,59 24 3 0,0 2 11 0,-4 1 2 15,0 3 3-15,-1 0 3 0,-3 2-1 0,4 0 3 16,-2 4-5-16,2 1-3 0,-1 3-2 0,1 2-5 16,4 0 2-16,2 3-4 0,3-2-4 15,2 2-2-15,7-2-6 0,0 4 1 0,3-3-1 16,6 1 0-16,5-3 3 0,3-2 0 0,4-2 7 16,4-7 4-16,3-2 12 0,1-7 12 0,5-5 3 15,-1-3 10-15,1-7 5 0,-1-6 16 16,-2-5 17-16,-2-2 18 0,-4-4 30 0,-2-5 14 15,-3-3 17-15,0-2 11 0,-6-2-6 0,-2 0 0 16,-4 2-18-16,-6 2-12 0,-3 3-29 16,-3 3-24-16,-6 4-20 0,-5 2-19 0,-3 3-9 15,-4 2-11-15,-3 4-10 0,-2 3-13 0,-2 5-14 16,-2 6-11-16,1 0-10 0,-1 10-12 0,2 5-3 16,-1 5-9-16,5 3-4 0,2 4-6 15,3 1-10-15,5 5-5 0,4-1-30 0,4 1-38 16,6 3-106-16,1-3-285 0,4-6-113 0,1-10 669 0</inkml:trace>
  <inkml:trace contextRef="#ctx0" brushRef="#br0" timeOffset="133900.2299">26821 7714 1095 0,'0'0'167'0,"0"0"-74"0,0 0-35 0,0 0-12 16,0 0-12-16,0 0-14 0,0 0-6 15,0 0 1-15,0 0-4 0,0 0 1 0,-137-25-10 16,116 35-5-16,-1 2-1 0,-2 1-4 0,3 0 5 16,0 1 0-16,2-1-1 0,4 0-3 15,1 0-10-15,3 3-9 0,1 2-9 0,0 0 1 16,3 4 0-16,1 2 1 0,2 2 6 0,1 2-7 16,3 0 4-16,0 1 4 0,3 0-7 15,4 1 7-15,4-2-2 0,3-1 1 0,4-4 9 0,3 1-3 16,2-3 6-16,5-3 2 0,0-6 4 15,3-2 7-15,1-8 5 0,-1-2 10 0,2-6 7 16,-1-7 13-16,-3-4 12 0,-1-3 24 0,-4-2 33 16,-5-5 22-16,-2-2 27 0,-6-2 3 15,-2-3-8-15,-4-2-8 0,-2 1-13 0,-3 0-20 0,0 2-19 16,-7 2-21-16,-4 3-23 0,-8-1-11 16,0 5-9-16,-3 1-13 0,-2 3-6 0,-1 4-10 15,0 2-11-15,0 5-4 0,2 4-13 0,2 2-10 16,4 3-13-16,1 5-22 0,3 3-13 15,0 4-18-15,6 3-13 0,2 4-15 0,3 3-30 16,2 3-65-16,7 6-285 0,0-8-270 0,2-6 699 0</inkml:trace>
  <inkml:trace contextRef="#ctx0" brushRef="#br0" timeOffset="134318.3113">27605 7742 2629 0,'0'0'-39'0,"0"0"31"16,0 0-28-16,0 0-17 0,0 0-3 15,0 0 23-15,-131-88 15 0,105 85 31 0,1 1 9 0,1 2-7 16,-1 0-3-16,3 4-21 0,-2 4-8 16,3 2-9-16,-2 4-6 0,1 4 6 0,2 0 1 15,-1 1 10-15,0 4 4 0,3 0-5 0,1 4 4 16,2 0-6-16,4 3 0 0,2-1-9 0,4 3-14 15,4-2 6-15,1 2 1 0,4-1 14 16,6-1 11-16,2-2-1 0,3-2-6 0,6-5-5 16,4-1 6-16,5-2-1 0,3-6 2 0,5-2-2 15,4-5-9-15,5-5 4 0,0-2 4 16,1-9 12-16,1-5 11 0,-5-1 6 0,-4-5 16 16,-3-1 9-16,-7-4 24 0,-7-2 20 0,-2-1 11 15,-6-2 11-15,-1-1-13 0,-8 0-5 0,-3 1-12 16,-3 1-16-16,-7 0-8 0,-5 1-25 15,-7 1-13-15,-4 2-13 0,-5 2-9 0,-1 2-2 16,-2 4-13-16,-2 7-7 0,-2 4-14 0,0 7-17 16,0 1-8-16,1 9-14 0,6 6-21 15,0 5-17-15,5 3-46 0,4 3-67 0,5 4-162 16,6-6-294-16,4-5 87 0</inkml:trace>
  <inkml:trace contextRef="#ctx0" brushRef="#br0" timeOffset="134751.297">28458 7686 2221 0,'0'0'-15'16,"0"0"-19"-16,0 0-19 0,0 0-1 16,0 0 20-16,0 0 22 0,-138-47 20 0,106 47 13 15,2 1-1-15,0 5-7 0,4 1-13 0,0 4-8 16,5 1-3-16,0 2-6 0,2 2-3 15,0 0 1-15,7 1-12 0,1 2 7 0,1 1 1 16,2 0 1-16,5 4 11 0,-1 3-4 0,4 1-1 16,0 0 5-16,1 2 3 0,5 1-2 0,3-2-4 15,6 1-5-15,0-2-8 0,4-1 1 16,3-3-1-16,-1-3-4 0,7-5 1 0,0-2 3 16,5-5 1-16,1-4 1 0,6-3 1 0,-1-2 6 15,-2-2 5-15,-2-7 15 0,-3-3 12 16,-2-3 12-16,-1-2 21 0,-6-4 14 0,0-4 22 0,-6-4 19 15,0-1 10-15,-5-3 11 0,-2-3-7 16,-2 0-6-16,-6 0-11 0,-2-2-13 0,0-2-9 16,-4 2-18-16,-7 3-18 0,-3-1-12 0,-1 4-9 15,-4 5-4-15,-2 5-3 0,-2 3-11 0,-1 5-13 16,3 6-8-16,0 4-12 0,1 4-6 0,0 0-8 16,1 10-12-16,3 5-6 0,0 3-15 15,5 5-12-15,1 4-24 0,5 5-56 0,4 4-68 16,1 2-272-16,6-9-307 0,0-9 331 0</inkml:trace>
  <inkml:trace contextRef="#ctx0" brushRef="#br0" timeOffset="135182.7701">29354 7639 1505 0,'0'0'32'0,"0"0"26"0,0 0-14 0,0 0-19 15,0 0-16-15,0 0-14 0,0 0-1 0,-123-63 7 16,96 66 1-16,4 4-1 0,-4 3-6 0,4 0-4 16,1 1-4-16,3 3-2 0,-1 0 4 15,6 0-3-15,-1-1 0 0,4 3-1 0,1-1-2 16,4 1 2-16,1-2 1 0,0 3 2 0,0 0 2 16,4 0 4-16,-1 3 3 0,-3 1-1 15,5 0 3-15,0 3-5 0,0-1-1 16,0-1 7-16,8 3-7 0,0-1 3 0,3 1-7 15,1-2-9-15,5-1 3 0,3-1-2 0,3-3 4 0,0-2 1 16,7-2 0-16,1-4 3 0,3-6 0 16,-1-3 11-16,0-1 8 0,-2-9 9 0,-3-5 19 15,-3-1 7-15,-1-2 26 0,-6-4 31 0,-3-1 15 16,0-2 20-16,-2-2 0 0,-2-1-3 16,0-1-10-16,-2 0-6 0,-2-2-18 0,-1-1-22 15,1 1-13-15,-5 0-21 0,-1 1-10 0,-1 2-12 16,-3 2-10-16,-7 4-7 0,-1 2-10 15,-4 3-10-15,-1 4-11 0,-4 4-12 0,0 5-9 16,-6 3-6-16,1 3-6 0,-4 9-7 0,-2 5-14 16,0 5-16-16,2 4-23 0,0 7-29 0,3 2-61 15,4 4-162-15,8-7-341 0,5-11 84 0</inkml:trace>
  <inkml:trace contextRef="#ctx0" brushRef="#br0" timeOffset="135618.8843">30159 7660 1359 0,'0'0'599'0,"0"0"-574"0,0 0-13 16,0 0-12-16,-125-78 7 0,93 73 1 0,0 2-2 16,-2 0 7-16,7 3-8 0,1 0-3 15,4 3-4-15,2 2-13 0,1 4-7 0,6-1-8 16,-1 2-4-16,4 0 0 0,2 2 1 0,2 0 1 15,-2 1 2-15,6 3 8 0,-1 1 3 16,0 3 7-16,1 3 4 0,1 2-5 0,1 1 6 0,0 2-3 16,1 1-1-16,4 4 2 0,-1-3-7 15,5 2-2-15,0-1-2 0,3-1-6 0,5-2 0 16,2-2-8-16,1-5-5 0,4-2-2 0,4-5 2 16,3-5 4-16,2-5 7 0,6-4 6 15,-1-1 4-15,-2-9 17 0,0-3 16 0,-5-3 24 0,-5-4 34 16,0-3 28-16,-4-2 31 15,0-4 15-15,-2 0 0 0,-1 0-10 0,1 2-15 0,-3-2-5 16,-3-1-14-16,-2 2-8 0,-1 1-10 0,-3 0-25 16,-2 3-6-16,-5 0-16 0,-1 2-11 15,-1 2-5-15,-7 3-17 0,-4 2-8 0,-3 3-14 16,-1 2-12-16,-4 5-6 0,-6 3-5 0,2 2-1 16,-5 5-2-16,-1 6-3 0,0 6-9 15,0 6-14-15,3 2-22 0,3 5-41 0,4 4-41 16,1 1-112-16,8 0-290 0,7-7-270 0,-1-10 475 0</inkml:trace>
  <inkml:trace contextRef="#ctx0" brushRef="#br0" timeOffset="136018.7439">30891 7620 1306 0,'0'0'-3'0,"0"0"0"0,0 0-1 15,0 0 15-15,0 0 18 0,0 0 8 0,0 0 2 16,-126-22-7-16,114 26-14 0,-3 0-12 0,6 3-11 16,2 0-7-16,-1 2-3 0,0 1 2 0,3 2 0 15,-1 1 4-15,2 1-1 0,-3 4 1 16,4 0 1-16,-2 5-2 0,3 0 5 0,-1 2-1 16,-2 1-4-16,3 0 5 0,-1 3-5 0,-2-2 1 15,4 0 2-15,0 1-4 0,2-2-1 16,-1 2-8-16,1-3-4 0,7-3-2 0,1-3 2 15,2-2 7-15,3-5 10 0,4-3 18 0,4-6 12 16,4-3 11-16,-1 0 5 0,4-8 0 16,-2-4 12-16,-3-4 13 0,3-1 18 0,-4-5 25 15,-1-1 17-15,-2-3 8 0,-1 0 11 0,-1 0-8 16,-5-2-6-16,2 2-4 0,-2-2-10 0,-4 2-10 16,-5-2-15-16,1 3-17 0,-5-1-22 15,0 1-9-15,-8 3-18 0,-3 1-14 0,-6 3-10 16,-3 3-18-16,-4 3-7 0,-6 4-13 0,-6 6-17 15,0 2-22-15,-10 12-47 0,1 6-88 16,7 0-288-16,15-4-822 0</inkml:trace>
  <inkml:trace contextRef="#ctx0" brushRef="#br0" timeOffset="136734.1158">31634 7864 0 0,'0'0'4'0,"0"0"237"0,0 0 39 16,0 0 30-16,0 0 16 0,0 0-17 15,0 0-103-15,0 0-69 0,0 0-54 0,0 0-54 16,0 0 22-16,0 0 4 0,80-89-4 0,-54 71 3 15,-3-1-7-15,3-1-1 0,-5 0-1 16,-1 1-2-16,-6 0 7 0,1 1-2 0,-4-2 4 16,-3 1-3-16,-2-1-1 0,-4 1-2 0,1 2-7 15,-3 2-2-15,0 0-9 0,0 2-10 0,-5 2-3 16,3 2-12-16,-2 2 2 0,1 2-5 16,1 3-9-16,1 2 0 0,0 0-18 0,1 0-10 15,-1 0-13-15,1 0-23 0,-2 0 10 0,-1 7 6 16,0 5 22-16,-5 2 16 0,1 8 4 15,0 5 3-15,-1 4-4 0,-1 6 7 0,6 2 0 16,-2 1 0-16,4 5 5 0,0 0-4 0,0 2 3 16,0 4-3-16,-1-2-3 0,-3 1 2 15,2-1-13-15,-4-3 1 0,3-2-10 0,-3-5-7 0,3-6-3 16,-2-4-8-16,4-7-2 0,-1-5-8 16,-3-3-15-16,3-4-19 0,-3-3-26 0,2-2-48 15,-2-2-116-15,-4-1-176 0,6-1-198 0,-2-1 560 0</inkml:trace>
  <inkml:trace contextRef="#ctx0" brushRef="#br0" timeOffset="136882.0941">31393 8181 0 0,'0'0'88'0,"0"0"338"0,0 0-146 0,0 0-55 16,0 0-23-16,0 0 4 0,0 0 8 16,0 0 20-16,0 0-31 0,0 0-26 0,0 0-25 15,0 0-46-15,148 2-26 0,-68-14-33 0,11-4-26 16,9-3-16-16,3 1-35 0,8 1-88 0,-28 5-470 15,-26 4-931-15</inkml:trace>
  <inkml:trace contextRef="#ctx0" brushRef="#br0" timeOffset="148250.7693">31568 6951 0 0,'0'0'0'0,"0"0"0"0,0 0 0 16,0 0 0-16,0 0 48 0,0 0 222 0,0 0-36 15,0 0-29-15,0 0-28 0,0 0-29 0,0 0-17 16,0 0-12-16,-24-36-9 0,24 36-10 16,0 0-15-16,0 0-15 0,0 0-11 0,0 0-4 15,0 0 1-15,1 0-13 0,1 0-13 0,0 0-19 16,5 0-4-16,2 0 11 0,5 0 11 15,7-4 15-15,9-3 2 0,6-2-6 0,1-2-6 16,9 1-9-16,-2-1-8 0,-1 0-8 0,-1 1-3 16,-5 0-8-16,-2 1 0 0,-8 2 0 0,-4 2-5 15,-7 2 1-15,-8 2-8 0,-6 1-10 16,-2 0 2-16,0 0-10 0,-6 0-10 0,-6 0 14 16,-3 1-2-16,-12 5 10 0,-5 2 18 0,-7 1-5 15,-4 2 6-15,-2-2 5 0,0 1-1 0,3-1 7 16,2-1-3-16,1 2-2 0,7-3-1 15,3 1-1-15,4-1 0 0,1-2 0 0,8 0 0 16,1-1-3-16,6-1 0 0,4-1 1 0,4-1-1 16,1-1-8-16,0 0-11 0,1 0-18 0,2 0-7 15,6 0 16-15,2 0 23 0,7 0 24 16,5-1 16-16,8-5-6 0,9 0-10 0,0-4-6 16,7 1-4-16,-4-1-1 0,-1 1 0 0,-2 1-2 15,-8 2-4-15,-2 0 2 0,-3 1-2 0,-8 2 5 16,-5 1 6-16,-5-1 9 0,-7 3 15 0,-1 0 15 15,-1 0 19-15,0 0 8 0,-1 0-7 16,-3-1-12-16,-2 1-27 0,-5-1-22 0,-3 0-11 16,-6 1-6-16,-7 0 0 0,-3 0 4 0,-1 0-1 15,-3 0-2-15,-2 3-1 0,0 2-1 16,-2-2 5-16,-1 2 3 0,1-1 0 0,6-2 6 16,1 2-4-16,1-1 0 0,4 0 0 0,1 0-3 15,10-2 2-15,0 2-1 0,10-2 0 0,0-1 0 16,5 0-2-16,0 0-3 0,1 0-6 15,5 0-7-15,-1 0-8 0,4 0 1 0,7 0 9 16,7-1 10-16,11-4 11 0,10-2 0 0,1 0-4 16,7-3-5-16,-2 0 1 0,-1 1-2 0,-8-1 4 15,-6 2 0-15,-10 2 1 0,-8 3 2 0,-11 1 6 16,-4 2 18-16,-2 0 5 0,-4 0 0 0,-7 0-14 16,-8 0-21-16,-8 0-12 0,-10 2-5 15,-12 7 0-15,-5 3-3 0,-6 2-20 0,0 3-45 16,2 0-145-16,15-4-649 0,14-4-304 15</inkml:trace>
  <inkml:trace contextRef="#ctx0" brushRef="#br0" timeOffset="149385.4249">33266 3489 0 0,'0'0'0'0,"0"0"0"0,0 0 84 0,0 0 226 0,0 0-70 16,0 0-64-16,0 0-67 0,0 0-52 16,0 0-28-16,0 0-17 0,0 0-2 0,0 0-2 15,14-5-2-15,-11 5 5 0,7-1-20 0,-4 1 7 16,9-1-11-16,-3 0-11 0,-1 2 7 15,5-2-17-15,1 1 9 0,-1 0-8 0,2-1 4 16,-2 1 5-16,2 0-5 0,0 0 8 0,-2 0 3 16,1 0 12-16,-2 0 20 0,0 0 24 15,-7 0 29-15,5 0 11 0,-5 0 8 0,1 0-16 16,-2 1-32-16,-7-1-21 0,0 0-22 0,0 0-3 16,0 0 8-16,-1 0 5 0,-5 0 11 0,-8 0-1 15,-9 1 6-15,2 1 0 0,-10 1 0 16,-1-1-15-16,0 2-6 0,0 1 5 0,8-2-9 15,3 2 15-15,8-2-1 0,3 0-19 0,3-1-3 16,5-1-22-16,1 1-24 0,1-1 10 0,0 1 10 16,0-2 40-16,2 1 26 0,4-1 15 15,1 1-3-15,3 0-20 0,1 0-7 0,4-1-23 16,-2 0-4-16,6 0 0 0,-1 0 1 0,3 0 16 16,-1-1 3-16,0-1 26 0,1 1 38 0,-2-2 30 15,0 1 47-15,-2-1 0 0,1 0-27 16,-9 2-47-16,3-2-56 0,-4 1-37 0,-2 0-33 15,2 1-41-15,-13 1-86 0,-4 0-462 0,0 2-270 0</inkml:trace>
  <inkml:trace contextRef="#ctx0" brushRef="#br0" timeOffset="150250.2309">31498 6944 391 0,'0'0'245'0,"0"0"-23"15,0 0 16-15,0 0 9 0,0 0-7 0,0 0-54 16,0 0-71-16,0 0-48 0,0 0-45 16,0 0-15-16,0 0-13 0,0 0 1 0,57-34 9 15,-28 26-3-15,6-2 2 0,-1 3-3 0,3 0-3 16,-3 1-1-16,2 2-3 0,-4 0 2 16,-4-1-1-16,-4 2 5 0,-3-1 1 0,-5 1-2 15,-3 0 7-15,-5 2-6 0,-5 0 6 0,-2 1 18 16,-1 0 12-16,0 0 35 0,0 0 14 0,-1 0 4 15,-2 0-13-15,-5-1-30 0,-2 0-20 16,-4-1-23-16,-4 1-4 0,-1 0-1 0,-5 0 2 0,-2 0 6 16,-1 1-1-16,2 0 3 0,2 0-1 15,0 0 2-15,5 0 8 0,2-1 0 16,5 1 7-16,2-1 2 0,5 1-3 0,3 0 1 16,1-2-8-16,0 2-9 0,0-1-16 0,1 0-26 15,3 1-20-15,5 0 2 0,7 0 9 0,8 0 14 16,8-3 4-16,9-2-57 0,10-3-252 15,-12 1-540-15,-10 2-144 0</inkml:trace>
  <inkml:trace contextRef="#ctx0" brushRef="#br0" timeOffset="157684.4196">32982 3474 0 0,'0'0'0'0,"0"0"0"0,0 0 0 15,0 0 0-15,0 0 0 0,0 0 0 0,0 0 0 16,0 0 89-16,0 0-12 0,0 0-36 0,0 0-20 16,0 0-19-16,-44-69-7 0,32 65-4 0,-1 3-5 15,-3 1-1-15,-2 0-2 0,-4 3 6 0,-3 6 3 16,-1 1 0-16,-11 8 1 0,-4 8-4 15,-3 6 3-15,0 5-14 0,10 2 4 0,7-3 2 16,4 3-3-16,8 0 20 0,-1 3 2 0,7 2 8 16,7 0 14-16,2 2 9 0,11-1 6 15,9-2-2-15,-1-4-10 0,3-6 9 0,-1-5-6 16,1-7-4-16,6 1 1 0,5-2-25 0,5-2-7 16,5-3 4-16,4-4 10 0,1-6 23 0,0-5 26 15,0-4 29-15,-2-11 48 0,-6-6 62 16,-3-7 64-16,-5-4 42 0,-3-2 5 0,-4-5-42 15,-5-3-56-15,-7-3-52 0,-3 0-48 0,-5-1-26 16,-3-1-27-16,-2 1-17 0,-9 1-15 16,-5-1-17-16,-3 4-13 0,-6 1-18 0,-4 4-39 15,-7 4-108-15,8 11-553 0,7 9-766 0</inkml:trace>
  <inkml:trace contextRef="#ctx0" brushRef="#br0" timeOffset="164476.2196">24312 7019 0 0,'0'0'0'0,"0"0"0"0,0 0 0 15,0 0 0-15,0 0 0 0,0 0 0 0,0 0 0 0,0 0 0 16,0 0 0-16,0 0 0 0,0 0 0 16,0 0 0-16,-9-20 0 0,9 20 0 0,0 0 0 15,0 0 0-15,0 0 0 0,0 0 0 0,0 0 0 16,0 0 0-16,0 0 0 0,-1 0 0 0,1 0 0 16,0 0 0-16,0 0 135 0,0 0 24 15,0 0-4-15,0 0-3 0,0 0-9 0,0 0-15 16,0 0-17-16,0 0-26 0,0 0-20 0,0 0-20 15,0 1-23-15,0-1-22 0,0 2-22 16,0-2-28-16,0 1-22 0,0 0-19 0,0 0-25 16,0 0-21-16,1 2 3 0,-1 0 38 0,0 3 44 15,2 1 44-15,2 2 27 0,-2 1-7 0,0 2-2 16,0 0 4-16,2 1-2 0,-2 1-3 16,0-2-1-16,-1 1-3 0,-1-1-1 0,1 1 2 15,1-1-1-15,0-1 3 0,-1 0-5 0,0-2 1 16,0-1 2-16,0 0-3 0,0-2 5 0,-1-3-3 15,0-1 0-15,0 0 3 0,0-1 2 16,1-1 17-16,-1 0 17 0,0 0 18 0,2 0 26 16,-2 0 16-16,2 0 17 0,-2 0 10 0,1 0-10 15,-1 0-14-15,1 0-21 0,-1 0-21 0,0 0-17 16,0 0-14-16,0 0-18 0,0 0-16 16,0 0-8-16,1 0-17 0,-1 0-7 0,0 0-12 15,0 0-9-15,0 0-2 0,1 0-2 0,0 0 49 16,5 1 18-16,-3 1 15 0,0 1 13 0,2-2-34 15,-3 0 2-15,-1 0-3 0,0-1 2 0,-1 1 1 16,1-1-4-16,-1 0 11 0,0 0-1 0,0 0 11 16,0 0 14-16,0 1 6 0,0-1 16 15,0 0 4-15,0 0 8 0,0 0 7 0,0 0 0 16,0 0 0-16,-1 0-14 0,1 0-9 0,0 0-16 16,0-1-15-16,0 1-11 0,0-1-29 15,0 0-41-15,0 0-121 0,0 0-433 0,1-2-734 0</inkml:trace>
  <inkml:trace contextRef="#ctx0" brushRef="#br0" timeOffset="167133.3246">24313 6985 0 0,'0'0'0'15,"0"0"0"-15,0 0 0 0,0 0 0 0,0 0 68 16,0 0 155-16,0 0-2 0,0 0-6 0,0 0-44 16,0 0-10-16,0 0-27 0,0 0-13 0,0 0-1 15,-58-65-11-15,55 60 2 0,3 1-3 16,0 0 0-16,-1 1-9 0,0 2-4 0,1 0-9 15,0 1-16-15,0 0-9 0,0 0-21 0,-1 0-20 16,1 0-9-16,0 0-17 0,0 0-12 0,0 0-16 16,0 1-22-16,0 0-25 0,0 0-28 0,0 1-28 15,0 4 48-15,0 3 36 0,0 5 37 16,0 2 48-16,0 2-26 0,0 1-4 0,1-1 1 16,1 1-2-16,1-2-5 0,1 1 6 0,-3 0-4 15,0 0 3-15,0-1 3 0,0 1-4 16,-1-2 2-16,0-1-1 0,0-1-4 0,0-4 3 15,1-1 0-15,-1 1 2 0,2-5 4 0,0-1-4 16,-2 0 1-16,1-2-3 0,0-2-1 0,-1 1 4 16,1-1 5-16,-1 0 4 0,1 0 7 15,-1 0-3-15,1 0-2 0,-1 0-1 0,0 0-6 16,1 0-3-16,4 0 21 0,-1 0 6 0,6 0 4 16,-1 0 4-16,2 0-18 0,5 0-7 15,-1 0-1-15,2 0-5 0,0 0-6 0,0 0-2 16,1 0-2-16,0 0 0 0,-2 0 3 0,3 0 0 15,0 0-1-15,0-1 2 0,0-1-2 0,1 1 2 16,1-2 4-16,-1 0-5 0,0 1 4 0,-3-1-2 16,1-1-3-16,1-2 6 0,-2 3 2 0,-1-1-2 15,3 0 3-15,-2 0-1 0,2 0-5 16,-4-1 2-16,4 0-2 0,-1 2-3 0,-1-1 0 16,2 1-4-16,-1 1 2 0,2-1-1 0,-1 1 2 15,0 0 1-15,-1 0-2 0,0 1 0 0,1 1-2 16,3-1-1-16,-1 1 0 0,2 0 1 15,0-2 5-15,-2 2-2 0,3-1 2 0,0 0-1 16,-2 0-3-16,0-1 3 0,-1 0-1 0,2 1 1 16,-3 0 0-16,1 0-1 0,1 0 1 15,-2 0-1-15,-1-1 2 0,0 1 0 0,-1-1-3 16,1 1 4-16,-2 0-3 0,-2-1 1 0,2 1 2 16,-1-1-4-16,0 1 4 0,1 0-3 0,0-2-1 15,1 2 2-15,1 0 0 0,0 1 0 16,1-1 0-16,1 1-1 0,-2-1-2 0,1 1 1 15,-3 0 1-15,1 0-1 0,0-1 4 0,-3 1-1 16,2-2 2-16,-3 1-2 0,2 0-1 16,-2 0 2-16,1 0-3 0,-2 0 2 0,4-1 1 0,-4 1-3 15,4 0 1-15,-2 0-1 0,-1-1 2 16,1 0 1-16,3 2-2 0,-2-1 0 0,1 1-3 16,0 0-1-16,0 0 6 0,-1 0-6 0,2 0 5 15,-2 0-2-15,3 0-2 0,-1 0 3 0,1 0-1 16,0 0 1-16,-2 1 2 0,3-1-2 15,0 0-1-15,0 2 0 0,1-2 0 0,2 0 0 16,-1 0 5-16,2 0-2 0,-2 0-1 0,4-2 1 16,-1 2-3-16,0-1 2 0,0-1 2 0,0 1-3 15,0 0 0-15,-3 0-3 0,2 1-2 16,1-1 5-16,-3 1 0 0,4 0 4 0,-3 0 1 16,2-1-4-16,1 1-2 0,-4-1-1 0,3 1-1 15,0 0 3-15,0-2 4 0,1 2-1 16,3 0 1-16,1 0 2 0,1 0-4 0,0 0 1 15,2 0-1-15,1 0-2 0,0 0-2 0,2 2 0 16,1 0 0-16,0 0 2 0,0-1 2 0,0 2 2 16,0-2-3-16,-1 2 1 0,1-1-3 15,-1 2-1-15,0-2 4 0,0 1-2 0,1 0-2 16,-1 0 1-16,-1 1-3 0,3-2 3 0,-4 1 3 16,4-1 0-16,-2 0 1 0,-1-2 2 0,-2 1-1 15,2-1 2-15,0 0 0 0,1 0 0 16,-1 0 3-16,3 0 1 0,-4-2-1 0,4-1 2 0,-2 1-6 15,1-1 2-15,3 0-1 0,-1 1-2 16,-1-1 2-16,2 0-4 0,0 0-1 0,-2 0 1 16,1 2-2-16,2 1 1 0,-1-1 2 0,-1 1 1 15,0 0-2-15,3 0 0 0,-1 0-2 16,1 0-2-16,0 0 4 0,1 0-2 0,0 0 3 16,-1 0-1-16,0 0 0 0,1 0 0 0,-1-1-3 15,5 0 0-15,-5 0-1 0,6-1 2 0,-4 2 2 16,1-1-2-16,2-1 3 0,0 1-3 15,-2 0 1-15,3-1 2 0,-2 1-4 0,-1-2 2 16,-2 1-1-16,-3 1 0 0,1-1 2 0,0-1 0 16,-1 2-1-16,-2-1-2 0,-3-1 3 15,3 2-3-15,-4 0 2 0,3 0 1 0,-5-1-2 16,4 0 1-16,-4 0 0 0,1-1-1 0,-1 0 2 16,4 1 1-16,-3-3-1 0,-1 2 1 0,3-1-1 15,-3 1-2-15,0 0 0 0,-1-2 2 0,-1 2-1 16,1-2 3-16,-1 0-1 0,1 1-4 0,-1-1 4 15,0 1-3-15,-1-1 1 0,0 0 4 16,-2 2-6-16,2 0 3 0,1 0-4 0,-1 1-1 16,0 0 3-16,-4 0-1 0,3-1 3 0,-4 2-2 15,3-1 2-15,-5 1-2 0,3-2-3 0,-1 2 6 16,-2-1-5-16,4-1 5 0,-3 2 0 16,1-2-5-16,2 0 6 0,-2 1-5 0,3-1 2 15,-4 0 2-15,4 0-4 0,-2 0 2 0,3 1-2 16,0-1 1-16,-2-1 1 0,2 1 0 15,-1-1 1-15,-3 1-3 0,3 0 3 0,-3-1-2 16,3 2 0-16,-2-1 4 0,1 0-4 0,-2 0 3 16,3-1-1-16,-4 2-3 0,4 0 4 0,-4 0-4 15,4 0 2-15,-3 1-2 0,2-1 1 0,-1 0 0 16,-2 1-2-16,2-1 8 0,-3 1-6 16,-2 0 1-16,-2-1 4 0,-3 1-10 0,0 1 10 15,-2-1-2-15,-2 1 1 0,-2-1 5 0,2 0-6 16,-1-2 3-16,-1 2 0 0,0 0-1 15,0 0 2-15,-1 0-3 0,5-2 2 0,-1 2-4 0,0 1 0 16,4-1-1-16,-2-1-2 0,4 1 4 16,-2 0-5-16,2 1 4 0,-1-1-1 0,-3 0-2 15,4 0 3-15,-5-1-3 0,4 1 2 0,-5 0 1 16,-1 0-1-16,4 0 2 0,-4 0-2 16,1-1 3-16,-2 1 0 0,-1 0 1 0,0-1 5 15,-1 1-7-15,-1-1 12 0,0 0 0 0,-4 1 2 16,3-1 9-16,-2 1-2 0,-3-1 4 0,3 1 2 15,-2 0-1-15,0-1 1 0,-1 1-5 16,2-2-1-16,0 2-11 0,-1 0 0 0,0 0-4 16,3 0-7-16,-1-2 9 0,1 2-13 0,1 0 1 15,0-1 2-15,1 0-14 0,2 1 12 0,1 0-4 16,0-1 0-16,3 0 7 0,-1 1-6 16,-1 0 0-16,0 0 0 0,-1-1 1 0,-1 2 1 15,-3 0 2-15,0-1 0 0,-5 1-2 0,0 0 4 16,-1 0-2-16,0 0 0 0,1 0 5 0,-1 0-4 15,0 0 1-15,0 0 1 0,0 0-5 16,0 0 4-16,0 0 0 0,0 0-1 0,0 0 1 16,0 0-2-16,0 0 0 0,0 0-1 0,0 0 2 15,0 0-2-15,0 0 1 0,0 0 0 0,0 0-2 16,0 0 5-16,0 0-1 0,0 0 0 16,0 0 5-16,0 0-4 0,0 0 6 0,0 0-1 15,0 0 2-15,0 0 5 0,0 0 2 0,0 0 3 16,-1 0 4-16,0-1 1 0,1 1 0 0,-1 0-1 15,1 0 2-15,0-1-3 0,0 1 4 0,0 0 0 16,0-2-3-16,0-2-15 0,0-2-8 16,0-2-5-16,0 0-4 0,0 1 9 0,0 0 1 15,0 2-1-15,0 0-1 0,1 0-2 0,0 0 2 16,0-1-1-16,1 1-1 0,-1 1 3 16,1-1-2-16,-2 1 0 0,1 1 3 0,-1-1-3 15,0 1 3-15,1 1-2 0,-1-1-1 0,0 1 2 16,1 0-2-16,0 1 3 0,-1 0-1 0,0 0 1 15,0 0-1-15,0-1-1 0,0 1 2 16,0-1-4-16,0 1 4 0,0 0 0 0,0-1-1 16,0 0 1-16,0-1-2 0,0-1 0 0,0 1 0 15,0-1 0-15,1 1 2 0,-1-2-2 16,4 0 2-16,-3 0 0 0,0-1 0 0,-1-1 1 0,1 0-4 16,-2 0 2-16,1 3-2 0,0-1-1 15,1-1 1-15,-1 4 0 0,0 0 2 0,0 0 1 16,0 1 0-16,0 1-2 0,0 0-5 0,0 0-1 15,0 0-2-15,0 0-1 0,0 0 0 0,0 0-6 16,0 0-1-16,0 0-7 0,0 0-6 16,0 0-8-16,0 0-10 0,0 0-9 0,0 4 0 15,0 5 14-15,-1 3 19 0,-1 3 14 0,-2 2 12 16,2 4-4-16,1-1-4 0,0 3 5 0,1 2-3 16,0-2 2-16,0 1 3 0,0-4-5 15,0 0-2-15,0-2-3 0,0-1-2 0,0-3 3 16,0 1 2-16,0-3 0 0,0-4 3 0,0-1-1 15,0-4 1-15,0-2 5 0,0 0 6 16,0-1 12-16,0 0 20 0,0 0 20 0,-1-2 5 16,-1-7-9-16,-1-3-16 0,3-9-21 0,-1-2-10 15,0-3 0-15,1-1-4 0,0-1-3 0,0 1 1 16,1-2-3-16,2 3 4 0,0 3 1 16,-1 5-5-16,-1 2 4 0,-1 5-2 0,1 2-1 15,-2 5 1-15,1 0-4 0,0 4-12 0,0 0-19 16,-2 0-39-16,-2 4-21 0,-1 6-38 0,-7 9-102 15,3-1-515-15,1-4-756 0</inkml:trace>
  <inkml:trace contextRef="#ctx0" brushRef="#br0" timeOffset="172966.1976">24142 4693 0 0,'0'0'0'0,"0"0"0"0,0 0 0 0,0 0 0 16,0 0 94-16,0 0 141 0,0 0-8 15,0 0-42-15,0 0-34 0,0 0-13 0,0 0-22 16,0 0-21-16,-11-25-37 0,11 25-28 0,0 0-22 15,0 0-26-15,0 0-35 0,0 0-55 16,0 0-69-16,0 2-71 0,0 0-72 0,0 1 45 16,1 3 137-16,3 2 138 0,-1 3 0 0,-1 5 0 15,3 1 0-15,-2 1 0 0,-1 2 0 0,3 1 0 16,-2-2 0-16,0 0 0 0,2-1 0 16,-1-1 0-16,-2-1 6 0,3 2 0 0,-2-4 1 15,3-1 0-15,-1-1 2 0,0-2 2 0,-1-2-5 16,-1-1 5-16,3-1 1 0,1-1 9 15,-1-2 19-15,0-1 14 0,1-1 31 0,0 0 24 16,5-1 18-16,2 0 9 0,0-1-12 0,5-3-15 16,2-2-25-16,0 0 19 0,4-1 16 15,2 0 19-15,7-2-5 0,3-1-48 0,6-1-38 0,2-1-41 16,4 2-7-16,-3-1 0 0,7 2-6 0,1-1 0 16,-1 2 0-16,-2-2-2 0,0 3 4 15,-1 0-2-15,-2 2 7 0,0-2-1 0,0 1 1 16,0 0 3-16,-2 0-6 0,2 1 5 0,0 0-3 15,-2 1 0-15,0-2 6 0,1 1-7 16,-1 1 4-16,1-1 0 0,-2 0-3 0,3 1 3 16,-4 0-3-16,4 1 1 0,-3 0-2 0,3 0 3 15,-1 1-2-15,0 0-1 0,-1-1 3 0,0 2-4 16,0-1 4-16,-1 1-1 0,-1-2-2 16,-2 1 3-16,-1 0-1 0,-1 1 1 0,-1 0-1 15,-1-2 0-15,-1 2 1 0,-1-1-1 0,0 1 6 16,-1-2-4-16,2 1 1 0,0 1 1 0,-2-3-6 15,1 2 6-15,0 0-6 0,2-2 1 16,0 2 5-16,3-2-5 0,1 1 4 0,1-1-2 16,-2 3-5-16,1-2 6 0,-1 0-3 0,2 0 4 15,-1 1 0-15,-2-1-1 0,0 0-2 0,-2 1-2 16,2 0 6-16,0 0-3 0,2 0 4 16,-2-1 2-16,0 0-8 0,0 1 4 0,3 0-3 15,1-1 2-15,2 0 5 0,0 1-1 0,2-1 1 16,0 0-3-16,3 0-2 0,0 0 2 0,1 0-1 15,3-2 3-15,1 1-4 0,-1-1 1 0,1 0-2 16,-3 1-4-16,2-1 6 0,0-1-4 16,-3 2 1-16,-2-1 4 0,0-1-6 0,-2 2 6 15,-2-3 0-15,0 1-1 0,-2 0 3 0,-2 2-1 16,2-2 1-16,-4 1 2 0,0 1-1 0,0-1-2 16,-1 0-1-16,1 1 0 0,-1 0-3 15,2 1 1-15,-2-1-2 0,1 0 1 0,1 1 1 16,-1-1-2-16,-2 2 1 0,2 0-1 0,-1-1-1 15,1 1-1-15,-1 0 0 0,2-1 0 16,-3 1 2-16,-1 1-2 0,-1-2 2 0,3 1 0 16,0 0-2-16,-1 0 1 0,-1-1 0 0,3 2 0 15,1-1-3-15,-1 1 4 0,1-2-3 0,0 2 1 16,-1 0 3-16,1 0-3 0,0-2 1 0,-1 2 1 16,0 0-2-16,1 1 0 0,-1-1 2 15,-2 1-1-15,-2-1-1 0,3 0 3 0,-1 0-3 16,-4-1 3-16,4-1 3 0,-4 1-3 0,2 0 5 15,-1 1-2-15,3-2-2 0,-1 2 3 0,-1-2-2 16,2 0 1-16,1 1 1 0,-4-2-2 0,3 1-1 16,0 1 2-16,-2-1-4 0,4 1-1 15,-3 0 3-15,-3-1-4 0,2 1 3 0,-2 0 0 16,-3 0-3-16,4 0 2 0,-4 1-1 0,0 0-2 16,-1 0 6-16,-3 0-3 0,2 0 1 15,1 0 1-15,0 0-3 0,0-1 0 0,1 1 4 16,-2 0-2-16,1 0 0 0,1 0 1 0,-1-2-3 15,1 2 2-15,1 0 5 0,-1-1-4 0,3-1 7 16,-1 2-2-16,-1-1 0 0,-2 0 1 16,-1-1 1-16,-3 2 0 0,1-2 0 0,-3 0 0 15,2 1-6-15,-4 1 1 0,0-1-2 0,0 0-2 16,1 1 8-16,-1 1-5 0,0-1-1 0,-1 1 1 16,0 0-7-16,1 0 1 0,4-1 3 15,-1 1-3-15,1 0 4 0,1-1-1 0,0 1 0 16,1-1 0-16,-3-1-2 0,4 1 2 0,0-1-2 15,0 1 4-15,-2-2 0 0,0 1 0 0,-2 0 4 16,-2-1-3-16,-3 1 4 0,-2-1 3 0,-2 0-1 16,-1 0 4-16,-1 1-4 0,-3 0-5 0,2-1-2 15,0 1-1-15,-1 1-2 0,0-1 1 16,-1 0 1-16,3 1-3 0,-2-1 1 0,1 1 1 16,2 1-3-16,1 0 1 0,1 0-1 0,1 0-4 15,2 0 5-15,3 0-5 0,-3 0 3 16,-3 0 12-16,-2 0-3 0,-4 1 3 0,1 0-1 15,-1 0-9-15,2 0-1 0,0-1 3 0,-1 2 2 16,0-2 0-16,-1 0 3 0,1 0-2 16,-1 0 0-16,-1 0 0 0,0 0-3 0,-1 0 4 15,2 0-4-15,-1-2-1 0,1 2 2 0,2-1-5 16,-1 1 3-16,1-1-3 0,2 0 0 0,-1 1-1 16,-1-1 0-16,3 1 1 0,-4-1-1 0,-1 1 2 15,4 0 3-15,-5-2 0 0,-2 2 8 16,0-1 6-16,-1 1 8 0,-4 0 12 0,-1-1 5 15,-1 1 6-15,-1-1 1 0,0 1 1 0,0 0 4 16,0-1 9-16,-1 1 10 0,-1-1 4 0,1-2-7 16,0 0-12-16,0-2-4 0,-1-2 2 15,-1-3 5-15,1-1 6 0,1-6-12 0,-1 0-11 16,0-3-15-16,1-2-20 0,-1-1-18 0,1-2-27 16,-1 0-67-16,0 6-297 0,1 7-1133 0</inkml:trace>
  <inkml:trace contextRef="#ctx0" brushRef="#br0" timeOffset="176554.0026">32343 6890 0 0,'0'0'0'0,"0"0"0"16,0 0 51-16,0 0 218 0,0 0-68 0,0 0-29 15,0 0-17-15,0 0-7 0,0 0-13 0,0 0-28 16,0 0-39-16,0 0-25 0,-10-8-7 16,9 8 9-16,1 0 21 0,0 0 19 0,0 0 2 15,0 0-18-15,1 0-22 0,5 0-27 0,0 0-15 16,5-3-9-16,5 1-3 0,5-1 6 0,8-1-2 15,1 1 3-15,1 0-5 0,1-2 1 16,-1 2-3-16,-1 0 13 0,-6 1 1 0,-3 0 0 16,-5 0 2-16,1 1-14 0,-3 0-2 0,1 0-2 15,-2 0-2-15,-3 1-13 0,-2-1-4 0,-4 1-12 16,-2 0-17-16,-2 0 8 0,0 0 17 0,-10 2 26 16,-4 5 30-16,-9 1 8 0,-5 2-18 15,-2-1-7-15,-1 1-3 0,1-3 0 0,0-2 13 16,0 0 2-16,2 0 1 0,1-1-2 0,0-1 3 15,4-1-3-15,2 0 1 0,4-1-1 0,5 0-3 16,3 0-2-16,2-1-1 0,5 1 1 16,2-1 4-16,0 0 0 0,2 0-6 0,5 0-4 15,3 0-2-15,8 0-3 0,4-2 5 16,8-1-3-16,4-2-4 0,7 1-2 0,-5-2-5 0,-4 1 15 16,-3 1-2-16,-5 0-5 0,5 0 2 15,0-2-16-15,0 2 2 0,-4 0 5 0,4 0 3 16,-5 1 8-16,-5 0 17 0,-4 2 16 0,-4-1 10 15,-7 1-2-15,-2 1-22 0,-2 0-16 16,-2 0-8-16,-7 0 2 0,-3 0 9 0,-5 4 8 16,-8 0-2-16,-14 2 4 0,-4 1-17 0,-7 0-2 15,6-2 0-15,4-1-4 0,3-1 17 0,7 0-2 16,3-1 0-16,4-1 2 0,2 0-2 0,8-1 0 16,1 0 0-16,5 0 0 0,4 0 2 15,2 0-4-15,1 0-2 0,0 0-6 0,2 0-11 0,4 0-4 16,7 0-4-16,3 0-1 15,10-2 6-15,1-1 0 0,7 0 0 0,-1 0-1 0,-3 0 19 16,-2 1-2-16,-6 0 3 0,-3 1 1 0,0-2-15 16,0 1 5-16,-2 0 2 0,2-1 4 15,-5 1 10-15,0 0 6 0,-4-1 13 0,-4 2 8 16,-2 1 3-16,-2 0-4 0,-2 0-12 0,0 0-12 16,0 0-17-16,0 0 0 0,-2 0 2 15,-5 0 3-15,-4 0 6 0,-9 0-5 0,-5 0 1 16,-4 2-14-16,1 1-1 0,5-3 3 0,-1 0-1 15,4 0 18-15,0 0-1 0,2 0 0 0,1 0-4 16,3 0-3-16,-1 0 1 0,5 0-5 16,-1 0-5-16,-2 0-21 0,-3 0-54 0,2 2-106 15,2 3-618-15,3-2-610 0</inkml:trace>
  <inkml:trace contextRef="#ctx0" brushRef="#br0" timeOffset="178085.2076">33346 3712 0 0,'0'0'0'16,"0"0"0"-16,0 0 0 0,0 0 0 0,0 0 0 16,0 0 0-16,0 0 0 0,0 0 70 0,0 0 128 15,0 0-8-15,0 0-30 0,0 0-34 16,-10 0-19-16,10 0-44 0,0 0-2 0,0 0-23 15,0 0-17-15,1 0 2 0,8 0-20 0,-2 0 8 16,7-3-19-16,-4 1-1 0,6 0-1 16,0 0-4-16,1-1 8 0,-1 1-2 0,1 0 1 15,3-1 5-15,-1 0 0 0,-1 1 8 0,-2-1 8 16,1 1 11-16,-3 1 3 0,-1-1-6 0,-8 0-7 16,8 1-28-16,-7 1-25 0,-1-1 5 0,1 1 7 15,-6 0 28-15,0 0 26 0,0 0 7 16,-2 0 3-16,-4 0 0 0,-6 4 0 0,-1-1-3 15,0 1 4-15,0-1-7 0,-2 0 3 0,0 1 0 16,0-1-5-16,-1 2 1 0,1-1-10 0,-2-1-6 16,4-1 3-16,-2 2 0 0,8-4 11 15,-8 4 1-15,10-3-13 0,-3 0-1 0,2 2-10 16,6-3-5-16,0 0 0 0,0 0-9 0,4 0-6 16,6 0-11-16,7 0 0 0,9-4-6 0,-3 1-3 15,6 0 5-15,-1-2-4 0,0 0 7 0,2 2-1 16,1-2 3-16,-2 1 16 0,1-1 52 15,-1 0 32-15,-3 2 21 0,-8-1 0 0,4 1-44 16,-9 2-15-16,-5 0-5 0,-1-1 8 16,-7 2 9-16,0 0 5 0,-4 0-3 0,-10 2 2 15,-9 2-7-15,-5 2-4 0,1-1-1 0,-1 0-11 16,-3 1-3-16,-1 0-43 0,1 1-7 0,0-1-6 16,1 0-14-16,2 0 42 0,6-1-18 0,-2-1 10 15,7 1-17-15,1-1-12 0,0-1 25 0,10-2-13 16,0 2 21-16,6-3-13 0,0 0-21 15,3 0-7-15,5 1-7 0,12-1 5 0,6 0-10 16,1-4 1-16,7 0-1 0,-4-2 1 0,1 1 15 16,0-2 4-16,1 1 24 0,2-1 29 15,-3 0 63-15,0 0 46 0,-3 0 14 0,-7 2 0 16,1-2-57-16,-6 4-43 0,-5-1-27 0,6-2-22 16,-11 3 6-16,0-1 11 0,2 1 12 0,-11 1 10 15,-4 1-4-15,-7 0 2 0,-2 0-5 0,0 1-4 16,-2 0 6-16,-3 1-9 0,-5 2 5 15,11-1-5-15,-13 2-9 0,14-2 2 0,-7 1-44 16,1 1 0-16,2-1-1 0,1 1-1 0,3-1 41 16,1 0 2-16,7-2 16 0,0 1 8 0,0-1 10 15,0 2 14-15,0-2 1 0,0 1 11 16,6-2-4-16,0 0-12 0,0 0-26 0,0 0-62 16,0 0-148-16,0 0-461 0,0 0-838 0</inkml:trace>
  <inkml:trace contextRef="#ctx0" brushRef="#br0" timeOffset="188817.2363">32495 6199 0 0,'0'0'0'16,"0"0"0"-16,0 0 0 0,0 0 172 0,0 0 79 16,0 0-51-16,0 0-33 0,0 0-20 0,0 0-23 15,0 0-21-15,0 0-22 0,0 0-19 0,-3-53-19 16,3 53-19-16,0 0-14 0,0 0-9 15,0 0-4-15,0 0-13 0,0 0-17 0,0 0-16 16,0 0-26-16,-2 3-3 0,-4-1 15 0,-4 3 23 16,0 0 28-16,-2 4 15 0,-4 0 0 15,1 1-1-15,-3-1-1 0,3 2-4 0,-3 0 1 16,1 2-2-16,1 0-2 0,0 2 1 0,3 2-2 16,0 0-6-16,-1 2 2 0,4 3-11 15,0 0-4-15,2 1 0 0,4 0-4 0,4 2 9 16,0 1 11-16,8 1 7 0,5 1 8 0,3 0 5 15,3-1-2-15,4 0 0 0,0-2 6 0,3-3 7 16,3-5 12-16,-1-3 7 0,5-2 11 0,2-5 3 16,-2-5 7-16,-3-1 9 0,-4-1 21 15,-4-2 14-15,-3-5 7 0,-2-1 6 0,1-4-9 0,1-3 1 16,-1-2 1-16,-4-3-8 0,3-4-14 16,-6 0-15-16,-2-1-18 0,-5-3-11 0,-2 2-12 15,-2-3-13-15,0 0-10 0,-5 2-7 0,-4-1-5 16,-4-4-8-16,-6-5-3 0,-7 1-10 15,0 2-9-15,-1 8-2 0,-3 9-28 0,3 5-1 16,-4 5 5-16,-4 2 6 0,-1 5 24 0,-3 0 8 16,2 3 3-16,4 7-1 0,2-3 6 0,3 4-3 15,3 0-1-15,2 1-3 0,5 1-12 16,3 0-8-16,4 2-10 0,4 0-10 0,5 1 4 16,2-1 7-16,2 3 6 0,8-1 11 0,1 1 9 15,6 2 3-15,1 0 4 0,0-1 3 16,3 1-1-16,2-2 3 0,-1 0 6 0,1 0-1 15,2-1 0-15,0-1-2 0,-4-1-5 0,2-1 3 16,-1-1-1-16,-6-2 2 0,3-1 8 0,-4-1-4 16,-2 0 4-16,-5-4-2 0,-3-1-1 0,2-2 6 15,-4-1 14-15,-2-1 21 0,1 0 29 16,-2 0 31-16,1 0 22 0,1-1-18 0,0-6-26 16,1-1-34-16,4-5-28 0,0 1 2 0,0-3 19 15,1-1-13-15,-1-3 9 0,-2 3-2 16,4 0-22-16,-3 2 14 0,-2 0-16 0,0-1-1 15,1-1 8-15,-1-1-2 0,2 1 3 0,-4-1 3 16,-1 1-3-16,3 0 4 0,-4 4-6 0,0-2-6 16,-5 2-3-16,-3-2-13 0,-1 4-2 0,1 2-7 15,-2 1-23-15,-3 2 2 0,-1 1 0 16,-3 1 4-16,-5 2 17 0,2 1 3 0,-4 0-1 16,-4 1 1-16,3 4 6 0,-3 2 0 0,-2 2 4 15,1 1 1-15,3 4-7 0,-1 3 3 0,0 2-10 16,3 2 1-16,2 4-4 0,2 0-15 15,4 1-3-15,5 3-7 0,7-1 3 0,4 0 9 16,1 1 5-16,10 0 1 0,4 1-3 0,6-3 9 16,5-2 4-16,3-3 12 0,3-5 12 0,3-7 3 15,3-5 12-15,3-5 3 0,0-5 7 16,-1-6 4-16,-2-3 5 0,-8 0 31 0,-7-1 7 16,-2 0 15-16,-1-4 7 0,2-3-26 0,-3-6 13 15,1-1 2-15,0-3 6 0,-3-2-2 0,-4-4-23 16,-4 1-15-16,-7-1-23 0,-2 1-7 0,0 0-7 15,-10 3-15-15,-7-3-3 0,-10 1-18 16,-10 5-7-16,-6 7-7 0,-3 13-24 0,1 11 0 16,-4 6 0-16,1 11-2 0,1 7 4 0,-1 8-31 15,6 4-78-15,4 10-304 0,12-10-455 0,8-9 351 0</inkml:trace>
  <inkml:trace contextRef="#ctx0" brushRef="#br0" timeOffset="193299.0997">24784 6836 0 0,'0'0'0'0,"0"0"0"0,0 0 0 0,0 0 0 16,0 0 83-16,0 0 184 0,0 0-22 0,0 0-37 15,0 0-29-15,0 0-17 0,0 0-13 16,0 0-11-16,-5-8-21 0,5 8-17 0,0 0-20 16,0 0-12-16,0 0-10 0,0 0-15 0,0 0-12 15,0 1-12-15,0 1-12 0,0-1-5 16,0 1-10-16,0-1-7 0,0 0-1 0,0 0-10 15,0-1-6-15,0 1-10 0,-1-1-16 0,1 0-8 16,0 1-12-16,0-1-14 0,0 0-16 0,0 1-24 16,0 3 23-16,-1 4 41 0,1 4 37 0,0 1 46 15,0 3-1-15,0 2-7 0,1 1-2 16,-1 2 0-16,2 3-2 0,0 0 2 0,4 3 3 16,-2 1-4-16,3 4 2 0,-4-3-1 0,5 3-5 15,-3-4 4-15,0 3 1 0,-2-6-1 16,4-1 2-16,-3-2-4 0,2-3-2 0,-4-2-1 0,-1-2 3 15,3-3 0-15,-3-2 4 0,0-3 0 16,-1-2 1-16,1-3 4 0,-1 1 15 0,0-3 22 16,1 0 24-16,-1 0 25 0,0 0 16 0,1 0 8 15,-1 0 6-15,0 0-5 0,0 0-9 16,0 0-14-16,0 0-17 0,1 0-14 0,-1 0-15 16,0 0-10-16,0 0-10 0,0 0-9 0,0 0-11 15,0 0-8-15,0 0-4 0,0 0-4 0,0 0 3 16,0 0-3-16,0 0-3 0,0 0 1 15,0 0-5-15,0 0 2 0,2 0 2 0,-2 0-2 16,0 0 3-16,2 0 0 0,-2 0 0 0,0-2 1 16,0 2 1-16,1-1 3 0,0 1-3 15,-1 0 4-15,1-1-1 0,0 1 0 0,0-1-4 16,4-3-1-16,1 0 2 0,1-1-2 0,2-2 1 16,2 1 1-16,-1 1-5 0,1-1 1 15,1 1 0-15,-1-2 1 0,2 0 5 0,3 1-5 0,-2-1 2 16,3 1-4-16,0 0 3 0,2-1-1 0,0 1 1 15,1 0 4-15,2 0-2 0,-1 0 1 16,0 1-2-16,0 0-3 0,0 0 4 0,-3 1-2 16,0-1 1-16,0 1 1 0,0 2-1 0,1 0 0 15,-1-1 4-15,0 1-1 0,-1 1 0 16,3-1 1-16,-1 1-3 0,1-1-1 0,0 1 2 16,0-1 0-16,-1 2-1 0,2 0 1 0,2 0-1 15,-2 0 0-15,7-1 1 0,-1 1 2 0,3-1 1 16,0 1 0-16,1-1 1 0,1 0-4 15,-1-3 3-15,0 2-2 0,1 1-1 0,0-2 5 16,1 1-4-16,-2-1 3 0,0 0-2 0,0 0-2 16,-2-1 2-16,0 1-1 0,1 1 2 0,0-2-1 15,0 1 0-15,0-1 1 0,0 1-2 16,0 0 0-16,1 0-1 0,0 1 1 0,1 0 2 16,1-2-3-16,2 2 4 0,-2-2-4 0,0 2-2 15,2-1 6-15,-4 0-5 0,1 0 6 16,-1-1-1-16,0 1-2 0,-1-1 3 0,-1 0-3 0,-5 0 2 15,1 2-2-15,-3-2-2 0,0 2 2 16,-2-1-2-16,3 1 3 0,-1-1-1 0,1 1 0 16,0 1 0-16,0 1-2 0,-1-1 2 0,-2 1-2 15,2-1 1-15,-1 1 0 0,1 0-1 0,0 0 2 16,0-1-1-16,1 1 3 0,-1 0 0 16,3-2-2-16,-1 1 3 0,-3 0-9 0,0 0 7 15,0 0-1-15,-1 0-1 0,0-2 10 0,0 1-8 16,1-2 4-16,-1 1 1 0,1 1-8 15,0-1 7-15,1 0-4 0,1 0-1 0,0 1 3 16,-3-1-3-16,2 0-4 0,-2 1 1 0,2 1 1 16,1 0-4-16,-1-1 6 0,2 1 0 0,-3 0-5 15,3 1 6-15,0 0-4 0,-2 0 0 16,-1 0 6-16,3 0-3 0,-1 0 2 0,1 0 1 16,3 0-3-16,2-1 3 0,2 1-4 0,0 0 1 15,1 0-3-15,-1 0 4 0,-1 0-1 0,1 0 0 16,0 0 7-16,1 0-6 0,-1 0 1 0,3 0 2 15,0 0-7-15,-1 0 7 0,-2 0 0 16,3 1-1-16,0 0 3 0,-1-1-4 0,4 1 1 0,-2 1 1 16,2-2 2-16,-2 0 0 0,4 0-3 15,1 0 3-15,2 0-9 0,-1 0 7 0,3-2 0 16,-1 1-4-16,-1-1 10 0,0-1-8 0,0 1 2 16,3-2 1-16,-2 1-12 0,-1-1 9 15,0 1-4-15,0-1 2 0,1 1 7 0,2 1-6 16,-3-2 1-16,-1 2-3 0,1-2 1 0,-1 1-2 15,2 0 3-15,-2 1 2 0,-3 0-5 16,3-1 4-16,-2 1-3 0,1 1 0 0,-1-1 4 16,0 0-3-16,-3 2 3 0,2-2-2 0,1 0-2 15,1 1 2-15,-1 0-1 0,0-1 1 0,1 1-1 16,3-2 2-16,-2 1 0 0,3 1-4 16,-3-2 7-16,1 1-6 0,3 1 3 0,-6 0 0 15,-1 0-5-15,2-1 5 0,-4 1-2 0,-2-1 3 16,-3 0 0-16,-1-1-2 0,-1 2 3 0,-1 0-4 15,-4 0 2-15,5 0 1 0,-1-1 0 16,-3 0 2-16,3 1-3 0,-3 0 1 0,3 0-1 16,-1 0 0-16,-2-1 2 0,4 0-3 0,1 0 2 15,0-1-1-15,1 0 0 0,0 1 1 0,0-1-1 16,-1 0-1-16,-1 1 0 0,-1 0 1 0,-2-1-1 16,2 0 1-16,-1 1 0 0,-3-1-1 0,-1 1 2 15,2 1-2-15,-3 0-2 0,0-1 1 16,-1 1-2-16,1 0 1 0,4 0 2 0,-2 0-1 15,3 0 0-15,1-1 0 0,-2 1-1 0,4 1 1 16,1-1-1-16,0 0 2 0,5 0-2 16,-2 1 2-16,6-1-3 0,-2 1 0 0,1 0 1 15,-3 0-2-15,4 0 4 0,-6 0-3 0,1 0 1 16,-2 0 2-16,-2 0-2 0,0 0 1 16,-1 0-3-16,-1 0 2 0,-1 0 1 0,-3 0-4 15,4 0 5-15,-1 0-4 0,0 0 2 0,-2 0 1 16,3-2-3-16,2 2 2 0,-2 0-1 0,1-1-2 15,-1 0 4-15,-2 0-4 0,1 0 4 16,-1 0-3-16,0-1 1 0,-1 2 0 0,2-1 0 16,0 0 1-16,-2 1-3 0,2 0 2 0,-2 0-2 15,2 0-2-15,-1 0 4 0,-1 0-3 0,1 0 2 16,1 0-1-16,1 1-3 0,-5 0 18 0,-3 1-3 16,-3-1 2-16,-3-1 5 0,2 1-20 0,1-1 1 15,2 1-1-15,-1-1-5 0,2 0 7 16,0 1 0-16,-2-1 2 0,1 1 5 15,-2-1-4-15,2 0-5 0,-2 3 1 0,1-3-5 0,0 0 4 16,1 0 3-16,0 0-1 0,2 0 1 0,0 0 0 16,1 0-1-16,1 0 0 0,-1 0 1 15,1 0-2-15,-2 0-1 0,1 0 1 0,-2 0 0 16,-2 0 0-16,1 0 4 0,-2 0 0 0,0 1 0 16,1-1 1-16,-2 0-4 0,2 0 1 15,-2 0 4-15,0 0-5 0,-4 0 2 0,-3 0-2 16,0 0-6-16,-5 0 20 0,1 0 0 0,8 0 0 15,-8 0 8-15,1 0-21 0,6 0 1 0,-7 0 6 16,-1 0 3-16,2 0 13 0,0 0 16 16,-1 0 3-16,1 0 8 0,0 0 2 0,-7 0-4 15,0 0 3-15,5 0 0 0,2-1-9 0,-2 0-6 16,1 1-6-16,-6 0-8 0,0 0 2 16,0 0 2-16,0 0 0 0,0 0 5 0,0 0-7 15,0 0-18-15,0 0-7 0,0 0-9 0,0 0 4 16,0 0 11-16,0 0 0 0,0 0 4 0,0 0-5 15,1-7-1-15,4 0 3 0,-3 1-2 0,1 1 4 16,-3-2-3-16,2 1-1 0,0-1 3 0,1-7-3 16,-2 6 6-16,0-6 0 0,0 0-1 15,-1 0 0-15,0 2-4 0,2-3 2 0,-2 1-1 16,1-2-1-16,0 1 1 0,1 1-2 0,-1-1-3 16,-1 1 0-16,1 2 5 0,-1 5-1 0,0-7 3 15,1 7-2-15,-1 0-5 0,1 0-2 16,-1 7-3-16,0-7 1 0,2 1 4 0,-2 1-1 15,0-1 4-15,0 6-5 0,0 0-2 0,0 0-3 16,0 0-5-16,0 0-2 0,0 0-12 16,0 0-5-16,0 0-16 0,0 0-24 0,0 0-11 15,0 0 11-15,0 0 20 0,0 0 30 0,0 0 19 16,0 2-1-16,1 5-2 0,0 6-2 0,1 1 1 16,-1 0-3-16,0 0-4 0,-1 5-5 15,1 5-2-15,0-3-3 0,-1 8 1 0,2-6 7 16,-2 0 2-16,0-6 8 0,0 6 4 0,0-7 0 15,0 3 16-15,0 1 13 0,0-4 18 0,0 1 33 16,0-10 5-16,0 0-8 0,0-7-15 0,0 0-26 16,0 0-15-16,0 0 1 0,0 0 1 0,0 0-6 15,0-3 2-15,0-4-7 0,-2-9-3 16,2 0-1-16,0-5-4 0,0 3 2 0,0-3 0 16,2 1 1-16,1-3 1 0,-1 1 1 0,0 1 3 15,0-1-5-15,1 3 0 0,0 1-5 16,-1 3-7-16,0 0 1 0,0 8-19 0,-1-6-9 15,1 6-16-15,-1 0-27 0,0 0 7 0,-1 7 11 16,0 0 22-16,0 0 33 0,0 0 4 0,0 1 0 16,0 6-9-16,0 8-33 0,0-1-109 15,0-5-718-15,0 0-612 0</inkml:trace>
  <inkml:trace contextRef="#ctx0" brushRef="#br0" timeOffset="195216.1178">25041 8342 0 0,'0'0'0'0,"0"0"0"0,0 0 0 16,0 0 0-16,0 0 45 0,0 0 91 0,0 0-32 15,0 0-30-15,0 0-19 0,0 0-16 16,0 0-10-16,0 0 0 0,-37-6-1 0,37 6 6 16,1 0 6-16,5 0 54 0,0 1 54 0,5 0 30 15,6 0 22-15,4-1-39 0,6 0-45 0,3-4-24 16,3-1-29-16,5-1-16 0,2 0-13 0,3 1-15 15,0-1-6-15,3 0-8 0,-5 1-6 16,-3 1-4-16,-2 1-3 0,-6 0-4 0,-3 3-6 0,-8 0-2 16,-3 0-10-16,-6 2-12 15,-6 0-14-15,-2 0-2 0,-2 1 28 0,-2-1 41 0,-5 2 43 16,-6 1 20-16,-1 0-5 0,-6 1-15 0,-3 0-15 16,-3 0-2-16,1-2-4 0,-3 0 0 15,-2-2-5-15,0 1-7 0,-1-2-1 0,1 0-6 16,2 0 1-16,2 0 1 0,1 0-5 0,3-1 1 15,4 0-1-15,3 2 1 0,5-2 7 16,1 0 3-16,7 0 3 0,1 0-3 0,1 0-4 16,0 0-5-16,2 0-10 0,0 0-13 0,5 0 1 15,3 0 5-15,3 0 7 0,7-2 15 0,3 0-6 16,4-1-7-16,4-1-2 0,3 1-7 16,1 0 3-16,-3 1 0 0,3 0-1 0,-5-1 1 15,-3 2-3-15,-5 1 0 0,-3 0 1 0,-6 0-5 16,-6 0 2-16,0 0-3 0,-5 0 6 15,-2 0 7-15,0 1 7 0,0-1 9 0,-3 1 3 16,-5 2 3-16,-1 0 0 0,-5 1-3 0,-5-1-1 16,-3 1-2-16,-4-1 3 0,-1 0 1 0,-3-2-1 15,-4-1 1-15,3 0-4 0,-3 0-1 16,0 0-2-16,1-1-8 0,1-3-1 0,-1 2-11 0,2-1-16 16,2 2-43-16,2 1-143 0,12 0-671 15,4 1-462-15</inkml:trace>
  <inkml:trace contextRef="#ctx0" brushRef="#br0" timeOffset="196266.5969">33325 3848 0 0,'0'0'0'16,"0"0"0"-16,0 0 0 0,0 0 0 0,0 0 0 16,0 0 0-16,0 0 0 0,0 0 0 0,0 0 0 15,0 0 0-15,0 0 0 0,0 0 0 0,0 3 0 16,0-2 0-16,0-1 0 0,0 1 16 0,0-1 61 16,0 2-20-16,0-2 59 0,0 1 35 15,0-1 40-15,0 0 10 0,0 0-36 0,5 1-38 16,2 1-58-16,11-1-24 0,4 2-26 15,-2-3-16-15,8 0-12 0,-2 0-14 0,4 0-6 16,-1 0 1-16,4-3 4 0,0 1 21 0,-2-1 37 16,0 0 45-16,-3 0 23 0,-5 0 37 0,0 0-37 15,-6-1-40-15,-9 2-15 0,3 1-37 16,-11 1 27-16,0 0 12 0,-6-2 5 0,-21 0 3 16,-17 2-7-16,-18 0-37 0,-5 0-28 0,-3 6-5 15,5 1-17-15,6 1 28 0,13 2 5 0,13-2-26 16,11 1-27-16,9 0-44 0,5 1-45 15,8 1-122-15,0-2-521 0,3-3 309 0</inkml:trace>
  <inkml:trace contextRef="#ctx0" brushRef="#br0" timeOffset="272623.9756">25286 6870 0 0,'0'0'0'0,"0"0"0"16,0 0 0-16,0 0 0 0,0 0 0 15,0 0 0-15,0 0 0 0,0 0 0 0,0 0 97 16,0 0 135-16,0 0-16 0,0 0-30 0,-1-24-30 16,1 24-24-16,0 0-25 0,-1 0-29 15,1 0-28-15,0 0-20 0,0 0-19 0,0 0-13 16,-2 0-11-16,2 0-15 0,0 0-12 0,0 1-9 15,-1 1 5-15,1 1 8 0,-2 1 12 0,1 0 6 16,0 1-3-16,1 1 1 0,1-1 1 0,-1 1 6 16,0 1 6-16,0 0 3 0,0 0 4 15,0 2 0-15,0 0 0 0,1 1 4 0,2 3-2 16,1 1 3-16,-1 5 1 0,0-1-2 0,2 1 1 16,-3 2-3-16,5 1 1 0,-4 0 0 0,-2 1 1 15,4 0 0-15,-3 0-3 0,-1 0 3 0,0-1-3 16,0-1 1-16,-1 0 6 0,2-1-4 15,-1-2 1-15,-1-1 1 0,0 0-6 0,0-2 5 16,0-3-2-16,0-3 2 0,0 0 1 0,0-5-1 16,0 0 1-16,0-2 4 0,2-2 15 0,-2 1 15 15,0-1 24-15,0 0 24 0,0 0 23 16,0 0 18-16,1 0 5 0,-1 0-5 0,0 0-15 16,0 0-22-16,0 0-15 0,0 0-20 0,0 0-15 15,0 0-13-15,0 0-14 0,0 0-7 16,0 0-11-16,0 0-2 0,0 0-3 0,0 0-2 15,0 0 0-15,0 0-6 0,0 0 1 0,0 0-4 16,0 0 1-16,0 0 2 0,0 0-2 0,0 0 4 16,0 0 1-16,0 0 3 0,0 0 5 0,0 0 0 15,0 0 7-15,0 0-3 0,0 0 3 16,0 0 2-16,0 0-3 0,0 0 6 0,0 0-1 0,0 0 2 16,0 0 3-16,0 0-4 0,0 0 1 15,0 0 1-15,0 0-1 0,0 0 1 0,0 0-2 16,0 0-1-16,0 0-3 0,0 0-1 15,0 0-1-15,0 0-4 0,0 0 5 0,0 0-4 16,0 0 2-16,0 0 2 0,0 0-4 0,0 0 3 16,0 0-2-16,0 0 0 0,0 0 1 0,0 0-1 15,0 0 4-15,0 0-1 0,0 0 1 16,0 0-1-16,0 0 0 0,0 0 1 0,0 0-3 16,0 0 2-16,0 0-2 0,0 0-1 15,0 0 4-15,0 0-6 0,0 0 3 0,0 0 0 0,0 0-4 16,0 1 2-16,0-1-3 0,0 0 1 15,0 0-1-15,0 0-2 0,0 0 0 0,0 0-3 16,0 0 3-16,0 0-2 0,0 0 3 0,0 0 2 16,0 0-4-16,0 0 4 0,1 0-6 0,-1 0 0 15,1 0 0-15,-1 0-4 0,1 0 1 16,3 0 15-16,1 0 6 0,0 0 8 0,2 1 4 16,1-1-9-16,3 0-3 0,0 2-2 0,5-2-2 15,-1 0 2-15,4 0 1 0,1 0-1 0,2 0 1 16,6 0-4-16,0 0-6 0,3 0 3 0,1 0-2 15,0 0 1-15,0 0 4 0,4 0-3 16,-2 0 0-16,0 0-1 0,2 0-3 0,-1 0 3 16,0 0 2-16,-2 0-1 0,0 0 3 0,-1 0-1 15,2 0-4-15,-2 0 2 0,1 0-1 0,-1 0 1 16,1 0 1-16,-2 0-1 0,1 0-1 16,0 0 1-16,3 0 1 0,-1-2 1 0,-2 1 2 15,-1-1-2-15,-1 1-1 0,-2 1-2 0,-2-1 1 16,-1-1 2-16,1 1 3 0,-4 1 0 15,2-1-1-15,-3 0 0 0,0 1-3 0,1-1 1 16,-2 1-3-16,0 0 1 0,3 0 0 0,-3 0 0 16,1 0 2-16,5 0-2 0,0-1 2 15,3 1 0-15,1 0-2 0,-1-1 2 0,3-1-3 16,-1 2 1-16,0-1 1 0,3 0-1 0,0 0 1 16,0 1-1-16,4-1 1 0,-2 1-1 0,1 0 0 15,2 0 1-15,-3 0-1 0,1 0 0 0,4 0-2 16,-2 0-1-16,1 3-7 0,0 0 1 0,3 0 4 15,-1 2 1-15,6-2 8 0,-1 1-1 16,4-1-3-16,3-1 0 0,-1 1 0 0,5 0 0 16,0-1 0-16,2-1 0 0,1 1 5 0,1 0-3 15,3-2 4-15,-2 1-1 0,5-1-5 0,0 0 4 16,0 0-3-16,3 0 2 0,3 0 2 0,-2 0-2 16,-1 0 2-16,4 0-3 0,-4-1-2 15,0-1 0-15,1 0-2 0,0 1 3 0,3-2 3 16,2 1-1-16,0-1 0 0,-1 0-3 0,1-1 2 15,-2 1-2-15,0-1 2 0,0 1 0 16,-2-2-4-16,5 2 6 0,-3-2-5 0,3 2 2 16,-2-1 3-16,3 1-4 0,-2 0 2 0,-1 1-3 15,0-1-2-15,-2 1 4 0,0 0-1 16,-2-1 2-16,3 1 0 0,-4 0-2 0,-3 0 0 16,1 1-2-16,1 0 1 0,-7 0 1 0,3 0 2 15,-3 1-3-15,-1 0 0 0,0 0 0 0,-1 0-3 16,0 0 3-16,1 0-3 0,0 1 2 15,3 1-1-15,-4 2-3 0,0 0 4 0,-4 0-3 16,2-1 3-16,-1 0 0 0,-5 1-2 0,-1-1 2 16,-1 2-3-16,-1 0 0 0,-2-2 0 0,0-1 0 15,-1 1 3-15,0-3-2 0,3 0 0 16,0 0 0-16,0 0 1 0,1 0 3 0,-1 0-3 0,-1-3 3 16,-4 2-3-16,-8-1 15 0,-4 1 2 15,-3-2-4-15,2 2 5 0,2-1-17 0,3-2-1 16,3 2 2-16,0-1 1 0,-2-1-1 0,0 1 2 15,-4 0 2-15,-2-1-1 0,-5 1 3 0,-3-1-1 16,-3 2-1-16,-5 0 3 0,-1 0-3 16,-4 0-3-16,-3 1 3 0,-2 0-7 0,-3 1 0 15,0 0-1-15,-1 0-3 0,-1 0 2 0,-1 0-2 16,1 0 1-16,-1 0-1 0,0 0 1 16,2 0 6-16,2 0-1 0,1 0 7 0,0 0-5 15,5 0-2-15,1 0-5 0,2 1-15 0,3-1-12 16,1 1-40-16,1-1-104 0,-2 0-416 15,-8 0-620-15</inkml:trace>
  <inkml:trace contextRef="#ctx0" brushRef="#br0" timeOffset="273952.2324">24774 8389 0 0,'0'0'0'16,"0"0"0"-16,0 0 0 0,0 0 0 0,0 0 0 15,0 0 0-15,0 0 0 0,0 0 0 0,0 0 0 16,0 0 0-16,0 0 211 0,0 0-37 16,49 19-22-16,-31-16-9 0,-1 3 0 0,4-1 4 0,2 1-8 15,4-1-16-15,1 0-21 0,5 0-17 16,2-1-15-16,2-1-15 0,2-2-7 0,-1 0-9 16,4-1-2-16,-2 0-2 0,0 0-5 15,2 0 1-15,-3 0-6 0,0-2-3 0,-1-1-5 16,-6 1-6-16,-1 1-2 0,-3 0-5 0,-5 0 0 15,-1 1-2-15,-8-2-1 0,-2 2 0 0,-6 0-3 16,-2 0 3-16,-3 0 5 0,0 0 11 16,-1 0 14-16,0 0 11 0,0 0 16 0,0 0 6 15,0 0 8-15,0 0 8 0,0 0-2 0,0 0 6 16,0 0-5-16,0-1-1 0,0-1 3 0,0-3-28 16,0-1-17-16,0-3-19 0,1-2-21 0,-1-2 6 15,3-2-2-15,0 1 1 0,-2 0-1 16,1-1 4-16,-1 0-2 0,2-1-2 0,1 2 2 15,-2 0-4-15,1-1 2 0,-1 1 0 0,1 3 0 16,0-2 0-16,-1 1-2 0,2 0 4 0,-1-1-4 16,0 1 6-16,2-1 1 0,-2-1-6 15,-2 0 6-15,4 1-7 0,-3-3 3 0,1 0 5 16,0 0-7-16,1-2 6 0,-1-2-3 0,3-1-3 16,-2 1 4-16,0-1-1 0,1 1 0 0,-2 0 1 15,2-1-2-15,-2 3-3 0,3-1 3 16,-4 2 1-16,0 0-1 0,-1 3 4 0,1 1 1 15,-2 0-3-15,0 1 5 0,0 2-3 0,0-1-1 16,-2 1 5-16,1-1-1 0,-1 2 3 0,0 1 1 16,-2 0-1-16,2 1 5 0,0 0-1 0,0 0 1 15,-1 2-2-15,2 0-5 0,-1 0-6 16,2 1-1-16,-1 0-2 0,1 1 1 0,0 0 5 16,0 2-1-16,0 0-1 0,0 1-2 0,0 0-4 15,0 0-4-15,0 0-2 0,0 0-7 16,0 0-10-16,0 0-8 0,0 0-17 0,0 0-22 15,0 2-21-15,0 5 9 0,0 3 22 0,0 5 28 16,0 6 31-16,0 6 4 0,3 4-3 0,1 6 2 16,-1 2 4-16,0 2-2 15,2 6 0-15,-3-1 0 0,0 3 0 0,-2 2 1 0,0 2-1 16,2 4-6-16,-2 1-94 0,0-12-727 0,-2-16-647 0</inkml:trace>
  <inkml:trace contextRef="#ctx0" brushRef="#br0" timeOffset="275321.0979">25824 6957 0 0,'0'0'0'0,"0"0"0"16,0 0 0-16,0 0 0 0,0 0 0 0,0 0 0 15,0 0 0-15,0 0 0 0,0 0 0 0,0 0 199 16,0 0 109-16,0 0-1 0,42-83-27 16,-42 81-44-16,0 2-39 0,0 0-38 0,-1 0-37 15,-2 0-27-15,2 0-31 0,1 0-21 0,-1 0-14 16,1 0-10-16,0 0-6 0,0 0-6 15,0 0-4-15,0 0-5 0,0 2-1 0,0-2-3 16,0 0-2-16,0 0 3 0,0 0-5 0,0 0 3 16,0 0-4-16,0 1-8 0,0-1-8 0,0 1-19 15,0 2 13-15,0 3 4 0,0 4 17 16,-2 2 24-16,-3 4-8 0,1 3 10 0,0 3-8 16,-1 2-1-16,1 2 1 0,-1 3-10 0,1 1 9 15,1 2-2-15,-2 1-2 0,3-1 6 16,0 1-10-16,1-1 4 0,1 0-2 0,0 0-5 0,0 1 8 15,-1-3-2-15,1-2 2 0,0 0 2 16,-1-1 1-16,1-3-3 0,-2 0-2 0,1-2 7 16,-1-2-6-16,1-1 4 0,0-1 2 0,0-2-4 15,0-4 5-15,-1-2-1 0,1-3 0 0,1-3 6 16,0-2 6-16,0-1 17 0,0-1 20 0,0 0 26 16,0 0 28-16,0 0 19 0,0 0 7 15,0 0-4-15,0 0-16 0,0 0-22 0,0 0-18 16,0 0-16-16,0-1-20 0,0 1-8 0,0 0-12 15,0 0-9-15,0 0-4 0,0 0-8 16,0 0-2-16,0 0-8 0,0 0-5 0,0 0-4 16,0 0-8-16,-1 0 1 0,1 0-6 0,0 0-5 15,-2 0-14-15,2 0-34 0,0 0-100 16,-1 0-297-16,0 0-497 0,1-1-198 0</inkml:trace>
  <inkml:trace contextRef="#ctx0" brushRef="#br0" timeOffset="276366.1481">25988 7393 0 0,'0'0'0'0,"0"0"0"0,0 0 0 15,0 0 0-15,0 0 0 0,0 0 0 0,0 0 0 16,0 0 0-16,0 0 0 0,0 0 0 0,0 0 0 16,0 0 0-16,0 0 0 0,0 0 0 15,-47 18 0-15,47-18 0 0,0 0 0 0,0 0 0 16,3 0 0-16,-1 3 0 0,3-2 0 0,1 2 116 15,0 0 41-15,3 0-41 0,2 0-9 16,4 0-14-16,3-1-7 0,3 1-14 0,4-2-8 16,6 2-3-16,1-2 7 0,8-1 4 0,4 0-3 15,4 0-6-15,3 0-10 0,8 0-11 0,-1 0-4 16,4-2-6-16,2 0-5 0,1 2-6 0,1 0-5 16,0-1-3-16,1-1-1 0,1 1 2 15,0-1 0-15,0-1 3 0,2-1 1 0,-3 1 3 0,-1-2 5 16,0 0 1-16,-1 1 7 0,-2-2-5 15,1 1 2-15,1-1 5 0,-3 2-5 16,4-1 5-16,-1 1-7 0,-3 0-10 0,1 2-4 0,-2-1-6 16,0 1-2-16,-2 0 1 0,-3 1-3 15,0 1 1-15,0-1 1 0,-1 0 2 0,1-1-1 16,0 0 1-16,2 0 8 0,0 0 22 0,1-2 26 16,5 1 6-16,1-2-3 0,-1 1-21 15,5 1-24-15,1-1-11 0,2 1-4 0,0-1-1 16,-1 2-3-16,2-2 2 0,3 1-1 0,-2 0-4 15,-1 2 4-15,1-1-2 0,0 1-1 0,0 1 4 16,1 0-8-16,3 0 4 0,2 0-2 16,2 0-3-16,0 0 4 0,4 1-1 0,-1 1 2 15,-2 0-2-15,4 2 1 0,-3-1 1 0,4 0-2 16,-2-2 5-16,5-1-4 0,1 0 1 0,-1 0 2 16,1 0 0-16,4 0 0 0,0 0-1 0,3 0 0 15,4-2-3-15,1-3 2 0,7 1-2 16,-3 1-1-16,-2-2 1 0,1 2-3 0,-2-2 0 15,-4 2-3-15,0-1-4 0,-2-1 2 0,-3 1 0 16,-9 0 1-16,-13 1 18 0,-12 1-7 0,-8-1 3 16,4 1-4-16,9 0-11 0,-1-1 11 15,5-1 11-15,3 1 12 0,2-2-1 0,-11 2 5 16,-9-1-10-16,-13 2-9 0,-10-1 14 16,2 1-18-16,-3 0 0 0,0-1-5 0,1 1-23 15,-5 0 10-15,-1 1-11 0,-6-2-7 0,4 2-19 16,-9 0-70-16,-5 0-273 0,0 1-596 0</inkml:trace>
  <inkml:trace contextRef="#ctx0" brushRef="#br0" timeOffset="277482.8924">25849 8393 0 0,'0'0'0'0,"0"0"0"0,0 0 49 0,0 0 48 16,0 0-47-16,0 0-28 0,0 0 11 0,0 0 15 15,0 0 23-15,0 0 22 0,0 0-7 0,0 0-18 16,88 37-7-16,-67-29-8 0,1 0-7 16,4-2 9-16,1 0-2 0,2-3 2 0,2 0-2 15,-1-1-2-15,1-2-2 0,-1 0 1 0,-1 0 0 16,-2-2-6-16,-4-3-2 0,0 0-2 0,-6 0 4 15,-1-1 14-15,-3 0 17 0,-4-1 17 16,-1 1 7-16,-4-1 2 0,0-1-4 0,-4-1-15 16,0 0-9-16,0-3-17 0,0 0-15 0,-2-2-7 15,-2-1-13-15,-3-3-4 0,1-2 0 0,0-2-8 16,1-1 3-16,-1 1-5 0,2 0-2 16,-1 0 0-16,1 3-1 0,2 0 2 0,0 2-2 15,1 3 4-15,0 0 11 0,0 1 8 0,1 0-7 16,0-1-10-16,0-1-9 0,0-1-10 15,0 2 10-15,0 0 8 0,0 1 0 0,0-1 7 16,0 1-2-16,2-1 5 0,-1 2 2 0,1-1 5 16,0-2 4-16,0 1-1 0,-1 0-1 0,1-1-2 15,2-1 0-15,-4 2-4 0,2 1-1 16,0 0 0-16,-1 2-5 0,0-1 4 0,-1 4-1 16,0 0-4-16,0 3 1 0,0 0-3 0,0 1 0 15,0 2 2-15,0 1-3 0,0 0 2 16,0 1-5-16,0 0-5 0,0 0 0 0,0 0-8 0,0 0 1 15,0 0-5-15,0 0-2 0,0 0 3 16,0 0-4-16,0 0 4 0,0 0 0 0,0 0-3 16,0 0 1-16,0 0-3 0,0 0-2 0,0 0-7 15,0 0-4-15,0 0-14 0,0 0-27 0,0 3-44 16,0 7 14-16,0 4 23 0,0 12 33 0,0 4 52 16,0 9-2-16,0 4-8 0,0 6-1 15,0 2 2-15,1 9-13 0,0 5-43 0,-1-13-595 16,0-16-777-16</inkml:trace>
  <inkml:trace contextRef="#ctx0" brushRef="#br0" timeOffset="289204.3116">25851 7201 0 0,'0'0'0'0,"0"0"0"0,0 0 0 0,0 0 0 16,0 0 0-16,0 0 0 0,0 0 162 15,0 0-24-15,0 0-18 0,0 0-21 16,7-121-14-16,-1 112 2 0,-2 1 8 0,1 3 4 15,-2 1 12-15,-2 3-5 0,-1 1-4 0,0 0-5 0,0 0-16 16,0 0-20-16,0 0-32 0,0 0-26 16,0 0-25-16,-1 0-28 0,1 1-27 0,-1 3-55 15,0 3 40-15,0 5 27 0,-2 4 37 0,1 6 56 16,1 3-23-16,0 2-3 0,0 1 4 16,2 2 3-16,-1 0-2 0,0 0-3 0,0-1 5 15,2 0-2-15,1-2 3 0,0-1 2 0,0-1-9 16,0-3 8-16,1 0-3 0,0-3 1 0,-1-2 1 15,1-3-3-15,-1-4 2 0,-1-2-1 16,-1-3 2-16,0-3 13 0,1-2 23 0,-2 0 42 16,1 0 49-16,-1 0 53 0,0 0 38 0,0-5-21 15,0-6-54-15,0-5-67 0,-1-6-61 16,-1-4-21-16,0-5 0 0,2-2 2 0,-3 1 10 0,2-1 15 16,-3-2-26-16,1 2-3 0,2-3-16 15,-3 1-17-15,3 2 30 0,-1 6 1 0,1 4 4 16,-1 6 4-16,1 4-8 0,0 4 4 15,1 3-3-15,-1 3-4 0,1 2-6 0,0 1-25 16,0 0-36-16,-1 0-55 0,1 0-64 0,0 5 10 16,0 4 35-16,0 7 58 0,0 3 68 0,0 5 14 15,0 2-3-15,1 2-1 0,2 3 6 0,-3-2-2 16,2-2-3-16,-1-1-8 0,1-1 6 16,1-3 6-16,-2-2 5 0,0-1 11 0,0-3-5 15,-1-3-4-15,2-4 2 0,-2-2-2 0,1-3 5 16,-1-3 15-16,0-1 21 0,2 0 25 0,-2 0 23 15,1 0 16-15,-1 0 5 0,1 0-5 16,0-1-10-16,2-3-43 0,-2-2-24 0,3 1-22 16,1-4-21-16,-1 2 13 0,0 2-7 0,0 0-5 15,0 0-1-15,-1 3-19 0,2 0-7 0,0 0-10 16,2 2-9-16,2 0 8 0,1 0 7 16,1 0 11-16,5 3 12 0,4 0 5 0,1 2 0 15,5 0 3-15,0-1 1 0,3 2 2 0,3-1 6 16,3 1 1-16,0-1 1 0,5 0 3 15,1-2 0-15,3 0 1 0,1-1 1 0,2 0-2 16,3-2-1-16,-2 0 1 0,6 0-3 0,0 0 2 16,1-2 2-16,2-3 0 0,0 2-2 15,0-2 1-15,0 1-3 0,0-1-1 0,1 2 4 0,-5-2-4 16,0 0 2-16,-1 1 0 0,-1-1-5 0,-4 0 5 16,2 1-1-16,-6-1-5 0,-1 2 1 15,-2 1-3-15,0-1-2 0,-2 1 7 0,3 1 0 16,-4-1-1-16,3-1 3 0,2 2 0 0,1-1 0 15,0-1-1-15,6 1-2 0,-3-1 2 16,2-2 0-16,3 2 0 0,1-3 1 0,4 1-2 16,2-2 3-16,5 1 0 0,1-4 5 0,6 2 2 15,2 1-3-15,3 0-3 0,2 1-4 0,-1 1-1 16,1 0-1-16,-1 2 0 0,0-2 1 0,-3 2 0 16,4-1 1-16,-4 1-2 0,0 0 5 15,4-1-1-15,-4 1 0 0,1 0 2 0,-3 1-4 16,-1 0 2-16,-1-1-1 0,-2 1-1 0,0 1 3 15,-4 0-2-15,2-1 1 0,-3 1 0 16,0 0-2-16,-2 1 2 0,-1-1-1 0,-3 1 0 16,0-1 0-16,-1 1-2 0,1 0 2 0,-1-1-2 15,2 1 4-15,-2 0 0 0,5-2 0 0,0 2 1 16,1 0-4-16,1-1 1 0,0 0-1 0,-1 0 0 16,0 0 2-16,0 0-2 0,-1-2 2 0,-2 2-2 15,-2-2 0-15,2 1 4 0,-3-3-3 16,1 1 4-16,-1-1-1 0,3 0 1 15,-3 0 3-15,4-1 1 0,-2-1 1 0,-3 1-2 0,4-1-4 16,-4 1 0-16,4 0-4 0,-3 0 1 0,4 0 0 16,-3 0-4-16,0 2-1 0,2 0-4 15,2 1 1-15,1 0-1 0,2 1 1 0,1 1 0 16,4 1-4-16,-1 0 2 0,-10 0-5 0,-6 3 15 16,-6 1 0-16,-6 0-4 0,4 0 3 15,1 1-16-15,1-1-1 0,3 0 4 0,2 0-1 16,0 1 4-16,-2-2 2 0,-3 0 4 0,-2 0 5 15,-2-1 3-15,-4 0 9 0,-2 0-2 0,-2-2 6 16,-5 0-1-16,-2 0 1 0,-5 0 6 16,-1 0-2-16,-5 0 6 0,-3 0-2 0,-5-2-5 15,-1 1-6-15,-5 0-15 0,3 1-35 0,-4-1-106 16,0 1-295-16,0 0-513 0</inkml:trace>
  <inkml:trace contextRef="#ctx0" brushRef="#br0" timeOffset="290517.3046">24972 8339 0 0,'0'0'0'0,"0"0"0"0,0 0 82 16,0 0 216-16,0 0-56 0,0 0-85 0,0 0-66 16,0 0-53-16,0 0-36 0,0 0-35 0,0 0-42 15,0 0-42-15,-5-15-35 0,5 15-26 16,0 0 32-16,0 4 48 0,2 0 47 0,2 1 50 16,2 2 10-16,2 0 5 0,3-2 6 0,5 2 17 15,3-1 27-15,4-1 18 0,7 0 17 0,7 0 7 16,6-3-10-16,7 1-7 0,4-3-13 0,8 0-14 15,3 0-14-15,3 0-13 0,2-4-7 16,-2 2-12-16,-3 0-6 0,0 0-5 0,-9 1-4 16,-2 1-2-16,-8 0-2 0,-6 0 1 0,-4 0-4 15,-8 0 3-15,-3 0 0 0,-7 3-6 0,-5-2 2 16,-4 0-8-16,-5 0 4 0,-2-1 13 0,0 1 15 16,-2-1 25-16,0 0 10 0,0 1 1 15,0-1-15-15,0 0-21 0,0 0-19 0,0 0-28 16,1 0-17-16,1 2 18 0,3-1 11 15,4 1 26-15,1 0 22 0,5 1-9 0,0-2-1 16,3 1-7-16,0-1 2 0,1-1-6 0,-1 0 4 16,1 0 1-16,-2-1 6 0,0-3 0 0,0 0 1 15,-2-2 6-15,0 2-4 0,-3-2 11 16,3-1 6-16,-1 0-4 0,-2-2 11 0,0-1-7 16,0-2-1-16,0-2 0 0,0-1-10 0,-1-2-2 15,4 0-7-15,-2-1-5 0,0 1-3 0,-1 1-1 16,1 0 3-16,-3 1-2 0,-3 1 2 0,1 0 2 15,-1 3 3-15,-3-1 5 0,-2 3 3 16,0 0 5-16,-2 0-1 0,0-2-2 0,0 2-4 16,-4-2-5-16,1 1 0 0,-2-1-3 0,0-2 11 15,2-1-5-15,-4 0-1 0,3 1 7 0,0-3-10 16,-1-1 11-16,0 1-2 0,4-1-8 16,-1-1 8-16,2 1-10 0,0 2 1 0,0 1 1 15,0 2-4-15,2 3 2 0,-2 3-2 0,3 2-5 16,-1 2-12-16,-2 2-24 0,0 0-33 0,0 0-44 15,0 0-48-15,0 2-20 0,0 4 43 0,0 6 47 16,1 3 56-16,1 5 41 0,-1 4-15 16,1 4 0-16,-2 0 0 0,0 2 3 0,1 3-1 15,-1 3-2-15,-1-1 0 0,-2 0-3 0,-4 4 5 16,2-3 7-16,-1 1-3 0,-3 2 1 16,-2-2-3-16,2-3-5 0,0-1 3 0,2-4-6 15,-3-2-1-15,2-4 1 0,1-3 0 0,3-5 4 16,0-4 0-16,1-3 10 0,1-6 31 0,1-2 52 15,1 0 47-15,-1-2-17 0,0-9-22 16,-3-4-55-16,3-7-43 0,1-7 10 0,0-4-5 16,0-8 7-16,0 0-1 0,1-4 5 0,4-2 3 15,-1 1-2-15,1-3 0 0,-1 5-5 16,0 1 4-16,1 3 1 0,-1 8 0 0,-1 7 5 0,-1 10-8 16,-2 5 0-16,0 7-12 0,0 3-23 15,0 0-33-15,0 0-71 0,0 2-93 0,0 9 30 16,0 7 36-16,0 12 66 0,0 12 97 0,1 13-14 15,-1 10-9-15,0 8-40 0,0-16-551 0,2-19-448 16</inkml:trace>
  <inkml:trace contextRef="#ctx0" brushRef="#br0" timeOffset="304968.1926">30986 8269 0 0,'0'0'0'0,"0"0"0"16,0 0 0-16,0 0 0 0,0 0 228 16,0 0-15-16,0 0-37 0,0 0-23 0,0 0-21 15,0 0-31-15,0 0-24 0,0 0-20 0,15-7-20 16,-15 7 6-16,-1 0 2 0,1 0 5 0,-1 0 10 15,0 0-4-15,1 0-1 0,-2 1-1 16,2-1 1-16,0 0 4 0,0 0 2 0,-1 0-1 16,1 0-8-16,-3 0-1 0,1 0-9 0,0 0-5 15,-6 0-7-15,-2 1-15 0,-4 0-3 16,-1 2-8-16,0-2 2 0,-1 2 3 0,0 0-3 16,-1-1 0-16,-2 0-4 0,-1 2 1 0,-2-1 1 15,-5 2-1-15,1-1 7 0,-4 0-7 16,-1 0 0-16,-3 1 2 0,1-2-5 0,0 1 8 15,-6-1-1-15,1 0 0 0,1-1 5 0,-2 0-5 16,-2 1 5-16,1-1-2 0,-1 0 1 0,-1 1 2 16,1-3-2-16,-1 0 1 0,-1 0-3 15,3 0 1-15,-1 0-3 0,-2 1-3 0,2 0 3 16,-1 0-5-16,-3 0 2 0,1-1 1 0,-1 1-5 16,-2 1 2-16,-4-1-4 0,0 1 2 0,0 0 0 15,-3 2 0-15,-3-1 2 0,3 0 0 0,-4 1 1 16,-2 3-4-16,0-3 3 0,-2 2-1 0,-1 0-2 15,-2 0 4-15,0 0-3 0,3-1 0 16,-1 1 4-16,1 1-4 0,-1-1 4 0,1-1-1 16,-1 0-1-16,0 0 0 0,1 0-1 0,0 0 2 15,-2 0-1-15,1-1 0 0,1 2 0 0,1 0 0 16,0-1 1-16,0 0-2 0,0 0 2 16,1-2 0-16,-1 1 0 0,0-2 3 0,0 0-3 15,0 2-1-15,0-2-1 0,2 0-1 0,-1 2 2 16,2-2-2-16,-1 0 7 0,4 1-2 15,-1-1 0-15,0-1 1 0,-1 2-7 0,0-1 3 16,-1 1-2-16,1 0-2 0,-4 1 4 0,4 0-4 16,-1 1 4-16,0 1 0 0,1-1 0 15,1-1 0-15,1 0-4 0,0 0 4 0,3 1 0 0,-3 0 0 16,3-1-1-16,-3 1-1 0,1-1 2 16,-2 1-2-16,5-2 6 0,-1 2-3 0,1-1-1 15,2 0 4-15,1-1-6 0,1 1 4 0,2-1-1 16,1 1-1-16,0-2 3 0,2 1-4 0,1 0 0 15,-1 1 2-15,1-2-1 0,1 1 3 16,0-1 1-16,1 0-1 0,1 2-3 0,3-2 0 16,-2 1 3-16,5-1 1 0,0 0 7 0,2 1 4 15,0-1 1-15,1-1 5 0,6 0 1 0,-1 0 3 16,4 1-2-16,3-2 3 0,-1 0 1 16,4 1 3-16,-1-1 10 0,4 0-3 0,2 0 4 15,1 0-4-15,3-1-6 0,2-1 3 0,-2 2-7 16,5 0 1-16,-1 0-6 0,1 0-9 0,0 0-3 15,0 0-9-15,0 0 0 0,0 0-4 16,0 0-3-16,0 0 2 0,0 0-12 0,0 0 1 16,0 0-8-16,0 0-5 0,0 0 6 0,0 0-9 15,0 0 5-15,0 0-7 0,0 0-17 0,1 0-16 16,4 0-7-16,-1 4-23 0,5-2-131 16,0 2-611-16,-5-3-629 0</inkml:trace>
  <inkml:trace contextRef="#ctx0" brushRef="#br0" timeOffset="312266.5772">30540 6622 0 0,'0'0'0'0,"0"0"188"0,0 0 96 16,0 0-23-16,0 0-28 0,0 0-8 0,0 0-21 15,0 0-38-15,0 0-34 0,0 0-47 0,0 0-61 16,0 0-59-16,-48-44-41 0,48 44-48 16,0 3-38-16,1 3 52 0,1 4 32 0,3 6 56 15,-3 2 61-15,5 7-19 0,-3 2 2 0,2 3-2 16,-2 4-4-16,2 3 7 0,-4 1-2 0,-1 0 4 16,-1 1 1-16,0 2-6 0,-3-2 2 15,-3 3-2-15,2 0-1 0,-3-2 4 0,-2-2 0 16,4-4-1-16,-3 1-4 0,1-6-3 15,-1-4-6-15,4-3-1 0,0-5 1 0,0-2-4 0,3-6 4 16,1-3 10-16,-1-4 44 0,1-2 56 16,0 0 65-16,0-2 31 0,0-9-42 0,1-5-54 15,6-7-67-15,-1-5-43 0,2-5-1 0,2 0-3 16,-1-4 3-16,0 2-3 0,0-2-1 0,-1 0-1 16,-3 0-4-16,2 2 3 0,-4 0-2 15,-1 2 2-15,-1 2 3 0,-1 3-1 0,0 2 4 16,0 4 0-16,-2 0-2 0,-2 4 3 0,-3 4-5 15,3 2 1-15,-2 4-2 0,2 2-4 0,-1 1 4 16,4 4-9-16,0 0-5 0,0 1-11 0,1 0-23 16,0 0-17-16,0 0-24 0,0 1-5 15,0 7 18-15,0 6 23 0,0 4 28 0,0 9 14 16,0 1 2-16,0 3 0 0,1 1 2 0,1 2 5 16,3 1-1-16,-2 0 6 0,-1 0-3 15,2 1-1-15,-3 0 3 0,-1-2-4 0,0 0 0 16,1-2 0-16,-2 0-3 0,-4-4 2 0,3-3 2 15,-2-4 3-15,-1-5 3 0,4-3-4 0,-1-3-1 16,1-5 0-16,1-2 7 0,0-2 17 16,0-1 26-16,0 0 23 0,0 0 22 0,0-5-22 15,0-5-28-15,0-6-25 0,0-4-26 0,0-5 2 16,0-4 4-16,1-4-6 0,2-5-2 0,2-2 0 16,0-3 1-16,1-3 4 0,-2 1-1 15,2 2 3-15,-4 2 0 0,0 6 0 0,-1 6 4 16,-1 4-2-16,0 10 5 0,0 4 2 0,0 5-6 15,0 4-8-15,0 2-20 0,0 0-33 0,0 0-43 16,0 8 6-16,0 7 15 0,0 7 31 0,-1 6 45 16,-1 4 1-16,1 5 4 0,0 1-3 15,-2-1 0-15,3 3 1 0,0-1-1 0,0-4 1 16,0 0 3-16,3-3-4 0,-3-2 1 0,0-2-2 16,1-2-3-16,-1-3 4 0,0-2 0 0,0-2 3 15,0-5 1-15,0-1-1 0,-1-1-4 16,1-2-1-16,-3-1-8 0,3-2-11 0,0-1-36 15,0-2-209-15,0-1-394 0,3-2-447 0</inkml:trace>
  <inkml:trace contextRef="#ctx0" brushRef="#br0" timeOffset="312755.7156">30551 7258 0 0,'0'0'0'15,"0"0"0"-15,0 0 0 0,0 0 0 0,0 0 0 16,0 0 147-16,0 0 183 0,0 0-60 0,0 0-59 15,0 0-47-15,0 0-31 0,0 0-24 0,0 0-17 16,0 0-24-16,-51-19-15 0,53 18-16 0,-1 1-14 16,5 0-1-16,-3-2-10 0,-2 2-3 15,0 0 0-15,-1 0-3 0,1 0 8 0,-1 0 4 0,0-1 5 16,0 1 3-16,0 0-2 0,0 0-1 16,3 0-4-16,-3-1 2 0,1 1-4 0,1-2-5 15,0-2-5-15,0-2-13 0,4 1-22 0,-1-3-85 16,1-1-112-16,-3-2-137 0,2 0-184 15,-3-1-52-15,0 3 577 0,-2 3 21 0</inkml:trace>
  <inkml:trace contextRef="#ctx0" brushRef="#br0" timeOffset="313420.246">30632 6943 0 0,'0'0'0'0,"0"0"0"16,0 0 0-16,0 0 110 0,0 0 255 0,0 0-43 15,0 0-50-15,0 0-61 0,0 0-45 0,0 0-49 16,0 0-34-16,0 0-26 0,0 0-17 15,19-14-10-15,-19 14-15 0,0 0-9 0,0 0-10 16,0 1-11-16,0-1-3 0,0 0-7 16,1 0-4-16,-1 2-6 0,1 1 23 0,0 0 11 0,0 4 11 15,1 1 12-15,3 2-16 0,-2 2-1 16,0 1 2-16,2 2-2 0,-2 2 7 0,2 1-1 16,-3 3 2-16,0 0 6 0,-2 1-2 0,0 2 3 15,0 0 2-15,1 1 6 0,-4 2-3 0,-3-2 2 16,2 1 2-16,-3 0-9 0,3-2 2 15,-3 2-6-15,3-2 0 0,-2-2 1 0,4-2-5 16,-1 0 1-16,-1-3-7 0,3-2-2 0,0 0 3 16,1-3-2-16,0-3 4 0,0-1-5 0,0-3 1 15,0 0-1-15,0 0 0 0,0-3 8 16,0 0-5-16,0-1 7 0,1-1 1 0,-1 2-1 16,0-2 11-16,0 0 0 0,0 0 3 0,0 0 3 15,0 0-6-15,0 0 0 0,0 0-3 0,0 0-2 16,0 0 2-16,0 0-2 0,0 0 0 15,0 0-3-15,0 0-3 0,0 0-3 0,0 0 0 16,0 0-1-16,0 0-4 0,1 0 2 0,0 0-2 16,4 0-1-16,-2-2 8 0,6 0-4 15,3-1 1-15,5-1-1 0,5-1-7 0,5 1 1 16,3 0-3-16,4-1 2 0,4 0-3 0,3 1 1 16,1 1 1-16,3 0-1 0,4 2 2 15,4 0-2-15,5-1-1 0,0 2 0 0,5 0-2 16,6 0 2-16,1 0-1 0,4 4 1 0,5-2-1 0,2 1-1 15,2 0 2-15,2-2-1 0,4 0 4 16,2-1-2-16,2 0-2 0,0 0 7 0,4-1-1 16,-2-3 13-16,-4-1 10 0,-9 0 2 0,-11 1 20 15,-12-1-10-15,-9 3-8 0,0-2-5 0,0 2-22 16,-3-2 2-16,1 2-1 0,-5 0 4 16,-4-1 0-16,-5 3 1 0,-9-1 4 0,-7-1-3 15,-5 2 10-15,-5 0 3 0,-4 0 0 0,-4 0 1 16,0 0-12-16,0 0-4 0,0 0-9 15,0 0-6-15,-1 0-3 0,-1 0-5 0,0 0 9 16,-3 0 2-16,3 0 1 0,-4 3-9 0,1-1-26 16,0 0-48-16,-1 0-151 0,2 1-357 0,1-2-669 15</inkml:trace>
  <inkml:trace contextRef="#ctx0" brushRef="#br0" timeOffset="314517.3379">30383 8276 0 0,'0'0'0'15,"0"0"0"-15,0 0 0 0,0 0 0 0,0 0 0 16,0 0 45-16,0 0 81 0,0 0-37 15,0 0-23-15,0 0-9 0,0 0 49 0,0 0 24 16,5 14 35-16,5-9 36 0,3-1-25 0,6 1-1 16,5 1-25-16,6-1-21 0,7 0-19 0,3-2-18 15,4 0-15-15,5-1-19 0,2-1-18 16,1-1-12-16,-1 0-8 0,1 0-6 0,-1 0-4 0,-2 0 1 16,0-3 3-16,-6 0-4 0,3 0 3 15,-9-1-4-15,0 1-5 0,-5 0 3 16,-4 0-5-16,-6 0 2 0,-5 2 0 0,-5 0 0 15,-5 0 5-15,-5 0 7 0,-2 1 11 0,0 0 15 16,-1 0 10-16,-5 0-8 0,-2 0-15 0,-4 0-21 16,-7 0-20-16,-3 0 2 0,-3 1 2 0,-4 1 2 15,-1 2 5-15,-1-1-2 0,-5 1 0 16,2-1 3-16,-3 1-2 0,4-1 3 0,-2-1-1 16,2 1 1-16,5-2 0 0,1 0 0 0,-1 0 2 15,5 0-3-15,1-1 3 0,4 2-1 0,2-2-1 16,6 0 4-16,5 0-3 0,-1 0 2 15,5 0-10-15,1 0-19 0,0 0-21 0,7 0-16 16,2 0 8-16,3-2 18 0,7 0 23 0,5-1 17 16,5-1-2-16,2 1 0 0,2-1-4 0,5 1 0 15,2-1 2-15,2 1-2 0,-1-2 3 16,-1 0 0-16,1 3 1 0,-4-3 2 0,-4 0-2 16,-3 2 5-16,-7-2-3 0,-4 3-2 0,-8-1 3 15,-3 2-3-15,-6 0 10 0,-2 1 6 0,0-1 15 16,-1 1 2-16,-2 0-29 0,-6-1-29 15,-3 1-64-15,-6 0-135 0,-2 0-278 0,2 0-333 16,7 0 252-16</inkml:trace>
  <inkml:trace contextRef="#ctx0" brushRef="#br0" timeOffset="314974.5937">31295 7795 0 0,'0'0'0'15,"0"0"83"-15,0 0 25 0,0 0 16 0,0 0 13 16,0 0 2-16,0 0-37 0,0 0-43 16,0 0-53-16,0 0-56 0,0 0-44 0,0 0-32 15,0 0-15-15,-34-15 6 0,34 15 41 0,1 0 50 16,1 2 40-16,-1 1 27 0,1 1 0 16,1-1-10-16,-1 3 2 0,0-1 2 0,0 2-12 15,-2 1-107-15,1-2 38 0,-1-2 64 0</inkml:trace>
  <inkml:trace contextRef="#ctx0" brushRef="#br0" timeOffset="316183.3321">31290 7711 0 0,'0'0'0'0,"0"0"0"0,0 0 0 0,0 0 25 15,0 0 224-15,0 0-9 0,0 0-23 0,0 0-10 16,0 0-9-16,0 0-31 0,0 0-46 15,0 0-48-15,0 0-38 0,10-64-29 0,-9 64-31 16,-1 0-28-16,0 5 16 0,1 3 15 0,1 3 27 16,0 6 35-16,-1 3-6 0,0 8-2 0,2 3 0 15,-3 2-2-15,0 3-8 0,0 2-1 16,0 0-3-16,-4-1-1 0,3 1-3 0,-2 0 4 16,1-1 0-16,-3-2-5 0,3-3 4 0,-1-1-7 15,-1-6-4-15,3-6 2 0,0-3-6 0,1-6 2 16,0-4 2-16,0-3 17 0,0-3 36 15,0 0 47-15,0 0 52 0,0-2 2 0,0-9-31 16,0-5-48-16,2-6-53 0,3-6-19 0,-2-7-4 16,-1-3 5-16,4-2-1 0,-3-4-3 15,2 0-3-15,-2-1-4 0,-1 2 2 0,-1-3 1 16,3 4 4-16,-4 2 1 0,0 3 3 0,0 8 2 16,-3 6 4-16,1 7 4 0,0 5 0 0,-1 5-2 15,0 3-6-15,2 2-13 0,1 1-15 0,0 0-25 16,0 0-35-16,-1 3-16 0,1 7 10 15,-2 7 22-15,-1 8 35 0,-1 9 24 0,2 6 1 16,2 4 0-16,0 2 0 0,0 4 4 0,6-2 0 16,0 1 3-16,3 1-5 0,-2-1-2 15,-2 1-6-15,2 1-17 0,-5 2-66 0,-1-14-408 16,-1-12-753-16</inkml:trace>
  <inkml:trace contextRef="#ctx0" brushRef="#br0" timeOffset="317300.1651">31484 8276 0 0,'0'0'214'16,"0"0"39"-16,0 0-4 0,0 0 7 15,-118-39-9-15,108 35-7 0,7 3-32 0,3 1-52 16,0 0-59-16,11 0-48 0,9 1-34 0,11 4-1 16,11-1 17-16,11 1-7 0,13-1 2 0,6 1 0 15,4-3-6-15,9 0-1 0,1-2-9 0,4 0-4 16,-1 0-8-16,-4 0-4 0,-3-2 0 15,-12 1-7-15,-9 0 7 0,-9 1-9 0,-15 0-1 16,-13 0-7-16,-10 0-26 0,-13 0 5 0,-4 0 12 16,-13 4 18-16,-12 0 29 0,-12 3 3 15,-6 1-3-15,-13 2 0 0,-8-3-2 0,-4 4 6 16,-5-4-1-16,-2 0 2 0,-3 0-5 0,0-2 2 16,7 1-2-16,1 0-3 0,5 0 10 0,8-1-6 15,8-1 1-15,8 0-2 0,7-1-11 0,10-1 1 16,12-1-6-16,6 0-11 0,8-1-23 0,1 1-25 15,11 2 11-15,6-2 18 0,9 0 37 16,12-1 24-16,6 0-6 0,7 0-9 0,9-5-16 16,1 0 1-16,7-2-6 0,-3 1 1 0,2-1 5 15,-3 0-7-15,-2 0 5 0,-2 2-4 0,-8 0-4 16,-5 0 3-16,-13 2-7 16,-7 1 1-16,-13 0-6 0,-8 1 6 0,-6 1 11 0,-7 0 6 15,-7 0 10-15,-13 3-7 0,-5 2-1 0,-9 1-1 16,-8 1-2-16,-1-1 7 0,-5-1-1 15,-3-2 3-15,-2-1 1 0,0 1-2 0,1-1 0 16,2 0 2-16,4-1 4 0,-1-1 1 0,9 0 3 16,5 0 3-16,7 0-4 0,5-1 4 0,9 0 2 15,8 0-1-15,8 1-5 0,3-1-28 16,3 1-11-16,11-1-6 0,10 0 4 0,10-2 20 0,13 0 4 16,8-2-3-16,7 0 1 0,8 0-6 15,8 0 1-15,-3 0-4 0,6 1-1 0,-2-1 0 16,-4 0-2-16,-3-2 3 0,-8 3-2 0,-11 1 4 15,-11 1-5-15,-13 0 4 0,-9 1 4 16,-12 1 6-16,-7 0 21 0,-2 0 5 0,-13 0 0 16,-7 1-4-16,-9 2-15 0,-6 0 0 0,-12 1 4 15,-5 1 2-15,-4 2 2 0,-1-2-1 16,1-2-1-16,-1 1 0 0,2-2 0 0,0-1-2 16,6 1 2-16,2-1-3 0,6 1-2 0,10-2 0 15,7 1-2-15,6-1 0 0,10 0 0 0,4 1-10 16,5-1-18-16,0 0-22 0,7 1 6 0,8 0 11 15,6 0 22-15,10 1 23 0,10-1-9 16,5-1-3-16,11 0-7 0,2 0-5 0,2 0 2 16,1-1-6-16,-1-2-2 0,-4 1 1 0,-5 0-2 15,-7-1 4-15,-10 1 0 0,-9 0 3 16,-9 1 2-16,-9 1 6 0,-4 0 13 0,-4-2 16 16,-1 2 12-16,-8 0-9 0,-5-1-13 0,-10 1-16 15,-7 0-12-15,-9 0 6 0,-6 3 1 0,-3 0 3 16,-3-1 4-16,0 1-3 0,2-1 3 15,1 0-1-15,5 1-4 0,4-2 1 0,4 0-6 16,4 0 0-16,5 0-4 0,8 2-10 0,6-2-23 16,9 0-68-16,4 0-114 0,0 1-365 15,3 0-870-15</inkml:trace>
  <inkml:trace contextRef="#ctx0" brushRef="#br0" timeOffset="318532.3772">33324 3977 0 0,'0'0'0'0,"0"0"0"0,0 0 0 0,0 0 0 0,0 0 0 16,0 0 0-16,0 0 0 0,0 0 0 16,0 0 0-16,0 0 0 0,0 0 0 0,0 0 19 15,-14 23 189-15,18-21 16 0,-2-1 17 0,6 1-34 16,-3 0-31-16,9 1-52 0,-1 0-57 15,3-2-23-15,0 2-32 0,4-3-14 0,7 1-10 0,-6 0 0 16,8-1 0-16,-6 0 5 0,-5 0 6 16,4 0 2-16,-5 0 15 0,5 0 17 0,-2 0 27 15,-3 0 22-15,-1 0 2 0,-7 0 20 0,-2 0-28 16,-7 0-13-16,0 0-12 0,0 0-25 16,-2-1 8-16,-4 1-36 0,-12-1 6 0,-11 0-4 15,-4 1 3-15,-15-2 20 0,-2 2-5 0,0 0-3 16,4 0-11-16,1 0 14 0,11 0-6 0,5 0-4 15,9 0 2-15,3 0-8 0,4 0-11 16,5 0-31-16,3 0-48 0,4 0-15 0,1 3 15 16,5-1 43-16,7 2 54 0,-2-2 25 0,5-1-5 15,-1 1-12-15,3 0-8 0,11-1-20 16,1-1-15-16,9 0-9 0,-2 0-23 0,3 0 5 16,2 0 1-16,2-1 9 0,-1-2 37 0,0 1 21 15,-1-2 48-15,-2 2 82 0,1-1 15 0,-3 0 22 16,-4 0-19-16,-10 0-74 0,-1 0-28 15,-6 2-22-15,-9 0-5 0,-7 0 7 0,0 1 13 16,-19 0-8-16,-10 0-9 0,-18 4-25 0,-8 4-87 16,6 0-249-16,9-1-847 0</inkml:trace>
  <inkml:trace contextRef="#ctx0" brushRef="#br0" timeOffset="319104.8178">31506 8525 1889 0,'0'0'134'0,"0"0"-31"15,0 0-36-15,0 0-18 0,0 0-12 0,0 0 10 16,0 0 15-16,0 0 7 0,0 0-5 0,136-19-13 16,-75 8-24-16,14-2-16 0,6 0-26 0,5 3-34 15,5 2-114-15,-23 2-542 0,-23 3-786 0</inkml:trace>
  <inkml:trace contextRef="#ctx0" brushRef="#br0" timeOffset="321783.357">32309 6216 0 0,'0'0'0'0,"0"0"0"15,0 0 229-15,0 0 76 0,0 0-51 0,0 0-27 16,0 0-30-16,0 0-9 0,0 0-22 0,-30-128-30 16,30 117-32-16,0 1-28 0,1 2-19 0,0 1-4 15,2 1-3-15,0 2-7 0,-2 1-2 0,-1 2-13 16,0 0-12-16,0 1-13 0,0 0-20 16,0 0-14-16,0 0-13 0,0 0-13 0,0 0-3 15,0 0-3-15,0 1-6 0,0 0-11 0,0 4 17 16,-4 2 21-16,0 6 24 0,-4 2 30 15,3 5-4-15,-4 2-2 0,0 0-4 0,-1 2-2 16,1 1 0-16,-2 0-2 0,2 1 4 0,0 1-1 16,0 1 0-16,3 2-1 0,-1 0-2 15,3 0-3-15,-1-1 0 0,0 0 2 0,0 0 4 16,3-2 0-16,-1-1-1 0,2 1-2 0,-3-2-1 16,6 1 0-16,-2-1 0 0,0-2 3 0,0 0 0 15,0 0 2-15,0-1-2 0,0 0-3 16,0 1 2-16,2 0 0 0,-1 0 1 0,-1 0 1 15,0 1-1-15,-1-1 4 0,-4 1 2 0,-2-3 3 16,0-2 0-16,-2-1 4 0,0-4 6 0,-1-1 4 16,0-2 7-16,-3-3 10 0,-3-1 4 0,1-1 6 15,-4-3-1-15,-3-1 1 0,-2 0-3 16,1-2 0-16,-3 0-2 0,1-4-8 0,0-1-8 16,1 1-15-16,0 0-6 0,0 0-8 0,0 1-3 15,1 2 2-15,-4 0-3 0,3 1-2 0,-3 0-3 16,-2 2-3-16,3 5 0 0,-3 0-3 15,0 4 4-15,-1 0 1 0,-2 0 1 0,0 1 6 16,-3 0 0-16,2-1 4 0,0 0 0 0,-3 2-2 16,2 0 4-16,-3-1-2 0,1-1 4 15,-1-1 0-15,-3-1 1 0,1 1 3 0,-3 0-2 16,1-1-1-16,-1-2 2 0,-3 0 1 0,-2-3 1 16,-3 2-1-16,-3-1-3 0,-5 1-2 0,-3 0 0 15,-2-1 3-15,-4 1-3 0,1-1 3 16,-2 1-5-16,2-1-3 0,-3 3 3 0,0 0-5 15,-1 3 4-15,-1 0 1 0,-1 1 0 0,-2 0 1 16,-3 0-1-16,4-1 0 0,1 1-2 0,2 0 2 16,3-3 0-16,2 3 0 0,2-1 3 15,0-1-3-15,-4 1 0 0,0-2 2 0,-7-2-4 16,0 3 0-16,-6-2-5 0,-1-1 0 0,0 0 2 16,-3-1 5-16,0-2 3 0,-2 0 0 0,-5-1 5 15,-1 0-5-15,-2 1 0 0,-3-1 2 0,3 1-9 16,-3-1 9-16,2-1-2 0,1 1 3 0,-4-2 8 15,5-1-2-15,0 0 2 0,3-2 3 16,4-3 0-16,4-1-3 0,3 0-1 0,5 0-6 16,-1-1-6-16,3 1 2 0,-1-1-3 0,1 2-5 15,1 2 4-15,1 1-8 0,0 2 1 0,0 0 0 16,3 4-1-16,-1 4 5 0,-1 3-2 16,-1 1 3-16,3 2-3 0,-1 4 2 0,2 1-1 15,4 4-1-15,2 0 6 0,5 0-6 0,4 0 2 16,1 0 2-16,5 1-7 0,2-3 9 15,5 0-1-15,1-3 0 0,3 1 6 0,2-3-8 16,0 1 2-16,3-3-1 0,1 1-4 0,0-2 4 16,1 1-3-16,2 1 1 0,-1-1-4 15,2 0 5-15,1 1-1 0,1-2-1 0,-1-2 8 0,2 2-9 16,0-2 3-16,0 2-2 0,3 0-7 16,1 1 5-16,-1-1-6 0,3 2-1 0,1 0 5 15,1 1-8-15,-1 0 3 0,1 0 0 0,3 2-3 16,-1 0 2-16,2 3 1 0,3 0-1 0,-3 0 3 15,2 3 2-15,1 1 1 0,1 2 1 16,-1 1 1-16,0 2-3 0,-1 0 5 0,3 2 0 16,-2 0-1-16,1 1 5 0,-1-1-4 0,-3 1 3 15,4 1-1-15,-1 0 0 0,-1 3 1 0,1-4-1 16,-1 1 1-16,4-4-1 0,-3-1 1 16,5-3 0-16,0-1-3 0,2 0-2 0,-1 0-6 15,1-3-2-15,8-1-7 0,2 2 1 0,4-3 8 16,5 1 0-16,4 2 14 0,5 0 3 0,7 0 2 15,5 0 6-15,10 1-3 0,6 0 3 16,12-2-1-16,5-1 2 0,8-2 7 0,7 1-4 16,1-3 5-16,5 0-2 0,6 1-5 0,9-2 2 15,3-3-5-15,8-3 2 0,4-2 0 16,2-2 0-16,4-4 3 0,3-2-3 0,3 0 2 16,6-4-4-16,4-1 2 0,1-2-2 0,2-1-4 15,8-1 3-15,1 1-7 0,3-2 4 0,8 3-1 16,-3-1-8-16,3 1 7 0,4 4-9 15,0 0 0-15,-2 3 6 0,3 0-4 0,-2 0 5 16,-3 6-1-16,2-1-4 0,-3 2-1 0,-2 1-3 16,0 0 2-16,-2 1 2 0,0 1 4 15,-3-1 0-15,0 0-2 0,-3-1-1 0,-2 0-5 0,2-2 1 16,-3-2-1-16,1-1-3 0,-6-3 3 0,-2 0-6 16,-1-4 1-16,-3-4-4 0,-22 1-2 15,-11-1 0-15,-19-1 8 0,-6 1 2 0,4-1-10 16,5-3-7-16,-6 3-10 0,-13-2-3 0,-8 3 13 15,-10 1 3-15,2-4-9 0,4 2 1 16,-2-1-13-16,-1-1-1 0,-2 0 8 0,-1-1 11 16,-4 0 19-16,-2-2 13 0,-5-1 21 0,-1-2-8 15,-6-2 46-15,-5-3-1 0,-1-2-17 0,-9-3 24 16,-6-1-47-16,-9-6 7 0,-6-1 19 0,-5-3-12 16,-8-4 12-16,-8-4-5 0,-6-2-12 15,-7-4 8-15,-13-19-8 0,-14-14 2 16,-13-17-50-16,-14-10-24 0,1 7-6 0,2 7-12 0,0 8 48 15,4 13 13-15,1 8 4 0,-20-1 3 0,-18-5 0 16,-16-1 2-16,-9 0-19 0,14 15-2 16,10 9 3-16,5 8-4 0,2 4 18 0,-4 0 0 15,1-1-3-15,0 4 1 0,4-2 2 0,-2-1-2 16,2 2 1-16,-1 2-3 0,6 0-2 0,6 0 1 16,7 3 4-16,14 3-1 0,7 3 3 0,14 5-1 15,11-1-4-15,5 7-3 0,14 4-6 16,4 3-6-16,8 2-8 0,2 3-16 0,8 3-37 15,1 1-54-15,0 0-39 0,8 5 15 0,4 5 30 16,7 3 48-16,8 4 36 0,10 3-6 16,11 0-8-16,13 0-34 0,12 1-65 0,10-2-56 15,16-1-26-15,11-1 23 0,5-6 66 0,8-4 60 16,5-7 44-16,2-2 30 0,-2-10 11 0,2-5 11 16,-7-3 0-16,-19 2 3 0,-16-2 19 15,-16 1 5-15,-11-2 13 0,0-6 20 0,2-1 15 16,-2-6 35-16,-2-5 28 0,1-4 15 0,-8-4-6 15,-6-3-27-15,-9-4-43 0,-7-1-36 0,-4-1-33 16,-6-1-34-16,-5-1-27 0,1 3-182 0,-7 11-633 16,-3 17-312-16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4:08:1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13477 5379 0 0,'0'0'0'16,"0"0"0"-16,0 0 0 0,0 0 0 15,0 0 0-15,0 0 42 0,0 0 112 0,0 0-33 16,0 0-36-16,0 0-36 0,0 0-50 0,0 0-74 16,-57 10-29-16,65-6 75 0,1 2 57 0,4 2 87 15,7 2 63-15,5-1-21 0,7-2 28 16,5-3 8-16,9 0-3 0,6-4-24 0,1 0-44 15,6 0-34-15,2 0-26 0,-1 0-22 0,2-2-10 16,-3 1-8-16,0 0-8 0,0-1-1 0,-1 0-5 16,1 0-2-16,-6-2 2 0,2 1-3 0,-2-1 3 15,-7 0-5-15,1 0-1 0,-8 1-5 16,-5-1-8-16,-6 1-1 0,-7-1-15 0,-8 1-42 16,-3-1-68-16,-6 2-81 0,-2-2-147 0,-2 0-160 15,-2 0 7-15,-1 2 518 0</inkml:trace>
  <inkml:trace contextRef="#ctx0" brushRef="#br0" timeOffset="280.1867">14301 5227 1064 0,'0'0'7'0,"0"0"62"0,0 0-1 0,0 0 14 15,0 0 22-15,0 0-12 0,0 0-12 0,0 0-11 16,0 0-29-16,0 0-26 0,136-25-18 15,-109 25-5-15,2 2-2 0,-5 4 0 0,1 2-2 16,0 3-6-16,-4 3 2 0,-1 0-1 0,1 0 4 16,-2 3 7-16,-5 0-4 0,2-2 6 0,-5 1 1 15,-3-2 0-15,-4-1 9 0,-1-2 5 16,-3 0 10-16,0-1 13 0,-4 0 16 0,-2-1 16 16,-4 2 9-16,-5 0 5 0,-2-1-8 0,-2 2-9 15,-5 1-17-15,0 0-17 0,-7 1-14 16,-6 2-20-16,-3 3-30 0,-1 1-65 0,10-3-340 15,8-7-500-15</inkml:trace>
  <inkml:trace contextRef="#ctx0" brushRef="#br0" timeOffset="848.019">15871 5136 575 0,'0'0'283'0,"0"0"46"15,0 0-48-15,0 0-38 0,0 0-62 0,0 0-72 16,0 0-70-16,0 0-41 0,0 0-40 16,0 0-51-16,0 0 11 0,0 0 19 0,-3 12 30 15,3 7 49-15,2 5-1 0,-1 3-3 0,-1 4-4 16,0 2 0-16,0 4 4 0,0-2-6 15,3 2 3-15,-6-2-3 0,1 0-5 0,0 1 2 16,0-1-3-16,-3-2 2 0,3 1-2 0,0-6-4 16,0 0-6-16,-1-3-11 0,3-5-15 0,0-5-22 15,0-4-16-15,4-4-20 0,0-5-96 16,5-2-155-16,2-6-225 0,-1-2 149 0,-1 2 421 0</inkml:trace>
  <inkml:trace contextRef="#ctx0" brushRef="#br0" timeOffset="1047.6125">16205 5196 119 0,'0'0'558'0,"0"0"-78"16,0 0-96-16,0 0-63 0,0 0-111 0,0 0-97 16,0 0-62-16,0 0-56 0,0 0-54 0,0 0-2 15,0 0 6-15,0 0 24 0,0 0 41 0,8 57-3 16,-11-26-2-16,-1 3-3 0,3-2-4 16,0 2 1-16,2-1 0 0,-1-2-2 0,0 1 1 15,1-3-3-15,4-2-5 0,-2 0 1 0,5-2-2 16,-5-3-4-16,3-1-10 0,-3-2-17 0,-1-2-25 15,2-2-24-15,-3-2-45 0,-1-2-174 16,0-2-296-16,-1-3-107 0,-1-2 713 0</inkml:trace>
  <inkml:trace contextRef="#ctx0" brushRef="#br0" timeOffset="1297.8049">15574 5157 1368 0,'0'0'98'0,"0"0"-20"15,0 0-17-15,0 0 32 0,0 0 42 0,0 0 14 16,0 0-31-16,0 0-50 0,0 0-36 16,0 0-16-16,0 0 16 0,0 0 22 0,0 0 4 15,154-47-3-15,-73 26-5 0,11-1-17 0,8-2-6 16,1 2-7-16,0 1-11 0,-7 3 0 15,-2 3-7-15,-6 5-5 0,-10 5-3 0,-4 3-19 16,-7 2-42-16,-10 10-223 0,-15-1-596 0,-18-1-402 0</inkml:trace>
  <inkml:trace contextRef="#ctx0" brushRef="#br0" timeOffset="12917.8813">3083 8988 0 0,'0'0'0'0,"0"0"0"0,0 0 0 16,0 0 0-16,0 0 0 0,0 0 0 0,0 0 50 16,0 0 158-16,0 0-2 0,0 0-6 15,0 0-26-15,0 0-21 0,-33-33-25 0,28 29-18 16,2 1-3-16,0-1-5 0,-1 1-13 0,0 1-7 15,1-1-15-15,-2 1-7 0,4 1-3 16,-1 1-13-16,1-1 4 0,1 1-12 0,0 0-9 16,0 0-8-16,0 0-12 0,0 0-6 0,0 0-8 15,0 0-5-15,0 0-12 0,2 0 1 0,3 0 12 16,8 2 6-16,3 0 22 0,6 2 9 16,5-2-1-16,11 2 9 0,4-2-2 0,9-2-1 15,5-1 1-15,8 1-7 0,0 0-1 0,5 0-5 16,4 0-5-16,0 0-11 0,3 2 1 15,0 0-1-15,0 2 0 0,1-1 12 0,1 2-8 16,1 0 2-16,-1 1 2 0,-1-1-9 0,-4-1 11 16,3 1 3-16,-3-1 1 0,2-1 13 0,-4-2-2 15,-1-1 6-15,-2 0 7 0,0 0-1 16,-5-4 7-16,-4-3-5 0,-5 0 0 0,-3 1-6 0,-7-1-2 16,-6 2 1-16,-7-1-7 0,-8 0-2 15,-3 2-8-15,-9 2-7 0,-1 1-5 0,-8 1-4 16,-1 0 0-16,-1 0-8 0,0 0-6 0,0 0-29 15,-1 0-41-15,-1 5-8 0,-3 6-110 16,-1 0-509-16,3-2-740 0</inkml:trace>
  <inkml:trace contextRef="#ctx0" brushRef="#br0" timeOffset="20946.8981">9524 11989 0 0,'0'0'0'0,"0"0"0"0,0 0 0 0,0 0 0 15,0 0 0-15,0 0 0 0,0 0 0 16,0 0 0-16,0 0 0 0,0 0 0 0,0 0 0 16,0 0 0-16,-30-2 0 0,29 3 0 0,0-1 0 15,1 0 0-15,0 0 0 0,0 0 0 0,0 0 6 16,-2 0 121-16,2 0-20 0,0 1-12 16,-3-1-13-16,2 1 6 0,-2 0-17 0,-3 1-13 0,2-1-4 15,-3 1-17-15,5-1 12 0,0 0 13 16,2-1 14-16,0 2 14 0,0-1 12 0,0-1 4 15,0 1-7-15,0-1-18 0,1 0-24 0,0 0-21 16,0 0-17-16,3 0 23 0,4 0 18 0,3 1 14 16,8 0 6-16,0 0-21 0,5 1-18 15,2-2-10-15,4 1 1 0,3-1-9 0,1 0 5 16,4 0-6-16,7 0-4 0,0 0-1 0,4 1-6 16,3-1-1-16,-1 1-2 0,6-1 0 15,-3 1 0-15,-2-1 1 0,2 1 2 0,0-1-2 16,-3 0 2-16,-3 0-2 0,0 0-1 0,-2-1 2 15,-1 1 0-15,-3 0 1 0,-3 0 4 0,2 0 0 16,-7 0 5-16,-1-1 2 0,-2-1 4 16,-1 1 4-16,-4-1-1 0,-1 0 0 0,-3 0-2 15,-2 1-4-15,-4-2 0 0,0 2-1 0,-4 0-4 16,-3 1 0-16,-1 0-3 0,-3 0-4 0,-1 0-2 16,-3 0-2-16,0 0 0 0,0 0 0 15,-1 0-1-15,0 0 2 0,0 0-4 0,0 0 1 16,0 0 1-16,0 0-2 0,0 0 3 15,0 0-3-15,0 0-1 0,0 0 1 0,0 0-2 16,0 0 1-16,0 0 1 0,0-1-4 0,0 1-4 16,0-1-7-16,0-1-16 0,0 0-37 0,0-1-217 15,0-1-493-15,0 1-660 0</inkml:trace>
  <inkml:trace contextRef="#ctx0" brushRef="#br0" timeOffset="22334.2791">5218 14079 0 0,'0'0'0'0,"0"0"0"0,0 0 0 16,0 0 0-16,0 0 0 0,0 0 0 0,0 0 0 15,0 0 0-15,0 0 0 0,0 0 0 16,0 0 0-16,0 0 0 0,-40-31 0 0,40 31 0 16,-2 0 0-16,0 0 40 0,-1 0 52 0,2 0 6 15,-1 0 10-15,2 0 26 0,-1 0 29 16,-2 0 21-16,0 0 6 0,0 0-21 0,1 0-21 15,-2 0-14-15,0 0-5 0,0 0-1 0,0 0-6 16,2 0-5-16,0 0-13 0,-1 0-4 0,2 0-10 16,-1 0-17-16,2 0-11 0,0 0-21 0,0 0-19 15,0 0-6-15,0 0-13 0,0 0-5 16,0 0-2-16,3 0-9 0,2 0 10 0,4 0 10 0,7 0 10 16,3 2 14-16,7-1 2 0,5-1-1 15,5 0 3-15,5 0 0 0,3-3-5 16,0 0 0-16,4-2-4 0,-2 2-7 0,1-3-4 0,1 4-2 15,-4-1-5-15,-1 1 0 0,2 1 2 16,-4 1-5-16,1 0 1 0,0 0-1 0,0 0-4 16,5 0 7-16,-4 0 2 0,6 1 1 0,0 1 9 15,1-1-6-15,-3 1-1 0,2-2 2 0,-1 1-4 16,-2-1 6-16,-1 0 3 0,-3 0 1 16,-3-3 3-16,-4 0-2 0,3 0 2 0,-7 0 0 15,-2 0-3-15,-6 1-3 0,0-2-3 0,-7 2-4 16,-4 0-3-16,-4 1-1 0,0 1-1 15,-6 0-1-15,-2 0 3 0,0 0 1 0,0 0-2 16,0 0 1-16,0 0-5 0,0 0-2 0,-1 0-4 16,0 0-2-16,-2 0-1 0,1 0-2 0,2 1-1 15,-1-1-17-15,-1 0-42 0,-1 1-170 16,-3-1-781-16,4 1-600 0</inkml:trace>
  <inkml:trace contextRef="#ctx0" brushRef="#br0" timeOffset="23680.8633">12678 11972 0 0,'0'0'0'16,"0"0"0"-16,0 0 32 0,0 0 342 0,0 0-58 16,0 0-59-16,0 0-35 0,0 0-22 15,0 0-16-15,0 0-8 0,0 0-15 0,0 0-13 16,-45-25-15-16,45 25-21 0,0 0-24 0,0 0-24 0,0 0-25 15,0 0-12-15,3 0-13 0,-1 0-4 16,6 0-1-16,3 0-4 0,4 0 2 0,10 0-2 16,3 1-1-16,5 1 3 0,4-1 3 15,5 2 2-15,2-1-3 0,3 0 3 0,2-2-4 16,0 1-2-16,1-1 4 0,-1 0-3 0,-2 0 0 16,-3 0 0-16,-4-1-3 0,-6 0-2 0,-6 0 1 15,-7 1-1-15,-6 0-3 0,-8 0 1 0,-3 0-2 16,-2 0-2-16,-2 0 0 0,0 0-1 15,-4 0-3-15,-1 0 10 0,-6 3-2 0,-5 4 0 16,-3 1-10-16,-5 0-37 0,3 3-67 0,1-4-363 16,10-3-1023-16</inkml:trace>
  <inkml:trace contextRef="#ctx0" brushRef="#br0" timeOffset="24451.4405">8663 14021 0 0,'0'0'0'0,"0"0"0"0,0 0 0 16,0 0 0-16,0 0 220 0,0 0 65 15,0 0-37-15,0 0-38 0,0 0-33 0,0 0-32 16,0 0-29-16,0 0-16 0,-2 8-15 0,4-8-18 16,3 0 23-16,2 0 14 0,7 1 16 15,3 0 22-15,7-1-22 0,1 0-16 0,7-4-15 16,3-1-25-16,0 0-20 0,2 0-10 0,-2-3-13 15,4-2-4-15,0 2-2 0,0-1-5 0,-4 0-4 16,2 0-2-16,-4 2-5 0,-4 1-3 16,-5 0-3-16,0 3-21 0,-8 2-30 0,-1 1-53 15,-10 0-117-15,1 1-537 0,-5 0-670 0</inkml:trace>
  <inkml:trace contextRef="#ctx0" brushRef="#br0" timeOffset="30847.7874">14203 8650 389 0,'0'0'296'16,"0"0"41"-16,0 0-29 0,0 0-14 0,0 0-49 15,0 0-46-15,0 0-41 0,0 0-26 16,0 0-23-16,0 0-35 0,0 0-18 0,0 0-23 16,7-64-23-16,-7 64-16 0,0 0-25 0,0 2-28 15,0 3-9-15,0 6 12 0,2 6 16 0,3 8 25 16,-2 7 11-16,-2 7-2 0,-1 5 5 0,0 6 3 16,-1 4-2-16,-5 2 4 0,2-1-7 15,-3 0 2-15,4-3 4 0,-3 0-1 0,3-5 0 16,-1-1-2-16,0-6-4 0,2-3-4 0,2-9 1 15,0-3-1-15,0-7-4 0,0-6 1 0,3-6-6 16,2-3 6-16,-2-3 21 0,5-4 5 16,1-9 5-16,5-9-14 0,3-7-33 0,3-6-17 15,2-5-23-15,0-3-4 0,2-4 7 0,1 1 7 16,-2-3 18-16,4-1 17 0,-4 1 7 16,5 2 12-16,-4 3 5 0,2 7 9 0,-5 6 5 15,-7 7 7-15,1 7 7 0,-9 6 8 0,0 5 8 16,-4 3-6-16,-2 3-10 0,0 0-28 0,0 1-36 15,-3 2-11-15,-4 4 1 0,-3 4 13 16,-1 4 23-16,-2 4 5 0,-6 2-4 0,0 1-2 0,-1 1-2 16,2-2 0-16,3-1 1 0,-2-1-1 15,5-3-5-15,-3-1-1 0,3-2-4 0,3-2 1 16,0-3 0-16,3-1-1 0,-1 0 5 0,5-3-3 16,1-2 4-16,1-2-5 0,0 0-16 0,0 0-16 15,0 0-31-15,1 0-16 0,4 0 14 16,2 0 21-16,3 0 31 0,6 0 18 0,-3 3 3 15,6 5-6-15,-2 4 2 0,2 1 7 0,2 5 5 16,-3-1 12-16,4 3 8 0,-5-2 1 16,0 2 2-16,-3-2-4 0,1 1 0 0,-3-1-1 15,-1 0-4-15,0 0-1 0,0-2-10 0,-2-1-8 16,-1-3-28-16,-1-1-54 0,-1-2-436 0,-4-6-161 16</inkml:trace>
  <inkml:trace contextRef="#ctx0" brushRef="#br0" timeOffset="31448.299">14930 8936 345 0,'0'0'381'0,"0"0"-37"0,0 0-54 0,0 0-8 16,0 0-54-16,0 0-61 0,0 0-47 15,0 0-33-15,0 0-20 0,0 0-19 0,0 0-7 16,0 0-9-16,0 0 2 0,86-9-3 0,-52 7-11 15,0 1 1-15,0 0-17 0,3 0-3 0,-3 1 1 16,5 0-8-16,-5-1 0 0,0 1-19 0,-7 0-31 16,-2-2-55-16,-3 0-88 0,-10 0-196 15,-3 1-378-15,-3-2-201 0</inkml:trace>
  <inkml:trace contextRef="#ctx0" brushRef="#br0" timeOffset="31713.9722">15067 8626 0 0,'0'0'333'0,"0"0"3"0,0 0-76 0,0 0-5 15,0 0 24-15,0 0-8 0,0 0-47 16,0 0-59-16,0 0-51 0,0 0-44 0,0 0-37 16,0 0-19-16,0 0-1 0,0 0-2 0,45 12 6 15,-41 6 3-15,3 4-3 0,-3 4-1 0,1 8-1 16,-2 6 2-16,-2 3-5 0,2 8 2 15,-2 3-7-15,-1 3 2 0,0 2-4 0,3-4-6 16,-3 1 7-16,0-6-11 0,0-4 2 0,0-6 0 16,2-4-10-16,0-5 0 0,1-7-15 15,3-5-23-15,-3-5-25 0,5-6-42 0,3-5-216 16,-4-2-458-16,-3-1-304 0</inkml:trace>
  <inkml:trace contextRef="#ctx0" brushRef="#br0" timeOffset="32216.2654">15681 8821 753 0,'0'0'126'0,"0"0"23"0,0 0-25 16,0 0 34-16,0 0 32 0,0 0 4 0,0 0-27 15,0 0-50-15,0 0-42 0,0 0-41 16,0 0-17-16,0 0 0 0,0 0-9 0,127-61 5 16,-110 59-1-16,-2-2 2 0,3-1 5 0,2-2 3 15,-2-1 4-15,1-2-6 0,-3-2 3 16,3-3 0-16,-4-1-9 0,-2-4 11 0,-3-2-13 15,-6 0-3-15,2-4 4 0,-4-1-9 0,-4 1 11 16,2 1-3-16,-2 2 4 0,-4 3 4 16,4 4-1-16,-4 7 5 0,3 2-2 0,0 4 1 15,-1 1-10-15,3 2-13 0,1 0-14 0,0 0-29 16,0 0-23-16,0 5 6 0,-2 6 8 0,-1 4 27 0,-2 7 24 16,3 6 3-16,-1 4 2 0,-2 5-8 15,4 2 7-15,1 2-4 0,0 1-1 0,0 1 6 16,0 2-7-16,0 0 0 0,-1 0-4 15,-1-1-8-15,0 0-9 0,-3-5-10 16,2-1-6-16,-2-3-6 0,2-5-3 0,-1-4-8 0,-2-3-7 16,3-3-8-16,-3-5-23 0,5-2-43 0,-3-4-127 15,-2 0-303-15,4-5-142 0,0-1 613 0</inkml:trace>
  <inkml:trace contextRef="#ctx0" brushRef="#br0" timeOffset="32373.0922">15746 9210 1918 0,'0'0'139'0,"0"0"-86"0,0 0-28 0,0 0 15 15,0 0 16-15,0 0 16 0,0 0 32 16,0 0 12-16,0 0-6 0,0 0-17 0,0 0-40 16,155-6-22-16,-108-2-16 0,-3-3-18 0,3 1-36 15,-4-1-103-15,-10 2-720 0,-10 5-692 0</inkml:trace>
  <inkml:trace contextRef="#ctx0" brushRef="#br0" timeOffset="32985.4958">16693 8824 1692 0,'0'0'54'0,"0"0"-24"0,0 0-51 16,0 0 13-16,0 0 23 0,0 0 25 0,0 0 20 15,0 0 5-15,0 0 0 0,0 0-6 0,0 0-1 16,141 20-3-16,-107-18 3 0,3-2-2 0,3 0-8 15,3-3-2-15,2-2-14 0,0-2-9 16,1 0-5-16,-4-2-11 0,-1 2 1 0,-5-1-5 16,-5 2-1-16,-4 1 0 0,-7 2-4 0,-2 0 4 15,-8 1-8-15,-7 2-7 0,1 0-17 0,-4 0-34 16,-3 0-16-16,-3 5-21 0,-6 4-54 16,4-1-365-16,-1 0-856 0</inkml:trace>
  <inkml:trace contextRef="#ctx0" brushRef="#br0" timeOffset="34261.8259">17292 8498 0 0,'0'0'56'15,"0"0"255"-15,0 0 11 0,0 0 5 16,0 0-44-16,0 0-84 0,0 0-72 0,0 0-63 16,0 0-55-16,0 0-36 0,0 0-8 0,0 0 2 15,-14-8 7-15,24 15 23 0,2 1-2 16,0 4 3-16,5-1-1 0,1 1 0 0,1 2 6 16,5 0-5-16,1 0 6 0,3 0-2 0,2-3 1 15,1 1 6-15,0-3-6 0,-1-2 4 0,1-3 1 16,-3 0 1-16,-3-3 6 0,-4-1 0 0,-5 0 5 15,-5 0 0-15,-5 0 13 0,-3 0 28 16,-3 0 22-16,0 0 35 0,-3 0-6 0,-5 1-34 16,-6 4-35-16,-1 1-43 0,-7 2-12 0,-5 3 0 15,1 4 6-15,-4 3 1 0,-1 6-3 16,-1 1-2-16,4 4-4 0,0 0 1 0,7 4-3 0,3-1-7 16,7 4-8-16,5-1-24 0,3 3-31 15,3 1-73-15,8-12-400 0,-3-8-637 0</inkml:trace>
  <inkml:trace contextRef="#ctx0" brushRef="#br0" timeOffset="34733.0204">18727 8652 923 0,'0'0'609'0,"0"0"-470"16,0 0-27-16,0 0-9 0,0 0 2 0,0 0-23 15,0 0-19-15,0 0-22 0,0 0-13 16,0 0-13-16,0 0-11 0,0 0 4 0,139-128-9 15,-114 114 4-15,-1-1 0 0,0-2-6 0,-3 2 6 16,-2-5-1-16,-4 2 2 0,-4 0 7 16,-3-1 12-16,-5 0 5 0,-1 0 8 0,-2-2 6 15,-2 1-6-15,-4 2 6 0,0 2-7 0,-1 3-11 16,0 2 3-16,1 5-12 0,-1 0-4 0,4 5-6 16,0 0-21-16,2 1-14 0,0 0-17 15,-1 6-5-15,0 4 6 0,-2 5 11 0,2 6 17 16,-4 5 6-16,1 8 5 0,2 3 3 0,1 5 0 15,0 4 2-15,1 4 2 0,1 1 1 16,0 2 4-16,0 2 0 0,0-2-2 0,1 0-4 16,-1-3-1-16,0-3-1 0,0-6 0 0,0 0 6 15,0-8-1-15,0-2 0 0,0-6-2 0,0-1-4 16,-3-8-13-16,0-2-29 0,-1-2-44 16,1-4-82-16,-5-2-223 0,4-1-406 0,1-3 9 0</inkml:trace>
  <inkml:trace contextRef="#ctx0" brushRef="#br0" timeOffset="34929.6626">18696 9090 1921 0,'0'0'123'0,"0"0"-58"0,0 0-43 15,0 0 15-15,0 0 22 0,0 0 22 0,0 0 9 16,0 0 1-16,0 0-20 0,0 0-27 0,135-12-17 15,-98 6-15-15,1 1-6 0,2 0-4 16,-1-1-12-16,2 1-22 0,-2 2-54 0,-2 1-116 16,-8 0-557-16,-10 2-722 0</inkml:trace>
  <inkml:trace contextRef="#ctx0" brushRef="#br0" timeOffset="35122.8079">19934 9017 2821 0,'0'0'-15'15,"0"0"34"-15,0 0-19 0,0 0 8 0,0 0 21 16,0 0 5-16,0 0-1 0,0 0-7 0,0 0-28 16,0 0-26-16,0 0-31 0,0 0-41 0,0 0-112 15,51-23-525-15,-41 22-799 0</inkml:trace>
  <inkml:trace contextRef="#ctx0" brushRef="#br0" timeOffset="35303.7404">20904 8968 2333 0,'0'0'387'0,"0"0"-332"0,0 0-10 16,0 0 3-16,0 0 4 0,0 0-11 15,0 0-14-15,0 0-15 0,0 0-29 0,0 0-16 16,0 0-26-16,0 0-40 0,0 0-94 0,0 0-407 16,57-29-632-16</inkml:trace>
  <inkml:trace contextRef="#ctx0" brushRef="#br0" timeOffset="35450.423">21814 8856 2708 0,'0'0'112'0,"0"0"12"16,0 0-41-16,0 0-20 0,0 0-21 0,0 0-26 16,0 0-13-16,0 0-35 0,0 0-55 15,0 0-164-15,0 0-899 0,0 0-475 0</inkml:trace>
  <inkml:trace contextRef="#ctx0" brushRef="#br0" timeOffset="37051.1801">15358 10132 895 0,'0'0'123'0,"0"0"21"0,0 0-11 0,0 0 25 15,0 0 6-15,0 0 4 0,0 0-19 0,0 0-14 16,0 0-20-16,0 0-25 0,0 0-11 16,0 0-15-16,9-71-13 0,-15 69-17 0,1 0-23 0,-6-1-16 15,-4 3-18-15,-5 0-8 0,-2 0-2 16,-7 3 2-16,-2 4 10 0,-2 0 0 0,-3 5 7 16,4 1 2-16,0-1-5 0,0 4 4 15,3-2-5-15,0 1 3 0,5 0 1 0,3-1 0 0,2-3 1 16,3 1-9-16,5-3-7 0,3 1-12 15,5-3-11-15,3-1-7 0,0 0-9 0,0 1 5 16,8-3 9-16,4 0 17 0,1-2 24 0,8-2 12 16,6 0 9-16,2-2 3 0,5-6-14 15,2-2 3-15,-2 1 1 0,2-4 7 0,-3 0 15 16,-1-2 8-16,-2 1 10 0,-7-1 3 0,-2 1 10 16,-4 2-2-16,-5 1 4 0,-2 0 9 15,-3 3-2-15,-5 2 13 0,0 1-5 0,-2 2-7 16,0 2-3-16,0 1-19 0,0 0-11 0,0 0-18 15,-1 0-18-15,0 0-12 0,1 0-16 0,0 0-11 16,0 1-15-16,-1 1-2 0,0 3 15 16,-4 3 16-16,2 4 22 0,1 2 6 0,-5 4 2 15,5 3-3-15,-1 2-1 0,-1 7 6 0,3 2-4 16,1 7 6-16,0 2 1 0,1 4-4 0,2 1 8 16,-1 0-5-16,0 0 1 0,-1-1 3 15,2-2-6-15,0-3 1 0,-2-2-1 0,-1-4 0 16,1 0-1-16,-1-5 2 0,0-4 2 0,0-2-4 15,-1-6 1-15,0-4-3 0,-2-7-4 0,3-4-4 16,-2-2-21-16,1-3-201 0,0-4-672 16,1 1-254-16</inkml:trace>
  <inkml:trace contextRef="#ctx0" brushRef="#br0" timeOffset="37631.9873">16556 10221 0 0,'0'0'248'0,"0"0"-44"0,0 0-5 0,0 0 20 16,0 0 33-16,0 0-25 0,0 0-70 15,0 0-71-15,0 0-35 0,0 0-13 0,0 0 8 0,0 0 37 16,80-7 2-16,-33 6-1 0,11-1-14 15,0-2-23-15,3 1-14 0,4-1-12 0,-3 1-9 16,0-1-2-16,1 1-4 0,-4-1-1 0,-2 0-1 16,-6 1-8-16,-3-1-7 0,-10 2-8 15,-7 0-8-15,-7-1-7 0,-11 3-4 0,-5-1 5 16,-7 1-4-16,-1 0-11 0,-6-1 0 0,-7 0-25 16,-6-2-27-16,-3 2-33 0,-4-1-61 15,-2 1-116-15,-2-3-177 0,4 2-104 0,12 1 591 0</inkml:trace>
  <inkml:trace contextRef="#ctx0" brushRef="#br0" timeOffset="37883.715">17147 10010 179 0,'0'0'360'0,"0"0"-128"0,0 0-180 0,0 0-14 16,0 0 1-16,0 0-3 0,0 0 15 0,0 0 31 15,0 0 19-15,0 0 7 0,0 0-16 16,0 0-33-16,0 0-22 0,117 29-7 0,-90-23-6 15,3 0-11-15,5-1-5 0,0 0-9 0,-2 0-5 16,3 0-3-16,-4 2-5 0,-3 0-5 0,-6 1-12 16,-5 2-14-16,-6 1-12 0,-4 0 6 0,-6 2 25 15,-2 0 42-15,-3 2 46 0,-7 2 29 16,-6 3 11-16,-2 2-7 0,-4 0-15 0,-3 2-13 16,-3 0-12-16,-2 1-13 0,0-2-15 0,-1 0-13 15,1 1-15-15,0-1-35 0,0 0-62 16,9-5-192-16,7-5-814 0</inkml:trace>
  <inkml:trace contextRef="#ctx0" brushRef="#br0" timeOffset="38451.5487">18750 10008 1564 0,'0'0'84'0,"0"0"-2"0,0 0-43 0,0 0-2 16,0 0-4-16,0 0 1 0,0 0-12 15,0 0-12-15,0 0-13 0,133-55-19 0,-112 57-7 16,-2 6-15-16,-1 4-15 0,-2 3-1 0,-4 2-4 15,-6 2 15-15,-5 4 12 0,-1 3 11 16,-7 3 11-16,-7-1-1 0,-5 2 5 0,-4 2 1 16,-3-1 5-16,-3-3 7 0,1 1 3 0,-2-4 7 15,3 0 2-15,-2-4 7 0,6-2 8 16,1-2-3-16,6-3 4 0,3-3-9 0,5-3-7 16,4-2 1-16,2-4 3 0,2 1 18 0,4-3 39 15,5 0 35-15,5 0 25 0,7 0 2 0,8-5-27 16,5-3-32-16,7-3-26 0,3-2-17 0,2-1-9 15,0 0-2-15,-1 3-9 0,-2 1-2 16,-4 0-6-16,-4 5-9 0,-4 0-5 0,-4 3-12 16,-3 2-13-16,-4 0-23 0,-4 3-31 0,-1 4-54 15,-4 0-200-15,-4 0-518 0,-3-2-118 0</inkml:trace>
  <inkml:trace contextRef="#ctx0" brushRef="#br0" timeOffset="38647.9537">19778 10189 2363 0,'0'0'22'0,"0"0"2"0,0 0-1 16,0 0 23-16,0 0 4 0,0 0-10 15,0 0-19-15,0 0-31 0,0 0-38 0,0 0-11 16,0 0-9-16,0 0-25 0,0 0-180 0,0 0-576 15,51 22-340-15</inkml:trace>
  <inkml:trace contextRef="#ctx0" brushRef="#br0" timeOffset="38830.6553">20813 10128 2620 0,'0'0'42'15,"0"0"-15"-15,0 0 9 0,0 0 12 0,0 0 6 16,0 0-8-16,0 0-16 0,0 0-15 16,0 0-31-16,0 0-18 0,0 0-27 0,0 0-41 15,0 0-128-15,57-3-521 0,-44 4-774 0</inkml:trace>
  <inkml:trace contextRef="#ctx0" brushRef="#br0" timeOffset="38991.7324">22076 10033 2794 0,'0'0'131'0,"0"0"-28"0,0 0-12 0,0 0-20 16,0 0-7-16,0 0-22 0,0 0-24 0,0 0-17 16,0 0-41-16,0 0-55 0,0 0-159 0,0 0-862 15,0 0-541-15</inkml:trace>
  <inkml:trace contextRef="#ctx0" brushRef="#br0" timeOffset="49813.8403">3239 10960 0 0,'0'0'0'0,"0"0"0"16,0 0 0-16,0 0 0 0,0 0 0 16,0 0 0-16,0 0 0 0,0 0 21 0,0 0 149 15,0 0-9-15,0 0-23 0,0 0-11 0,-10-20-15 16,10 20-18-16,0 0-18 0,0 0-22 0,0 0-12 15,0 0-12-15,0 0-12 0,0 0-9 16,0 0-9-16,0 0-6 0,0 0-1 0,0 0 0 16,1 0 1-16,-1 0 0 0,2 0 5 0,-1 0-7 15,-1 2 5-15,2-2 8 0,1 1 6 16,3 0 11-16,3 1-2 0,0 1-8 0,3-1-3 16,1 0-9-16,4 0 5 0,-1 1 1 0,1 1 2 15,2-1 1-15,0 0 2 0,2 0 2 0,2 0 0 16,1-2 8-16,2 2-2 0,2-2 1 15,-2 0 6-15,3 0 1 0,3-1 9 0,1 0 6 16,1 0-1-16,1 0 6 0,1-3-10 0,3 0-2 16,0 0-3-16,3-1-9 0,0 1-4 15,0-2-6-15,3 2-3 0,-1 0-5 0,2 2-1 16,-2 0-2-16,1 0 0 0,-2 0 0 0,3 1-2 16,-1-1-1-16,3 1 1 0,0 0-1 0,1 0 1 15,-1 0 0-15,4-2-2 0,-2 2 2 16,2 0 0-16,0 0 0 0,2 0 2 0,1 0 1 0,-3 0 1 15,4 0 0-15,-2-1 3 0,2 0-3 16,-2 1 2-16,0-1 1 0,1 0 0 0,1 0 1 16,1-1 0-16,-3 1-1 0,6 0-2 0,-3-1 3 15,2 1-1-15,1-2 0 0,-1 1 4 0,2 0 0 16,-2 0 1-16,0 0 4 0,-2-1-6 16,3 2 4-16,0-1-2 0,-1 1 1 0,1-2 2 15,1 1-2-15,1 1 4 0,0-2-1 0,0 1-1 16,1 1 2-16,1-3-2 0,0 2 3 15,-3 1 0-15,0-1 2 0,-1-1-1 0,-4 1-3 16,3-2 2-16,-2 2-4 0,-2 0 4 0,-2-1-1 16,-1 2-3-16,-5 0 3 0,1 0-4 15,-6 0 1-15,-2 1 2 0,-6-1-1 0,1 1 4 16,-3 0-3-16,-3 0-1 0,-5 0-4 0,-3-1-3 0,-1 1-1 16,-2 0-5-16,-5 1 3 0,2 0-5 15,-5 0-1-15,-4 0 4 0,3 0-8 16,-3 2 5-16,-2-2-3 0,-3 0-1 0,1 0 3 15,2-1-3-15,-3 1 4 0,0-1 0 0,0 1-2 16,0-1 1-16,4 2-9 0,-1-2-4 0,3 1-33 16,-1 0-55-16,4 0-139 0,-1-1-557 0,-2 1-214 0</inkml:trace>
  <inkml:trace contextRef="#ctx0" brushRef="#br0" timeOffset="69449.3736">4542 13958 0 0,'0'0'0'0,"0"0"0"16,0 0 0-16,0 0 0 0,0 0 0 0,0 0 0 16,0 0 0-16,0 0 0 0,0 0 0 0,0 0 0 15,0 0 0-15,0 0 0 0,-20-7 0 16,17 7 0-16,2 0 25 0,0 0 19 0,-2 0-6 16,-1 0-2-16,3 0 4 0,0 0 4 0,0 0-4 15,1 0-4-15,0 0-8 0,0 0-5 0,0 0 1 16,0 0 2-16,0 0 2 0,0 0 1 15,0 0 0-15,0 0 0 0,0 0 0 0,0 0 3 16,0 0 6-16,0 0 8 0,0 0 4 0,0 0 0 16,0 0 0-16,0 0-3 0,0 0-2 0,0 0-2 15,0 0-7-15,1 0-5 0,-1 1-7 16,1-1-5-16,-1 0-4 0,0 0-6 0,1 0-6 16,-1 0-7-16,0 0-4 0,3 0-3 0,-3 0-6 15,0 0-2-15,1 0-9 0,2 0-5 0,-1 2 39 16,4 1 16-16,2-2 20 0,3 3 12 15,2-1-30-15,-2 1-4 0,4-1-7 0,0 1 5 16,1-2-1-16,0 2-2 0,4 0 0 0,0 0-2 16,-3 0 0-16,3 1 0 0,-1-2 1 15,3 2-1-15,1 0-2 0,-1-1 1 0,2-1 1 16,1 2 2-16,-2 0 3 0,2-2 4 0,0 1-1 16,4-2 7-16,-4-1 2 0,3 0 1 0,3-1-2 15,1 0-4-15,-1 0 4 0,4 0-2 16,-4-2-1-16,2 0-2 0,2-2-10 0,-2 1-5 15,-1 0 0-15,1 1-4 0,1 0-3 0,-1-2 0 16,0 3-1-16,-1 1 0 0,1-1 2 0,2 1-1 16,-3 0-2-16,0 0 1 0,4 0-1 0,-5 1-1 15,-1 1 3-15,2 0-1 0,-2-1 0 16,0 0 2-16,1 0-3 0,-1-1 4 0,-1 0 2 16,2 0-1-16,1 0 7 0,-3-1 1 0,2-1-1 15,2-1 1-15,-4 0-5 0,3 0-3 0,-3 0-1 16,-1 1-2-16,-3 0 0 0,1-1 2 15,-3 1-1-15,0 0 1 0,-1 0 2 0,-1-1-2 16,0 2-3-16,-1 0 4 0,-3 0-5 0,1 0 3 16,-5-1 2-16,2 0-4 0,-3 2 4 0,-3-1-3 15,0 1-2-15,-4 0 3 0,2 0-3 0,-4 0 2 16,-1 0-2-16,2 0-1 0,-3 0-2 16,-1 0 2-16,1 0 1 0,-1 0-2 0,0 0 2 15,0 0-2-15,0 0-2 0,0 0 0 0,0 0-3 16,0 0 1-16,0 0-2 0,1 0-2 15,0 0 10-15,3 0 4 0,1 0-1 0,1 0 5 16,-1 0-8-16,1 0 0 0,-2 1 2 0,3 0 0 16,-3 0-2-16,3 1-1 0,-4-2 3 0,1 0-3 15,-1 0 4-15,-1 0-3 0,-1 1 0 0,2-1 4 16,-2 0-3-16,-1 1 4 0,2-1 1 16,-2 0 2-16,0 0 6 0,0 0 2 0,0 0 8 15,0 0 6-15,0 0 4 0,0 0 5 0,-2 0-1 16,1 0 1-16,-1 1-2 0,1-1-1 15,0 0 2-15,1 0-4 0,-1 0 0 0,-1 0-4 16,-3 0-18-16,0 0-8 0,-4-2-12 0,-2 1-7 16,-5-2 5-16,2 2-5 0,-6-1 0 0,-3 1-4 15,-3-1-1-15,-5 1-2 0,-4 0 1 16,-2 1-1-16,-3-1 0 0,-2 1 5 0,-2 0 2 0,-1 0 6 16,1-1 5-16,-3 0-2 0,3 1 5 15,0 0-5-15,-1 0 1 0,-3 0 3 0,3 2-4 16,-3 1 2-16,0 0 2 0,2-1-1 0,-4 0 1 15,2 2 1-15,-1 1-1 0,4-2 1 16,-4 2 3-16,7-2-2 0,-3 3 3 0,5-3 1 16,3 0-4-16,-1 1 2 0,4-2-1 0,-1 0-2 15,-1 1 4-15,5-2 0 0,0 0 0 16,-1 0 1-16,3 0 0 0,0-1 0 0,-1 2-2 0,4-2 1 16,1 1 1-16,0 0 0 0,1 0 1 15,4-1-1-15,3 1 0 0,1 0-3 0,5 1-1 16,-1 0 0-16,1-1-1 0,4 0 3 0,2-1 3 15,1 0 3-15,4 1 4 0,0-1-1 16,0 0-3-16,0 0-2 0,0 0-3 0,0 0-3 16,0 0-1-16,0 0-1 0,1 0-7 0,0 0-6 15,1 0-10-15,-1 0-14 0,1 0-1 16,2 0 10-16,5 2 13 0,4 0 14 0,4 0 9 16,3 1-3-16,2 0-3 0,7 2 2 0,-2-2-2 15,7 2 3-15,2-1 0 0,2 1 0 0,5-2 6 16,5 2-4-16,3-3 3 0,3 0 7 15,4-2-6-15,5 0 10 0,3 0-3 0,2-4-4 16,2-2 3-16,1 0-8 0,1 1 0 0,-4-2-3 16,0 1-3-16,-4-2 3 0,-3 1-3 0,-2 0 3 15,-1 0 1-15,-7 0 1 0,-1 0 0 0,-4-1-3 16,-5 3 2-16,-3-1-3 0,-4 1 0 0,-6 1 2 16,-2 0 0-16,-11 2 0 0,-1-1 1 15,-8 2 2-15,0 1 2 0,-5 0 3 0,0 0 2 16,-1 0-2-16,0 0 1 0,0 0-3 0,0 0-2 15,0 0 2-15,0 0-3 0,-1 0 0 16,1 0 1-16,-1 0-3 0,1 0 1 0,0 0-2 16,0 0-1-16,0 0 0 0,0 0 0 0,0 0 3 15,0 0 0-15,0 0 4 0,0 0 1 0,0 0 3 16,0 0 2-16,0 0-3 0,1 0 3 16,-1 0-6-16,0 0-3 0,1 0 1 0,-1 0-6 15,0 0 5-15,0 0-1 0,0 0-1 0,0 0 1 16,0 0-2-16,0 0-1 0,0 0-3 15,0 0 0-15,0 0-1 0,0 0-2 0,0 0 2 16,0 0-3-16,0 0-3 0,0 0-1 0,0 0-6 16,-1 0-2-16,0 0-1 0,-2 0-3 0,0 0 2 0,1 0 3 15,-6 0 3-15,-4 3 4 16,-1-1 6-16,-8 0-2 0,-3 2 1 0,0-1 0 16,-6 0-7-16,-3 0 2 0,-5-1-7 0,-5 2-2 15,-4 0 3-15,-4 2-1 0,-1-2 5 0,-6 1 2 16,3 0 1-16,-6-1 1 0,-4 2-4 15,-2-1-2-15,-4 2-1 0,-2-1 4 0,-1-1 2 0,-1 0 3 16,3-1 3-16,1-2-4 0,0 1 0 16,1-1-8-16,2-2-19 0,2 0-39 0,-2 0-199 15,20-1-436-15,14 0-305 0</inkml:trace>
  <inkml:trace contextRef="#ctx0" brushRef="#br0" timeOffset="71933.9302">16912 12279 0 0,'0'0'0'0,"0"0"0"0,0 0 229 16,0 0 37-16,0 0-38 0,0 0-55 15,0 0-43-15,0 0-41 0,0 0-61 0,0 0-86 16,0 0-53-16,0 0 13 0,-1-14 30 0,3 31 53 16,0 4 52-16,1 8-8 0,1 3-4 0,0 4-9 15,-4 4-5-15,3 0-2 0,-1 5-5 16,-2-3 2-16,0 3-2 0,0-2-4 0,-4 2 2 16,-1-1-3-16,-1-1 1 0,1-3 0 0,-3-6-3 15,0-5 1-15,3-2-1 0,-1-8 3 16,2-4 1-16,0-4 6 0,3-5 28 0,-1-4 63 15,2-2 69-15,-1 0 72 0,1-1 10 0,-2-6-61 16,-3-5-68-16,3-6-73 0,-6-7-28 0,6-10 7 16,1-4 4-16,1-7 2 0,0-5-7 0,0-3-10 15,2-2-6-15,4-3-4 0,-1 2-5 16,2-2 6-16,-3 2-1 0,4 6 1 0,1 4 3 16,-1 6-3-16,1 7 4 0,-3 4-1 0,4 9-3 15,0 2-4-15,-1 4-8 0,2 3-6 0,0 4-3 16,3 2-6-16,-1 1-3 0,0 4-2 15,6 1-2-15,-3 0 3 0,0 4 3 0,1 3 0 16,1 2 3-16,-2 2 3 0,1 2 1 0,-1 1 6 16,-1 0-2-16,-2 0 2 0,-4 0 1 0,0 1 1 15,-5 2 7-15,-3-2 3 0,-1 3 9 0,-1-1 6 16,-5 0 6-16,-4 2 3 0,-4-1-2 16,0 3 2-16,-5-3-5 0,2 2-2 0,-2-3-2 15,-5 3-7-15,0-3-1 0,-1 1-4 0,-1-2-2 16,-2 1 1-16,3 0-3 0,-2-3 1 15,1-1-3-15,3 0-7 0,1-2-5 0,2-2-16 16,6-3-19-16,4-1-35 0,3-1-59 0,6-1-84 16,1-2-254-16,2-1-264 0,3 0 267 0</inkml:trace>
  <inkml:trace contextRef="#ctx0" brushRef="#br0" timeOffset="72358.3586">17739 12191 9 0,'0'0'334'0,"0"0"63"15,0 0-45-15,0 0-32 0,0 0-71 0,0 0-86 16,0 0-44-16,0 0-24 0,0 0-21 15,0 0-22-15,0 0-15 0,0 0-6 0,0 0-6 0,0 0-7 16,124-115-2-16,-98 111-10 0,0 0-4 0,1 0-3 16,-2 2-3-16,0 1-3 0,1 1-4 15,-4 0-6-15,-2 0-15 0,-1 0-12 0,-4 0-21 16,-2 1-29-16,-4 0-27 0,-3 0-56 0,-3-1-141 16,-3 1-237-16,0-1-197 0,-3 0 651 0</inkml:trace>
  <inkml:trace contextRef="#ctx0" brushRef="#br0" timeOffset="72683.6691">17758 12148 0 0,'0'0'0'16,"0"0"56"-16,0 0 71 0,0 0 4 0,0 0-5 16,0 0-7-16,0 0-30 0,0 0-44 15,0 0 2-15,0 0 13 0,0 0 25 0,0 0 24 16,0 0-12-16,0 0-18 0,21 84-14 0,-21-62-10 15,2 3-14-15,-2 5-3 0,0 0-4 16,-3 2-10-16,-1 3-4 0,-2 0-7 0,-1 2-5 0,-1 3 1 16,-1-3 0-16,1 1-2 0,0 1 1 15,-2-5-2-15,5 0-4 0,0-2 3 0,1-4-1 16,3-2-1-16,1-2 1 0,0-5-2 0,1-1 0 16,3-4 3-16,4-2 1 0,2-2 9 15,1-2 11-15,2 1 11 0,4-4 11 0,2-1 5 16,3-2-2-16,3-2-9 0,2 0-6 0,6-1-15 15,2-5-14-15,1-1-18 0,5-2-30 0,-3 0-32 16,0 0-49-16,-5-2-149 0,-9 3-311 16,-9 4-194-16</inkml:trace>
  <inkml:trace contextRef="#ctx0" brushRef="#br0" timeOffset="72999.6704">18412 12354 619 0,'0'0'300'0,"0"0"7"15,0 0-31-15,0 0-35 0,0 0-45 16,0 0-25-16,0 0-20 0,0 0-30 0,0 0-45 15,0 0-39-15,0 0-35 0,0 0-27 0,0 0-32 16,0 0-21-16,-34-10 17 0,34 23 16 0,0 8 32 16,2 2 17-16,-1 4-12 0,2 3 5 15,1 3-1-15,-1 3 8 0,0 1 7 0,-2-1-6 16,-1 0-1-16,0-1-1 0,0-5 0 0,0 2-1 16,0-5-9-16,0-1-12 0,0-5-39 15,0-7-60-15,0-2-142 0,0-5-520 0,0-4-217 0</inkml:trace>
  <inkml:trace contextRef="#ctx0" brushRef="#br0" timeOffset="73635.8276">18577 12109 712 0,'0'0'277'0,"0"0"28"0,0 0-54 15,0 0-17-15,0 0-40 0,0 0-60 0,0 0-41 16,0 0-41-16,0 0-28 0,0 0-19 16,0 0-7-16,0 0 1 0,0 0 2 0,152-53-2 15,-114 47-4-15,6 2 3 0,-4 0-4 0,1 1-1 16,0-1-3-16,-5 3-7 0,-5 0 5 0,-4 1-2 16,-8 0 3-16,-5 0 7 0,-6 0-4 0,-4 0 3 15,-2 0 3-15,-2 0 0 0,0 0 5 0,0 0 1 16,-2 0-3-16,0 1 9 0,-3 4 0 15,0 0 1-15,-4 2 2 0,0 4-12 16,2-1-1-16,0 4-2 0,1 1-1 0,2 2 3 0,0 4-3 16,1 2 1-16,3 3 1 0,0 2-1 0,3 4 0 15,3 2 0-15,0 0 0 0,2 3-2 16,-1 1 0-16,4-1 0 0,-2 3-1 0,0-1 1 16,-3 2-3-16,0-2 0 0,-1 1 2 0,-3-1-1 15,0-4 6-15,-1 0 0 0,-1-2 0 16,0-2 4-16,-3-5-3 0,-3-2 1 0,0-3 2 15,-1-3 1-15,-3-2 5 0,2 0 3 0,-2-4 4 16,2 1 3-16,-1-2 2 0,-1-2 2 0,1 0-2 16,-1-2 1-16,1-2 1 0,-2 1 1 15,0-2 2-15,-4 1-1 0,3 0 2 0,-3-2-4 16,0-1-6-16,-2 0-4 0,-1-2-5 0,-2 0-6 16,0 0-2-16,-4 0-7 0,-1-4-16 15,-2-2-23-15,-4-2-54 0,-2-2-117 0,9 2-364 16,6 2-847-16</inkml:trace>
  <inkml:trace contextRef="#ctx0" brushRef="#br0" timeOffset="74122.7962">19933 12552 1534 0,'0'0'209'0,"0"0"-24"0,0 0-53 16,0 0-32-16,0 0-27 0,0 0-19 0,0 0-16 16,0 0-11-16,140-85-6 0,-110 79-11 0,3 2-5 15,-1 0-2-15,1 1-9 0,3 1 1 16,-2 2-10-16,0 0-13 0,0 0-15 0,-2 0-26 16,-2 3-27-16,-4 0-36 0,-5 1-54 0,-7 0-135 15,-3 0-288-15,-7-1-161 0,-3 0 659 0</inkml:trace>
  <inkml:trace contextRef="#ctx0" brushRef="#br0" timeOffset="74298.946">20027 12687 0 0,'0'0'0'0,"0"0"175"0,0 0 84 0,0 0 43 16,0 0 8-16,0 0-6 0,0 0-15 0,0 0-39 15,0 0-53-15,0 0-52 0,127 29-46 0,-90-32-32 16,5-2-25-16,-3 1-19 0,4-2-11 0,-1 3-10 15,0-1-9-15,-2 3-19 0,-2-1-30 16,-2 2-50-16,-5 0-96 0,-10 0-450 0,-8 1-762 0</inkml:trace>
  <inkml:trace contextRef="#ctx0" brushRef="#br0" timeOffset="74568.6119">21134 12500 0 0,'0'0'0'0,"0"0"0"0,0 0 0 15,0 0 0-15,0 0 183 0,0 0 25 0,0 0 29 16,0 0-16-16,0 0-1 0,0 0 3 0,0 0-43 15,0 0-37-15,0 0-34 0,139 8-32 0,-106-12-28 16,2 0-28-16,1 0-22 0,-3 0-24 16,0 2-31-16,-3-1-42 0,-4 0-107 0,-6 1-475 15,-9 0-126-15</inkml:trace>
  <inkml:trace contextRef="#ctx0" brushRef="#br0" timeOffset="74755.1283">21205 12636 658 0,'0'0'217'0,"0"0"-61"0,0 0 8 15,0 0 86-15,0 0 43 0,0 0-27 0,0 0-54 16,0 0-59-16,140 32-62 0,-104-31-39 0,5 1-28 16,0-2-14-16,3 1-13 0,0-1-25 15,2 0-54-15,-2 0-157 0,-9 0-732 0,-12 0-252 0</inkml:trace>
  <inkml:trace contextRef="#ctx0" brushRef="#br0" timeOffset="75513.5962">22509 12285 461 0,'0'0'319'16,"0"0"-49"-16,0 0-67 0,0 0-74 0,0 0-65 15,0 0-66-15,0 0-31 0,0 0 2 0,0 0 7 16,0 0 26-16,0 0 11 0,0 0-2 0,-18 118 1 16,18-90-1-16,0 3 2 0,0 1-5 15,1 1 0-15,-1-1-1 0,0 0-5 0,1-1-1 16,0-2 1-16,-1-2-4 0,0-4 0 0,1 1-1 16,-1-5-4-16,0-3 4 0,0-3 2 0,0-4-2 15,0-3 9-15,0-4 8 0,0-1 33 16,0-1 66-16,0 0 75 0,-1-5 15 0,1-7-29 15,-2-7-61-15,0-7-66 0,-1-7-18 0,2-6 3 16,1-5-4-16,0-5-12 0,4-4-10 16,0-5-8-16,5 1 2 0,0-2-4 0,2 1 2 15,2 3-5-15,3 4-4 0,0 6-4 0,2 6-3 16,1 7-1-16,0 5-4 0,-4 8-2 0,4 4-9 16,-1 6-7-16,-1 3-2 0,-1 5 0 0,4 1 5 15,0 5 7-15,2 4 1 0,2 5 6 16,-1 0-2-16,1 3 2 0,-1 0 3 0,-1 1-8 0,-2 1-3 15,-5 0-3-15,1-1-3 16,-6 1-3-16,-5 0 3 0,-1-2 3 0,-4-1 6 0,-3 1 18 16,-4-2 11-16,-8-1 11 0,-3 0 13 15,-4 0-5-15,-1-2 10 0,-5 0 1 0,-3-1-4 16,-1-2 8-16,-1 1-8 0,-4-1-8 0,4-1-2 16,0-1-10-16,0 0-3 0,7-3-5 0,6 0-11 15,2-1-34-15,9-1-75 0,6 2-245 16,2-3-401-16,1 0 173 0</inkml:trace>
  <inkml:trace contextRef="#ctx0" brushRef="#br0" timeOffset="75837.4473">23744 12030 199 0,'0'0'386'0,"0"0"-3"0,0 0-8 0,0 0-35 16,0 0-80-16,0 0-77 0,0 0-54 15,0 0-34-15,0 0-28 0,0 0-20 0,0 0-12 16,0 0-9-16,0 0-11 0,136-94-6 0,-98 86-6 16,0 2-6-16,1 2-7 0,0 0-18 15,-3 3-24-15,0 1-38 0,-5 0-67 0,-7 1-193 16,-7 1-529-16,-8 1-104 0</inkml:trace>
  <inkml:trace contextRef="#ctx0" brushRef="#br0" timeOffset="76148.1304">23726 12110 1069 0,'0'0'514'0,"0"0"-421"0,0 0-47 0,0 0 52 16,0 0 7-16,0 0-14 0,0 0-27 0,0 0-29 15,0 0-23-15,0 0-15 0,0 0-9 0,0 0 2 16,0 0 6-16,0 0 3 0,98 90 8 15,-103-57-2-15,-3 5-4 0,-6 5 3 0,0 1-6 16,-4 3 0-16,-1 1 5 0,-1-1-3 0,4-1 2 16,-3-3 0-16,2-4-3 0,3-1 3 0,2-3 0 15,4-2-1-15,0-2 2 0,6-6-3 16,1-3-1-16,1-4 1 0,2-2-1 0,6-3 5 16,3-3 2-16,2-3 4 0,7-2 3 15,1-2-7-15,7-1-8 0,1-2-15 0,4-2-19 16,0-4-29-16,7-3-116 0,-11 1-383 0,-9 2-528 0</inkml:trace>
  <inkml:trace contextRef="#ctx0" brushRef="#br0" timeOffset="76550.3067">24157 12290 1251 0,'0'0'91'0,"0"0"26"0,0 0-14 0,0 0-13 16,0 0-11-16,0 0-25 0,0 0-17 0,0 0-14 15,0 0-19-15,0 0-12 0,0 0-13 0,117-65-5 16,-99 72-1-16,-6 2-5 0,3 1-3 16,-4 3-4-16,-1 1-2 0,-4 2-5 0,1 1-1 15,-6 1 2-15,-1 0-2 0,0 0 2 0,-4 1 4 16,-6-2 4-16,0-1 8 0,-4 2 5 15,0-2 4-15,-1 1 2 0,-1-1 2 0,-1-2 6 16,2 0 6-16,-1-4 4 0,1 0 8 0,0-2 6 16,3-1 11-16,2-1 9 0,2-1 8 0,3-3 3 15,3 0 5-15,0 0 9 0,2-2 12 0,0 0 17 16,2 0 5-16,1 0 3 0,5 0-6 16,2 0-10-16,5-3-11 0,5 0-10 0,4-3-16 15,3 1-13-15,3-1-13 0,2 2-10 0,3-1-7 16,-1 1-4-16,-2-1-11 0,3 1-9 0,-4-1-15 15,-1 1-27-15,-5-1-37 0,1 0-139 16,-11 2-498-16,-2 2-238 0</inkml:trace>
  <inkml:trace contextRef="#ctx0" brushRef="#br0" timeOffset="77086.8073">24757 11929 0 0,'0'0'0'0,"0"0"155"16,0 0 205-16,0 0 33 0,0 0-20 15,0 0-56-15,0 0-103 0,0 0-95 0,0 0-68 16,0 0-43-16,0 0 1 0,0 0 6 15,0 0 8-15,0 0 2 0,152-68-1 0,-110 58 0 0,4 2-3 16,1 1-8-16,2 1-2 0,-6 3-8 16,1 1-4-16,-7 0 0 0,-5 2-3 0,-3 0 0 15,-8 0-4-15,0 2-7 0,-5 1-11 0,-7 1-13 16,-4 0-9-16,-3 1-7 0,-2 0 10 0,0 3 11 16,0 2 19-16,-6 1 20 0,-2 3 5 15,-4 3 11-15,-1 0-1 0,-1 3-7 0,0-1 0 16,-1 2-8-16,3 0-4 0,1 2 1 0,1-1-6 15,1 1 6-15,5 2-1 0,0 2 1 16,2 3 2-16,2 0-4 0,2 2 1 0,5 2-1 16,2 1 1-16,3 1-1 0,-2-2-6 0,0 1 1 15,3-4-3-15,-5-1-1 0,1-2 3 0,-1 0-4 16,-4-4 5-16,-2-2-2 0,-2-1 2 16,0-3 1-16,-4 1-2 0,-5-3 5 0,-2 0 1 15,-3 1 4-15,-3-1 3 0,-1 1 8 0,-1-3 9 16,-3 4 4-16,2-4 4 0,-3 0-3 15,-2-2-5-15,0-1 0 0,1 0-7 0,-1-1 1 16,0 0-5-16,-1-3-5 0,2-1-1 0,-1 0-1 16,2-2-2-16,-1 0-1 0,-3-2-4 0,-3-1-15 15,-2-1-32-15,-6 0-81 0,8 0-379 0,9 0-866 16</inkml:trace>
  <inkml:trace contextRef="#ctx0" brushRef="#br0" timeOffset="78882.8434">18416 10597 0 0,'0'0'0'0,"0"0"301"0,0 0-67 0,0 0-68 15,0 0-6-15,0 0 13 0,0 0 19 0,123-25 7 16,-79 15 2-16,7 1-30 0,6-1-32 0,2 0-16 15,2 1-18-15,-2 1-4 0,2 0-25 16,-5 1-17-16,-7 1-13 0,-4 3-23 0,-9 1 2 0,-6 1-9 16,-8 1-7-16,-7 0 0 0,-5 0-10 15,-4 0-4-15,-2 0-4 0,-4 0-1 0,0 0-4 16,0 0-3-16,0 1-5 0,0-1-15 0,0 4 1 16,-1 1 5-16,-3 3-11 0,-2 3-26 15,-2 1-121-15,2-1-632 0,0-4-405 0</inkml:trace>
  <inkml:trace contextRef="#ctx0" brushRef="#br0" timeOffset="80549.7998">18539 9325 0 0,'0'0'0'0,"0"0"0"16,0 0 41-16,0 0 187 0,0 0 19 15,0 0-7-15,0 0-25 0,0 0-6 0,0 0 2 16,0 0 8-16,0 0-34 0,0 0-26 0,132 5-36 16,-86-10-30-16,3-3-16 0,6-2-23 0,1 1-14 15,2 0-11-15,-3-1-12 0,-3 1-5 16,-3 0-9-16,-7 4-2 0,-7 0-9 0,-10 3-13 15,-5 2-18-15,-10 0-43 0,-4 0-39 0,-6 5-35 16,-1 6-67-16,-4-2-532 0,0 0-243 0</inkml:trace>
  <inkml:trace contextRef="#ctx0" brushRef="#br0" timeOffset="111647.2761">28800 8151 912 0,'0'0'95'0,"0"0"56"0,0 0 52 0,0 0 20 16,0 0-25-16,0 0-49 0,0 0-38 0,0 0-20 15,0 0-13-15,0 0-30 0,0 0-22 0,0 0-32 16,-25-51-37-16,25 52-39 0,0 2-58 0,0 4 28 15,0 7 29-15,4 7 40 0,1 7 66 16,-1 6-15-16,1 6-4 0,-2 4 2 0,-1 1-3 16,1 2 4-16,-1-1-2 0,-1 2-3 0,-1-1-1 15,0 1-4-15,1 0 1 0,-2-3-4 16,-3-1 4-16,0-1-3 0,2-7-6 0,-2-4-1 16,1-5-10-16,2-4-6 0,0-8-7 0,0-5-19 15,1-5-22-15,0-4 4 0,0-1 7 0,0-7-64 16,2-9-229-16,5-8-222 0,-2 3 205 15,3 5 375-15</inkml:trace>
  <inkml:trace contextRef="#ctx0" brushRef="#br0" timeOffset="111932.3529">29113 8239 0 0,'0'0'0'0,"0"0"160"16,0 0 125-16,0 0-70 0,0 0-79 0,0 0-90 16,0 0-29-16,0 0-14 0,0 0 5 15,0 0 20-15,0 0-10 0,0 0-1 0,0 0-9 16,0 0-6-16,-63 137 1 0,48-117-4 0,0-2 2 15,2-1-1-15,-3-1-2 0,4 0 0 16,0-4-3-16,0 1 2 0,2-4 2 0,2-2 5 16,-1-3 2-16,7 0 0 0,-1-3 12 0,2-1 6 15,1 0 11-15,0 0 11 0,0 0-13 0,0-1-34 16,5-1-24-16,0-1-24 0,6 1-9 16,2 2 21-16,0 0 9 0,4 1 10 0,-2 7 8 15,1 2 8-15,1 2 3 0,-3 3 7 0,-1 0 3 16,0 1 5-16,-2 1-2 0,2 2-1 0,-4-2 3 15,-3 0-6-15,3-1 1 0,-1 2-4 0,-3-1-10 16,1 0-23-16,-2 1-46 0,1 0-98 16,-3-7-353-16,-1-3 333 0</inkml:trace>
  <inkml:trace contextRef="#ctx0" brushRef="#br0" timeOffset="112188.2048">29667 8395 1059 0,'0'0'544'15,"0"0"-436"-15,0 0-28 0,0 0-9 0,0 0-5 16,0 0-6-16,0 0-12 0,0 0-14 0,115-80-16 15,-94 76-10-15,-2 4-14 0,2 0-5 16,-1 0-11-16,-1 2-17 0,-2 2-26 0,-3 2-51 16,-1 2-87-16,-3 0-264 0,-2 0-352 0,-6-3 471 0</inkml:trace>
  <inkml:trace contextRef="#ctx0" brushRef="#br0" timeOffset="112367.8578">29628 8632 1980 0,'0'0'114'0,"0"0"-57"16,0 0 14-16,0 0 37 0,0 0 14 15,0 0-10-15,0 0-14 0,0 0-33 0,0 0-22 16,143-51-20-16,-108 41-19 0,1-1-8 0,-1 2-23 16,0 2-32-16,-3 1-72 0,-1 3-271 15,-5 0-670-15,-12 2-30 0</inkml:trace>
  <inkml:trace contextRef="#ctx0" brushRef="#br0" timeOffset="113315.0323">30592 8201 0 0,'0'0'0'0,"0"0"0"0,0 0 73 15,0 0 343-15,0 0-31 0,0 0-74 16,0 0-80-16,0 0-59 0,0 0-48 0,0 0-41 16,0 0-25-16,0 0-12 0,0 0-11 0,0 0-7 15,94-93-10-15,-67 88-12 0,-2 2-2 0,2 3-12 16,-4 0-3-16,-3 3-6 0,-1 5-13 15,-6 3-3-15,-2 0-9 0,-3 4-1 0,-3 1 2 16,-5 2-2-16,-1 4 7 0,-11 3 2 0,-4 2 7 16,-5 2 9-16,-6 0 1 0,-4-3 6 15,-2-1 3-15,-3-1 3 0,4-3 4 0,1-2 6 16,1-3 11-16,7-1 0 0,1-3 8 0,6-2-3 16,6-3-7-16,5-3-1 0,2-1-7 0,3-2-1 15,0 0 24-15,9 0 19 0,7 1 16 0,4-2 17 16,9 0-9-16,6 0-16 0,8-6-11 15,6-3-16-15,2-1-15 0,1 1-2 0,2 0-12 16,-6 2-9-16,0 2-25 0,-7 3-65 0,-5 2-144 16,-11 2-484-16,-13 2-296 0</inkml:trace>
  <inkml:trace contextRef="#ctx0" brushRef="#br0" timeOffset="113997.6898">29385 9547 1390 0,'0'0'106'0,"0"0"-2"0,0 0-6 16,0 0-7-16,0 0-20 0,0 0-27 0,0 0-24 16,0 0-6-16,-128-57-13 0,101 57-4 0,-6 7 4 15,-1 3-10-15,-1 2 11 0,-2 3 0 16,-2-1-1-16,5 2 9 0,1-1-9 0,3 0 6 16,3 0-3-16,6-2-3 0,1 1 1 0,7-1-10 15,1-1-3-15,6-1-16 0,4 0-8 0,2 1-3 16,1 0-2-16,9-1 11 0,3-1-1 15,6-1 9-15,6 0-3 0,5-6 3 0,5-3 3 16,6 0-5-16,0-8 12 0,0-5 2 0,0 0 8 16,-2-5 12-16,-4 1 4 0,0-1 14 0,-7-1 6 15,-3 3 6-15,-8 2 19 0,-6 3 12 16,-7 2 30-16,-2 2 8 0,-2 1-12 0,0 1-17 16,-3 2-38-16,-4 0-24 0,1 2-18 0,-1 1-19 15,-3 0-8-15,0 6-7 0,-1 3 1 16,-1 3 3-16,0 4 8 0,0 4 8 0,2 4-3 0,0 4 9 15,5 3-5-15,0 2 0 0,1 2 7 16,4 1-7-16,0-1 8 0,0 1-2 0,0-2-5 16,7 0 4-16,-3 0-12 0,5-2-6 0,-2 1-10 15,-2-4-10-15,3-2-5 0,-2-4-7 0,-1-4-1 16,1-2-10-16,-2-5-11 0,0-4-23 16,1-2-87-16,-3-4-175 0,3-2-243 0,-3 0 240 0</inkml:trace>
  <inkml:trace contextRef="#ctx0" brushRef="#br0" timeOffset="114203.0035">29960 9640 2421 0,'0'0'41'0,"0"0"27"0,0 0-12 0,0 0 6 0,0 0-5 15,0 0-20-15,0 0-17 0,0 0-14 16,0 0-8-16,0 0-7 0,0 0-2 0,128-61-17 16,-94 55-24-16,-2 2-35 0,-2 1-60 0,-2 3-136 15,-2 0-384-15,-8 0-309 0,-6 0 470 0</inkml:trace>
  <inkml:trace contextRef="#ctx0" brushRef="#br0" timeOffset="114375.8062">29951 9904 795 0,'0'0'876'0,"0"0"-707"0,0 0-66 0,0 0 16 15,0 0-2-15,0 0-15 0,0 0-27 0,0 0-31 16,0 0-14-16,144-61-23 0,-105 48-22 16,2 1-35-16,-1 1-66 0,1 0-108 0,-1 3-379 15,-12 2-358-15,-11 3 493 0</inkml:trace>
  <inkml:trace contextRef="#ctx0" brushRef="#br0" timeOffset="132521.6494">23133 1333 276 0,'0'0'224'0,"0"0"60"0,0 0-1 15,0 0-1-15,0 0-75 0,0 0-79 0,0 0-42 16,0 0-71-16,0 0-49 0,0 0-56 0,0 0-86 15,0 0 52-15,-8 6 25 0,9 10 50 16,4 3 79-16,-1 3-24 0,-2 3-1 0,4 4-2 16,-3 2 8-16,2 4-6 0,-3 1 8 0,0 0 3 15,-2 0-12-15,1 0 9 0,-1-1-8 16,0 0 1-16,0 1 7 0,-1-3-5 0,0 0 3 16,-1-3-7-16,-2-1 1 0,1-3-6 0,1-2-3 15,1-5-4-15,0-4-7 0,0-3-3 0,1-3-20 16,0-6-27-16,0-1-37 0,0-2-57 15,0 0-297-15,0-2-49 0</inkml:trace>
  <inkml:trace contextRef="#ctx0" brushRef="#br0" timeOffset="132796.9262">23457 1371 1033 0,'0'0'149'0,"0"0"-13"15,0 0-36-15,0 0 46 0,0 0-4 0,0 0-46 16,0 0-19-16,0 0-50 0,0 0-36 16,0 0-23-16,0 0-45 0,0 0 9 0,0 0 21 15,11 28 24-15,-9-11 40 0,-1 3 3 0,4 6-2 16,-4 2-4-16,1 7 4 0,-1 0-3 0,-1 4 1 16,0 1 3-16,0 0-11 0,0 0 7 15,0 3-13-15,-1-2-6 0,-3 3-2 0,-1-3-12 16,2-3-13-16,-3-3-23 0,4-5-19 0,-4-4-25 15,2-5-55-15,0-3-128 0,0-8-338 16,3-3 144-16</inkml:trace>
  <inkml:trace contextRef="#ctx0" brushRef="#br0" timeOffset="133082.8568">22799 1428 1175 0,'0'0'158'16,"0"0"-12"-16,0 0 31 0,0 0 9 0,0 0-13 16,0 0-63-16,0 0-48 0,0 0-37 15,0 0-12-15,0 0 8 0,0 0-13 0,138-87 16 16,-95 73-7-16,8 3-5 0,2-2 16 0,8-1-15 15,6 0 2-15,4 0 8 0,4-2-13 16,6 1 3-16,0-1-2 0,-1 0-8 0,1 2-11 16,-12 1 3-16,-12 3-27 0,-7 3-55 0,-5 1-82 15,-13 3-426-15,-10 1-829 0</inkml:trace>
  <inkml:trace contextRef="#ctx0" brushRef="#br0" timeOffset="139167.0957">25889 1282 0 0,'0'0'6'15,"0"0"394"-15,0 0-49 0,0 0-21 0,0 0-59 16,0 0-59-16,0 0-43 0,0 0-22 16,0 0-45-16,0 0-20 0,0 0-20 0,0 0-31 15,-23-52-5-15,23 52-32 0,-1 0-31 0,1 0-32 16,0 5-50-16,0 2 29 0,0 6 20 0,0 5 38 15,0 5 45-15,1 3-11 0,1 4 4 0,0 2-9 16,1 4 8-16,0 0-13 0,-1 0 4 16,0 3 13-16,1-3-11 0,-2-1 16 0,1 0-4 15,-2-3-15-15,0-2 17 0,0-3-9 0,0-2-2 16,-3-5 6-16,-2-4-4 0,2-2 7 0,-2-5 3 16,0 0 19-16,-2-5 12 0,0 0 23 15,-1-2 17-15,-5-2-21 0,-2 0-4 0,-3-2-33 16,-2-5-22-16,-1-3 3 0,0-2-40 0,-2-2-43 15,-1-4-104-15,8 4-373 0,4 4-453 0</inkml:trace>
  <inkml:trace contextRef="#ctx0" brushRef="#br0" timeOffset="139319.2959">26033 769 2469 0,'0'0'273'0,"0"0"-238"16,0 0 10-16,0 0-36 0,0 0 4 16,0 0-17-16,0 0-72 0,0 0-122 0,0 0-427 15,0 0-950-15</inkml:trace>
  <inkml:trace contextRef="#ctx0" brushRef="#br0" timeOffset="140514.9019">25723 2521 0 0,'0'0'0'15,"0"0"216"-15,0 0 159 0,0 0-18 0,0 0-21 16,0 0-44-16,0 0-54 0,0 0-29 0,0 0-34 16,23-118-29-16,-23 115-25 0,0 2-16 15,0 0-26-15,0 1-20 0,0 0-16 0,0 0-26 16,0 0-4-16,0 0-9 0,0 0-21 0,0 0-8 15,0 1-31-15,0 1-27 0,0 3 7 0,2 6 15 16,1 5 32-16,-1 5 31 0,1 4 5 0,-3 5-2 16,3 0-4-16,-1 2 2 0,-2 0-2 15,2 2 5-15,-1-1-2 0,-1-1-4 0,0 1 5 16,2-2-8-16,-2-1 6 0,0-3 0 0,0-1-4 16,0-1 3-16,0-4-6 0,0-4-4 15,0-2-12-15,1-5-44 0,-1-2-96 0,0-3-436 16,0-3-860-16</inkml:trace>
  <inkml:trace contextRef="#ctx0" brushRef="#br0" timeOffset="141331.0912">23374 2823 144 0,'0'0'289'0,"0"0"5"0,0 0-16 0,0 0-39 16,0 0-54-16,0 0-48 0,0 0-32 0,0 0-14 16,0 0-9-16,0 0-23 0,0 0-13 0,0 0-22 15,-64-75-15-15,59 74-7 0,-4 1-15 0,0 0-5 16,-1 0-18-16,-1 3-10 0,-1 7-5 15,0 1 0-15,-4 7 11 0,2 3 2 0,-2 4 10 16,3 4 1-16,0 4 5 0,1 2 10 0,6 3-4 16,1 1 4-16,4 2-1 0,1-1-9 0,6 4 1 15,3-5-5-15,3-1-2 0,7-2-2 16,1-8 0-16,3-4 3 0,5-7 6 0,4-6 16 16,3-6 14-16,4-5 22 0,1-7 17 0,0-8 12 15,0-7 15-15,-2-6 7 0,-3-5 29 0,-4-6 15 16,0-4 6-16,-3-5 9 0,-6-1-18 15,-6 0-4-15,-6 1-12 0,-7 2-12 0,-4 1-26 16,-11 0-29-16,-7 1-10 0,-9 4-26 0,-6 5-13 16,-8 9-12-16,-5 9-40 0,-5 12-34 0,-5 10-83 15,15 8-439-15,11-1-874 0</inkml:trace>
  <inkml:trace contextRef="#ctx0" brushRef="#br0" timeOffset="142797.3517">25569 3957 0 0,'0'0'21'0,"0"0"147"0,0 0-42 0,0 0 41 15,0 0 45-15,0 0 25 0,0 0-5 0,0 0-30 16,0 0-35-16,0 0-45 0,0 0-45 0,0 0-34 16,-19-1-19-16,30-3-11 0,3-2 1 15,5-2-2-15,4 0-4 0,1-2-3 0,-1 2-5 16,0 1-3-16,-1 1-3 0,-3 3-3 0,-1 0-6 15,-1 2-4-15,-5 1-15 0,-2 0-16 0,-3 4-9 16,-3 3-2-16,-3 2 16 0,-1 4 20 0,-2 3 18 16,-8 5 16-16,-3 2 6 0,-5 3 7 15,-3 2 2-15,-4 1 0 0,-1 3 2 0,-2-2-3 16,-2-1 3-16,5-3-5 0,-1-1 0 0,8-4 0 16,2-4-5-16,6-3 2 0,4-3-3 0,5-3 0 15,1-1 16-15,4-2 25 0,10 0 29 0,7-2 27 16,8-3 3-16,8 0-17 0,11-6-28 15,9-5-27-15,6-3-22 0,4-2-24 0,6 0-36 16,4 1-115-16,-22 5-637 0,-16 3-666 0</inkml:trace>
  <inkml:trace contextRef="#ctx0" brushRef="#br0" timeOffset="147581.2835">23223 4257 567 0,'0'0'128'0,"0"0"-34"16,0 0 24-16,0 0 37 0,0 0 28 0,0 0-11 16,0 0-45-16,0 0-27 0,0 0-27 0,0 0-9 15,0 0-12-15,0 0-12 0,34-17 4 0,-14 5-14 16,6-5 4-16,1-1 0 0,2-1-8 15,3-3 4-15,-1-2-5 0,-4 3 0 0,1 0 5 16,-5 0 3-16,-3 3 9 0,-4 1 3 0,-2 0 9 16,-5 3-1-16,-1 1 6 0,-4 1 2 0,-2 3-9 15,-2 1 2-15,0 1-11 0,0 2-7 16,0 0-3-16,-2 2-9 0,1 0-1 0,-1 2-5 16,-2 1-6-16,2 0-6 0,2 0-7 0,-1 0-6 15,1 0-7-15,-1 0-4 0,1 0-6 0,0 0-9 16,-1 0-6-16,1 2-7 0,-2 4 8 0,-3 3 7 15,2 4 2-15,-4 5 12 0,4 3-1 0,0 5 3 16,-1 2 7-16,3 1-1 0,1 3 4 16,-1 0-2-16,0 0 7 0,0 1-1 0,0-1 0 15,0-1 3-15,-2 0-5 0,2 0 3 0,0-2-1 16,1-1-2-16,-1-4 4 0,-1-1-4 16,-3-2 2-16,2 0-4 0,2-2-5 0,-5-2-3 15,3-1-14-15,-1-1-3 0,-2-2-10 0,-2-3-17 16,3-1-19-16,-3 0-25 0,-1-3-47 0,-2 0-108 15,-1-1-117-15,-5-1-115 0,-2 0-85 16,-1 1 340-16,0-3 233 0,-1-1 0 0,0-1 0 16,2 0 0-16,-1 0 0 0,3 0 0 0,0 0 0 15,-2 0 0-15,5 0 0 0,-3 1 0 16,3 2 73-16,-3-1 266 0,6 1-36 0,2 0-24 16,0 0-32-16,7-1-22 0,1-1-14 0,1-1-31 15,0 0-32-15,0 0-43 0,2 0-53 0,5 0-9 16,5 0 7-16,6 0 20 0,7 0 26 0,11 0 2 15,6-5-12-15,6-1-15 0,5-4-19 0,1-2-20 16,2-1-8-16,-2-1-10 0,-1 0-6 16,2-1 0-16,-7 1-4 0,0 1-8 0,-6 2-12 15,-1 1-49-15,-6 5-119 0,-10 1-710 0,-13 2-653 0</inkml:trace>
  <inkml:trace contextRef="#ctx0" brushRef="#br0" timeOffset="164664.4389">26057 1234 368 0,'0'0'172'0,"0"0"6"16,0 0 24-16,0 0 10 0,0 0-32 16,0 0-33-16,0 0-27 0,0 0-16 0,0 0-15 15,0 0-4-15,0 0-25 0,0 0 9 0,-33-76-8 16,28 71-36-16,-2 0 8 0,-3 1-40 0,0 1-16 16,-2-1 17-16,0 1-19 0,-3 0 13 0,0 3-1 15,-6 0-3-15,-7 5-1 0,-1 5-5 16,-3 5 10-16,3 0-10 0,4 0 18 0,3 1-2 15,3 1-2-15,1 2 11 0,5 0-15 0,1 2 14 16,3 4 0-16,1-3-13 0,0 1 13 0,7 1-12 16,0 1 0-16,1 0 6 0,1-2-2 15,6 0 5-15,-1-1-1 0,2 0 6 0,2 1-11 16,4-5 4-16,-1 0-5 0,1-6-11 0,1-2 17 16,1-5-11-16,0-2 15 0,0-3 22 0,0 0-2 15,2-3 27-15,-2-6 8 0,3-4 5 16,-1-3 9-16,-2-5-5 0,0-2-1 0,-3-4-9 15,0-3 0-15,-1 0-8 0,-2 1-10 0,-1-2 7 16,-1 3-20-16,-1 1 7 0,0 0-7 16,-2 3-21-16,2 2 5 0,-3 4-15 0,0 5 5 15,-1 4 8-15,-1 2-2 0,-2 4 1 0,0 2-10 16,0 0-5-16,0 1-11 0,0 0-3 0,0 0-6 16,0 1-20-16,0 0 3 0,0 1-6 0,-2 2 13 15,1 3 32-15,0 3 5 0,-1 2 18 16,0 1-5-16,0 2-10 0,0 0 5 0,-1 0-6 15,1 1 5-15,-3 0-3 0,5 2 8 0,-3 3-6 16,1 3 0-16,-3 4 12 0,3 3-12 16,-2 5 16-16,0 3-2 0,-1 2-7 0,1 2 15 0,-2 2-16 15,0 0 8-15,0 0 2 0,1-1-13 16,1 1 8-16,-1-3-11 0,1 0 4 0,1-3-7 16,0-3 3-16,2-2 4 0,0-5-11 0,0-6 13 15,0-4-11-15,1-5 2 0,0-5 2 16,0-3-6-16,0-5 10 0,0-1 1 0,0-4-18 15,3-9-40-15,0-10-318 0,0 2-677 0,-1 4-57 0</inkml:trace>
  <inkml:trace contextRef="#ctx0" brushRef="#br0" timeOffset="165338.8877">26094 1108 0 0,'0'0'0'0,"0"0"35"16,0 0 128-16,0 0 35 0,0 0-38 15,0 0-52-15,0 0-10 0,0 0-11 0,0 0 1 16,0 0-1-16,0 0-7 0,0 0-14 0,0 0-6 16,0 0 0-16,-126-20-24 0,115 17 19 0,-4-1-3 15,2 1-18-15,-2 1 15 0,-1 1-34 0,-1 1 6 16,1 0-6-16,-3 1-15 0,0 6 15 15,-5 4-18-15,-5 7 9 0,-2 5-4 0,0 4-7 16,3 3 4-16,5 0-3 0,4-1 17 0,1 1-8 16,1 0 2-16,4-2 3 0,5-1-13 0,2-2 6 15,2 0 1-15,4-3-5 0,4 0 6 0,5-3 2 16,2-2-1-16,5-4 9 0,4-5 13 16,5-4 6-16,4-4 11 0,4-1 2 0,2-9-14 15,4-5 3-15,1-3-15 0,-2-4-12 0,-2-3 14 16,-2-4-10-16,-4-2 14 0,-3-1 23 15,-6-1 4-15,-3 1 15 0,-8 2 7 0,-2 3-8 16,-5 6 0-16,-3 1-2 0,0 0-27 0,0 0 2 16,-3-1 15-16,-2 2-26 0,0 2 30 0,-1 4-15 15,0 1-50-15,1 5 19 0,0 2-55 16,1 4-33-16,1 1 27 0,1 4-25 0,-3 12 48 16,1 9 24-16,-2 12-18 0,1 11 19 0,0 2-15 15,2 1 16-15,2 1 4 0,0 1 4 16,-1 4-2-16,-1-1-14 0,0 4 16 0,-2-3-14 15,1 1 14-15,-2-4 7 0,-1-1-15 0,1-4 15 16,0-5-16-16,-1 0 0 0,3-5 10 0,-2-5-8 16,2-2 6-16,-2-6-3 0,4-3-4 0,-1-3-5 15,1-4-7-15,1-1-38 0,1 0-128 16,0-6-703-16,0-3-516 0</inkml:trace>
  <inkml:trace contextRef="#ctx0" brushRef="#br0" timeOffset="180243.968">4583 14954 0 0,'0'0'0'0,"0"0"0"15,0 0 0-15,0 0 0 0,0 0 0 0,0 0 0 16,0 0 0-16,0 0 0 0,0 0 0 0,0 0 0 16,0 0 0-16,0 0 0 0,-8-10 0 15,8 9 0-15,0 1 0 0,0 0 0 0,0-2 0 16,0 2 0-16,0 0 0 0,0 0 0 0,0 0 0 16,0 0 0-16,1 0 0 0,1 0 0 15,-1 0 0-15,-1 0 0 0,2 0 0 0,2 0 0 16,0 0 0-16,1 0 0 0,-1 2 0 0,3-1 0 15,-1 1 0-15,2-1 0 0,-2 0 0 0,3 1 0 16,-1-1 0-16,1 0 0 0,0 0 0 0,2 0 0 16,0 0 0-16,1-1 0 0,0 0 0 15,-1 2 0-15,3-2 0 0,-4 1 0 0,1 0 0 16,-1 1 0-16,-1 0 0 0,-3 0 0 16,-2 0 0-16,-2 0 0 0,-1-1 0 0,-1 2 0 0,0-1 0 15,-2 0 0-15,1 0 0 0</inkml:trace>
  <inkml:trace contextRef="#ctx0" brushRef="#br0" timeOffset="182597.9267">18287 12462 0 0,'0'0'287'0,"0"0"127"0,0 0-32 0,0 0-18 16,0 0-44-16,0 0-100 0,0 0-77 15,0 0-59-15,0 0-39 0,0 0-10 0,0 0 1 16,0 0-9-16,40-68-7 0,-20 56-3 0,3-1-7 16,5-1 5-16,4 3-8 0,0 2-2 15,3 0-1-15,-3 5-8 0,0 1-1 0,-2 3-4 16,-2 0-8-16,-5 7-5 0,0 4-8 0,-6 3-7 15,-6 3-6-15,-3 5 8 0,-7 5 6 16,-1 3 10-16,-10 5 12 0,-8 3 3 0,-2 1 5 16,-10 3 4-16,-1 1 1 0,-4 1 4 0,-5-2 1 15,0-1 3-15,-1-1 5 0,-1-5-2 0,4-3 3 16,5-6 1-16,3-2-1 0,4-6 2 0,7-3-3 16,6-5-2-16,5-4-3 0,5-3 4 15,3-1 2-15,0-2 4 0,4 0 17 0,6 0 11 16,9-3 10-16,10-1 6 0,8-6-10 0,9-1-13 15,6-2-11-15,5-2-6 0,3 0-7 0,1-1-2 16,0 1-8-16,-3 3-6 0,-4 1-3 0,-3 4-5 16,-7 3 0-16,-6 2-1 0,-6 2-8 15,-7 2-7-15,-8 6-21 0,-5 2-27 0,-5 4-32 16,-7 3-63-16,0 4-318 0,-5-5-531 0,0-4 13 16</inkml:trace>
  <inkml:trace contextRef="#ctx0" brushRef="#br0" timeOffset="183551.2857">24239 12325 0 0,'0'0'326'0,"0"0"74"0,0 0-63 0,0 0-72 16,0 0-58-16,0 0-43 0,0 0-35 0,0 0-31 16,0 0-28-16,0 0-27 0,0 0-26 0,0 0-5 15,105-71-6-15,-87 71-2 0,1 0-3 16,2 0-2-16,2 3 1 0,4 2-2 0,-3 2 0 15,4-1-3-15,-4 3-1 0,5-1 0 0,-3 1-2 16,-2 0 1-16,-2 2-4 0,-5-1-4 16,-4 2 1-16,-3-2-9 0,-3 0-2 0,-5 2 1 0,-2-1 6 15,-3 4 16-15,-9 1 9 0,-5 2 8 16,-5 0-2-16,-5 1-2 0,-3 1-1 0,-2 0-2 16,0-1 2-16,-4-2-1 0,4 1 2 0,2-2 3 15,3-2 0-15,4-1 3 0,7-1 0 0,2-4-4 16,9-1-3-16,0-1-3 0,5-1 4 0,0 1 5 15,8 1 12-15,3 0 12 0,9 0 6 16,4 1 4-16,4 0-6 0,9-1-6 0,-2 0-11 16,3 0-6-16,0 0-4 0,0 0-4 0,-2 1-1 15,-2 0-2-15,-6 0-3 0,-2 0-2 16,-7 1-4-16,-5-1-3 0,-6 1 1 0,-6-1 2 16,-2 3 12-16,-1 1 15 0,-9 1 14 0,-8 2 9 15,-3 1 0-15,-8 1-6 0,-3 1-11 16,-5-1-6-16,-5-1-6 0,-1 0-7 0,-1 0-3 15,-5 3-6-15,0-3-2 0,-2 2-9 0,-1 2-10 16,-1 2-27-16,-5 2-54 0,-3 2-199 0,12-5-697 16,18-5-394-16</inkml:trace>
  <inkml:trace contextRef="#ctx0" brushRef="#br0" timeOffset="213199.3016">23480 5374 651 0,'0'0'226'0,"0"0"-25"0,0 0-67 16,0 0-2-16,0 0-17 0,0 0-24 0,0 0-46 15,0 0-30-15,0 0-22 0,0 0-31 0,0 0-21 16,0 0 0-16,-10 8 4 0,0-5 6 16,-4 4 12-16,-2-1-4 0,0 0-1 0,-2 0 6 15,0-3 9-15,-2 1 9 0,5-3 17 0,-3-1 5 16,1 0 13-16,4-2 12 0,-2-4 7 15,4-1 21-15,0-6 2 0,6 0 5 0,-1-1-5 16,3-3-14-16,3 0-6 0,0-2-2 0,3 0-5 16,6 1-10-16,1 1-6 0,8 0-12 0,1 2-5 15,1 2 9-15,4 4-2 0,-1 0-2 16,4 5 1-16,-4 4-12 0,4 0-2 0,-4 4-2 16,-2 7-3-16,-2 2 1 0,0 6 2 0,-7 2 0 15,0 5 0-15,-5 3 2 0,-5 1 2 16,-2 3 6-16,-4 2 6 0,-6 0 3 0,-7 1 0 0,-2 2-5 15,-1-3 1-15,-2 2-1 0,-3-4 1 16,-1-3 4-16,2-4 2 0,-2-4 4 0,4-4 3 16,1-2 8-16,3-5 9 0,3-4 15 0,1-4 14 15,5 0 13-15,2-3 5 0,1 0 3 16,1-3-6-16,0-2-7 0,4-4-13 0,1-1-19 0,0 0-19 16,0 1-21-16,3-2-14 0,5 1-10 15,4 1-3-15,3-1 4 0,4 4 2 0,2 2 6 16,3 4 3-16,6 0 3 0,0 4 8 0,2 5 2 15,-1 1 3-15,1 2 1 0,2 0-2 16,-1 5 0-16,-1 0-6 0,-2 2-1 0,1 1-15 16,-2 2-48-16,-2 2-152 0,-9-5-595 0,-4-6-249 0</inkml:trace>
  <inkml:trace contextRef="#ctx0" brushRef="#br0" timeOffset="214064.215">25583 5139 1060 0,'0'0'139'0,"0"0"30"16,0 0-49-16,0 0-9 0,0 0-32 0,0 0-41 15,0 0-8-15,0 0-17 0,0 0-3 16,0 0-8-16,132-109-11 0,-103 102 2 0,2 4-9 16,0 0-3-16,-1 3-5 0,0 0-13 0,-2 6-8 15,-5 5-12-15,-4 0-12 0,-3 1-11 16,-6 5-6-16,-1 0-2 0,-7 2 6 0,-2 1 19 16,-1 3 10-16,-9-1 19 0,-3 1 13 0,-7 0 11 15,-4-1 11-15,-4 1 5 0,0-1 11 16,-2-4 3-16,5-1 16 0,0-3 13 0,5-3 3 15,5-3 11-15,4-1-11 0,4-4-3 0,6-2 8 16,1 0-8-16,1 2 34 0,8-1 18 0,5 2 0 16,6-2 11-16,9 2-27 0,7-2-18 0,4 2-19 15,6-1-10-15,2 1-14 0,1 0-11 0,0 2 0 16,-3 0-9-16,-4 2 3 0,-8 0-3 16,-6 1-7-16,-7 0 2 0,-7 2-1 0,-8 0 11 15,-6 2 23-15,0-1 18 0,-10 6 22 0,-7-1 6 16,-7 3 0-16,-9 2-2 0,-7 1-9 0,-8 1-5 15,-5 0-15-15,-7-1-8 0,-4 0-12 16,-4 0-12-16,-7 1-8 0,-5 2-35 0,-11 2-99 16,21-7-801-16,21-7-618 0</inkml:trace>
  <inkml:trace contextRef="#ctx0" brushRef="#br0" timeOffset="231214.8498">23999 14328 0 0,'0'0'151'15,"0"0"146"-15,0 0-25 0,0 0 7 16,0 0-53-16,0 0-65 0,0 0-36 0,0 0-22 0,0 0-5 16,0 0-22-16,0 0-17 0,0 0-13 15,-73-119-21-15,60 114-5 0,-2-1-11 0,2 2-7 16,-6 3 0-16,-1 1-7 0,-1 0-3 0,-2 5-3 15,-5 5 1-15,-1 3 3 0,-1 3 2 0,-1 2 8 16,-2 2-3-16,-3 0 4 0,4 3 0 16,1-2-3-16,5 1 4 0,0 1-6 0,3 3-1 15,4-2-6-15,2 0-6 0,7-1-3 16,6 1-6-16,3 0 3 0,1-2 0 0,4-1 3 16,8-2 6-16,6-1 2 0,1-3 4 0,3-6 1 15,5-2 4-15,-1-4 7 0,3-3 2 0,1-2 15 16,0-7 5-16,0-4 6 0,-3-2 14 0,-4-1 1 15,-3-3 12-15,-7 0 7 0,3-2 1 0,-6-1 7 16,-2-1-3-16,-2 1-2 0,-5-5-7 16,-1 3-10-16,0-1-8 0,0-1-12 0,-2 1-3 15,-3 1-13-15,0 2-6 0,3 2 0 0,0 5-10 16,-2 4 5-16,3 3-1 0,0 3-5 16,1 3-8-16,0 2-14 0,0 0-21 0,0 1-13 15,0 7 4-15,2 6 7 0,4 4 21 0,1 8 15 16,0 4 5-16,2 5 2 0,0 3-2 0,1 4-1 15,0 0 0-15,-1 2-1 0,3 0 1 0,-2 0 3 16,0-3-2-16,2-1 1 0,2-4-1 16,0-4-2-16,-1-5-5 0,6-5-9 0,-1-8-16 15,3-6-31-15,1-5-80 0,-5-3-383 0,-5 0-897 16</inkml:trace>
  <inkml:trace contextRef="#ctx0" brushRef="#br0" timeOffset="232135.5116">24477 14211 36 0,'0'0'573'0,"0"0"-313"15,0 0 25-15,0 0 8 0,0 0-29 0,0 0-60 16,0 0-31-16,0 0-24 0,0 0-23 0,0 0-25 16,0 0-29-16,0 0-24 0,0 0-18 0,0 0-19 15,-52-107-16-15,52 107-18 0,0 0-28 16,0 3 1-16,0 8 2 0,0 4 12 0,1 10 28 16,3 4 2-16,-1 9 4 0,0 1 2 0,4 1-2 15,-3 3-5-15,1-2 2 0,-1-1-2 16,-3 1-5-16,3-2-1 0,-4-2-9 0,0 3-10 15,0-5-4-15,-5 1-8 0,2-2 2 0,-4-6 5 16,3-3 3-16,-3-6 12 0,2-4 11 16,0-5 5-16,4-5 23 0,0-3 22 0,1-2 26 15,0-2 2-15,0-6-13 0,0-6-16 0,2-2-25 16,6-5 1-16,4-4-2 0,0-1 1 0,7-5 0 16,1 4 0-16,6 0-2 0,0 2-1 0,4 2-7 15,0 4-2-15,1 6-3 0,-1 4-5 16,-3 4 0-16,-4 4-7 0,-3 1-3 0,-3 7-4 15,-3 4 1-15,-3 6 7 0,-2 3 2 0,-5 3 7 16,-2 4-1-16,-2 0 1 0,-5 2 5 0,-4 0 3 16,-3 2 7-16,-4-1 3 0,-2-1 3 0,-2-3-1 15,-6 0 3-15,1-3 3 0,-3-5 5 16,-3-2 6-16,0-5-2 0,-1-1 1 0,-1-8-8 16,1-2-11-16,3-5-13 0,1-7-19 0,1-8-45 15,5-5-153-15,6 3-569 0,6 6-698 0</inkml:trace>
  <inkml:trace contextRef="#ctx0" brushRef="#br0" timeOffset="232847.9788">25665 14516 359 0,'0'0'114'0,"0"0"27"16,0 0 31-16,0 0 47 0,0 0 10 0,0 0-23 15,0 0-24-15,0 0-22 0,0 0-19 16,0 0-32-16,0 0-22 0,0 0-16 0,10-98-28 15,-20 94-13-15,2 0-17 0,-5 2-16 0,-4 1-3 16,-4 1-11-16,-3 0-4 0,-5 7 3 0,-3 2 1 16,-3 3 6-16,-2 1 7 0,-1 2 2 15,1 1 0-15,1 1 2 0,0 1 2 0,2-2 2 16,7 3 2-16,2 0-3 0,4-3-7 0,4-2-8 16,6-1-18-16,7 0-5 0,3-3-2 0,1 0 0 15,5-2 15-15,9 1 8 0,2-4 7 16,5 0 10-16,5-4 0 0,4-1 4 0,3 0-2 15,3-6-1-15,1-3 6 0,3-1-3 0,-3-1 9 16,-5-2 7-16,-3-1 4 0,-6 1 7 0,-3 1 5 16,-8 1 7-16,-1 3 13 0,-5 0 9 15,-5 1 2-15,-1 0-7 0,-2 0-16 0,-5 1-15 16,-4-1-13-16,0 0-10 0,-4 2-2 16,2 1-7-16,1 0-1 0,-3 3 0 0,3 1-5 15,1 0-3-15,1 0 1 0,2 1-6 0,2 3 0 0,-1 1-4 16,4 2-1-16,0 3 1 0,3 2 1 15,0 2 6-15,3 3 4 0,7 2 1 0,3 4 8 16,5-3 2-16,2 1 1 0,6 0 4 0,5-2-7 16,3 0 2-16,2-3 0 0,2-3-3 0,0-3 1 15,1-4-1-15,-2-3-3 0,1-3-8 16,-2-1-23-16,-1-8-69 0,-10 0-357 0,-9 0-998 16</inkml:trace>
  <inkml:trace contextRef="#ctx0" brushRef="#br0" timeOffset="233534.2569">26114 14190 167 0,'0'0'360'0,"0"0"-4"0,0 0-16 16,0 0-19-16,0 0-59 0,0 0-50 0,0 0-49 16,0 0-32-16,0 0-35 0,0 0-38 0,0 0-36 15,0 0-37-15,0 0-8 0,0 0-10 0,-10-50 12 16,15 68 17-16,1 5-2 0,2 4 9 0,-2 6-7 15,0 2 0-15,-1 2-1 0,-1 0-12 16,-2 0 1-16,0-1-7 0,-1 0-7 16,-1 1 6-16,-3-3 0 0,1-2 4 0,-3-3 1 0,0 0 2 15,0-5 0-15,1-5 0 0,2-4 13 16,-1-3-4-16,2-5 9 0,0-4 13 0,1-2 16 16,0-1 31-16,0-2 2 0,5-6-4 0,0-5-16 15,3-4-20-15,4-5-3 0,1-1 2 0,5-4 2 16,-1 1-5-16,3 2-2 0,1 0-4 15,3 2-4-15,1 3-2 0,-4 4-4 0,4 4-4 16,-3 2 0-16,-3 4-7 0,-2 4-1 0,-3 1-6 16,-2 1-1-16,0 7 1 0,-5 1 3 15,2 4 6-15,-4 2 2 0,0 2 3 0,-3 2-1 16,-2-1 1-16,0 3 3 0,-3 0-1 0,-4-2 7 16,-5 2-1-16,0 0-2 0,-5 1 4 0,-3 0-5 15,-3-1 2-15,-2 0 0 0,-5-4-5 16,1 1-3-16,-2-5-9 0,1-1-15 0,-1-3-38 15,0-5-148-15,8-2-587 0,8-2-613 0</inkml:trace>
  <inkml:trace contextRef="#ctx0" brushRef="#br0" timeOffset="235867.8033">23959 14629 0 0,'0'0'0'0,"0"0"0"0,0 0 0 16,0 0 0-16,-142 12 0 0,119-8 71 15,0-1 164-15,5-1 33 0,2 0 7 0,4 0-31 16,6-2-28-16,1 2-24 0,5-2-25 0,0 0-38 15,5 1-59-15,6-1-20 0,5-1-13 0,14 1-1 16,10 0 27-16,11 0-8 0,10-1-11 0,9 1-4 16,8 0-14-16,7 0-9 0,4 0-4 15,5 0-6-15,5 1 3 0,5 0 2 0,4 0-1 16,4-1 0-16,3 0-3 0,4-2-2 0,-3-4-6 16,0 1 3-16,-2-3 0 0,-1-2 0 15,-4-1 8-15,-5-1-1 0,-7-1 2 0,-7 0 0 16,-11-1-3-16,-8 1-1 0,-12 1-3 0,-11 0-2 15,-14 2 3-15,-11 2 7 0,-13 1 17 0,-10-1 0 16,-3 1-4-16,-15 0-19 0,-9 0-25 16,-14 2-8-16,-7 1-6 0,-15 5 6 0,-10-1 4 15,-10 7-2-15,-11 3 4 0,-10 3-3 0,-7 3 3 16,-7 3 6-16,-2-1 7 0,-3 5 6 0,-1 0 4 16,-6 1 0-16,5 3-2 0,-2 1 1 0,6 1-6 15,2-1 7-15,7 1 5 0,9-3 5 16,7 0 13-16,14-3-2 0,12-2 0 0,17-4 2 15,15-5-6-15,16-4 5 0,14-5 10 0,8 0 2 16,16-4 4-16,15 1-3 0,18-5-6 0,16-7-7 16,23-2-2-16,16-9-7 0,16-2-5 0,14-1-3 15,10-2-7-15,10 3 0 0,5 1-2 16,1 1-6-16,1 2-13 0,-4 4-23 0,-4 1-43 16,-2 2-88-16,-9 2-388 0,-39 4-484 0,-33 4 272 0</inkml:trace>
  <inkml:trace contextRef="#ctx0" brushRef="#br0" timeOffset="236783.7438">28328 14283 1116 0,'0'0'99'16,"0"0"28"-16,0 0 3 0,0 0 3 0,-21-117-11 16,12 98-17-16,-6 2-23 0,0 0-13 0,-2 4-14 15,-2 3-18-15,-2 0-6 0,-2 3-14 0,1 3-4 16,-3 2-4-16,-2 2-5 0,-2 0 0 16,-1 5-4-16,0 2-3 0,2 5-1 0,-1-1-1 15,2 5-1-15,1-1 0 0,2 3-1 0,2 1-4 16,0 4 0-16,6-1-5 0,0 3-6 0,6-1 2 15,2 1-8-15,2 0-4 0,6 0-4 16,4-3-6-16,6 1 1 0,4 1 0 0,4-3 3 16,5-1 2-16,-1-3 5 0,7-3 3 0,2-3 3 15,3-5 7-15,4-5 7 0,0-1 11 0,0-7 14 16,-2-5 8-16,1-5 11 0,-3-1 8 16,-4-1 7-16,-3-2 11 0,-4 0 9 0,-2-1 13 15,-4 1 4-15,-5-3 6 0,-5 2 2 0,-3-3 3 16,-2 0-6-16,-2 1-10 0,0 1-15 15,-2 2-17-15,-6 4-9 0,2 3-7 0,-1 2-7 16,-1 4-7-16,1 3-8 0,-1 3-8 0,0 0-8 0,-1 2-6 16,2 0-4-16,2 5-4 0,-2 4-3 15,1 1 2-15,2 4 1 0,2 6 5 16,1 1 5-16,1 6 2 0,1 4 1 0,7-1 1 0,4 0-1 16,3-1 0-16,3-3-4 0,4 2-3 15,3-4-4-15,3-1-4 0,2-3-6 0,0-3-16 16,2-3-25-16,2-3-77 0,-1-4-327 0,-5-3-447 15,-11-3 68-15</inkml:trace>
  <inkml:trace contextRef="#ctx0" brushRef="#br0" timeOffset="237665.6733">29244 14092 887 0,'0'0'356'0,"0"0"-155"16,0 0-46-16,0 0-24 0,0 0-27 0,0 0-27 16,0 0-18-16,0 0-14 0,0 0-6 15,0 0-5-15,0 0-12 0,0 0-1 0,0 0-5 16,-127-16-4-16,105 16 6 0,-1 2-6 0,0 2 0 16,-3-1-1-16,1 3-9 0,-3 1 3 15,1 2-2-15,-1 3-4 0,-1 0 2 0,-1 3-6 16,0 1 1-16,2 3-4 0,4-1 2 0,1 3 0 15,5-1-7-15,1-1-1 0,7 1-5 16,5-2-8-16,0 0 4 0,5 1 0 0,0-1 1 16,7-1 5-16,3 2-2 0,4-2-1 0,4-1 2 15,7-3 2-15,2-3 5 0,6-4 5 16,3-6 4-16,3 0 3 0,-1-6 4 0,0-5 3 0,1-3 8 16,0-3 5-16,-5-2 8 0,-1 0 11 15,-5-3 9-15,-3 0 15 0,-4-3 15 0,-6-2 3 16,-3 1-2-16,-6-2-10 0,-4 4-16 0,-3 1-9 15,1 0-9-15,-2 6-6 0,-5 1-9 0,1 4-9 16,-3 3-7-16,1 3-9 0,-1 2-6 16,2 3-6-16,-1 1-4 0,0 0-4 0,0 4-2 15,0 3 1-15,4 3-1 0,-4 3 5 0,6 3 0 16,0 6 2-16,2 1 4 0,1 2 2 0,1 2 4 16,9-1-2-16,-1 1-2 0,6-1-6 0,2-3-5 15,3-2-2-15,2-3-5 0,1-1 1 16,5-3-12-16,-1-1-20 0,-2-2-38 0,2-3-157 15,0-2-331-15,-8-3-274 0,-7-2 486 0</inkml:trace>
  <inkml:trace contextRef="#ctx0" brushRef="#br0" timeOffset="238515.0102">30147 14089 0 0,'0'0'0'0,"0"0"333"15,0 0-23-15,0 0-20 0,0 0-36 0,0 0-42 16,0 0-37-16,0 0-28 0,0 0-40 0,0 0-31 16,0 0-29-16,0 0-21 0,0 0-12 15,-123-66-8-15,100 67-8 0,-4 6-3 0,-3 3 1 16,0 2-2-16,0 1 2 0,-2 3-1 0,2 0-6 16,-1 4 2-16,2 1-1 0,5 1-3 0,-1 1 2 15,6 1-8-15,3 1-3 0,1-1-6 16,7-2-8-16,1-1 1 0,5-2-1 0,2 1 1 15,1-2 3-15,7 0 2 0,3-3 2 0,3-1 2 16,6-3 6-16,7-4 5 0,3-2 6 0,4-5 10 16,5 0 5-16,2-6 5 0,0-5 5 0,2-3 5 15,-2-1 5-15,-1-2 8 0,-1-3 13 16,-7-3 19-16,-2 0 16 0,-8-1 19 0,-2-3 5 16,-3 1-5-16,-5-4-4 0,-3 3-20 0,-3 0-13 15,-5 3-12-15,-1 2-9 0,-1 3-10 0,-6 4-8 16,-2 2-10-16,0 3-11 0,-4 3-9 0,2 3-8 15,-4 3-4-15,3 1-6 0,1 1 2 16,-2 6-2-16,2 4-2 0,-3 6 3 0,4 3-1 16,1 3 1-16,4 5 4 0,2 2 0 0,3 3 2 15,0 1-4-15,7-2 0 0,5-1-4 16,5-1-6-16,1-1-4 0,3-4-7 0,2-3-8 16,3-2-6-16,2-5-7 0,-1-1-10 0,3-4-32 15,0-3-126-15,0-5-197 0,-8-1-278 16,-6-1 250-16</inkml:trace>
  <inkml:trace contextRef="#ctx0" brushRef="#br0" timeOffset="238997.0941">30706 13656 1110 0,'0'0'149'0,"0"0"6"16,0 0 8-16,0 0-10 0,0 0-21 0,0 0-21 15,0 0-28-15,0 0-30 0,0 0-50 0,0 0-36 16,0 0-4-16,0 0 1 0,0 0 23 16,0 0 18-16,1 74 0 0,-1-34-3 0,0 4-3 15,0 1-8-15,0 4-3 0,0-2 6 0,1 0-3 16,4 1 6-16,-4-4-6 0,0-1-7 15,0 0-5-15,-1-5-11 0,0-4-7 0,0-4-7 16,0-4 1-16,0-6 1 0,0-4 13 0,0-4 12 16,0-7 8-16,0-1 25 0,0-4 36 0,0 0 47 15,0 0 15-15,0-7-10 0,2-4-26 16,4-4-37-16,-2-4-7 0,5-4 2 0,1-1 2 16,5-1-4-16,0-1-3 0,4 1-4 0,1 1-7 15,2 4-7-15,0 4-3 0,5 5-11 0,-2 3 0 16,3 3-1-16,-2 5-7 0,-2 0 0 0,-1 7-7 15,-2 5-7-15,-2 3 3 0,-2 5-4 16,-5 2 6-16,-2 1 5 0,-7 1 2 0,0 2 7 16,-3 0 1-16,-9-1 4 0,-3 2 2 0,-7-2 4 15,-5 1-1-15,-2 0 2 0,-4-2 3 0,-6-2-5 16,0-1 5-16,-6-2 0 0,-4-3-7 16,-3-2-2-16,-3-4-21 0,0-3-53 0,9-2-295 15,14-3-612-15</inkml:trace>
  <inkml:trace contextRef="#ctx0" brushRef="#br0" timeOffset="239515.1401">27592 14779 0 0,'0'0'0'0,"0"0"206"16,0 0-62-16,0 0-14 0,0 0 43 15,0 0 44-15,123 6 18 0,-70-6 5 0,10-1-7 16,8 1-25-16,10 0-25 0,9-1-29 0,7 0-35 15,9 1-24-15,8 0-26 0,9-2-23 16,9 2 4-16,8-1-2 0,2-1 0 0,3-3 9 16,7-1-6-16,3-1 0 0,1 0-4 0,-1-4-6 15,3 1 1-15,-5-1-3 0,-3 0 1 0,-3 0-10 16,-7-1-6-16,-7 1-5 0,-10 1-17 0,-12 2 8 16,-12 1-15-16,-14 4-2 0,-14 1-1 15,-17 0-35-15,-9 2-40 0,-15 0-181 0,-15 0-800 16,-5 0-513-16</inkml:trace>
  <inkml:trace contextRef="#ctx0" brushRef="#br0" timeOffset="243033.458">27932 14748 0 0,'0'0'0'0,"0"0"0"15,0 0 0-15,0 0 0 0,0 0 0 0,0 0 0 16,0 0 0-16,0 0 84 0,0 0 111 16,0 0-39-16,0 0-29 0,0 0-20 0,-5-43-18 15,4 43-14-15,-1 0-20 0,1 0-19 0,0 0-21 16,1 0-17-16,-1 0-7 0,0 0-8 16,1 0-2-16,0 0-7 0,0 0-7 0,0 0 13 15,1 2 17-15,4-1 47 0,3 2 59 0,11 1 48 16,4-1 30-16,13-1 3 0,6 1-21 0,10-3-36 15,8-1-32-15,6-1-28 0,4-1-27 16,2-2-15-16,3 2-12 0,-4-1-5 0,-5 1-3 16,-5 1-2-16,-7 1-4 0,-13 1-7 0,-10 0-8 15,-10 0-20-15,-11 1-20 0,-8 1-10 0,-2 0 15 16,-13 2 26-16,-10 0 29 0,-10 4 18 0,-10-1-4 16,-14 2-2-16,-8-2-3 0,-7 0 2 15,-1 0 5-15,0-2 5 0,4 2 1 0,9-3-1 16,10 1-7-16,11-1-10 0,12-2-14 0,12-1-46 15,14-1-160-15,1 0-405 0,3 0-466 0</inkml:trace>
  <inkml:trace contextRef="#ctx0" brushRef="#br0" timeOffset="244965.992">29098 14687 0 0,'0'0'0'0,"0"0"0"0,0 0 0 0,0 0 0 16,0 0 0-16,0 0 0 0,0 0 95 16,0 0 225-16,0 0-23 0,0 0-41 0,0 0-50 15,0 0-44-15,-70 6-38 0,72-6-26 0,3 0-10 16,4 0-15-16,7 0-10 0,4-2-6 0,9-2-15 15,3 1-6-15,9 1-12 0,0-1-11 16,3 1-9-16,3 2-4 0,-3 0-4 0,1 3 3 16,-3 3-5-16,-3 0-4 0,-5 1-2 0,0 1-9 15,-8 0-14-15,-6-1-17 0,-5 0-25 16,-8-2-19-16,-4 1 0 0,-3 0 29 0,-6 2 41 0,-11-1 35 16,-5 1 26-16,-8 0 1 0,-4-1-7 15,-6 0 5-15,-8-4 3 0,-1 1 4 0,-3-3 12 16,2-1 9-16,2 0 16 0,5 1 10 0,9-2 11 15,6-1-1-15,9-1 5 0,9 1 1 16,8 1-12-16,2 0-8 0,0 0-29 0,8-2-35 16,5-3-16-16,15 1-23 0,13-2-13 0,12-2 7 15,18 3-9-15,11 0-33 0,14 2-138 0,-21 2-664 16,-25 0-496-16</inkml:trace>
  <inkml:trace contextRef="#ctx0" brushRef="#br0" timeOffset="246064.6712">23239 4794 0 0,'0'0'188'0,"0"0"8"0,0 0-108 15,0 0-8-15,0 0 24 0,0 0 18 16,0 0 0-16,0 0-13 0,0 0-21 0,0 0-24 16,0 0-17-16,0 0 1 0,18 11 39 0,-5-11 52 15,10 0 36-15,7 0 19 0,6 0-20 16,12-7-33-16,3-5-25 0,2-1-26 0,6-2-28 15,-4-1-17-15,3 1-20 0,-6 2-10 0,-3 3-8 16,-6 1-8-16,-4 2-5 0,-8 3-14 0,-4 2-32 16,-12 2-68-16,-4 5-147 0,-5 1-582 0,-4 0-362 15</inkml:trace>
  <inkml:trace contextRef="#ctx0" brushRef="#br0" timeOffset="247098.5155">30066 14680 0 0,'0'0'99'0,"0"0"191"0,0 0 1 15,0 0-23-15,0 0-20 0,0 0-25 0,0 0-49 16,0 0-32-16,0 0-35 0,0 0-20 16,0 0-15-16,0 0-15 0,-32-22-14 0,33 22-20 15,6 0-11-15,2 0-10 0,3 0-3 0,7 0-1 16,2 0-2-16,5 0 2 0,7 3 2 15,1-1 2-15,6 0 0 0,0 1 0 0,2-2-1 16,1 0-1-16,-3 0-3 0,-3 0 2 0,-4 0-2 16,-5 1 1-16,-7-1 2 0,-8 0-2 0,-3-1 1 15,-9 1 10-15,-1-1 14 0,0 0 15 16,-8 0-2-16,-5 0-9 0,-8-1-16 0,-9-1-18 16,-5-1-2-16,-9 2 2 0,-3 0 4 0,-4 1 4 15,-3 0 2-15,2 0 3 0,6 0 1 16,0 0 3-16,10 1 3 0,2 1-2 0,10 1 2 15,6-2-4-15,6 1-4 0,5-1-3 0,6 1-8 16,1-1-10-16,6 1 10 0,7 3 6 0,6 3 13 16,12-2 13-16,11 2-5 0,9-2-1 0,12-1-4 15,14-2-1-15,6 0-6 0,8-3-10 16,10 0-27-16,0 0-135 0,-26 0-621 0,-21-2-654 0</inkml:trace>
  <inkml:trace contextRef="#ctx0" brushRef="#br0" timeOffset="247914.788">23259 6015 0 0,'0'0'0'0,"0"0"92"0,0 0 82 0,0 0-59 16,0 0-13-16,0 0 19 0,0 0 32 0,0 0 14 16,0 0 13-16,0 0-1 0,0 0-11 15,0 0-11-15,119-6-24 0,-81 3-21 0,4 0-24 0,1-2-23 16,7 2-20-16,0-2-18 0,2-1-7 15,1 1-6-15,2 0 0 0,-5-1-4 0,-3 0-5 16,-1 1-2-16,-6 1-8 0,-5 0 3 0,-9 1-3 16,-7 1 2-16,-9 1 3 0,-4 1 0 0,-6 0 12 15,0 0 12-15,0 0 11 0,-9 0 9 16,-1 1-8-16,-6 2-11 0,-10 3-12 0,-6 1-9 16,-9 1-4-16,-2 2 2 0,-6 1 0 0,0 0-3 15,-3 2 1-15,-2 1-1 0,-3-2-5 0,6 0 2 16,0 0-5-16,4-1-4 0,9-2-15 15,4-1-42-15,14 0-115 0,7-2-488 0,10-2-663 16</inkml:trace>
  <inkml:trace contextRef="#ctx0" brushRef="#br0" timeOffset="299981.5462">28025 15335 0 0,'0'0'0'0,"0"0"0"16,0 0 29-16,0 0 331 0,0 0-48 16,0 0-51-16,0 0-49 0,0 0-43 0,0 0-26 15,0 0-24-15,0 0-17 0,0 0-6 0,1 6-15 16,-1-6-9-16,2 0-6 0,1 0-9 16,-1 0-1-16,2 0 3 0,3-1-7 0,1-4-2 15,2-1-6-15,2-6-15 0,-1 0-2 0,3-3-7 16,2-2-6-16,-5-1-1 0,1-3-7 0,-2-2-2 15,-3 0 1-15,1-2-2 0,-5 0-1 16,1 1 4-16,-2-1-2 0,0 2-2 0,-2 0 5 16,0 2-4-16,0 0-4 0,0 3 4 0,-3 2-6 15,0 4 0-15,2 3 4 0,0 3-4 16,1 3 0-16,0 2-4 0,-1-1-11 0,1 2-6 16,-2 0-6-16,0 3-2 0,1 3-1 0,0 3 3 15,-1 2 3-15,1 6 6 0,1 0 6 0,0 4-1 16,0 1 6-16,0 0 1 0,0 4-2 0,1 0 6 15,1 2-6-15,0-1-7 0,0 2-3 0,0 0-11 16,-1-1-6-16,0-2 1 0,0 1-7 16,1-2-3-16,-2 0-7 0,0-3-15 0,0-1-8 15,0-3-10-15,0-1-33 0,-2-2-49 0,1-2-55 16,0 1-92-16,-2-2-108 0,-1-3 24 16,0-1 400-16,4-4 0 0</inkml:trace>
  <inkml:trace contextRef="#ctx0" brushRef="#br0" timeOffset="300188.1583">28075 15553 0 0,'0'0'0'16,"0"0"0"-16,0 0 160 0,0 0 56 16,0 0 12-16,0 0-14 0,0 0-12 0,0 0-3 15,0 0-11-15,0 0 2 0,0 0-20 0,0 0-18 16,0 0-18-16,0 0-31 0,31 39-17 0,-18-39-23 15,2 0-14-15,-2-4-18 0,3 1-12 16,-1-2-7-16,4 2-13 0,-2-2-3 0,-2 1-26 16,2-1-59-16,-4 1-133 0,-3 0-387 0,-3 2-814 0</inkml:trace>
  <inkml:trace contextRef="#ctx0" brushRef="#br0" timeOffset="301714.9228">29192 15163 256 0,'0'0'172'16,"0"0"-100"-16,0 0 13 0,0 0 33 0,0 0 25 16,0 0-6-16,0 0-41 0,0 0-33 0,0 0-23 15,0 0-23-15,0 0-8 0,0 0-4 0,0 0-6 16,0 0 5-16,-31 4-5 0,28-2-5 16,-3 2 1-16,-4-2-3 0,0 0-1 0,0 0 8 15,-2-1 0-15,-1-1 2 0,-3 0 6 0,4 0 5 16,1-1 4-16,-1-3 10 0,1-2 0 15,4 0 2-15,-2 0 4 0,4-2-3 0,1-3 2 16,3 2-1-16,1-2-2 0,0 0-9 0,1 0-6 16,7 1-4-16,1-1-6 0,1 1 5 15,1 0-5-15,2 2 0 0,4 1-2 0,-2 1-6 16,2-1 4-16,3 3 3 0,-4 2-1 0,1 2 3 16,-1 0-3-16,-2 6 0 0,-3 2 2 0,0 2-2 15,-3 4 3-15,-2 0-1 0,-4 3-3 0,-2 2 4 16,-2 2-4-16,-8 4-1 0,-6 0 3 15,0 3-3-15,-5-1-2 0,-4 1-4 0,-1 2-4 16,0-3-8-16,-4 1-4 0,1-3 5 0,-1 2-3 16,3-4 13-16,2-3 7 0,4-5 0 0,3-2 10 15,6-4 0-15,2-3 6 0,2-4 11 0,5 0 6 16,1-2 0-16,2 0-17 0,-3-7-24 16,6-1-20-16,2-4-7 0,5-1 7 0,3 1 6 15,3 0 12-15,3 2 1 0,1 3 5 0,1 2 8 16,1 4-1-16,-1 1 11 0,4 5 5 15,-2 4 2-15,-1 3 8 0,-2 3 1 0,0-1 2 16,0 4 6-16,-2-1 1 0,-3 0-4 0,2 0-9 16,-1 0-5-16,-1-2-8 0,0 1-8 0,0-4-8 15,-2 0-40-15,2-3-77 0,-7-3-352 16,-1-2-601-16</inkml:trace>
  <inkml:trace contextRef="#ctx0" brushRef="#br0" timeOffset="302481.9886">29792 15122 594 0,'0'0'194'15,"0"0"-42"-15,0 0 4 0,0 0-5 16,0 0-6-16,0 0-26 0,0 0-32 0,0 0-15 16,0 0-18-16,0 0-8 0,0 0-18 0,0 0-6 15,0 0-10-15,102-56-12 0,-84 52 3 0,2 4-14 16,-3 0-3-16,-2 0-4 0,3 0-11 16,-6 4 2-16,-1-1-5 0,-1 1-7 0,-4 0 0 15,-2 2-4-15,-3 1 1 0,-1 1 4 0,0 0 6 16,-1 0 3-16,-8 1 0 0,-1 1 5 0,-1 0-3 15,-1 1 5-15,-5-2 3 0,3 2 2 16,-4-1 6-16,4 1 4 0,-3-2 3 0,2 0 4 16,1-1 4-16,4-2 1 0,0 0 3 0,6-2 2 15,2-1-5-15,0-1-1 0,2 0 6 16,3 1 6-16,4 0 15 0,7 2 8 0,1-2-1 16,9 2-2-16,1 0-8 0,6 0 0 0,4 1-1 15,0 1 2-15,4 1 3 0,-1 0-2 0,-3 2-1 16,-4 1-2-16,-1 0 0 0,-2 0-3 15,-7 2-3-15,-4 1 8 0,-6 0 5 0,-6 1 27 16,-4 3 18-16,-1 0 11 0,-10 0 6 0,-2 0-12 16,-9 1-10-16,-3-2-12 0,-6 1-10 15,-6-1-7-15,-3-4-6 0,-3-4-4 0,-3-2-14 0,-3-3-13 16,-2-4-26-16,-1-4-66 0,17-1-291 0,8-1-1135 16</inkml:trace>
  <inkml:trace contextRef="#ctx0" brushRef="#br0" timeOffset="303451.3591">31013 15063 0 0,'0'0'371'0,"0"0"-26"0,0 0-65 0,0 0-24 16,0 0-24-16,0 0-28 0,0 0-36 0,0 0-24 15,0 0-22-15,0 0-28 0,0 0-20 16,0 0-16-16,48-112-22 0,-41 107-7 0,-3 3-10 16,2 1-14-16,-4 1 3 0,0 0-13 0,-2 0-4 15,0 3 0-15,0 5-9 0,0 3 7 0,-4 1 0 16,-4 4-3-16,-2 4 0 0,-4 1-3 15,-2 2 2-15,-2-1 2 0,4 0 6 0,-3-2-1 16,5 0 0-16,0 0 4 0,2-2-7 0,3-1 7 16,1-3 0-16,1-2-4 0,5-1 9 0,1-3-5 15,6 0 1-15,3-2 5 0,2-2-4 16,6 0 10-16,3-3 3 0,2-1 3 0,6 0 2 16,2-5-5-16,0-2-4 0,0 0-6 0,4 0-5 15,-3 1 2-15,-2-1 0 0,-5 0 4 16,0 1-3-16,-8 2 3 0,-2-1 1 0,-5 2 0 15,-4-1 14-15,0 2 0 0,-5-2 3 0,-1 1-2 16,0-2-9-16,-2 0-5 0,-6-2-6 0,-1 2 2 16,-1-3-2-16,0 1 7 0,-3-1 1 0,1 0 1 15,-2-1 9-15,2 0-8 0,2 1 2 0,-1 1 0 16,1 0-6-16,3 1 10 0,2 2 0 16,2 1 3-16,-1 1 6 0,4 0-5 0,0 2-2 15,0 0-8-15,0 0-7 0,0 0-7 0,5 5-2 16,0 2 5-16,3 6-1 0,0 3 7 15,0 6 0-15,-1 4 1 0,0 8 8 0,-4 4-2 16,2 5 5-16,-5 3-5 0,-1 5-5 0,-8 2 1 16,-3 4-11-16,-5 3-22 0,-4 5-158 0,4-16-839 15,4-16-358-15</inkml:trace>
  <inkml:trace contextRef="#ctx0" brushRef="#br0" timeOffset="310031.5719">31194 14858 0 0,'0'0'0'0,"0"0"0"16,0 0 0-16,0 0 0 0,0 0 0 0,0 0 0 15,0 0 233-15,0 0-20 0,0 0-40 0,0 0-35 16,0 0-36-16,-120-34-24 0,114 33-10 15,-2 0-1-15,-2-1-4 0,1 2-3 0,0 0-7 16,-2 0-11-16,1 5-10 0,-1 1-8 0,-2 2-10 16,-3 5-8-16,0 3-3 0,-4 8-4 0,0 6-3 15,-5 7 4-15,1 8 4 0,-4 3 5 0,-1 7 3 16,-1 6 4-16,6 4 10 0,-3 3-2 0,6 2 10 16,7 0 2-16,3 4-16 0,5-2 2 15,7 2-12-15,3-5-8 0,10-5 4 0,5-7-6 16,5-10 2-16,10-8 0 0,1-9 8 0,5-8-3 15,1-8-4-15,1-7 4 0,7-7-12 16,-1-5 14-16,4-10 5 0,1-8 3 0,1-4 23 16,2-6 15-16,-2-5 40 0,-2-4 28 0,-4-5 10 15,-5-2 3-15,-5-3-25 0,-6-3-8 0,-4 0-13 16,-6-3-9-16,-6 1-4 0,-3-2-15 16,-10 0-7-16,-4-1-21 0,0 2-4 0,-13-2-9 15,-5 0-11-15,-8 2 4 0,-5 0-13 0,-7 5-7 16,-5 4-5-16,-7 8-26 0,-4 4-26 15,-3 7-60-15,10 10-266 0,16 7-1160 0</inkml:trace>
  <inkml:trace contextRef="#ctx0" brushRef="#br0" timeOffset="312014.7685">28134 16126 37 0,'0'0'234'15,"0"0"-40"-15,0 0-18 0,0 0-19 0,0 0-15 16,0 0-28-16,0 0-47 0,0 0-2 0,0 0-8 15,0 0-4-15,0 0 1 0,0 0-17 16,-130 16-7-16,111-6-9 0,1 2-5 0,0 2-1 16,1 1-6-16,-2 1 2 0,6 1-9 0,-2 2 1 15,3 0-3-15,5 3-9 0,2-2 3 16,3 3-10-16,2-2-4 0,1-1 0 0,5 1-8 0,5 0-2 16,5-3-1-16,4-3 4 0,8-2 8 15,3-4 13-15,6-4 11 0,7-5 3 0,-1 0 6 16,6-10-2-16,-2-4 3 0,2-3 13 0,-2-3 7 15,-4-4 26-15,-1-1 20 0,-6 0 14 16,-8-2 15-16,-6 1-2 0,-10-3-2 0,-3 1-5 0,-9 1-7 16,-2 0-10-16,-11-1-14 0,-3 3-9 15,-6 2-23-15,-5 2-9 0,-3 4-14 16,-1 5-17-16,-1 2 1 0,-2 7-9 0,-1 2-5 0,4 1-2 16,1 7-11-16,4 3-11 0,2 3-25 15,6 0-38-15,3 5-53 0,6-1-108 0,6 2-326 16,1-6-249-16,2-4 509 0</inkml:trace>
  <inkml:trace contextRef="#ctx0" brushRef="#br0" timeOffset="312365.2341">29306 15954 0 0,'0'0'0'0,"0"0"0"16,0 0 0-16,0 0 0 0,0 0 276 15,0 0 59-15,0 0-45 0,0 0-42 0,0 0-50 16,0 0-53-16,0 0-43 0,0 0-31 0,0 0 4 15,0 0 15-15,-14 25 20 0,12-9 4 0,-4 7-18 16,3 2-18-16,-3 4-22 0,1 5-9 16,-2 1-9-16,-2 4-11 0,2 1-4 0,-1 2-12 15,-1-3-2-15,0 1-4 0,1-1-11 0,-2-1-4 16,3 3-27-16,0-3-43 0,-1-2-52 0,-1-4-35 16,1-5-126-16,5-8-468 0,0-9-197 0</inkml:trace>
  <inkml:trace contextRef="#ctx0" brushRef="#br0" timeOffset="312830.9744">29881 15980 426 0,'0'0'187'0,"0"0"-6"0,0 0-15 0,0 0 23 16,0 0 16-16,0 0-6 0,0 0-37 0,0 0-32 16,0 0-34-16,126-30-31 0,-102 30-18 15,-1 2-29-15,-1 4-5 0,-2 1-9 0,1 3-8 16,-2 2 2-16,-2 1-19 0,-3 2-8 0,-3 1-13 15,-4 3-16-15,-4 0-4 0,-3 0-19 16,-4 1 3-16,-10 1-4 0,-3-2-4 0,-9 3 24 16,-1-2 4-16,-6-1 22 0,-1-1 19 0,-4-1 11 15,3-2 15-15,-1 1 8 0,2-4 18 0,0-1 12 16,6-1 12-16,2-2 13 0,6-1 4 16,8-3 1-16,3 0-16 0,7-2-11 0,2-1-4 0,7 1-1 15,7-1 14-15,7 0 1 0,8-2-4 16,4 1-7-16,8 0-18 0,8-4-5 0,1 0-13 15,2-2-6-15,0 0 1 0,-2 1-2 0,-1 1-4 16,-6 0-11-16,-5 1-9 0,-6 2-17 0,-3 1-9 16,-8 0-16-16,-4 0-35 0,-6 1-46 15,-6 2-134-15,0-2-336 0,-3 2-199 0,-2-1 633 0</inkml:trace>
  <inkml:trace contextRef="#ctx0" brushRef="#br0" timeOffset="313302.8662">31133 16020 3036 0,'0'0'-107'15,"0"0"-163"-15,0 0-102 0,0 0 21 0,0 0 103 0,0 0 226 16,0 0 139-16,0 0 21 0,0 0-8 15,0 0-49-15,121-48-45 0,-98 46-24 0,6 1-17 16,5 1-2-16,1 0 4 0,-2 0-2 0,3 1 4 16,-5 4-3-16,-5 0-5 0,0 3-7 0,-5 0-7 15,-3 1-6-15,-4 2-11 0,-3-1-3 16,-3 1-15-16,-7 0-17 0,-1 0-2 0,-5 1 5 16,-10-1 16-16,-3 0 26 0,-3 1 17 0,-2-2 13 15,-4 0 11-15,1-2 8 0,-2 1 9 16,0-1 13-16,5-1 7 0,1-1 10 0,4-1 10 15,3 0-9-15,5 0 4 0,2 0-15 0,6-1-17 16,2 0 8-16,3 5-6 0,7-1 9 0,8 3 10 16,2 2-8-16,6 1-1 0,4-1-15 15,6 1-6-15,-2 0-11 0,1-1-3 0,-3 0 1 16,-7 0-13-16,-3 0 9 0,-3 0-10 0,-8-1-2 16,-3 0 14-16,-7 0-7 0,-2 1 16 15,-11 1 14-15,-9 1 6 0,-8 0 14 0,-9 0 0 16,-4-1-7-16,-8-2-10 0,-3 0-13 0,-5-4-14 15,-5-1-19-15,-1-4-52 0,-4 0-206 0,17-2-802 16,16-1-204-16</inkml:trace>
  <inkml:trace contextRef="#ctx0" brushRef="#br0" timeOffset="314753.176">9327 10532 945 0,'0'0'179'0,"0"0"-55"16,0 0-21-16,0 0-30 0,0 0-27 0,0 0-26 15,0 0-18-15,0 0-6 0,0 0-13 0,0 0-4 16,0 0 1-16,0 0-2 0,116-49 8 0,-96 47 1 16,1 1 3-16,1 0 1 0,-3 0 0 15,1 1-1-15,-4 0 2 0,0 0 0 0,-6 0-4 16,0 0-6-16,-5 2-11 0,-1 0-10 0,-3 1 8 15,-1 0 17-15,0 2 22 0,0 3 26 0,0 0 7 16,-5 4 2-16,0 0-5 0,-5 3-9 16,1 1 1-16,-1 2-4 0,-1-4-1 0,1 0 0 15,0-1-3-15,-1-1-2 0,5-3-5 0,0 1-4 16,2 0-7-16,1-3-1 0,2 1-1 0,1-1 0 16,0 0 8-16,1 0 1 0,7 0 7 15,2 1 4-15,2 0-1 0,4 0 3 0,2 0 0 16,2-1 1-16,4 2-1 0,0-2-1 15,0 1 0-15,1-1-4 0,-2 0-1 0,2 0-1 16,-5-1-6-16,-6 1 4 0,-2 0-8 0,-3-2 3 16,-5 1 7-16,-2 0 15 0,-2 1 19 0,0 1 17 15,-6 2 11-15,-4-1-3 0,-4 3-1 16,-3-1-9-16,-5 2-12 0,-5-1-3 0,1-1-11 16,-5 0-4-16,-2-1-3 0,-1-3-13 0,0-2-3 15,-3 0-20-15,0-3-48 0,12-1-204 0,6-1-1233 16</inkml:trace>
  <inkml:trace contextRef="#ctx0" brushRef="#br0" timeOffset="321616.3307">12789 10719 0 0,'0'0'0'0,"0"0"0"16,0 0 0-16,0 0 0 0,0 0 196 0,0 0 36 16,0 0-93-16,0 0 2 0,0 0 10 15,0 0-5-15,0 0 30 0,0 0 25 0,60-57 7 16,-60 56-6-16,0 1-25 0,0 0-35 0,0 0-35 16,-2 0-30-16,0 0-26 0,-1 0-28 15,1 0-41-15,-6 1-16 0,0 0-21 0,-5 1-12 16,-3 3 18-16,0 0 0 0,-3 4 12 0,1-1-11 15,0 1 15-15,2 0 6 0,-2 0 7 0,5 2 24 16,-1-2-2-16,4-1-2 0,4 0-7 16,0 0-3-16,2-2-11 0,4 0 0 0,0 1 0 15,0 1 8-15,1 0 12 0,5 1 0 0,2 0 10 16,3 1-3-16,3 1 0 0,0-1 8 0,5 1-4 16,0-1 8-16,2-2 1 0,0 1-6 0,-3-1-2 15,1-1-6-15,-5 0 1 0,0-1 1 0,-4 0 5 16,-4 0-2-16,-1-1-2 0,0 2 1 15,-4 0-1-15,-1 1 9 0,0 1 5 0,-1 1 0 16,-5 0 4-16,-1 1-9 0,-3 0-2 0,0 0 0 16,-4 0-3-16,0-2 3 0,-1 1-2 15,-1-3-1-15,0 0-3 0,1-1-4 0,-4-3 0 16,2-1-6-16,2 0-4 0,-4-2-14 0,4 0-22 16,0-6-50-16,2-1-128 0,-1-4-216 0,3 3-307 15,5 2 76-15</inkml:trace>
  <inkml:trace contextRef="#ctx0" brushRef="#br0" timeOffset="321781.8433">12752 10579 1992 0,'0'0'233'16,"0"0"-104"-16,0 0-46 0,0 0-5 0,0 0-11 15,0 0-2-15,0 0-20 0,0 0-25 16,0 0-9-16,0 0-23 0,119-52-28 0,-66 36-73 15,-9 2-406-15,-13 6-999 0</inkml:trace>
  <inkml:trace contextRef="#ctx0" brushRef="#br0" timeOffset="323848.3443">12770 10400 300 0,'0'0'254'16,"0"0"64"-16,0 0-44 0,0 0-13 16,0 0-19-16,0 0-52 0,0 0-36 0,0 0-25 15,0 0-34-15,0 0-25 0,0 0-30 0,0 0-24 16,19-82-23-16,-19 82-24 0,0 0-26 0,0 2-37 16,0 4 17-16,0 3 21 0,0 7 35 15,0 5 42-15,0 4-5 0,-4 6 0 0,-2 2-11 16,-2 0 0-16,-2 2 2 0,1 0-7 0,-1-2 7 15,-2-1-4-15,2-3-2 0,-1 3 4 16,-1-4-2-16,0 0 3 0,1 1-2 0,-1-4 4 16,3-2-5-16,2-1 0 0,-2-2 1 0,4-6-10 15,0-1 9-15,2-4-1 0,1 0-1 0,0-5 6 16,1 0-10-16,1-2-2 0,0-1-2 0,0 0-10 16,1 1 16-16,3-2 4 0,1 1 6 15,3 0 11-15,4-1-8 0,3 0-3 0,4 0-1 16,3 0-3-16,3-2-1 0,4-3-1 0,1 0-2 15,0 1-2-15,0-3 3 0,1 1-3 0,-3-1 1 16,-2 0 0-16,-1 1-2 0,-2-1 4 0,-4 2-1 16,-2 0 4-16,-2 0-1 0,-4 1 0 15,-2 0 8-15,-4 1 0 0,-1-1 10 0,-2 2 6 16,-1 0 2-16,0-2 5 0,1 1-7 0,-1-2-3 16,-1 0-5-16,1-2-7 0,-1 1 2 15,0-3-5-15,0-2 4 0,0 2-2 0,0-3-1 16,0 1 1-16,0 0-4 0,0-2 8 0,-2 1-6 15,0-1 4-15,0 1 6 0,1 1-9 0,-2-1 12 16,1 3 0-16,-2 1 1 0,2 1 5 16,-3 2-4-16,3 2 0 0,1 1-4 0,-1-1-4 15,1 3-4-15,-1 0-9 0,1 0-2 0,1 0-12 16,0 0-5-16,0 0-9 0,0 0-21 0,-2 0-10 16,1 5 6-16,0 3 14 0,-1 6 20 15,-4 3 19-15,3 6-2 0,-4 1-2 0,0 5 0 16,1 3-2-16,-2 2 3 0,2 4 5 0,-1 2-6 15,-3 0 3-15,3 4-4 0,0-1-6 0,1 1 6 16,-3-1-6-16,4 0-3 0,-1-4-2 0,-2-5-14 16,1 0-6-16,1-8-6 0,1-5-7 15,1-6-2-15,3-9-12 0,1-5-23 0,0-4-282 16,0-6-494-16,0 1-82 0</inkml:trace>
  <inkml:trace contextRef="#ctx0" brushRef="#br0" timeOffset="324564.9509">12840 10361 0 0,'0'0'0'0,"0"0"118"0,0 0 228 0,0 0-16 16,0 0-34-16,0 0-60 0,0 0-51 0,0 0-42 16,0 0-40-16,0 0-26 0,0 0-17 0,0 0-1 15,0 0-2-15,0 0-5 0,-16-13-5 16,17 13-13-16,-1 0-15 0,0 0-17 0,0 0-20 15,0 1-22-15,0 3-11 0,0 3 21 0,0 6 15 16,-3 4 24-16,0 8 10 0,-6 4-6 0,-1 6-3 16,-1 5-1-16,-4 2 1 0,-1 2-4 15,-3-1-7-15,1 1-3 0,2-4-1 0,-1 0-3 16,3-2 2-16,0-5 2 0,4-1 0 0,1-4 2 16,2-5-5-16,2 0-6 0,3-6 0 15,-1-3-9-15,2-5 4 0,1-4-1 0,0-1 0 16,1-3 16-16,4-1 9 0,3 0 17 0,2-3 10 15,2-4-2-15,7-3-4 0,3-3-6 0,6-2-8 16,3-3-3-16,1 3-7 0,2-2 0 0,1 2-1 16,-3 1-6-16,0 1 5 0,-2 4-5 15,-1 1-1-15,-5 2 2 0,-3 3-4 0,-2 1 2 16,-3 2-1-16,-5 0 0 0,-2 0 1 0,-3 0-2 16,-1 0 2-16,-2 1 0 0,0 0 1 0,0 1 0 15,-1-1 0-15,-2-1 1 0,1 1 1 0,-1-1 4 16,1 0 6-16,-1 0 8 0,0 0 13 15,0 0 14-15,0 0 16 0,1 0 20 0,-1-4-7 16,0-3-15-16,0-2-21 0,0-1-20 0,0-3 5 16,0-2 8-16,0 1 8 0,0 0 1 15,0-1-4-15,0 0-4 0,-2-2-5 16,-1 3 1-16,0 0-2 0,-1 3 2 0,2 2 1 0,0 2 1 16,-1 4-1-16,0 0-4 0,1 3-6 0,2 0-13 15,0 0-9-15,-1 0-16 0,1 0-17 16,-2 3-19-16,0 4 7 0,-1 7 11 0,-1 5 16 15,-2 10 27-15,3 6-5 0,-4 5-2 0,3 1 2 16,-2 6-3-16,2 1-11 0,-2 2-20 16,3 1-49-16,1 3-97 0,0-15-476 0,1-12-819 0</inkml:trace>
  <inkml:trace contextRef="#ctx0" brushRef="#br0" timeOffset="328864.3522">12922 10696 389 0,'0'0'537'0,"0"0"-391"15,0 0 1-15,0 0 5 0,0 0 14 16,0 0 5-16,0 0-43 0,0 0-25 0,0 0-26 0,0 0-26 16,0 0-9-16,0 0-22 0,-40-48-13 15,39 48-12-15,-1 0-12 0,-1 1-5 0,-2 3 3 16,-3 0 3-16,-3 3-1 0,-2 4 9 0,-6 1-2 16,0 2 2-16,-2 1 8 0,2 0-5 15,3 1 3-15,0-1 0 0,4 2-7 0,2-2 5 0,1 1-8 16,2-3 2-16,6 1 4 0,1 0-1 15,4 2 7-15,5-4 3 0,6 1 4 16,7-1 5-16,6-3-4 0,3-2 0 0,5-3-10 0,8-3-11 16,1-1-5-16,5-4-7 0,4-4-2 15,-3-2-3-15,-4-3 5 0,1-3 7 0,-10 0 7 16,-4 0 22-16,-7-1 12 0,-6 4 21 0,-8-1 31 16,-7 2 19-16,-6 2 7 0,-3-1-20 0,-8 1-23 15,-6 0-36-15,-6 1-13 0,-4 1 1 16,-9 1-4-16,-2 2 7 0,-4 3-7 0,-6 0-5 15,-1 2-3-15,-2 3-9 0,0 4 5 0,6 2 1 16,4 2-2-16,5 0 4 0,2 1-8 16,9 3-3-16,4-2-6 0,4-1-12 0,7-2-5 15,6 0-8-15,3-2 0 0,1 1 2 0,8-1 6 16,9 1 7-16,4-1-1 0,9-1-7 0,5-3-3 16,6-3-5-16,5-1-2 0,5-1 5 15,-1-5 6-15,0-2 6 0,-6-2 10 0,-4 0 10 16,-5-1 10-16,-8 1 17 0,-3-1 23 0,-9 3 39 15,-6-2 37-15,-3 2 27 0,-6 1 6 0,0 0-20 16,-8 0-43-16,-5-1-34 0,-6 0-31 0,-2-2-15 16,-6 1 4-16,-7 1-3 0,-6 2 1 0,1 1-1 15,-6 2-5-15,2 2 0 0,1-1-1 16,4 2 0-16,5 0-2 0,0 0-5 0,5 4-2 16,3 1-7-16,5 0-4 0,5 1-3 0,3 1-6 15,3 1-6-15,4 1-3 0,1-3-6 16,4 3-4-16,0-2 4 0,2 1 3 0,7-1 9 15,4-1 10-15,4 1 6 0,5-2 8 0,6-1 0 16,1-1 2-16,2-3 5 0,2 0-1 0,4-1 2 16,0-5 2-16,-2-2 1 0,0-4 5 15,-4-1 8-15,-3 0 9 0,-4 0 15 0,-6-2 13 16,-1 0 10-16,-6-1 12 0,-1 0-2 0,-3 1 5 16,-5 0-3-16,-2 0-13 0,0 1-11 0,-10 0-23 15,-4-1-18-15,-4 2-12 0,-5-1-6 16,-3 1-2-16,-5 1-1 0,-4 3 0 0,-1 2 0 15,-1 3-2-15,4 3-1 0,-2 1-5 0,3 2 1 16,2 6-5-16,3 3 2 0,0 2-3 0,4 2-4 16,2 0 3-16,2 0-6 0,7 0-1 0,3 0 1 15,2 0-7-15,5 1 3 0,2 0-3 16,4 0 3-16,8 2 6 0,5 0-2 0,5-1 6 16,4-1-2-16,5-2-2 0,4-4 3 15,2-3 2-15,2-4 6 0,1-3 6 0,1 0 10 16,-2-6 6-16,-4-5 5 0,-1 0 7 0,-7-2 3 15,-4 1 11-15,-7-2 12 0,-1 0 18 0,-6 2 10 16,-4 0 3-16,-4 0 0 0,-1 3-16 0,-1 0-14 16,-7 0-15-16,-2-1-21 0,-2 3-9 15,-6-1-14-15,-3 2-2 0,-1 1 0 0,-1 3-4 16,-4 1 5-16,1 1-5 0,-3 3-8 0,3 5-3 16,1 4-2-16,0 2 6 0,4 3 0 0,1 2 7 15,3 1-4-15,3-1-4 0,3 1 3 16,3 1-5-16,5 1 4 0,3 0-1 0,0-2-5 0,5 0 5 15,7 0-4-15,2-2 5 0,3-3 7 16,2-4-2-16,6-2 2 0,-3-5 0 0,5-2 4 16,-2-2 10-16,3-1 8 0,-2-4 12 0,-2-5 5 15,-2-1 8-15,-2-2 4 0,-5-3 7 16,0 1 15-16,-5-1 1 0,0-1 10 0,-2 2 1 16,-4 0-3-16,-1-1 5 0,-3 3-11 0,0-1-9 15,-6 0-15-15,-3 0-15 0,-1 1-7 16,-5 1-9-16,0 2-1 0,-2 0-14 0,1 5 0 15,-3 1-6-15,1 2-10 0,1 2 3 0,2 0-9 16,-3 2 2-16,6 4 9 0,-3 1-5 0,4 2 11 16,0-1 0-16,3 0-4 0,1 0 4 0,2 0-4 15,1-1 3-15,-1 3 2 0,1-1 3 16,2 1 0-16,-2 1-5 0,2 2-3 0,-2-1-16 16,3 2-28-16,-2 0-86 0,0-2-446 0,2-3-597 0</inkml:trace>
  <inkml:trace contextRef="#ctx0" brushRef="#br0" timeOffset="332231.937">12779 9944 19 0,'0'0'359'0,"0"0"-120"0,0 0-80 0,0 0-28 16,0 0-1-16,0 0 15 0,0 0 2 0,0 0 1 15,0 0-1-15,0 0-20 0,0 0-10 16,0 0-8-16,24-43-7 0,-25 43-4 0,-1 0-19 16,-1 0-25-16,-3 0-27 0,0 0-27 0,-3 0-20 15,-4 1-5-15,-1 1-1 0,-2 3 4 0,-2 1 9 16,0 1 5-16,-1 1-2 0,1 1 2 0,4 2-6 15,-2-1 0-15,4 0-2 0,2 1-5 16,0-1 2-16,5 0-5 0,1 0 2 0,3 2 5 16,1 0 1-16,3 0 12 0,4 0 1 0,3-2 4 15,5 2 3-15,1-3-6 0,4 0 4 16,4-1 0-16,2 0 0 0,-1-1 3 0,0-1 0 16,0 1-1-16,-3 0-2 0,-3-2 1 0,-2 1-2 15,-3 0 0-15,-4 0 4 0,-4 1-2 16,-1 0 5-16,-2 0 5 0,-3 4 5 0,0-1 7 15,-7 4 0-15,-2 1 3 0,-4 1-5 0,-1 0-1 16,-4 1 4-16,-1-2-8 0,-5-1 3 0,0 1-3 16,0-2-6-16,1-1 1 0,-3-2-4 0,3-1-1 15,-1-1-3-15,-1-3-3 0,5-2-4 16,-1-3-6-16,1 0-4 0,5-1-20 0,0-8-52 16,5-4-213-16,2 1-508 0,5 4-322 0</inkml:trace>
  <inkml:trace contextRef="#ctx0" brushRef="#br0" timeOffset="332396.9277">12760 9755 2424 0,'0'0'110'0,"0"0"-15"0,0 0-23 16,0 0-11-16,0 0 1 0,0 0-16 0,0 0-23 15,0 0-11-15,0 0-22 0,0 0-21 0,163-65-41 16,-109 51-177-16,-8 5-787 0,-17 2-471 0</inkml:trace>
  <inkml:trace contextRef="#ctx0" brushRef="#br0" timeOffset="337399.1534">9506 10206 0 0,'0'0'0'0,"0"0"0"0,0 0 183 0,0 0 118 15,0 0-80-15,0 0-74 0,0 0-50 0,0 0-39 16,0 0-26-16,0 0-17 0,0 0-13 0,0 0-6 15,0 0-17-15,1 1-21 0,-1-1-22 16,3 1-37-16,0 2 37 0,1-2 29 0,6 2 33 16,4 1 41-16,2 1-20 0,5-1-6 0,1 1-6 15,6-2 2-15,-2 3 1 0,3-4-1 0,3 0 1 16,3-3-3-16,-1 1-1 0,0 0 1 0,-2-2-5 16,-3-2 3-16,-5-1 3 0,-1 0 3 15,-3 1 9-15,-4-2 9 0,-3 0 24 0,-4 0 19 16,-2 0 29-16,-3 2 16 0,-3-1 3 0,-1 2-6 15,2-2-22-15,-2 2-12 0,2 0-26 0,-1-1-19 16,1 2-16-16,-1 1-45 0,6 1-15 0,0 0-15 16,7 0-12-16,0 0 14 0,6 0-2 15,6 4 5-15,-2 4 7 0,5 1 2 16,1 2 8-16,1-1 4 0,1 3 0 0,-1-2 2 0,-1 2 1 16,0-2 3-16,-2 0 3 0,-5 0 9 15,-2-1-1-15,-1-4 7 0,-2 0 6 0,-6-1-2 16,1-3 17-16,-5-2 11 0,0 0 22 0,-3 0 32 15,2 0 11-15,0-5 8 0,0-1-15 16,3 0-25-16,3-4-19 0,0-1-14 0,4 1-6 16,-1-1-2-16,3 1-7 0,-1 2-4 0,-2 1-5 15,1 1-5-15,0 2-2 0,-1 1-5 0,-1 2-4 16,1 1-3-16,-2 0-7 0,-1 0-5 16,0 3-5-16,-2 0-1 0,1 2-2 0,-5 1-2 0,0-1-6 15,-1 1-16-15,-2 1-21 0,-3-3-44 16,-1 2-180-16,0-3-371 0,0 0 469 0</inkml:trace>
  <inkml:trace contextRef="#ctx0" brushRef="#br0" timeOffset="338073.4684">10291 9560 0 0,'0'0'122'16,"0"0"249"-16,0 0-19 0,0 0-54 0,0 0-40 15,0 0-44-15,0 0-37 0,0 0-42 0,0 0-51 16,0 0-40-16,0 0-36 0,0 0-29 16,0 0-20-16,0 0-34 0,-23-24-34 0,23 27-41 0,-1 1 20 15,-2 4 39-15,-2 3 38 0,2 7 59 16,-5-1-4-16,2 3-6 0,-2-1 2 0,0 0-3 16,0 0 3-16,2 0-2 0,-1-2-3 0,0-1 2 15,5-1-6-15,-1-2-1 0,1-5 1 16,2-2-10-16,0-4 7 0,0-2 7 0,0 0 20 15,5 0 41-15,0-1 19 0,5-4 17 0,4-2-8 16,2-3-21-16,2-2-20 0,4 0-14 0,2-1-4 16,-3-1-8-16,1 3 3 0,-1-1-3 15,-4 2-8-15,-2 3-1 0,-2 1-6 0,0 4-4 16,-3 0 0-16,-5 2-9 0,1 0-7 0,-3 0-10 16,-1 0-1-16,-1 1 1 0,0 2 9 15,2 1 10-15,-2 0 3 0,0 2 4 0,-1 1-2 0,1 0 4 16,-1 0 2-16,0-2-2 0,1 0 6 15,-1 0-1-15,3-1 3 0,0 0 2 0,0 0 0 16,3 0 6-16,-1-1-3 0,2 0 8 0,0-1 4 16,1 0 2-16,2-1 8 0,1-1-3 0,0 0 2 15,3 0-1-15,-2 0-6 0,-1 0 7 16,0-1-1-16,-2-1 7 0,-1-1 9 0,-3-1 5 16,0 2 10-16,-3-2 2 0,-1 2 1 0,-1-1-6 15,0-1-7-15,0-1-9 0,0 2-13 0,0-2-3 16,0 2-15-16,-1 0-7 0,-1 1-3 15,0-1-13-15,-1 0 0 0,1 2-7 0,1 1-8 16,0 0-2-16,0 0-13 0,1 0-16 0,-1 0-26 16,0 0-35-16,-1 0-66 0,-1 0-92 0,0 1-228 15,-1 2-241-15,1 0 319 0</inkml:trace>
  <inkml:trace contextRef="#ctx0" brushRef="#br0" timeOffset="338782.7511">10312 9371 122 0,'0'0'365'16,"0"0"30"-16,0 0-39 0,0 0-32 0,0 0-67 16,0 0-72-16,0 0-56 0,0 0-45 0,0 0-30 15,0 0-27-15,0 0-26 0,0 0-8 0,0 0-21 16,-14-11-20-16,14 12-25 0,0 2-39 15,-1 2 15-15,-2 4 23 0,-2 4 37 0,1 7 43 16,-3 2 2-16,-3 2 1 0,0 1-9 0,-1 4 4 16,-1-2 2-16,1 0-5 0,-2 1 6 0,0-2-8 15,3-1 0-15,-1 0 1 0,4-1-4 16,1-2 4-16,-1-4-2 0,5-1 0 0,1-4 1 0,1-4-1 16,0-2 5-16,0-3 3 0,4 1 14 15,4-3 13-15,1 0 13 0,3-2 16 16,6 0 1-16,4-7-1 0,2-2-10 0,4-2-14 15,2 0-11-15,3-1-12 0,2 2-4 0,-1 0-8 16,2-1 0-16,-1 3-4 0,-2 1-1 0,-3 3 1 16,-2 1-8-16,-7 2 3 0,-1 1-5 0,-7 0-4 15,-4 0 3-15,-1 1-10 0,-5 0 2 0,0 2 2 16,-3-3-2-16,0 1 15 0,0-1 8 16,0 0 16-16,0 0 21 0,0 0 21 0,-2 0 32 15,-1 0 21-15,3-1-4 0,-3-5-24 0,-1-5-37 16,0 0-29-16,1-1-14 0,-2-4 4 15,0 1 1-15,0 0-5 0,1-3 7 0,-4 3-8 16,5 1 4-16,-2 2 1 0,2 3 1 0,-1 1 2 16,1 3-3-16,1 3 4 0,0 0-10 0,2 2-6 15,0 0-13-15,0 0-39 0,0 3-35 0,-1 5 1 16,1 7 11-16,-1 6 36 0,-2 11 37 16,1 2 6-16,0 5 0 0,2 4-2 0,0 0 1 15,0 1-4-15,0 0 1 0,0 2-3 16,-1 3-5-16,-1-1-40 0,-2 3-92 0,1-14-379 15,0-11-935-15</inkml:trace>
  <inkml:trace contextRef="#ctx0" brushRef="#br0" timeOffset="352605.8036">5824 12944 0 0,'0'0'0'0,"0"0"0"16,0 0 0-16,0 0 0 0,0 0 0 15,0 0 0-15,0 0 0 0,0 0 19 0,0 0 189 0,0 0-5 16,0 0-9-16,0 0-14 0,-61-11-17 15,55 10-19-15,1-1-19 0,0 1-25 0,-1 1-15 16,1 0-14-16,0 0-17 0,0 0-15 0,1 0-17 16,0 0-14-16,2 0-8 0,1 0-1 15,1 0-5-15,0 0-10 0,0 0-8 0,0 0-11 16,1 0-14-16,1 0-19 0,5 1 45 0,2 4 35 16,6 0 34-16,5 2 45 0,8-3-24 0,4 1-16 15,8-2-3-15,2 0-4 0,8-2-7 16,0-2 2-16,6 1-9 0,0 0-8 0,4 0-3 15,-1 0-8-15,-5-1-4 0,3 1-1 0,-6 0-4 16,-6 0-1-16,-2 0-1 0,-6 0-3 0,-4 0 3 16,-5 1-4-16,-5 1 3 0,-5 0 0 0,0 0-1 15,-8 0 2-15,-3-1-3 0,-2 0 0 16,-4-1 7-16,-1 0 4 0,0 1 16 0,0-1 13 16,0 0 12-16,0 2 8 0,0-2-3 0,0 0-1 15,-2 0-10-15,-4 0-6 0,3 0-9 16,-2 0-20-16,-5 0-10 0,-6 0-14 0,-1 0-5 15,-5 1 6-15,0 2 0 0,-6 1 6 0,-2 0 0 16,-2 0 1-16,0 1 3 0,-7 2 0 0,-1 0 3 16,-2-1 0-16,-3 0 2 0,-2 0 1 0,0-1-1 15,1 0 3-15,-3 0-1 0,1 1 1 16,3-1 0-16,-1-2 1 0,7-1 0 0,0 0 3 16,3-2 3-16,5 0 3 0,2 0 1 0,7 0 3 15,2 0 0-15,8 0 4 0,3-2 5 16,2 1 7-16,5 0 4 0,2 1-3 0,0-1-8 0,4 1-18 15,1-1-24-15,-2 0-12 0,5-2-5 16,6 1 8-16,5-1 12 0,8 0 10 0,4-1-1 16,5 1-1-16,1 0 2 0,7 2-6 0,0 1 3 15,3 0-4-15,-1 0 0 0,5 4 5 16,-1-1-2-16,3 1 1 0,-1-1 0 0,1 0-2 16,-5-1 3-16,1 0 0 0,-4-2 0 0,-1 0 2 15,-3 0-2-15,-4-2 3 0,-3-2 0 0,-5 0 2 16,-5 0 0-16,-5 1 3 0,-8-1-1 15,-1 1 4-15,-7 2 9 0,-3-1 15 0,0 1 16 16,-2 0-13-16,-4-1-10 0,-4-3-24 0,-5 0-24 16,-3 2 5-16,-5-2-2 0,-8 3 7 15,-4 0 3-15,-2 0 5 0,-5 2 3 0,-1 0-2 16,-3 0 2-16,-2 2 2 0,-3-2-1 0,3 0 5 16,-5 1-1-16,4 1-4 0,-1 0 3 0,2 2-7 15,1 1 3-15,3-1 4 0,4 1-3 16,1 1 6-16,5-1-3 0,5 0-1 0,2-1 2 0,9-1 0 15,5-1 3-15,6-1 4 0,3 0 2 16,4-1-4-16,0 0-5 0,0 0-11 0,2 0-20 16,5 0-6-16,0 0 4 0,6 0 9 0,9-1 21 15,7-1 10-15,2-1 0 0,9 2 0 0,2-3-4 16,6 2-4-16,5-1 1 0,6 2-2 16,1 0 0-16,4 0 4 0,-1 1-7 0,3 0 0 15,-3-1 1-15,-6 1-7 0,-1 0 8 16,-9-1 1-16,-4 0-1 0,-11-1 5 0,-3 0-4 15,-8 2-3-15,-5 0 0 0,-7 0-3 0,-4 0 0 16,-4 0 5-16,-1 0 6 0,0 0 5 0,0 0 10 16,-3 0-1-16,-4 0 4 0,-2 1-1 0,-4 2-11 15,-6 1-1-15,-3 0-7 0,-6-1-4 16,-3-1 7-16,0 0 1 0,-4-1-2 0,-2 1 5 0,-3-2-7 16,0 0 0-16,-5 0-1 0,-2 0-4 15,-4 0 2-15,2 0-1 0,-2 0 3 0,5 0 2 16,0 0 1-16,7 0 1 0,6 0-2 15,2 1 0-15,7-1-3 0,8 0 0 0,5 0 0 0,4 0 0 16,6 1 0-16,1-1-9 0,0 0-19 16,2 0-26-16,6 1 4 0,10 0 13 0,6 0 17 15,13 1 28-15,9-2-8 0,12-2-8 0,12 2-15 16,11-5-39-16,10-2-130 0,-20 1-473 16,-21 3-515-16</inkml:trace>
  <inkml:trace contextRef="#ctx0" brushRef="#br0" timeOffset="354582.9727">4731 12179 0 0,'0'0'0'0,"0"0"0"0,0 0 0 16,0 0 0-16,0 0 129 0,0 0 60 0,0 0-27 15,0 0-35-15,0 0-15 0,0 0-24 16,0 0-15-16,0 0-4 0,-117-46-16 0,104 45-15 16,2-1-16-16,0 2-12 0,-1 2-9 0,-2-1-7 15,-2 3-6-15,1 2-9 0,-1 4-9 0,-3 0 2 16,0 4 0-16,0 3 2 0,-2 4 5 16,0 2-4-16,-1 4-2 0,0 6 3 0,0 1 3 15,0 5 5-15,3 3 4 0,0 4 0 0,2 2-4 16,6 3-3-16,1 2-1 0,3 1 0 0,4-1 0 15,4-2 1-15,4-1-7 0,6-7-2 16,3-5 1-16,7-9 3 0,8-5 15 0,1-8 10 16,8-3 9-16,4-8 10 0,5-4 4 0,2-2 0 15,7-6 2-15,1-5-4 0,4-6-4 16,0-3 7-16,0 0 5 0,-4-4 17 0,-4-1 20 16,-4 1 33-16,-9-3 19 0,-7 0 20 0,-5 1 22 15,-11-1 15-15,-3 2 11 0,-11-2-5 0,-4-2-19 16,-1-1-40-16,-10-2-34 0,-7-3-28 15,-4-1-28-15,-6 1-18 0,-8 0-10 0,-4 1-9 16,-3 5 1-16,-9 5-4 0,1 5-6 0,-4 6-11 16,-4 9-21-16,0 5-29 0,-2 12-63 0,-3 14-218 15,16-2-576-15,15-5 121 0</inkml:trace>
  <inkml:trace contextRef="#ctx0" brushRef="#br0" timeOffset="374832.7454">25986 6407 0 0,'0'0'0'0,"0"0"0"0,0 0 0 0,0 0 125 16,0 0 74-16,0 0-41 0,0 0-50 0,0 0-30 15,0 0-25-15,0 0 9 0,0 0 5 16,0 0-5-16,-2-16 0 0,2 13-1 0,0 1 0 15,0 0 2-15,0-1 1 0,0 1-3 0,0 0 2 16,0-1 2-16,0 1-1 0,-1 0 1 16,1-1-1-16,-1 2-2 0,-1 0 1 0,2 0-5 15,-2 0-5-15,-1-1-7 0,0 1-12 0,0 0-10 16,0 1-11-16,-2 0-12 0,0 0-6 16,-2 0-6-16,-3 1-2 0,0 3 2 0,-4 2 0 15,-1 1 4-15,-4 1-1 0,2 2 3 0,-2 1 1 16,2 1-1-16,-1 2-3 0,3 1-1 0,0 3-1 15,2 5-1-15,0 2 3 0,2 2-1 16,2 2 0-16,0 4 4 0,3 0-3 0,3 0 2 0,3 0-2 16,0 3-1-16,3-2 2 0,5-1-2 15,3-5 3-15,3-1-3 0,1-7 1 0,6-2 5 16,1-4 4-16,4-5 11 0,2-5 10 0,2-4 4 16,2 0 11-16,1-9 3 0,3-4 4 15,1-6 10-15,-1-4 9 0,1-6 15 0,-2 0 13 16,-4-3 6-16,-3 0 1 0,-7-3-9 0,-1 3-11 15,-7 1-11-15,0-1-9 0,-8 0-8 0,-3 2-13 16,-2 1-11-16,-7 3-17 0,-6-1-14 0,-5 4-14 16,-8 1-16-16,-7 4-16 0,-3 4-15 15,-7 4-26-15,-3 6-87 0,9 4-591 16,12 0-713-16</inkml:trace>
  <inkml:trace contextRef="#ctx0" brushRef="#br0" timeOffset="376217.8414">26176 6183 104 0,'0'0'346'0,"0"0"21"0,0 0-20 0,0 0-31 15,0 0-37-15,0 0-51 0,0 0-45 0,0 0-29 16,0 0-19-16,0 0-29 0,-6-126-26 0,11 112-15 16,2 1-20-16,-3 3-7 0,2 1-8 0,-2 5-7 15,-1 2-7-15,-2 1-14 0,-1 1-13 16,0 0-20-16,0 1-27 0,0 8 10 0,-4 6 11 15,-3 8 15-15,-4 8 21 0,-8 10 0 0,-6 7-3 16,-10 5 0-16,-4 7 3 0,-5 2 2 16,-3 2-1-16,0-1 0 0,0 1 0 0,2-2-3 15,1-6 1-15,4-2 1 0,7-4 2 0,4-8-2 16,6-9 2-16,6-7-2 0,4-8 1 0,6-5-1 16,4-6-1-16,3-3 9 0,0-3 8 15,9-1 9-15,8 0 13 0,9-7-1 0,10-5-5 16,11-4-8-16,10-4-12 0,7-7-4 0,4 0-17 15,4-3 0-15,-1 4-2 0,1 1 1 16,-1 1 11-16,-6 5-2 0,-7 3 1 0,-10 4-8 16,-10 5-1-16,-12 1-1 0,-8 4-2 0,-8 1 2 15,-7 1-7-15,-1 0 0 0,-2 0-5 0,0 0 0 16,0 0-2-16,-3 0-3 0,0 1 10 0,-3 1 9 16,-2 2 15-16,-2-2 11 0,0 2 4 0,0-2 10 15,-1-2 6-15,2 0 11 0,2 0 4 16,0-4-5-16,-1-3 1 0,3-2-11 0,-2-4-4 15,2-1-6-15,1-4-6 0,2-2-2 0,0-1-5 16,-1 0 3-16,3 0-8 0,0 1-1 0,0 2 3 16,0 4-10-16,-2 5 6 0,2 3-1 15,0 3-1-15,0 1 3 0,0 2-11 0,0 0-5 16,0 0-15-16,0 0-15 0,0 0-16 0,0 7 3 16,2 6 14-16,-6 8 16 0,0 9 19 15,0 3 3-15,-4 6-3 0,1 3 2 0,-3 1-1 16,-1 3 2-16,-1 3-1 0,-1 2-2 0,-2-1 2 15,-2 1-2-15,0-1-1 0,-1 1 1 0,-1-2-2 16,1 0 0-16,0-5-6 0,-1-4-4 16,3-6-5-16,2-5-10 0,3-7-6 0,2-6-24 15,4-7-31-15,0-4-70 0,2-5-198 0,0 0-514 16,2-1-324-16</inkml:trace>
  <inkml:trace contextRef="#ctx0" brushRef="#br0" timeOffset="376814.71">26062 6197 1927 0,'0'0'161'0,"0"0"-37"0,0 0-36 16,0 0 1-16,0 0-9 0,0 0-12 0,0 0-18 15,0 0-14-15,0 0-9 0,0 0-17 0,0 0-2 16,0 0-11-16,0 0-12 0,0 0-3 16,12-91-28-16,-13 95-15 0,-5 5 14 0,-1 3 8 15,-5 8 29-15,-4 4 20 0,-3 6-6 0,-4 6 1 16,2 3-4-16,-2 3 4 0,2 3-5 0,-2 0-2 16,1-1 0-16,3 0-1 0,-1-2 3 0,4-2-2 15,-2 2 1-15,3-4-2 0,0-1-1 16,5-1 4-16,-1-4-3 0,6-4 2 0,0-5-1 15,4-3-1-15,1-4-1 0,0-3-1 0,4-3 0 16,3-2 2-16,9-2 5 0,0-1 9 16,5-3 3-16,9-2 2 0,2-2-5 0,7-6-4 0,6-3-8 15,2-1-3-15,2-1-3 0,2-3-6 16,-1-2-1-16,-2 2 2 0,-5-2 0 16,-4 2 7-16,-4 1 2 0,-8 1 1 0,-4 3 5 0,-7 1 4 15,-6 2 10-15,-5 1 7 0,-1 4 9 16,-3 0 6-16,-1 2 3 0,0 1 0 0,0-1 0 15,0 0-7-15,0-1-9 0,-3-2-8 0,1-2-9 16,-1-1-1-16,0-1 3 0,-1-2 2 0,0 0 2 16,0-1 3-16,-1-2 1 0,3-1 1 15,0-3 0-15,-1-3-2 0,2 2 2 0,1-2-2 16,0 2 0-16,0 2-3 0,0 3-1 0,0 3 1 16,0 3-1-16,-2 2 1 0,2 3-5 15,0 2-7-15,0 0-12 0,-1 0-16 0,1 1-26 0,-2 10 2 16,-2 7 7-16,-2 11 14 0,-4 11 25 15,-3 11 2-15,1 5-1 0,-5 5 3 0,3 1-1 16,-5 2-2-16,1-2 2 0,0 3-4 0,-4 1-5 16,-3 3-35-16,-1-1-98 0,6-15-543 0,5-19-864 15</inkml:trace>
  <inkml:trace contextRef="#ctx0" brushRef="#br0" timeOffset="377650.9263">23541 6722 371 0,'0'0'291'0,"0"0"31"0,0 0-51 0,0 0-45 16,0 0-35-16,0 0-53 0,0 0-43 0,0 0-27 15,0 0-23-15,0 0-22 0,0 0-17 16,0 0-21-16,-43-53-14 0,33 59-7 0,-6 4-1 16,3 5 3-16,-6 6 8 0,1 8 3 0,-3 7 5 15,1 5 4-15,3 4 2 0,0 3 6 0,4 2 1 16,3 0-1-16,4 0 5 0,6 1-4 15,1-1 4-15,11-1 4 0,4-3-3 0,5-3 5 16,2-4 4-16,5-7 4 0,4-8 4 0,6-8 9 16,1-9 11-16,0-7 4 0,4-6 14 0,-1-12 2 15,-1-8 0-15,3-8 3 0,0-8 2 0,-1-5 18 16,-3-6 19-16,-6-1 16 0,-3-1 4 0,-5-1-10 16,-13 3-18-16,-6 0-22 0,-8 2-16 15,-7 0-16-15,-10 1-11 0,-11 3-6 0,-5 6-16 16,-8 6-18-16,-7 10-21 0,-8 12-41 0,-4 13-50 15,14 4-389-15,12 5-1066 0</inkml:trace>
  <inkml:trace contextRef="#ctx0" brushRef="#br0" timeOffset="383081.6097">4147 13010 0 0,'0'0'0'0,"0"0"0"0,0 0 0 0,0 0 0 15,0 0 0-15,0 0 0 0,0 0 108 0,0 0 124 16,0 0-20-16,0 0-13 0,0 0-24 16,0 0-25-16,5 1-26 0,-4-1-22 0,0 0-16 15,1 0-22-15,-1 0-22 0,3 0-5 16,1 0-9-16,4-1 2 0,5 0 1 0,0-1-10 16,5 0-4-16,2 1-7 0,0 1 1 0,8 0 2 15,2 0 4-15,6-1 9 0,3 1 4 0,2-2 5 16,8 1-3-16,2-3-1 0,6-1 6 0,6 1 1 15,3-1 12-15,7-4 3 0,4 0 8 16,3 0 2-16,5-3-8 0,0 1-2 0,4 1-14 16,-2-1-11-16,-1 1-7 0,2 0-11 15,-2 2-4-15,-2 3-1 0,-4-1-3 0,-4 0 1 0,0 3 2 16,-6 2 0-16,-1 1-1 0,-4 0-1 0,-1 0-1 16,-4 0-1-16,-2 2 1 0,-4 0 2 15,0 1 1-15,-8-1 2 0,3-1 0 0,-9-1 0 16,2 0 2-16,-5 0 1 0,-5 0-1 0,1-2 3 15,-9-3-2-15,0 2 1 0,-4-1-1 16,-5 1-5-16,-5 1-3 0,-3-1-2 0,-4 2-6 16,-4 0-6-16,0 0-14 0,-2 1-31 0,-4-3-98 15,-6 2-226-15,2 0-440 0,3 1-238 0</inkml:trace>
  <inkml:trace contextRef="#ctx0" brushRef="#br0" timeOffset="383651.8306">4304 13016 0 0,'0'0'0'0,"0"0"0"16,0 0 0-16,0 0 5 0,0 0 104 0,0 0 17 15,0 0 10-15,0 0 7 0,0 0-9 0,0 0-8 16,0 0-33-16,0 0-43 0,0 0-34 0,0 0-24 15,-11-11-22-15,11 11-17 0,0 2-17 16,1 0 25-16,4-1 32 0,1 3 40 0,3-1 42 16,5 2 5-16,3 1 4 0,6-2-1 0,5 1-1 15,4 1-3-15,8-2-1 0,6-1-1 0,7 2 3 16,5-3-4-16,8-1 1 0,7-1-3 0,4 0-8 16,2-3-1-16,5-4-7 0,3-1-7 0,1-1 0 15,3 0-3-15,1-1-5 0,0 0-6 16,2-1-7-16,-1 2-4 0,-3-1 2 0,-3 1-2 15,-1-1-4-15,-7 3-3 0,0 0-3 0,-7 2-5 16,-2 1 0-16,-3 3 0 0,-6 0-7 0,-6 1 6 16,-4 0-5-16,-2-2-4 0,-9 4 1 15,-5-1-5-15,-4 3 3 0,-3-1 0 0,-8 0 0 16,-2-1 2-16,-6 1-7 0,-6-1 1 0,-1-2-2 16,-5 1 1-16,1-1 5 0,-1 0 0 15,0 0 2-15,0 0 3 0,-1 0-4 0,0 0-4 16,-5 0-49-16,2-6-102 0,-7-1-214 0,2 2-398 15,0 1-240-15</inkml:trace>
  <inkml:trace contextRef="#ctx0" brushRef="#br0" timeOffset="384130.972">4489 12949 0 0,'0'0'0'0,"0"0"0"15,0 0 0-15,0 0 0 0,0 0 0 0,0 0 0 16,0 0 0-16,0 0 0 0,0 0 0 0,0 0 0 16,0 0 0-16,0 0 100 0,0 0 15 0,15-3 3 15,-1 3-18-15,0 0-20 0,2 0-16 16,-1 0-16-16,5 0-11 0,-2 1-4 0,6 1 4 16,0 3 11-16,6-2 20 0,1 3 24 0,3-1 21 15,9 0 19-15,4 1 2 0,8 0-11 16,3-1-8-16,6 0-17 0,6-2-6 0,6 0 1 15,8-3-2-15,6 0-1 0,3-1-5 0,6-6-10 16,2 0-13-16,-2-1-14 0,-1 1-12 0,0-1-11 16,-6-2-1-16,-1 1 2 0,-6 0 0 0,-2 0 2 15,-7 0-4-15,-6 1-5 0,-7 1-6 16,-6 1-3-16,-10 1-4 0,-8 2-3 0,-10 1-1 16,-8-1-5-16,-10 2-1 0,-5 1-1 0,-5 0-14 15,-1 0-27-15,-6 0-33 0,2 2-253 16,-2 1-1126-16</inkml:trace>
  <inkml:trace contextRef="#ctx0" brushRef="#br0" timeOffset="386178.3634">23827 6597 0 0,'0'0'0'0,"0"0"0"0,0 0 0 0,0 0 0 16,0 0 47-16,0 0 191 0,0 0-31 0,0 0-19 16,0 0-17-16,0 0-32 0,0 0-20 15,0 0-12-15,-12-33-15 0,10 30-2 0,-3 1-6 16,3-1-9-16,-2 1-12 0,-2 0-15 0,3 0-14 15,-5 0-19-15,0 1-13 0,2 0-15 0,-4 1-12 16,-4 0 3-16,2 3-4 0,-4 3 7 16,-7 2 7-16,1 3 4 0,-3 1 8 0,-4 4 2 15,0 2 5-15,0 1 2 0,0 2-1 0,4 1 3 16,3-1-1-16,-2 5 0 0,7 1 1 16,1 1 0-16,1 1 0 0,2 1-6 0,3 1 5 15,4-1-2-15,0 1 2 0,5 0 5 0,1 2-6 16,2 0 5-16,7-2 3 0,3 2-1 0,6-3 7 15,0-3 2-15,4 0 9 0,0-1 3 0,7-5 4 16,2-1 3-16,7-3-4 0,1-4 7 16,3-3-5-16,2-4-5 0,-1-3-3 0,5-3-15 15,-5 0 1-15,3-7-6 0,-4-2-4 0,-3-4 3 16,-6 1-5-16,-1-3 3 0,-2-1 2 16,-3 0 8-16,-5-2 6 0,-4 1 5 0,-4-3 8 15,-3 1-5-15,-2-3 3 0,-2-1-6 0,-3-3-10 16,1-1 4-16,-3-2-15 0,-2 0 1 0,0-4 0 15,0-1-10-15,0-3 9 0,0-6-5 16,0 0-1-16,0-2 0 0,0-3-1 0,-1 3 4 16,1 2-4-16,2 3 7 0,-1 1-6 0,-1 5-2 15,0 5 5-15,0 5-9 0,-3 3 5 16,-4 3-6-16,-2 1-6 0,-2 3-1 0,0 2-8 0,-4 3-1 16,-2 1-3-16,-4 4-1 0,0-1 4 0,-2 4 1 15,-2 1 5-15,-3 0-2 0,1 2 5 16,-5 4 0-16,-1 1 2 0,0 0 10 0,-1 3-6 15,-1 0 4-15,1 1-3 0,-3 1-5 0,4 1 8 16,1-3-3-16,0 1 7 0,4-2 1 16,1 0-2-16,6-1 1 0,0 1-6 0,1-1 1 15,6 0-3-15,-3 1 0 0,4-1 2 0,-3 2-5 16,4 2 3-16,-1 1-3 0,-3 1-2 0,4 1 6 16,-2 1-5-16,-1 4 3 0,0 1-1 15,-1 5-1-15,2 0 1 0,-2 4-7 0,3 4-3 16,-3 0 2-16,3 2 0 0,2 1 10 0,-1 1 3 15,1-1-1-15,2-2 2 0,2 2 0 0,-1-2 1 16,5 0-2-16,2 0 2 0,1-1-2 0,0-2 0 16,8 2 2-16,2-2 0 0,3-1 0 15,5-1 3-15,4-2 3 0,3-2 3 0,5-3 1 16,5-5 3-16,4-1 1 0,2-4 0 0,3-5 0 16,4-4-2-16,2-1-3 0,-2-3-2 0,3-3-4 15,0-4-2-15,-1-3-2 0,0-3-1 0,1-3-1 16,-2-5 1-16,0-2 1 0,-6-3 3 15,0-2 5-15,-3-1 2 0,-2-4 6 16,-7-2 10-16,-1-3 6 0,-7-3 6 0,1-3-1 0,-8 0-3 16,2-5-5-16,-5 2-1 0,1-3-3 15,-4 0-6-15,-5 0 0 0,1 2-6 0,-5 3 0 16,-1 5-2-16,0 3-4 0,-4 5-1 0,-2 4-6 16,-4 4-1-16,-1 2-5 0,-4 4-4 15,1 1-3-15,-5 3-5 0,-4 0-3 0,-6 1-2 16,-8 1-4-16,-5 5 0 0,-11 1 0 0,-10 5-2 15,-9 1 0-15,-8 10-11 0,-8 7-28 0,-5 9-69 16,21-6-426-16,22-2-941 0</inkml:trace>
  <inkml:trace contextRef="#ctx0" brushRef="#br0" timeOffset="390154.4416">9421 12030 0 0,'0'0'0'0,"0"0"0"0,0 0 226 16,0 0 69-16,0 0-46 0,0 0-47 0,0 0-20 16,0 0-11-16,0 0-24 0,0 0-29 0,0 0-25 15,0 0-16-15,-17-5-7 0,17 5-12 0,0 0-8 16,1 0-8-16,-1 0-7 0,1 0-6 15,1 0-8-15,-2 0-8 0,0 0-6 0,3 0-7 16,-3 0-6-16,1 1-11 0,2 0-17 0,1 0 18 16,6 3 9-16,7 0 14 0,9 1 22 0,7 1-13 15,7 0-2-15,4-2 0 0,13 2-2 16,2-1 0-16,6-1-5 0,4 0-1 0,3 1 2 16,1 0-3-16,4-2 4 0,-2-1 3 0,4 0 0 15,-5-1 6-15,1-2 0 0,-4 1 2 16,0-2 0-16,-2-1-2 0,-2-2 0 0,-3 0-2 15,-3-1-1-15,-2 0-2 0,-8 0-2 0,-3-3-2 16,-7 4-2-16,-7-2 1 0,-7 2-2 0,-9 3 1 16,-6-1-1-16,-6 2 8 0,-5 1 13 15,-1 0 16-15,-1 0 13 0,-5 0-16 0,-3 0-14 16,-6 0-22-16,-5 0-18 0,-5 0 4 0,-6 0-2 16,-5 4 2-16,-1 0 4 0,-2 2 0 0,-3 1 1 15,-1-1 1-15,2-1 1 0,-1-1 0 0,-1 1 3 16,2-2-1-16,-3-1 0 0,0 2 4 0,1-2-2 15,0-1 1-15,2-1 2 0,0 0-4 16,-2 0 4-16,1 0-1 0,1 0-1 0,-1-1 4 16,5-1 1-16,0-2 1 0,1 2 3 0,3-1 0 15,5-2 0-15,3 2 0 0,2-1 2 16,6 1 0-16,4-1 8 0,5 2 8 0,3 0 5 16,4-1 3-16,1 2-6 0,0 1-14 0,1-1-15 15,2 0-18-15,0 1-13 0,3-1 0 0,3-1 6 16,6 2 7-16,2 0 12 0,6 0 0 15,1 0-2-15,2 6 1 0,0 0 0 0,2 0 1 16,1 1 3-16,5 1 0 0,1-2 0 0,6 4 4 16,1-3-2-16,6 0 1 0,3-3 2 0,0 1-3 15,5-3 2-15,1-2 2 0,2-1 1 0,-2 1 1 16,1 0 2-16,-3-2-3 0,0-2 2 0,-5 2-3 16,-5-2-4-16,-2 2 2 0,-6 0-3 15,-4 1 1-15,-6-1-2 0,-4 2-2 0,-8 0 1 16,-6-1-4-16,-5 1-5 0,-4 0-16 0,0 0-41 15,0 0-95-15,-1 0-389 0,0 0-942 0</inkml:trace>
  <inkml:trace contextRef="#ctx0" brushRef="#br0" timeOffset="391215.8054">12487 11926 0 0,'0'0'0'0,"0"0"0"16,0 0 0-16,0 0 0 0,0 0 0 0,0 0 0 16,0 0 0-16,0 0 14 0,0 0 283 15,0 0-50-15,0 0-41 0,0 0-33 0,-81 4-21 16,81-2-9-16,2-2-17 0,-1 0-16 0,1 0-25 15,1 0-14-15,6 0-7 0,3 0-10 16,4 0 3-16,8 0-11 0,2 0-8 0,7 1-4 0,2 1-9 16,4 0-1-16,6 2-4 0,1 1-5 15,5-1 3-15,2 1-5 0,5-2-1 16,2 1 0-16,1 0-4 0,-2-1 1 0,0 0-5 0,-4-3 4 16,-1 1 0-16,-1 1 0 0,-7-1 5 15,-5-1-7-15,-1 2 3 0,-8-2-2 0,-4 0-3 16,-7 0 2-16,-6 0-5 0,-5 0 0 0,-5 1 2 15,-5-1 5-15,0 0 22 0,0 1 20 0,-7-1 5 16,-1 1-3-16,-7 1-20 0,-6 1-21 0,-8 1-10 16,-6 2-2-16,-4 0 0 0,-4 0 2 15,-1-1 2-15,-1 1-3 0,-2 0 2 0,1-1-1 16,-3 1-1-16,0-1 1 0,0 1 1 0,2 1 2 16,1-3-3-16,1 1 5 0,0-3-2 15,3 2-2-15,1-3 4 0,0 1-9 0,0-2 9 16,2 0 4-16,3 0 2 0,1 0 10 0,4 0-4 15,7-3 2-15,2-1 2 0,3 1 1 0,7-1 12 16,3 2 7-16,3-1 11 0,6 1 4 16,0 0-5-16,0 2-9 0,1-1-20 0,4 0-18 15,0-2-16-15,5 0-7 0,5-1 2 0,3 1 3 16,6-1 4-16,3 3 1 0,7 0 3 0,0 1 5 16,5 0-4-16,3 1 3 0,1 3-1 15,6-2-3-15,1 2 4 0,3-2 1 0,2 1 3 16,1 0-1-16,-2-1 0 0,-1 2-2 0,1-2-2 15,-8 0 1-15,0-1 0 0,-5 1 2 16,-5-1 0-16,-2-1-2 0,-8 1 1 0,-2 0-1 0,-11 0 0 16,-3-1 4-16,-3 1-3 0,-6-1 3 0,0 1 2 15,-1-1 2-15,0 0 8 0,-1 0 1 16,-6 0-4-16,-2 0-9 0,-5-1-4 0,-7-2-4 16,-5-2 4-16,-1 1 3 0,-4 0-2 0,0-2 2 15,-5 2-2-15,3-1-4 0,-3 0 4 16,2 1-2-16,-5 0 2 0,1-1 2 0,-1 2-3 15,0 0 0-15,2 1-1 0,-1 2-4 0,1 0 1 16,0 0 1-16,2 0-1 0,1 1 0 16,2 2-1-16,1-1-3 0,3 2-5 0,2 0-7 15,1 0-17-15,3-1-43 0,2 2-155 0,1 0-667 16,10-2-587-16</inkml:trace>
  <inkml:trace contextRef="#ctx0" brushRef="#br0" timeOffset="393764.9067">6693 12044 0 0,'0'0'0'0,"0"0"0"0,0 0 0 16,0 0 0-16,0 0 0 0,0 0 0 0,0 0 0 15,0 0 0-15,0 0 0 0,0 0 0 16,0 0 0-16,0 0 6 0,-119-24 214 0,110 20-20 15,-1 2-18-15,-3-1-26 0,3 0-28 0,-1-1-22 16,-1 1-24-16,2-1-14 0,-1 1-7 0,-2-1-5 16,-1 1-1-16,2-1 4 0,1 2-9 15,0 1-4-15,0-1-5 0,1 0-13 0,1 1-2 16,-1 1-6-16,0 0-6 0,1 0 0 0,0 0-6 16,4 0-3-16,-4 0-1 0,0 3-5 15,-2-1 2-15,-1 0-1 0,-4 3 0 0,3-1-2 16,-3 1 4-16,0 1 0 0,-2 0 0 0,0-1 4 15,1 2-2-15,0 0 1 0,-2-1 4 16,2 1-2-16,-1-1 5 0,2-1 1 0,1 0-1 16,1 0 1-16,0-2-1 0,-2 2 0 0,3-2 2 15,-3 1 2-15,1 2 0 0,-1 0-2 0,2-1 0 16,0 0-7-16,-1 1 2 0,3 0-3 16,-4 1-3-16,1 0 4 0,-3-1-6 0,1 3 0 0,2 0 1 15,-2 1-2-15,3 0 2 0,-1-1 0 16,1 1 0-16,0-1-4 0,0 0 2 0,3 2-1 15,0-1 0-15,1 0 5 0,2-2-6 0,2 2 2 16,0-1 0-16,-3 0-6 0,5 1 9 0,-4-1-2 16,1 1 1-16,2-1 5 0,-4 2-5 15,2-2 2-15,0 1 1 0,-2 2-3 0,0-1 4 16,-3 2-1-16,2-2 1 0,-1 1 1 0,1 0-1 16,1-2-1-16,0 0-1 0,0-1 0 0,0 2-4 15,-2-1 1-15,4-2-2 0,1 1-3 16,0-1 4-16,-2 0-1 0,5-1 1 0,-2 2 1 15,1-3-1-15,1 4 0 0,-2-4-1 0,2 1 2 16,2 1-1-16,-2-1 0 0,-1 0 0 16,2 0-2-16,1 0 2 0,0 0-1 0,-1 0-3 15,2 0 5-15,0 1 0 0,0-1 1 0,0 0 5 16,0 1 2-16,0 1 0 0,0-1-1 16,0 0-2-16,2 0-3 0,-1 0 0 0,2 3 1 15,1 0-4-15,0 0 3 0,-2 0-2 0,2 0-1 16,0 1 2-16,1 0-2 0,0-1 3 0,4 1 0 15,-3 1 0-15,1 0 1 0,2-1-1 0,2-1 2 16,-2-2 1-16,1 1 3 0,1-1 1 0,-1 1 4 16,1-2 2-16,3 0 1 0,0-1 1 0,3 0-1 15,-2 0-3-15,4 0-2 0,-2 1-2 16,3-1-2-16,3 1-1 0,-2-1-1 0,0 2 2 16,3-1 0-16,3 1-2 0,-4 0 2 0,3 1-4 15,-4-1-2-15,4 0-1 0,-2-1-4 16,-1 1 3-16,3 0 1 0,-3 0 3 0,5-3 3 15,-4 1 0-15,5-2 4 0,-2-1 2 0,0-1 3 16,1-1 1-16,2-1 0 0,0-1 2 0,1 0-2 16,0-1-1-16,0-4-1 0,-1-1 0 0,1-1-2 15,-1-1 0-15,0-2-1 0,0-1-3 16,1-1 2-16,-1 1-4 0,-1-2-1 0,1-1 1 16,0 0-5-16,-4 0 1 0,2 1-2 0,-2-1-3 15,0 1 5-15,0-1-3 0,-3 1 2 16,-1 0-1-16,-1 0-1 0,-1-1 1 0,0 1-1 15,0-2 3-15,-3 0-2 0,-1 0 4 0,1 1 1 16,-2-1-3-16,-1 0 6 0,-2 1-4 0,1 2-1 16,0-1 3-16,-1 0-6 0,-2 1 8 15,-3-1-1-15,1 1 3 0,-1 0 12 0,-4 0-6 0,2 1 3 16,-2-1-1-16,-3-1-5 0,1-1 5 16,0 0 0-16,-1-1 1 0,0-1 2 0,0 0-3 15,-1-3-1-15,-1 2-3 0,-1-1 2 0,-3 0 0 16,-1-2 0-16,1 1 2 0,-2-1-4 15,-1 1 2-15,-1 1-2 0,-1-2 1 0,-1 3 4 16,-4 1-5-16,2 1 1 0,-5 0-5 0,1 0-2 16,-4 2-4-16,-4 0-3 0,-2 2-2 15,-5 2-6-15,-5 0 4 0,-4 1-2 0,-5 1-1 16,-4 1 7-16,0 2-7 0,-4 1 3 0,-2 2-1 16,-1 0-4-16,2 1 5 0,-2 0-6 0,2 0-7 15,0 0-15-15,0 1-79 0,13 2-480 16,15-2-967-16</inkml:trace>
  <inkml:trace contextRef="#ctx0" brushRef="#br0" timeOffset="437073.7663">12623 13674 0 0,'0'0'0'0,"-128"20"0"0,23-20 0 16,8-13 1011-16,10-10-1228 0,21-2 359 0,24 11-347 15,17 10-288-15,13 3 255 0</inkml:trace>
  <inkml:trace contextRef="#ctx0" brushRef="#br0" timeOffset="483316.8907">28105 15741 0 0,'0'0'0'15,"0"0"0"-15,0 0 0 0,0 0 0 0,0 0 0 16,0 0 0-16,0 0 0 0,0 0 0 0,0 0 0 16,0 0 0-16,0 0 128 0,0 0-48 15,-15-4-53-15,8 3-42 0,-3-1 9 0,-1 1 25 16,1 1 22-16,1 0 17 0,-1 0 10 0,1 0 4 16,3 0-5-16,0 0-7 0,-1 0-8 0,5 0-11 15,0 0-3-15,0 1-2 0,2-1 5 16,0 0 12-16,0 2 1 0,0-2 6 0,0 0-10 15,3 0-16-15,-1 0-3 0,8 0 9 0,4 0 18 16,7 0 17-16,7 0 4 0,6 0-17 16,3 0-18-16,5 0-6 0,3 0-17 0,-1-2-2 0,4 2-3 15,-5 0-14-15,2 4 6 0,-2-1-9 16,-5 0 1-16,2 0 5 0,-4-2-4 0,-5 2 5 16,-1-2-4-16,-1 0-1 0,-7 0 0 0,0-1 1 15,-2 0 3-15,-2 0-2 0,-3 0 7 0,-2 0 0 16,-2-2 1-16,-4-2 10 0,-1 1-5 15,-1-1 4-15,-1 0-3 0,-3 0-13 0,1 0-11 16,-2 1-25-16,2 0-37 0,-2 1-74 0,0 1-229 16,0 0-296-16,0 1 274 0</inkml:trace>
  <inkml:trace contextRef="#ctx0" brushRef="#br0" timeOffset="483781.5532">29221 15685 0 0,'0'0'0'0,"0"0"0"15,0 0 0-15,0 0 0 0,0 0 0 0,0 0 0 16,0 0 0-16,0 0 0 0,0 0 165 16,0 0 36-16,0 0-25 0,0 0-27 0,0 0-22 15,0 0-23-15,-80-10-15 0,80 10-11 0,0 0-15 16,0 0-7-16,0 0-12 0,0 0-12 15,1 0-1-15,8 0 5 0,1 0 20 0,7 0 20 16,6 0 7-16,7 0-6 0,6-1-14 0,5-3-13 16,3 1-17-16,1-2-5 0,3 1-9 15,0 0-11-15,-3 1 0 0,2 0-6 0,-4 0-6 16,-4 2 1-16,-1 0 0 0,-3-1-5 0,-4 2 0 16,-3 0-8-16,-5 0-14 0,-3 0-10 0,-3 0-19 15,-5 3-22-15,-2-1-14 0,-3-1-24 16,-1 2-21-16,-4-2-27 0,2 0-52 0,-2-1-80 15,-1 0-144-15,-1 0 323 0,0 0 120 0,1 1 0 0</inkml:trace>
  <inkml:trace contextRef="#ctx0" brushRef="#br0" timeOffset="484050.1432">30112 15607 0 0,'0'0'0'0,"0"0"0"0,0 0 0 0,0 0 0 15,0 0 0-15,0 0 208 0,0 0-26 16,0 0-27-16,0 0-19 0,0 0-28 0,0 0-2 0,0 0-19 16,0 0-4-16,0 0 1 0,37-2-18 0,-17 2-8 15,0 0-17-15,1 0-13 0,3 0-13 16,-3 1-14-16,0 0 2 0,0 1-11 0,-1 0 2 15,1 0-16-15,-1 0-37 0,0 1-45 0,0-2-105 16,1 3-115-16,-1-1-183 0,-5 1 385 16,-5-2 122-16</inkml:trace>
  <inkml:trace contextRef="#ctx0" brushRef="#br0" timeOffset="484378.8155">31245 15620 0 0,'0'0'0'15,"0"0"0"-15,0 0 196 0,0 0 67 0,0 0-16 16,0 0-41-16,0 0-52 0,0 0-49 0,0 0-44 16,0 0-35-16,0 0-24 0,0 0-15 0,0 0-24 15,168-28-64-15,-126 24-239 0,-11 3-429 0</inkml:trace>
  <inkml:trace contextRef="#ctx0" brushRef="#br0" timeOffset="485367.7116">27924 16793 0 0,'0'0'0'0,"0"0"0"16,0 0 45-16,0 0 251 0,0 0-20 16,0 0-49-16,0 0-35 0,0 0-40 0,0 0-41 15,0 0-24-15,0 0-36 0,0 0-9 0,-4-4-12 16,14 2 1-16,3-1 20 0,7-1-10 15,2-1 7-15,5 2-16 0,-4 0-20 0,2 1-1 16,-1 2-14-16,-3 0 3 0,-1 0-1 0,-1 0 0 16,0 0 5-16,0 1-10 0,1 1 4 0,-2 1-13 15,0-1-7-15,-1 2-7 0,0-1-26 16,-1 1-14-16,-1-2-50 0,1-1-76 0,-1-1-114 16,1 0-243-16,-3 0 191 15,-6 0 361-15</inkml:trace>
  <inkml:trace contextRef="#ctx0" brushRef="#br0" timeOffset="485747.791">29193 16808 0 0,'0'0'0'0,"0"0"0"0,0 0 0 15,0 0 0-15,0 0 0 0,0 0 0 0,0 0 0 16,0 0 110-16,0 0 20 0,0 0 3 15,0 0-6-15,0 0 8 0,0 0-1 0,0 0-8 16,0 16-11-16,19-16-21 0,1 0-12 0,8 0-12 16,0 0-5-16,5 0-7 0,0 0-16 0,4 0-6 15,-3-1-18-15,4 0-10 0,-4 0-6 0,-1 1-18 16,-1 0-9-16,-3 0-27 0,-1 1-33 16,-3 0-52-16,-1 0-110 0,-2 1-158 0,-5-4-113 15,-7 4 518-15</inkml:trace>
  <inkml:trace contextRef="#ctx0" brushRef="#br0" timeOffset="486051.2273">30291 16782 0 0,'0'0'0'15,"0"0"0"-15,0 0 0 0,0 0 0 16,0 0 0-16,0 0 0 0,0 0 0 0,0 0 0 0,0 0 144 16,0 0 30-16,0 0 6 0,0 0-11 15,0 0 1-15,0 0-29 0,50-7-29 0,-33 2-35 16,-3 1-33-16,5 0-23 0,-2 1-23 0,3 1-5 15,1 1-25-15,-1-1-33 0,2 2-33 0,0 0-84 16,4-2-154-16,-10 2-174 0,0-1 510 0</inkml:trace>
  <inkml:trace contextRef="#ctx0" brushRef="#br0" timeOffset="486308.6995">31346 16816 1728 0,'0'0'-108'0,"0"0"-29"15,0 0 4-15,0 0 50 0,0 0 113 0,0 0 29 16,0 0 6-16,0 0-11 0,0 0-28 0,119-20-14 15,-97 20-11-15,5 0-6 0,0 2-5 0,3 3-6 16,0-2-16-16,0 2-26 0,-2 0-49 0,-2-1-192 16,-8-1-314-16,-3 0 239 0</inkml:trace>
  <inkml:trace contextRef="#ctx0" brushRef="#br0" timeOffset="489034.1716">30662 13539 0 0,'0'0'0'16,"0"0"0"-16,0 0 0 0,0 0 0 0,0 0 0 15,0 0 0-15,0 0 0 0,0 0 0 16,0 0 0-16,0 0 64 0,0 0 100 0,0 0-11 0,-22-34-15 16,22 34-34-16,0 0-31 0,0 0-33 15,0 0-26-15,-3 0-28 0,3 0-29 0,0 1-25 16,-1 1-32-16,0 3 18 0,0 3 30 0,-2 4 29 15,-4 5 40-15,0 5-1 0,2 3-3 16,-3 6-2-16,-2 3-3 0,1 4 2 0,3 4-5 16,-1 5-1-16,-2 3-6 0,6 4 0 0,-3 0-3 15,4 3-3-15,2 3 8 0,-1-1 1 0,1 4-1 16,0-1 4-16,0 3-5 0,3-1-3 16,5 3 7-16,1 0 0 0,-1 5 1 0,-1-1 5 15,2 6 11-15,2 1 4 0,3 4 15 0,-2 2 3 16,-1-1-11-16,0 2 2 0,1 1-7 15,-3 2-7-15,-2 3 9 0,-4-1-6 0,3-3-2 16,-2-3-1-16,-3-6-10 0,0-3 5 0,-1-6 5 16,0-1 6-16,0-4 3 0,1 1-13 15,-1-5-2-15,0-3-12 0,0-1-2 0,0-2 4 0,0-3-10 16,0 2 1-16,3 1-16 0,-3-5-6 16,-5-1-21-16,3-4-13 0,-5-6 2 0,5-4-8 15,-1-7 17-15,-2-5-4 0,3-3-12 16,-1-4-6-16,-2-1-28 0,2 0-26 0,-5 1 0 0,4-1 127 15,-4-3 0-15,1 2 0 0,3-5 0 16,1-2 0-16</inkml:trace>
  <inkml:trace contextRef="#ctx0" brushRef="#br0" timeOffset="489899.8909">30800 13443 0 0,'0'0'0'0,"0"0"0"0,0 0 0 0,0 0 0 15,135-46 0-15,-102 36 0 0,1 3 0 16,3 0 0-16,-2 1 0 0,2 0 0 0,-3 3 0 16,1-1 0-16,0 3 29 0,0 0 37 0,-1 1 9 15,-1 0-7-15,2 0-14 0,-4 0-18 0,-1-1 3 16,0 4 1-16,0 1 11 0,-2 0-1 16,5 2-17-16,-6 0-11 0,0 4-16 0,-5 0-7 15,2 3 0-15,-1 3-3 0,-1 3 5 0,-2 4 4 16,-1 3 0-16,-4 4 7 0,3 6 3 15,-6 3-6-15,3 6 3 0,-5 8-7 0,2 5 0 0,-5 8-3 16,0 6-4-16,1 3 4 0,1 5-4 16,-1 1 6-16,0 1 0 0,0 1-3 0,2 0 3 15,0 2-2-15,0-1-2 0,2-1 2 0,1 2-2 16,0-2-1-16,-1 0 4 0,3-1 1 16,2-4-1-16,3-1 1 0,-1-1 2 0,2 0-6 0,-1-2-1 15,-1 2 0-15,0-1-2 0,-5 0 3 16,1-1 1-16,-7-1 2 0,-2-6 1 0,1-3 4 15,-4-4 4-15,-2-3 0 0,-1-2 6 0,0-2 2 16,0 1 1-16,-4-2 12 0,-3-3-2 16,1 2 10-16,0-4 2 0,-2-1-10 15,-1-3 3-15,4-5-12 0,-2-1-2 0,-1-3-1 0,2-2-6 16,-1-3 5-16,2-1-4 0,-1 0 5 16,-1-4-2-16,1-1 0 0,-1-3 5 0,0-3-7 15,3-2 11-15,-2-2 1 0,3-1 0 0,-4-3 11 16,4 1-7-16,-2-2 2 0,0 0 3 0,-3-2-1 15,-2 0 4-15,2-1 4 0,-4 0-1 16,0-2-9-16,-1 0 2 0,-4 0-13 0,-1-2-6 0,-4-1 7 16,-1 0-16-16,-6-4 11 0,-2-3-2 15,-2-2-13-15,-5-4 13 0,-3-1-9 16,-5-1 1-16,-2-1 7 0,-4 1-4 0,-4-1 3 0,3 1 2 16,1-1 2-16,-3 2-6 0,4 0 1 0,1 2-6 15,3 2-11-15,1 2 7 0,5 0-10 16,7 0-3-16,4 1-7 0,2 1-56 0,8 2-78 15,7 0-340-15,5 2-723 0</inkml:trace>
  <inkml:trace contextRef="#ctx0" brushRef="#br0" timeOffset="491748.4296">26263 6066 0 0,'0'0'0'0,"0"0"0"16,0 0 0-16,0 0 0 0,0 0 19 15,0 0 173-15,0 0-49 0,0 0-5 0,0 0 12 16,0 0-20-16,0-117-3 0,-1 111-22 0,-1 0-18 16,0 3-8-16,1-1-13 0,0 2-4 0,1 2-19 15,0 0-24-15,0 0-35 0,0 0-55 0,0 0-68 16,0 1-83-16,-4 5 4 0,1 4 39 16,-4 7 65-16,-2 10 88 0,-4 4 18 0,-2 5 2 15,-1 3 4-15,-3 4 4 0,-5 1-2 0,1 5 6 16,-5-1-1-16,-1 4 4 0,-3 1-3 0,0-2-4 15,1 2 0-15,-3-2-3 0,1-2 0 16,0-1 0-16,2-3 1 0,1-5-3 0,4-5 6 16,3-3 0-16,4-7 2 0,4-6 6 0,2-2-4 15,3-8 4-15,3-3 3 0,4-2 27 16,2-3 39-16,1-1 26 0,0 0 28 0,2 0 4 16,7-1-24-16,3-3-25 0,10-3-28 0,7-4-31 15,9-3-17-15,6-1-4 0,5 1-3 0,2-3-18 16,0 3 9-16,3 2-4 0,0 2-7 15,-1 4 5-15,-2 2-24 0,-2 3-17 0,-7 1-16 0,-3 0-13 16,-7 5-3-16,-4-2 2 0,-6 0 8 16,-5 0 11-16,-4-1 12 0,-6-1 14 0,-2-1 26 15,-3 0 44-15,-2 0 52 0,0 0 67 0,0 0 49 16,0-2-60-16,-3-3-39 0,-2-6-57 16,0-2-49-16,-1-3 39 0,0-2 3 0,-2-2 3 15,1-2-3-15,3 0 0 0,-1-3 1 0,2 0-2 16,1 1 1-16,1 0-7 0,1 5-1 15,0 2-5-15,0 4 2 0,0 4 5 0,0 4-5 16,0 2-7-16,0 3-20 0,0 0-33 0,0 0-49 16,0 1-63-16,-1 6-17 0,-3 4 26 0,1 8 46 15,-2 8 64-15,0 9 31 0,-2 8-5 16,-4 5 1-16,1 7-1 0,-4 2 3 0,-2 7 0 16,1 3-4-16,-4 7-12 0,-1 4-44 0,5-16-161 15,5-20-765-15</inkml:trace>
  <inkml:trace contextRef="#ctx0" brushRef="#br0" timeOffset="493080.5796">24039 6379 0 0,'0'0'0'0,"0"0"0"0,0 0 0 16,0 0 0-16,0 0 0 0,0 0 70 0,0 0-24 16,0 0-16-16,0 0-18 0,0 0-22 15,0 0-13-15,0 0-12 0,-47-51-9 0,36 51 1 16,-2 0 40-16,-5 3 3 0,-3 1 0 0,-1 2 0 16,-1 2 0-16,-4 2 0 0,1 1 0 0,-2 1 0 15,0 1 0-15,-2 3 0 0,4-1 0 0,-4 2 29 16,-1 1 8-16,-2 1-4 0,1 3-5 15,0 3-11-15,0 2-6 0,1 1-4 0,2 5-3 16,0 4-4-16,4 1 0 0,1 3 1 0,2 6-4 16,1 2 3-16,4 1 0 0,4 0-5 15,4 0 1-15,6-1-2 0,2-1-5 0,1 0 2 16,5-2 0-16,8-1 1 0,2-3 5 0,3-4 9 16,4-2 9-16,4-3 9 0,0-6 20 15,4-5 9-15,6-3 16 0,0-4 9 0,4-6-2 16,6-5 4-16,-1-4-4 0,6 0-1 0,1-8-5 15,5-6-9-15,0-6-9 0,6-3-6 0,-2-3-2 16,-2-5-7-16,-1-2 1 0,-4 1-2 0,-6 0-1 16,-8 0 14-16,-8-1 1 0,-4 1 18 15,-7 0 14-15,-4-3-2 0,-5 0 12 0,-3 1-8 16,-5 0-6-16,1-3-1 0,-5 0-24 0,-1 0-12 16,-4-2-15-16,-2 1-11 0,-2 1-4 0,-2 0-1 15,-3 5-2-15,2 0-9 0,-4 2 2 16,1 1 0-16,-3 3-1 0,1 0 7 0,0 1-2 15,-1 0 3-15,-1 2 3 0,5 1 1 0,-4 1-1 16,3 3-4-16,0-2-2 0,1 5-4 0,-3 1 1 16,-1 2-4-16,2 1-1 0,-3 3 0 0,2 1-8 15,-3 2-3-15,1 0-4 0,-2 1-8 16,-1 3 1-16,-4 1-5 0,0 0 1 0,-5 5 4 16,-6 2 1-16,2 2 7 0,-3 2 4 0,-1 1 6 15,-3 2 1-15,3 2 4 0,3-1 2 0,-1 3-5 16,-1 1 5-16,5 1-2 0,2 0-2 15,0 3 3-15,1 4-5 0,0 4-4 0,0 2 0 16,6 4-13-16,-1 3 1 0,5 4-51 0,7 3 11 16,1 5 13-16,4 1 4 0,4 4 51 15,0-3-8-15,4 1-1 0,0-3-2 0,8-2 3 16,1-3-3-16,3-1-1 0,3-4-3 0,1-2 0 16,2-2 0-16,1-3 0 0,3-3 1 0,-1-4 3 15,1-3 1-15,5-4 2 0,-2-5 7 16,4-4 4-16,3-4 8 0,3-3 7 0,4-5 3 15,-1 0 0-15,10-11-3 0,1-2-5 0,3-8-1 16,5-3-1-16,4-6-1 0,1-4 1 0,-1 0-6 16,-1-4-2-16,-6-1 2 0,-6 1 5 15,-6-3 10-15,-8 0 9 0,-4 0 6 0,-4-2 3 16,-8 0 5-16,-1 0 0 0,-6-3 1 0,-2 0-11 16,0-3-4-16,-7 1-2 0,1 2-2 0,-3 1 7 15,-3 4-5-15,-2 2-2 0,-6 4-6 16,-4 4-8-16,0 3-6 0,-5 2-8 0,-4 5-6 15,-1 2-9-15,-6 3-3 0,-7 2-4 0,-6 1-3 16,-7 4 5-16,-9 1-4 0,-7 4-1 0,-5 4-12 16,-3 9-23-16,-4 9-43 0,-1 12-108 0,19-3-498 15,19-5-294-15</inkml:trace>
  <inkml:trace contextRef="#ctx0" brushRef="#br0" timeOffset="497680.7567">27461 1099 0 0,'0'0'0'0,"0"0"0"0,0 0 251 0,0 0 117 16,0 0-60-16,0 0-46 0,0 0-50 15,0 0-20-15,0 0-42 0,-12-118-5 0,12 108-27 16,0 1-42-16,0 2 5 0,0 1-36 0,1 2-4 15,0 0 7-15,-1 2-34 0,0 1 4 16,2 0-35-16,-2 1-36 0,0 0-38 0,0 2 7 16,0 6 36-16,1 4 13 0,0 13 70 0,1 17-23 15,0 14-6-15,-1 13 16 0,-1 0-23 16,0 0 22-16,-1-3-8 0,-4-1-6 0,1 0 7 16,0 0-8-16,1-4-1 0,-1-3 0 0,1-9-3 15,2-5-5-15,0-6-4 0,1-9 7 0,-1-7-8 16,1-9 9-16,0-4 4 0,0-7 3 0,0-2 43 15,2-9-25-15,7-12-3 0,4-10-30 16,6-13-62-16,6-8 6 0,2-7-22 0,6-4 0 16,1-1 1-16,-1-4-2 0,3 2 15 0,-3 7 21 15,-3 10 32-15,-4 8 23 0,-4 6 15 16,2 3 20-16,-4 1-9 0,1 3 12 0,-4 4 2 16,-2 2-8-16,-4 6 17 0,-2 4-38 0,-5 7-32 15,-3 2-33-15,-1 3-18 0,-4 3 12 16,-4 5 19-16,-7 9 18 0,-9 9 1 0,-6 8 2 15,-2 5-4-15,1-2-1 0,3-3 4 0,6-6 2 16,2-4 13-16,4-3 8 0,2-4-5 0,3-2 5 16,1-3-10-16,2-2 1 0,1-3 3 15,3 0-2-15,-1-4 5 0,4-1-12 0,1-2 3 16,0 0-21-16,0 0-33 0,1 0 8 0,7 3-7 16,-1 0 32-16,7 2 38 0,5 1 1 15,3 2 19-15,9 2-9 0,0 1 9 0,4 1 16 0,0 2-7 16,0 2 9-16,-3 0-9 0,-2 0-10 0,-3 2-8 15,0 0-8-15,-5 0-5 0,-3 3-12 16,-2-1 3-16,-2 1-40 0,0 4-95 0,-6-7-646 16,-3-4 7-16</inkml:trace>
  <inkml:trace contextRef="#ctx0" brushRef="#br0" timeOffset="498348.8148">27687 2417 0 0,'0'0'25'0,"0"0"92"0,0 0-37 16,0 0 11-16,0 0 12 0,0 0 0 0,-124 10-5 15,102-3-23-15,1 1-6 0,-2 2-12 16,1 0-12-16,4 0-5 0,1 0-12 0,3 2 2 16,2 1-16-16,2 1-6 0,1 6-6 0,1 3-8 15,4 2 14-15,0 3-3 0,4 3 8 16,0 4 11-16,5-1-5 0,6 1 7 0,3 0-10 16,3-1-4-16,5-2 2 0,4-3-4 0,4-1 9 15,2-2 1-15,4-6 1 0,-1-5 9 0,4-9 14 16,-5-5 21-16,1-3 18 0,-1-10 26 15,-3-8 13-15,-1-5 0 0,-4-7 10 0,-2-7-7 16,-5-6-6-16,-2-3-4 0,-3-5-19 0,-2 0-13 16,-6-2-17-16,-4 5-13 0,-2 2-21 0,-10 3-18 15,-8 4-30-15,-9 5-37 0,-8 4-29 16,-6 10-59-16,-11 13-109 0,12 7-466 0,10 2-622 0</inkml:trace>
  <inkml:trace contextRef="#ctx0" brushRef="#br0" timeOffset="499083.7527">27750 3609 0 0,'0'0'0'0,"0"0"203"0,0 0 174 16,0 0-61-16,0 0-49 0,0 0-40 0,0 0-30 16,0 0-38-16,0 0-23 0,0 0-26 15,0 0-32-15,0 0-22 0,-35-77-27 0,35 77-26 16,0 0-17-16,0 0-18 0,0 0-18 0,0 2-32 16,0 0-33-16,0 5 8 0,0 5 32 15,0 9 45-15,0 7 45 0,0 6 18 0,2 8-12 16,-2 0-4-16,0 6 2 0,0 2-14 0,-2 2 4 15,1 2 0-15,-2 2-4 0,1 2 7 0,2 1-2 16,0-2-1-16,0 1-5 0,0-4-9 0,0-5-17 16,6-6-38-16,3-8-57 0,6-8-164 15,-5-10-505-15,-1-7 236 0</inkml:trace>
  <inkml:trace contextRef="#ctx0" brushRef="#br0" timeOffset="499647.7329">27495 4827 1245 0,'0'0'84'15,"0"0"14"-15,0 0-7 0,0 0-11 0,0 0-20 16,0 0-18-16,0 0-24 0,0 0-16 0,0 0 7 16,0 0-1-16,127-60-7 0,-91 57-2 0,0 2-4 15,0 1-8-15,2 0-1 0,-6 5-11 16,-2 4-13-16,-8 2-6 0,-2 1-10 0,-2 0-9 16,-10 4 4-16,-3 2 3 0,-4 1 5 15,-1 3 14-15,-7 4 8 0,-8 0 10 0,-4 2 11 16,-4 0 7-16,-6 4 5 0,-2 0 3 0,-2-1 5 15,-1-1 6-15,-1-2 6 0,3-2 10 0,-1-1 9 16,5-3 6-16,0-5 7 0,7-2-2 0,3-2-4 16,6-4-9-16,5-2-15 0,3-4-11 15,4 0-13-15,0-1 19 0,7 0 21 0,5 2 22 16,6-1 22-16,6 0-6 0,7-3-7 0,9 0-7 16,3-5-12-16,10-4-10 0,2-1-14 0,-1-1-11 15,0 1-8-15,-2 1-8 0,-2 0-13 0,-5 5-29 16,-3 1-65-16,-3 3-145 0,-12 0-548 15,-11 0-253-15</inkml:trace>
  <inkml:trace contextRef="#ctx0" brushRef="#br0" timeOffset="500315.1013">27491 6282 1401 0,'0'0'92'0,"0"0"-33"0,0 0-11 16,0 0-9-16,0 0 0 0,0 0 13 15,0 0 0-15,0 0 7 0,0 0-1 0,136-86-8 16,-99 69-9-16,7 4-13 0,-1 0-11 0,3 2-13 16,-3 4-8-16,-4 1-4 0,-6 4-10 0,-3 2 1 15,-4 0-8-15,-3 2-7 0,-7 3-4 16,-4 2-12-16,-5 2-1 0,-2 1 5 0,-5 3 12 0,-2 2 22 16,-8 0 16-16,-6 3 11 0,-4 0 6 15,-6 3 2-15,-4 0-1 0,-3 0 6 0,0-1 7 16,1 1 2-16,-2-3 5 0,2 0 0 0,7-2-9 15,1-4 0-15,8 0-7 0,6-4-11 0,4-1-10 16,4 1-6-16,2-1 2 0,8 3 7 16,8-2 7-16,7 4 11 0,5-2 0 0,9 2-3 15,7-2-1-15,1 0-15 0,6 2-5 0,-1 0-2 16,-4 2-9-16,-1-2 4 0,-7 1 0 16,-6 0-1-16,-9 0-3 0,-5 1 3 0,-10-2 0 15,-3-1 11-15,-5 1 21 0,-10 1 17 0,-6 4 14 16,-8-2 6-16,-7 4-3 0,-8 1-11 15,-5-1-8-15,-6 3-9 0,-7 1-16 0,-6 2-4 16,-1 2-11-16,-6 0-7 0,0 2-17 0,0 2-64 16,17-6-256-16,19-10-1185 0</inkml:trace>
  <inkml:trace contextRef="#ctx0" brushRef="#br0" timeOffset="501681.4715">27993 5718 0 0,'0'0'0'0,"0"0"0"15,0 0 0-15,0 0 114 0,0 0 77 16,0 0-1-16,0 0-3 0,0 0 16 0,0 0 9 15,0 0-4-15,0 0-21 0,0 0-42 0,41-92-46 16,-44 90-39-16,-5 1-42 0,-2 1-30 16,-6 0-27-16,-4 1-15 0,-4 8 2 0,-7 4 4 15,-9 6 18-15,-1 7 10 0,-8 3 8 0,-2 8 5 16,-2 6 0-16,-4 6 3 0,-1 6 2 0,0 8 2 16,3 2 4-16,-1 6-6 0,4 1 6 0,3 4-1 15,4 2-2-15,8 2 2 0,6 0-6 16,8 2 1-16,7-1-2 0,9-3 3 0,8-5 3 15,8-5 1-15,9-7 4 0,11-3 2 0,11-8 1 16,5-4 5-16,12-8-3 0,5-9-1 0,8-8 3 16,10-9 4-16,3-11 5 0,7-4 2 15,2-16 5-15,0-10 0 0,-1-11 5 0,-1-11 14 16,-6-8 15-16,-3-8 33 0,-8-8 21 0,-6-6 22 16,-10 1 1-16,-11-2-11 0,-11 3-11 0,-11 6-18 15,-12 2-11-15,-12 4-21 0,-10 2-18 16,-16 4-14-16,-12 0-26 0,-11 4-11 0,-13-1-11 15,-10 6-9-15,-10 6-2 0,-7 10-18 0,-7 11-32 16,-8 15-103-16,27 9-703 0,24 1-683 0</inkml:trace>
  <inkml:trace contextRef="#ctx0" brushRef="#br0" timeOffset="503367.66">24172 6218 0 0,'0'0'0'15,"0"0"0"-15,0 0 0 0,0 0 0 0,0 0 0 16,0 0 0-16,0 0 0 0,0 0 0 15,0 0 0-15,0 0 0 0,0 0 0 0,0 0 0 16,26-60 0-16,-26 55 0 0,0-1 0 0,0 2 0 16,0-1 117-16,-5 1 12 0,1-1-23 0,-2 0-17 15,3 1-11-15,-5 0-5 0,3-1 0 0,-4 1-8 16,-1 1-16-16,-1-1-12 0,-6 1-17 16,-1 2-11-16,-3 0-3 0,-1 1-6 0,-3 0 0 15,-4 0 1-15,-1 5-4 0,-4 2 3 16,-4 3 0-16,-1 2-2 0,-4 2 2 0,-3 2-1 0,2 3 1 15,-5 1 2-15,-1 2 3 0,2 1 3 16,3 2-3-16,-2 4 0 0,4 2-5 0,3 5 0 16,0 3-3-16,5 7-1 0,-2 1-1 0,6 7-1 15,3 4-4-15,4 4 4 0,2 3 0 16,2 2-2-16,3-2 4 0,4-2-4 0,4-1 0 16,6-3-3-16,-1-3 5 0,4-2-4 0,0-2 9 15,7-4 3-15,2-3 8 0,4-2 15 0,2-4 7 16,3-3 22-16,6 0 17 0,1-4 16 15,7-1 18-15,7-2-1 0,6-4-3 0,6-3-14 16,2-5-18-16,1-2-12 0,6-3-12 0,0-5-4 16,2-4-5-16,1-3-1 0,2-4 1 0,0-7-3 15,-3-6 0-15,1-4-5 0,-2-5-3 0,-2-5 1 16,-4-3-2-16,-7-1 7 0,-2-3 4 16,-6-4 9-16,-6 1 9 0,-3-4 7 0,-7 1 8 15,-6-1 1-15,0-2 5 0,-8 2-10 0,-6-1-9 16,-2 1-7-16,-2 1-16 0,-5-1-4 0,-6 1-11 15,-4-1-8-15,-4-4-8 0,-6 3-5 0,1-1-3 16,-5 5-2-16,-1 2 4 0,-3-1 0 16,-3 5-1-16,3 1 1 0,-1 4 1 0,-2 2 4 15,1 5 1-15,0 2 0 0,3 2 0 0,3 6-8 16,4 4 0-16,0 3 0 0,3 2-9 0,1 3-1 16,2 2-4-16,1 0-1 0,1 3 1 15,-2 3 4-15,-1 2 2 0,2 2-2 0,-2 1 6 16,0 3-2-16,4 0 2 0,-3 0 6 0,1 1-2 15,-3-1 3-15,1 0 0 0,1 0 0 16,0-2 3-16,4-2 0 0,-2 0 4 0,3-3-1 16,-2 0 0-16,2-1 1 0,-3 0-3 0,3 0 5 15,-2-1-7-15,1 2 1 0,-2 1-3 0,-2 1-6 16,1 3 2-16,-4 3-3 0,0 2-1 16,-5 6 3-16,2 1-3 0,-3 4-5 0,0 2 3 15,4 4-1-15,-1 2 1 0,1 2 6 0,3 2-3 16,1 0-1-16,5 5 4 0,-1 0-1 15,5 3-3-15,2 1 6 0,4-1-8 0,0 3 4 0,5-2 1 16,1-1-7-16,9 0 10 0,4-4-3 16,2-1 3-16,5-3 7 0,7-3-4 0,2-4 2 15,3-4 2-15,6-6 1 0,4-5 7 0,6-5 7 16,3-4 3-16,6-5 4 0,3-4 0 0,2-4-3 16,3-9-4-16,1-8-2 0,4-5-2 15,-1-8 6-15,1-8 5 0,-1-3-1 0,-6-5 9 16,-4-3 1-16,-5-4 8 0,-9 1 7 0,-7-2-4 15,-7 1 0-15,-3-1-4 0,-7 2-4 0,-5-2 3 16,-4 4-8-16,-7 0-2 0,-5 3-10 16,-1 1-8-16,-9 0-7 0,-8 5-7 0,-5 3-5 15,-2 3-8-15,-13 4 2 0,-3 4-7 0,-5 3-2 16,-12 7-1-16,-6 1-7 0,-10 6-1 16,-8 6-9-16,-7 8-16 0,-3 5-31 0,-5 17-78 15,19-2-386-15,27-2-887 0</inkml:trace>
  <inkml:trace contextRef="#ctx0" brushRef="#br0" timeOffset="505331.7224">4415 12278 0 0,'0'0'0'0,"0"0"0"15,0 0 0-15,0 0 0 0,0 0 0 0,0 0 0 16,0 0 0-16,0 0 0 0,0 0 0 16,0 0 0-16,0 0 0 0,0 0 0 0,-104 31 0 15,90-19 0-15,0 2 0 0,0 4 0 0,-2 2 0 16,-1 5 0-16,1 3 0 0,-2 5 0 15,0 4 0-15,2 0 0 0,1 6 0 0,1 1 0 16,3 2 0-16,2 1 0 0,3 2 0 0,3 0 0 16,3-4 0-16,0-1 0 0,8-8 0 0,2-3 0 15,5-7 0-15,3-5 0 0,4-3 0 16,3-3 0-16,-1-3 11 0,7-4 63 0,-1-4 18 0,1-2 20 16,2-2 9-16,2-5-3 0,-1-3-9 15,-3-5-12-15,1 1-11 0,1-2-8 0,-2 0-8 16,0-2-9-16,-3 0-6 0,0 0-3 0,-6-1-7 15,2 2-4-15,-3-3-5 0,-5 1 0 0,1 1 1 16,-5 0 1-16,0-3 4 0,-2 2 1 16,-2-1 1-16,2 0 3 0,-3-1-2 0,-1 1 2 15,0-1-3-15,-3-1 0 0,0 0 1 0,-1-1 0 16,1-1-1-16,-3 0-4 0,0-2-7 0,0 1-5 16,0 1-6-16,0 0-3 0,0 4-1 15,-3 2 1-15,2 3 1 0,0 1 3 0,0 4-2 16,-2-2-3-16,2 2-2 0,-2 2-2 0,1 0-5 15,-1 2 1-15,1-1-4 0,1 1 0 16,-3 0 0-16,1-1-2 0,1 1 0 0,1 0-1 16,-4-1-1-16,2-2 1 0,1 0 0 0,-2-3 2 15,0 0-3-15,2-1 1 0,-3 0 2 0,1-2-2 16,-5 0 6-16,3-1 5 0,-1 0-2 0,-2 0 4 16,-2 0-2-16,1 1-4 0,0 1 5 15,0 4 2-15,0-1 0 0,1 2-1 0,0 0-2 16,1 3-5-16,-1-1-1 0,0 2-7 0,-2 0 0 15,1 1 0-15,0 0-5 0,-1 0 1 16,1 2-5-16,0-1 2 0,-1 1 3 0,-1 0-4 16,-1 0-2-16,-1 0-3 0,-3 1-1 0,3 3 4 15,-2-1 5-15,3 2 2 0,-2-3 2 0,4 2 1 16,-1-1 0-16,1 1-2 0,1-1 2 0,0 1-3 16,-1 1-1-16,0-1-1 0,1 1-5 15,-1 0-1-15,1 1-3 0,0 1 0 0,-2 2-1 16,1 2-1-16,1 0-2 0,-4 3-4 0,3 2 1 15,-2 4 0-15,0 2 5 0,-1 4 3 0,2 2 2 16,-2 3-1-16,0 1-1 0,2 3-2 16,1-1 0-16,-1 3 3 0,3-2-3 0,0 3 0 15,2-3-1-15,4 1-9 0,1-4 8 0,4-1 0 16,-2-3 0-16,1-1 7 0,8-4-9 16,2-2 2-16,1-3 3 0,6-2 0 0,2-3 10 15,3-1 7-15,5-4 4 0,4-1 6 0,3-3-1 16,1 0-2-16,4-3 2 0,0-1 2 0,3 0 0 15,2-6 1-15,0-1 1 0,2-2-4 0,-2 0 5 16,2-5-2-16,-3 0-2 0,2-1 6 16,-6-1-7-16,-3-2 1 0,-3-1 1 0,-3 2-6 15,-5 0 3-15,0-2 1 0,-3 3 2 0,-6 0 9 16,-1 0 5-16,-3 1 11 0,-3-4 5 16,-5 1 5-16,0-1 0 0,-5-4-3 0,0 0-3 0,-4-3-8 15,-4 0-4-15,-4-4-7 0,-3 0-9 16,-5 0-2-16,-3-2-5 0,-3 2-5 0,-5 0 0 15,-5 2-6-15,-2 3-6 0,-5 2-6 0,-5 1-2 16,-1 4-4-16,-6 3 5 0,2 3 0 16,1 4-9-16,2 5-6 0,5 3-36 0,5 2-54 15,4 10-191-15,12 1-484 0,8-1-409 0</inkml:trace>
  <inkml:trace contextRef="#ctx0" brushRef="#br0" timeOffset="506768.6037">8543 12279 0 0,'0'0'132'0,"0"0"64"0,0 0-39 0,0 0-40 15,0 0-36-15,0 0-11 0,0 0-33 16,0 0-15-16,0 0-6 0,0 0-9 0,0 0 3 16,-128-30 1-16,111 32-2 0,-3 3-2 0,1 2-4 15,-1 2-3-15,-1 3-3 0,0 1 3 16,-1 2-3-16,0 3-1 0,1 3 0 0,1 0-4 16,2 5 0-16,3 2-2 0,3 1 0 0,6 1 2 15,0 3 0-15,4-1 2 0,2-1-2 0,0 1 0 16,4-2 4-16,7-1 4 0,7-3 7 0,4-4 6 15,6-2 4-15,3-4 5 0,10-6 10 0,-1-5 6 16,7-7 4-16,-1-6-2 0,4-6-4 16,-2-6-1-16,-5-6 5 0,-4-1 12 0,-7-5 21 15,-4-5 31-15,-6-3 37 0,-5-3 35 0,-5 0 8 16,-8 2 0-16,-4 3-26 0,-1 1-42 16,-12 5-24-16,-6 2-40 0,-9 2-20 0,-5 6-17 15,-10 6-14-15,-6 5-17 0,-10 5-17 0,-4 6-14 16,-7 11-27-16,-2 10-49 0,18 1-352 0,17-5-942 15</inkml:trace>
  <inkml:trace contextRef="#ctx0" brushRef="#br0" timeOffset="514680.9507">22243 1103 0 0,'0'0'0'0,"0"0"0"0,0 0 0 0,0 0 0 16,0 0 1-16,0 0 264 0,0 0-54 0,0 0-68 15,0 0-27-15,0 0-84 0,0 0-43 16,0 0-34-16,-24-49-74 0,24 49-68 0,0 0-27 16,0 4 43-16,2 4 150 0,0 4 21 0,5 15 0 15,1 14 0-15,0 16 0 0,0 16 0 0,-1 8 0 16,1 8 0-16,-6 9 0 0,-1 7 0 16,0 12 0-16,3 5 0 0,-3 7 0 0,0 6 0 15,3 2 3-15,3 4 15 0,0-1 2 0,3 4 10 16,1 1 4-16,0 6-1 0,1 3-6 0,-1 6 0 15,-1 4 3-15,-3 4 1 0,-1 2 12 16,0 4 2-16,-4 2 11 0,5 2 10 0,-4 2-1 16,4 2 0-16,-3 1-12 0,6 0-9 0,-3 1-4 15,-2 1-9-15,2-3-2 0,1 2-7 0,-4-2-3 16,1-3-3-16,-3 0-9 0,-1-5 0 16,0-3-4-16,-1-4 0 0,-3-5 5 0,-2-7-4 15,2-6 4-15,-5-7-2 0,5-8 0 0,-5-7 2 16,3-8-2-16,-1-10 4 0,-1-9-3 0,2-9 0 15,-1-8-6-15,4-9-4 0,0-11-6 16,1-10-14-16,2-11-26 0,-1-10-50 0,2-12-92 0,4-8-244 16,-3-9 306-16</inkml:trace>
  <inkml:trace contextRef="#ctx0" brushRef="#br0" timeOffset="515664.9244">21886 774 250 0,'0'0'-119'0,"0"0"119"15,0 0-49-15,0 0 1 0,0 0 14 0,0 0 34 16,0 0 0-16,121-129 0 0,-86 115 0 0,3 2 0 16,5 1 0-16,4 1 0 0,1 1 0 15,4 2 0-15,6 1 0 0,-1 1 0 0,9-1 0 16,0 1 0-16,5 1 0 0,7-2 0 0,-2 0 0 16,-8 0 0-16,-7 1 0 0,-10 0 0 15,-5-1 0-15,-1 0 0 0,5 0 0 0,1-1 21 16,-1-1 6-16,2 0 6 0,-2-1 6 0,2 1-40 15,0 0 28-15,0 2-39 0,-2 0-12 16,0 0 37-16,-2 4-48 0,6 0 27 0,6 2 8 16,-1 3-51-16,-5 12 45 0,-15 7 3 0,-10 11 15 15,-16 7 46-15,-4 9-2 0,-8 7-4 0,-1 9-16 16,-3 13 2-16,-9 30-16 0,-2 27 0 0,2 19-2 16,2 6-9-16,7-17 11 0,4-16-10 0,-1-10 5 15,7-2-2-15,4-2-13 0,3-2 12 0,4-1-19 16,0-3 18-16,3-2 13 0,-1-2 2 15,1 0 22-15,1-2-14 0,-1 0 0 0,0 2-6 16,-1 1 0-16,2 2 2 0,-3 1-1 0,1 3 8 16,-4 0 0-16,-3 4-4 0,-3 5 1 15,-1 1-5-15,-4 4-1 0,2 2 9 0,-4 3-9 16,2 5-6-16,-2-1-4 0,-1 4-12 0,3 3 3 16,-1 1-2-16,2 4 1 0,-2-1-5 0,4-2 2 15,3-1-3-15,0-3-2 0,5 1 4 16,0-3-3-16,3 0 2 0,1-3 0 0,4-1-2 15,0-2 2-15,-1-1-4 0,-1-4 2 0,1-2 0 16,1-2-2-16,-6-3 3 0,-1-2-3 16,1-2 0-16,-4-1 1 0,0-3 0 0,-3-3 3 15,0-3-2-15,-2-5 4 0,-1-1 1 0,-2-5 2 16,1-3 1-16,-4-4-6 0,3-6 1 0,-3-5-4 16,3-8 1-16,-3-5 0 0,-1-5-2 15,1-6 3-15,1-4-2 0,-2-5 2 0,-2-5 2 16,1-6-1-16,1-7 4 0,-2-2-1 0,2-7 9 15,-2-5 18-15,-5-3 27 0,2-2 45 0,-4-2 21 16,-3 0 9-16,-3-3-20 0,-5 0-28 0,-3-1-27 16,-7-6-21-16,-2-3-4 0,-2-1-21 0,-9-2 1 15,-1 1-4-15,-8-2-15 0,-2-1 9 16,-8 1-15-16,-5 3-3 0,-11 0 1 0,-3 4-12 16,-8 2 7-16,-6 5-2 0,-7 0 2 0,-9 5 7 15,-4 6-4-15,-5 1 8 0,-4 5-4 16,-2 1 4-16,-7 3-5 0,3 3-10 0,-8 4-4 15,1 3-35-15,0 1-31 0,-4 3-65 0,7 1-119 16,35-10-349-16,31-7-142 0</inkml:trace>
  <inkml:trace contextRef="#ctx0" brushRef="#br0" timeOffset="517816.6929">28161 5732 0 0,'0'0'0'0,"0"0"0"0,0 0 0 16,0 0 0-16,0 0 93 0,0 0 99 0,0 0-49 15,0 0-22-15,0 0-16 0,0 0-21 0,0 0 1 16,0 0-7-16,0-52-4 0,-1 49-5 15,-2-1-12-15,1 1-10 0,1-1-7 0,-5 0-16 16,2 1-14-16,-4-1-9 0,-2 2-7 0,0-1-3 16,-1 2 0-16,-4 1-8 0,-2 0-3 0,-3 1-5 15,-4 5-3-15,-2 1 3 0,0 2 4 16,0 1 10-16,-4 3 3 0,0 0 9 0,-1 0 4 16,-2 2 1-16,1 2 7 0,-3-1-4 0,3 2 3 15,0 1-2-15,-2 2-4 0,0 0 7 16,1 2-2-16,0 1 0 0,1 2 0 0,1 2-9 15,2-1 0-15,0 3 0 0,2 2 1 0,2 2 1 16,0 1 1-16,1 1-4 0,1 0-5 0,2 3 7 16,2 0-1-16,2 2 4 0,1 3 7 0,4-1-8 15,2-1 3-15,4 3 1 0,1-2-1 0,0-1 7 16,4 2-6-16,1-2 6 0,0 1 18 16,1 2-3-16,5-2 7 0,0-2-6 0,2 1-19 15,1-3 3-15,3-1-4 0,-1-1-3 0,3-2-1 16,1 1-2-16,1 1-3 0,-1-3 4 15,4 0-2-15,-3-2 3 0,4 1 4 16,-3-3-3-16,2 0 5 0,1-1-3 0,-3-2 0 0,4-2 9 16,2-3 5-16,1-2 6 0,3-4 0 0,3 0-3 15,1-5 1-15,3-2 1 0,-1-3 9 0,7-5 5 16,0-1 5-16,2-6 4 0,7-7-3 16,-1-6 1-16,4-3-2 0,1-5-4 0,0-6 0 15,1-4-9-15,1 0-10 0,-3-4-7 0,-2-3-7 16,-5 0-3-16,-3-1-4 0,-1-3-2 15,-4 2-4-15,-1 0-1 0,-3-1 6 0,-3 2 0 16,-1 0 3-16,-5-1 0 0,0 3 0 0,-5 0 1 16,-2 2 0-16,-3 0 6 0,-3 3 1 15,-2 1 7-15,-3-1-1 0,-2 4-2 0,-1-2 4 16,-3 2-9-16,0 3 4 0,-2 0-3 0,-2 0-7 16,0 2 3-16,-3 1-8 0,-2 2 0 0,2-1 0 15,0 1-4-15,-1 0 2 0,-2 2-2 0,1-1 3 16,-1 0-4-16,-2-2 3 0,1 4 0 0,-5 1-2 15,3 2 6-15,-3 1-4 0,0 3-2 16,-3 0 2-16,1 0-6 0,-1 1 2 0,-2 1-2 16,-1 1-1-16,-2 0 2 0,-2 0 0 0,2 1 2 15,-2 1 0-15,2 0 3 0,-3 1 0 0,3 0 2 16,0 2 4-16,3-2-3 0,0 3 5 16,1 0-4-16,1 2-4 0,-1-1 3 0,3 1-6 15,-2 0 2-15,2 0 1 0,3 2-5 0,-2 0-1 16,2 1-6-16,-2 1-3 0,2 1 1 0,1 0 1 15,-5 0 0-15,2 0 0 0,-1 0-4 16,-3 5 1-16,-2 0-3 0,-3 2 6 0,1 1 0 16,-5 4 5-16,-1 0 1 0,0 4 0 0,-1 0 4 15,0 2-4-15,0 2 3 0,0 0-1 0,-2 2 0 16,2 2-1-16,1 1-1 0,0 1-2 16,3 3 1-16,0 0 2 0,1 0 3 0,-1 3-2 15,1 1 0-15,0-1-6 0,-1 1-2 0,2-1 2 16,1 3-1-16,4 1 3 0,-1-1 2 0,2 5-1 15,3-1 2-15,1 0-4 0,0 3-1 16,4-1 2-16,0 1 1 0,3 3-1 0,2-1-1 16,2 0-10-16,3 2 6 0,1-1 5 0,0 0 3 15,5 1 11-15,0-3-3 0,5 0-6 16,2-1 2-16,3-2-1 0,4-2-1 0,2-1 2 0,4-1 1 16,4-1-1-16,4-2 3 0,4-3 3 15,1 0-1-15,3-4-2 0,2 0-3 0,1-3-5 16,4-6 0-16,0-3 7 0,3-7 2 0,2-7 9 15,0-2 6-15,3-12 7 0,1-8 8 16,3-7 6-16,0-6 8 0,1-6-1 0,2-6-3 16,-2-2-4-16,0-3-11 0,-2-1-6 0,-5 1-8 15,-4 0-6-15,-2 1-5 0,-6 2-4 0,-2-2-2 16,-3 3-5-16,-4 2 0 0,-3 3 1 16,-5 3 3-16,-4 5 6 0,-5 0 2 0,1 4 2 15,-5 2-1-15,-2 3 1 0,-6-3 5 0,1 2 0 16,-4 1 6-16,-1-2 0 0,0 0 3 15,-7-1 3-15,1 0 0 0,-2-1 2 0,-2-3-1 0,-3-1-4 16,-1 0 0-16,1-3-3 0,-6-2-2 16,-1 0 2-16,-1 0-3 0,-7 4-2 15,0-2-4-15,-4 4-3 0,-1 2-2 0,-2 3 0 0,0 1-2 16,2 4 5-16,-2 4-1 0,1 2-2 0,2 3 1 16,0 2-6-16,2 2 2 0,1 3 0 15,0-1-1-15,3 5 0 0,0 2-5 0,-3 1-9 16,2 0-3-16,0 5-7 0,-1 4-3 0,2 5-4 15,-1 2-3-15,-2 5-4 0,0 3-5 0,0 4-5 16,-4 3-13-16,0 4-25 0,-5 4-57 16,2 2-176-16,9-7-466 0,7-12-90 0</inkml:trace>
  <inkml:trace contextRef="#ctx0" brushRef="#br0" timeOffset="519197.1135">27206 7126 0 0,'0'0'0'0,"0"0"0"0,0 0 0 0,0 0 0 0,0 0 34 15,0 0 87-15,0 0-51 0,0 0-49 0,0 0 33 16,0 0 36-16,0 0 49 0,0 0 50 15,36 6-13-15,-8-3-7 0,6 1 13 0,5-2-20 16,6-1-23-16,7-1-9 0,8 0-35 0,6-4-13 16,6-3 12-16,4 0-12 0,-1-2-5 15,3 1-3-15,-3-1-23 0,1 0-6 0,-2 0-16 16,-3 0-9-16,-5-1-7 0,-5 3-4 0,-5 2-5 16,-11 1-3-16,-7 1-4 0,-11 0-5 15,-10 2-11-15,-7 1-11 0,-5 0-14 0,-5 0-11 16,-2 0-1-16,-8 4 11 0,-8 3 18 0,-10 3 11 15,-10 4 6-15,-7 2-10 0,-6 0-9 16,-8 0-1-16,-1-1 4 0,-2 0 4 0,-1-2 4 16,-6-2-1-16,-3 0-2 0,-2-1 5 0,-2-2 8 15,2 0 9-15,-1-2 9 0,1-2 3 0,7 0 6 16,5-2 4-16,8-1 5 0,11-1 8 0,10 0 5 16,11 0 9-16,11 0 11 0,7 0 1 0,4 0-19 15,6 0-24-15,9-3-20 0,13-2-10 16,10-2 6-16,13 0 14 0,10-3 1 0,10-1-2 15,8-1 2-15,8 2-3 0,4-2 0 0,3 2 1 16,4 1-7-16,-4 1-1 0,-1 2-1 0,-5 1-1 16,-7 2 0-16,-9 2-6 0,-10 1-3 0,-11 0-6 15,-9 0-5-15,-12 0-7 0,-12 2-14 16,-7-1 0-16,-9 0 0 0,-2 0 17 0,-12-1 21 16,-7 0 9-16,-11 0 9 0,-7 2-4 0,-10 0-4 15,-5 0 5-15,-6 2-5 0,-3-2 5 16,-4 0-4-16,-3 1-1 0,1-3 0 0,-3 1-7 15,-2-1 2-15,1 0-7 0,3 0 1 0,1 0 3 16,6-1 1-16,8-2 4 0,11 1-3 16,6 1-13-16,13 1-40 0,11 0-109 0,9 7-212 15,3 0-419-15,1-1 114 0</inkml:trace>
  <inkml:trace contextRef="#ctx0" brushRef="#br0" timeOffset="520126.3266">27851 6905 977 0,'0'0'30'0,"0"0"23"16,0 0-38-16,0 0-46 0,0 0-60 0,0 0-65 15,0 0-78-15,0 0-239 0,0 0 383 0</inkml:trace>
  <inkml:trace contextRef="#ctx0" brushRef="#br0" timeOffset="521584.7426">23226 7453 0 0,'0'0'0'0,"0"0"0"15,0 0 0-15,0 0 0 0,0 0 157 0,0 0 158 16,0 0-82-16,0 0-97 0,0 0-65 0,0 0-30 16,0 0-9-16,0 0 14 0,26-3 16 15,5-1-7-15,4-1-4 0,11 0-18 0,-1 2-14 16,7-1-9-16,6 3-4 0,-3-2-2 0,4 3 0 15,2 0 1-15,0 0 0 0,1 0 5 0,5 0 1 16,-5 0 0-16,0 0 8 0,-3 0 0 16,0 0 5-16,-4-1 5 0,-3-2-3 0,-2-2 6 15,-4 2-4-15,-6-3-6 0,-7 1 1 0,-4 0-5 16,-8 1 2-16,-8 0 6 0,-3 2 16 0,-8 1 24 16,-1 0 29-16,-1 1 26 0,0-2 0 15,-2 2-32-15,-8-1-51 0,-3 1-51 0,-8 0-28 0,-7 0-10 16,-6 3 12-16,-5 4 7 0,-9 2 4 15,1 0 9-15,-3 2-3 0,-4 0 4 16,2 2 3-16,-3-2-4 0,-2 1 6 0,2-2-2 0,-1 0 7 16,0-2 3-16,0 0 5 0,3-1 4 0,1-1-3 15,2-1 4-15,1 0 0 0,8-2 3 16,2-1 7-16,8 1-1 0,5-2 9 0,7-1 7 16,8 0 13-16,5 0 6 0,5 0-8 0,1 0-19 15,2 0-31-15,8 0-13 0,7-1 2 16,6-3 11-16,9 0 22 0,13-3 2 0,6-3 2 15,4 2-4-15,13-2-12 0,3 0 6 0,3-2-3 16,9 0-1-16,3 1 8 0,-1 0-8 16,-2-2 2-16,-2 3-2 0,-4 0-2 0,-9 2 1 15,-7 1-2-15,-9 0 0 0,-8 3-5 0,-10-1 2 16,-6 2-2-16,-10 2-2 0,-7 0 7 0,-8 1 1 16,-3 0 16-16,-1 0 2 0,-10 0-1 0,-7 0-8 15,-7 0-15-15,-11 0 0 0,-6 5-4 16,-8 2 5-16,-4 1 4 0,-6 0-1 0,-6 1 6 15,-1 1-4-15,-5-1 0 0,-2 3 0 0,-2-2-6 16,-2 0 5-16,3 0 0 0,2-1 2 0,2-1 3 16,2 0-6-16,-1-1-1 0,6 3-9 0,-3 0-21 15,6 4-43-15,5 2-218 0,15-3-594 16,14-4 22-16</inkml:trace>
  <inkml:trace contextRef="#ctx0" brushRef="#br0" timeOffset="524514.7905">4608 12299 0 0,'0'0'0'0,"0"0"0"0,0 0 0 15,0 0 0-15,0 0 0 0,0 0 0 0,0 0 0 16,0 0 0-16,0 0 0 0,0 0 0 0,0 0 0 15,0 0 0-15,-24-19 0 0,21 17 88 0,1-1 55 16,2 0 2-16,-3 0-13 0,-1 0-18 16,1 0-22-16,1 1-17 0,-2-1-16 0,0 1-10 15,2 0-7-15,-2-1-15 0,-1 2-8 0,1 0-9 16,-3 1-11-16,0 0-4 0,1 0-8 0,-1 0-1 16,-3 0 4-16,2 0 2 0,1 0 7 15,0 0 4-15,-2 1 3 0,1 0 6 0,2-1 1 16,-2 2 4-16,0-1 2 0,1-1-1 15,1 1 1-15,-3 0 1 0,0 0 6 0,0-1 6 16,-1 1 2-16,0 1-1 0,0-1-7 0,0 0-3 0,-1 0-3 16,0 1-3-16,2 1-1 0,-5 0-5 15,4-1-3-15,-1 1-5 0,0 0-1 0,1 1-4 16,0-1 0-16,-1 2-1 0,2 1-2 16,0-2 0-16,1 0-1 0,-2 2-1 0,3 0-2 15,0 0-1-15,-1 1 2 0,1-1 0 0,1 1 6 16,-1 0 0-16,-1 0 2 0,2-1-1 0,-1 1-6 15,1 0-6-15,2 1-6 0,-1 1-6 0,2 2-3 16,0 0-2-16,1 3 1 0,2 0 3 16,0 3 6-16,0 0 5 0,2 4 6 0,3-1 5 15,1 0 4-15,1 3 1 0,-1 1 2 0,3-1-4 16,0 2 0-16,-1 1 0 0,-1 1-2 0,3-1 1 16,-1 4 0-16,0 0 0 0,1 1-1 15,0 1-1-15,0-3 0 0,0 0-4 16,1-4 3-16,-2-3 2 0,1-2-1 0,1-2 3 0,-3-4-4 15,2-2 5-15,2-1 6 0,-2-2 7 0,2 0 12 16,5-2 1-16,-2 0 4 0,3-2 6 16,2-1 1-16,0-2 6 0,1 1-2 0,2-2-4 15,4-1-8-15,-4 0-4 0,5 0-7 0,-1 0-5 16,-1 0-4-16,2 0-5 0,-4-1 0 16,3 0-5-16,-6-2 0 0,5 1 1 0,-2-1-1 0,-1-2 4 15,0 0 4-15,2-4 4 0,-4 1 4 16,-1-3 1-16,0-2 1 0,1 0-1 0,-3 0-3 15,1-4 4-15,-2 0 1 0,0 0 5 0,0-1 3 16,-2-2 2-16,1-1 2 0,-2 1-3 0,1-1 0 16,-1 1-2-16,-2 1 0 0,-2 2 3 15,-1 2 0-15,0 2 3 0,-3-1 3 0,-1 2 3 16,-3 2 7-16,-1 0 3 0,-1-1 5 0,0 0 2 16,0-1-1-16,-1-1-1 0,-2 1-8 15,-6-2-7-15,1-1-8 0,-3-1-7 0,-1-1-4 16,-1-4-3-16,-2-1-2 0,-1 1-5 0,-4-4 0 15,3-1 0-15,-3-1-1 0,2 2 8 16,-2-2 2-16,5 4-1 0,-2 3 3 0,0 1-2 16,1 1-2-16,-2 3-3 0,2 2-1 0,-3 2-1 15,-1 0-1-15,-1 4 0 0,-3 1-7 16,1 2-7-16,-2 3-5 0,-3 1-6 0,-1 0-4 16,-7 5-3-16,-3 6-5 0,-4 5-12 0,-4 10-14 0,-3 6-26 15,-6 11-54-15,-2 11-144 0,12-7-509 16,15-12-277-16</inkml:trace>
  <inkml:trace contextRef="#ctx0" brushRef="#br0" timeOffset="527399.4599">30647 14645 0 0,'0'0'0'0,"0"0"0"0,0 0 0 0,0 0 0 16,0 0 0-16,0 0 0 0,0 0 0 0,0 0 0 16,0 0 0-16,0 0 0 0,0 0 14 15,0 0 55-15,-107 12-12 0,107-12-9 0,0 0 1 16,0 0-9-16,3 1-22 0,4-1 33 0,2 0 15 16,6 0 18-16,4 0 20 0,4-2-26 0,6-3-16 15,7-1-5-15,5 0 2 0,3-2-4 0,5-1-5 16,0-1-18-16,-2 0-12 0,1 2-11 15,-1 1-4-15,-4 2-2 0,-1-1-1 0,-3 2-2 16,-6 1-3-16,-2 0-1 0,-1 1-3 0,-4 1 5 16,-5 1 2-16,-5 0-1 0,-2-1 4 15,-7 1 0-15,-1 0 9 0,-4 0 36 0,-2 0 46 16,0 0 49-16,-3 0 1 0,-6-1-34 0,-3-1-54 16,-4 0-51-16,-7 1-13 0,-5 1-1 0,-2 0 4 15,-2 0 3-15,-3 0 0 0,-5 3 3 16,-1 1-2-16,-3 1 6 0,1-1 1 0,2 1 7 15,0 0 7-15,0 0 4 0,1 2 10 0,0-1-2 16,7-2 3-16,3 1-1 0,4 0-6 16,11-3-1-16,5 0-7 0,7-2-12 0,0 1-15 15,3-1-31-15,6 1 3 0,4 3 15 0,5-1 14 16,10 1 29-16,5-2 5 0,5-2-6 0,10 0-4 16,3-2 5-16,7-5-7 0,0-3-1 0,5 0 6 15,1-1-10-15,-1 1 1 0,-3-2-7 16,-6 3-6-16,-8 2 1 0,-9 0-3 0,-6 3-2 15,-9 3-2-15,-10 0 3 0,-5 1 7 0,-4 0 19 16,0 0 24-16,-9 0-8 0,-5 0-6 0,-8 1-20 16,-9 3-22-16,-8 3 11 0,-3 0 0 0,-4 1 5 15,-3 1 7-15,2-1 1 0,0 1 6 16,4-2 1-16,4-1 0 0,8-2 9 0,9 2-2 16,5-4 1-16,7 1-9 0,8-3-10 0,2 0-22 15,0 0-31-15,8 0 3 0,7 0-4 16,15-3 19-16,13-3 17 0,15-5-29 0,12-3-95 15,-12 2-474-15,-17 3-765 0</inkml:trace>
  <inkml:trace contextRef="#ctx0" brushRef="#br0" timeOffset="529214.7205">21521 2903 0 0,'0'0'0'16,"0"0"0"-16,0 0 0 0,0 0 0 0,0 0 0 16,0 0 0-16,0 0 0 0,0 0 0 15,0 0 136-15,0 0 58 0,0 0-16 0,0 0-4 16,27-67-3-16,-26 65 4 0,-1 2-3 0,0 0-9 16,0 0-14-16,0 0-22 0,0 0-13 15,0 0-21-15,0 0-14 0,-2 0-16 0,-4 0-33 16,3 0-23-16,-5 0-32 0,-2 0-22 0,-3 2 3 15,-5 1 4-15,-3 3 12 0,-2 4 10 0,-5-2 2 16,3 4 6-16,-2 0 3 0,-1 0 6 16,2 1 1-16,1-1 2 0,5 2 1 0,-1-1-6 15,0 0 5-15,4 0-10 0,4 1-6 0,3-1-7 16,2-1-16-16,4 0-5 0,1 1-7 16,3-1 2-16,2 2 6 0,5 1 1 0,1 1 9 0,5-2 0 15,3-1 2-15,2-4 3 0,4-2 1 16,1-2 8-16,5-5 1 0,1 0 13 0,2-6 8 15,0-7 4-15,0-3 16 0,-1-4 4 0,-2-2 10 16,-5-5 16-16,0 2 13 0,0-2 10 0,-6 2 6 16,1-2 4-16,-8 2-6 0,1 3-1 0,-6 2-5 15,-3 4-12-15,-2 2-5 0,0 1-14 16,-3 2-12-16,-2 4-8 0,-4 3-23 0,5 1-17 16,-3 3-23-16,0 0-17 0,1 3-11 15,-3 5 1-15,0 2 12 0,-2 4 8 0,0 5 20 16,1 1 4-16,1 5-1 0,0 0-15 0,4 5-2 15,2 0 12-15,1 3 5 0,2 0 23 0,0 4 6 16,1-3-6-16,5-5 3 0,-1-1 0 16,5-5 1-16,1-3 1 0,5-3 2 0,1-3 6 15,7-4-6-15,2-3-10 0,7-1-31 0,2-6-149 16,-6 0-591-16,-8 0-28 0</inkml:trace>
  <inkml:trace contextRef="#ctx0" brushRef="#br0" timeOffset="530088.7791">21545 4141 0 0,'0'0'0'16,"0"0"0"-16,0 0 41 0,0 0 300 16,0 0-78-16,0 0-59 0,0 0-44 0,0 0-31 0,0 0-22 15,0 0-25-15,0 0-28 0,0 0-19 16,-117-50-17-16,97 50-9 0,-1 0-2 0,1 1-4 15,-2 5-5-15,-3 2 4 0,-1 1-5 0,0 3-1 16,2 2 5-16,-1 2-5 0,0 2 3 0,3 2 1 16,1 2-5-16,-2 0 1 0,5 1-4 15,2 1-8-15,5 3 1 0,2-1-7 0,5 1-3 16,3-1 2-16,1 3-8 0,1-4 3 0,8 0 4 16,2 0-1-16,1-2 4 0,7-1-4 0,0-4-8 15,3-2 5-15,1-6 6 0,2-4 11 16,1-5 11-16,1-2 11 0,2-9 3 0,-3-5 3 15,2-2 4-15,0-3 7 0,-5-3 15 0,0-2 21 16,-3-1 14-16,-1-4 16 0,-1 1 2 16,-5-4-11-16,-3 4-6 0,-1 0-20 0,-2 1-14 15,-4 3-7-15,-1 3-7 0,-1 5 6 0,-2 3 6 16,1 3 4-16,-1 4 0 0,0 4-8 0,-1 1-10 16,1 1-15-16,-1 1-7 0,-1 0-16 0,3 0-10 15,0 0-10-15,0 0-20 0,0 1-18 16,-1 2 0-16,0 5 12 0,1 5 19 0,-1 3 27 15,2 6 4-15,-1 2 7 0,0 4-3 0,2 0 5 16,6 2 0-16,1 0-4 0,0 0 4 0,2-1-3 16,1 1 3-16,5-1-1 0,-1-2 1 0,6-1-11 15,4-3-20-15,3-3-49 0,-7-7-318 16,-3-6-910-16</inkml:trace>
  <inkml:trace contextRef="#ctx0" brushRef="#br0" timeOffset="530981.6539">21640 5433 0 0,'0'0'71'0,"0"0"203"0,0 0-10 0,0 0-9 16,0 0-17-16,0 0-30 0,0 0-45 0,0 0-28 15,0 0-36-15,0 0-39 0,0 0-27 16,0 0-33-16,-51-55-18 0,32 56-12 0,1 6-5 16,-4 3 6-16,-1 3 3 0,-5 1 8 0,0 1 3 15,0 3 6-15,0-1 5 0,0 2 3 16,4-1 4-16,-1-1-3 0,7-1 2 0,1 0-2 16,2-2-7-16,4-1-4 0,4 0-6 0,1-3-4 15,2 0-4-15,3-1 2 0,1 1-2 0,0-2-3 16,4-1 11-16,3 1 4 0,5-3 11 15,3 1 9-15,5-1 1 0,6-3 5 0,4-2-6 16,3-1-1-16,3-7 3 0,0-2-6 0,-3-3 6 16,0-3 4-16,-2-2 5 0,-3 0 10 15,0-3 12-15,-1 0 12 0,-6 1 6 0,-3-1 7 16,-3 1 4-16,-4-1 0 0,-2 0 8 0,-4 3-1 16,-1-1-3-16,-3 3-6 0,-1 1-13 0,0 4-9 15,-3 1-16-15,-4 6-13 0,2 1-14 0,-1 1-17 16,-3 2-12-16,0 0-9 0,-1 6-4 0,-2 3 1 15,-1 2 7-15,-3 6 7 0,5 4 2 16,1 1 4-16,-1 5 3 0,8 3 4 0,-2 0 8 16,5 2 1-16,1 3 3 0,8-3-2 0,4 1-2 15,2 1 4-15,6-5-1 0,2 0-3 0,6-2-11 16,5-2-34-16,4-5-76 0,-5-7-485 16,-9-7-633-16</inkml:trace>
  <inkml:trace contextRef="#ctx0" brushRef="#br0" timeOffset="531699.931">21458 6614 0 0,'0'0'0'0,"0"0"0"0,0 0 0 0,0 0 0 16,0 0 25-16,0 0 203 0,0 0-2 0,0 0 8 15,0 0 16-15,0 0 5 0,0 0-32 0,0 0-47 16,5-53-60-16,-5 53-60 0,0 0-34 0,0 0-25 15,0 1-27-15,0 1-42 0,0 3-6 16,0 6 18-16,0 8 25 0,3 6 43 0,-1 8 7 16,3 6-3-16,0 5-4 0,3 4-6 15,-3-1-1-15,3 3-4 0,-4 0 3 0,1 0 1 0,-3 3 0 16,2-2-1-16,-2 2-5 0,0-5-3 16,-1-2-2-16,-1-5 2 0,0-5 3 0,0-7-1 15,0-7 2-15,1-7-1 0,-1-6 3 0,1-4 12 16,0-4 24-16,1-1 51 0,1 0 48 15,-1-6 7-15,1-4-24 0,4-7-50 0,5-8-44 16,4-3-13-16,0-3 1 0,3 0 5 0,6 0-5 16,-1 3-1-16,1 1-5 0,2 5-4 15,2 2-1-15,-1 4-5 0,-5 4-6 0,2 7-9 16,-2 4-11-16,-4 1-7 0,-2 4-5 0,0 8 3 16,-6 2 3-16,-2 4 13 0,-4 1 11 0,0 3 11 15,-5 1 14-15,-1 1 6 0,-8-1 9 0,-2 0 11 16,-5-1 7-16,0-1 12 0,-4-2 10 15,-3-1 7-15,-1-3 1 0,0-2-4 0,-5-4-5 16,-2-2-14-16,-2-1-4 0,-3-3-14 16,4-3-18-16,-2 0-35 0,-1-3-88 0,12-1-655 0,5 1-747 0</inkml:trace>
  <inkml:trace contextRef="#ctx0" brushRef="#br0" timeOffset="561114.4807">26281 988 0 0,'0'0'0'0,"0"0"0"16,0 0 0-16,0 0 0 0,0 0 0 0,0 0 0 16,0 0 0-16,0 0 0 0,0 0 0 0,0 0 0 15,0 0 0-15,0 0 0 0,0-2 0 16,0 2 0-16,0 0 0 0,0 0 0 0,0 0 0 16,0 0 0-16,0 0 0 0,0 0 0 0,0 1 0 15,0 2 0-15,1 0 0 0,3 2 0 0,-3 2 0 16,1 1 0-16,1 2 0 0,1 2 0 15,0 4 0-15,-1 1 0 0,2 8 0 0,4 8 0 16,-1 5 0-16,1 7 0 0,-1-2 0 0,2 2 0 16,-3 2 0-16,2 3 0 0,0 5 0 0,3 4 0 15,-3 5 0-15,1 3 0 0,0 3 0 16,0 1 0-16,-2 5 0 0,2 2 0 0,-2 2 0 16,-2 4 0-16,0 2 0 0,3 2 0 0,-3 2 0 15,2-3 0-15,-2-3 0 0,-1 0 0 0,5-2 0 16,-5 0 0-16,0-3 0 0,0 3 0 15,0 0 0-15,5 1 0 0,-4 3 0 0,2 0 0 16,3-1 0-16,1 1 0 0,1 0 0 0,0-1 0 16,2 1 0-16,0 0 0 0,3 1 0 15,-1-3 0-15,-3 1 0 0,3-2 0 0,2-2 0 16,-4-3 0-16,5-2 0 0,-4-6 7 0,1-1 2 16,1-3 4-16,-2-2-9 0,-2-3 22 0,-2 0-10 15,-2-3 8-15,-1-2 12 0,-1-1-3 16,-4 0 17-16,-1-1 3 0,-1 1 11 0,-1 2-11 15,1 0 0-15,-2 1 2 0,0-1-12 0,0 0 8 16,-5-1-5-16,0-1-5 0,-1-2 16 0,2 2 14 16,0-1 11-16,2 2-9 0,0 0-35 0,2-2-19 15,0-1-11-15,0-4 7 0,0-3 18 16,0-2 15-16,-1 0 5 0,0 2-17 0,0-2-4 16,2-2 3-16,-1-1 16 0,0-5 21 0,0-2 7 15,0-1-7-15,0 0-10 0,0 1 5 16,0-3 1-16,0 2-4 0,2-3-9 0,2 2-10 0,0-1-14 15,0 1-5-15,0-1 0 0,0-1-6 16,1 0-3-16,-2 1-5 0,2-3-7 0,0-1-1 16,-1 1-4-16,2-3-3 0,-3 1 1 0,2-2-5 15,-1-2-9-15,0-1-15 0,1-1 1 16,-3-4 6-16,1-3 6 0,-1-3 1 0,-1-2-74 16,1-1-227-16,-1 0-228 0,-1-2-217 0,0-1 576 0</inkml:trace>
  <inkml:trace contextRef="#ctx0" brushRef="#br0" timeOffset="562735.0281">28412 856 0 0,'0'0'0'16,"0"0"0"-16,0 0 0 0,0 0 0 0,0 0 0 15,0 0 0-15,0 0 0 0,0 0 0 16,0 0 0-16,0 0 0 0,0 0 0 0,0 0 0 15,-12-9 0-15,12 9 0 0,0 0 0 0,0 0 0 16,0 0 0-16,0 0 0 0,0 0 0 0,0 0 0 16,0 0 0-16,0 0 0 0,0 0 0 0,0 0 0 15,0 2 0-15,0 1 0 0,0 3 0 16,0-1 0-16,1 5 0 0,2 3 0 0,0 1 0 16,-1 4 0-16,4 3 0 0,-1 3 0 0,2 5 0 15,-3 5 0-15,5 13 0 0,3 14 0 16,2 10 0-16,1 5 0 0,-1-5 0 0,-2 0 0 15,-2-6 0-15,0 6 0 0,0 4 0 0,-1 0 0 16,1 4 0-16,-3 1 0 0,2 4 0 0,0 2 0 16,-1 3 0-16,-3 2 0 0,3 2 5 0,-3 1 16 15,1-1 4-15,1 2 8 0,-2 0 14 16,3 0 5-16,1 2 8 0,1-1 3 0,0 0-13 16,1-1-10-16,0 2-5 0,0-4-9 0,-1-2 2 15,-1-4 6-15,-1-6-1 0,-4-1 0 0,3-8-2 16,-4 1 7-16,1-4 16 0,-1-1 15 15,-1-1-2-15,-1 1-2 0,4-4-4 0,-2-1 2 16,-2-4 13-16,0-1 2 0,2-4-3 0,0-1-8 16,0 2-7-16,-2-1-4 0,3 4-9 0,1 0-13 15,-1 5-9-15,2 1-6 0,-1 1-8 16,1-1 0-16,-1 0 2 0,0-2-4 0,2 1-1 16,-4-2 1-16,2 1-7 0,0-2 6 0,-1 0-4 15,0 0-1-15,-2 0 3 0,-1 0-1 16,2 0 6-16,-3 0 1 0,2-1 1 0,-2 0 3 15,0-1 1-15,0-1-1 0,0 0-1 0,-2 0 4 16,0-2 5-16,1 0 9 0,0-1 7 0,-2-3-1 16,0 3-6-16,0 0-3 0,1 1-1 15,0 4 12-15,0-2 5 0,4 3-2 0,-2-2-6 16,0-2-13-16,0-2-8 0,2-2-6 0,0 0-2 16,2-3-8-16,1-2 0 0,-1-3 0 0,1-1-1 15,-3-2 3-15,2-2-2 0,0-1 1 16,-2 0 1-16,0-3 0 0,1-3 1 0,1-1-3 15,-2-3 1-15,1-3 1 0,2-4-2 0,-4-4 4 16,-1-3-2-16,1-4 1 0,-1-1-1 0,1-3-3 16,-1-1 8-16,0-3 3 0,0-1 11 15,0 1 13-15,0-2 2 0,0 0 6 0,0 0-1 0,0-4-28 16,-3-3-42-16,-6-3-56 0,0-8-124 16,0-6-271-16,4 5-446 0,-2 2 159 0</inkml:trace>
  <inkml:trace contextRef="#ctx0" brushRef="#br0" timeOffset="564200.1165">9691 11953 0 0,'0'0'0'0,"0"0"0"0,0 0 0 0,0 0 0 15,0 0 0-15,0 0 0 0,0 0 33 0,0 0 183 16,0 0-24-16,0 0-15 0,0 0 4 0,0 0-21 15,-113-24-8-15,108 23-12 0,0-1-15 0,1-1-6 16,-3 1-9-16,5 0-8 0,-2 1-7 16,1-1-6-16,2 2-14 0,1 0-23 15,0 0-34-15,0 0-38 0,0 0-45 0,0 0-52 0,0 2-49 16,0-1-28-16,1 2 39 0,7 3 64 0,3 2 59 16,3 4 55-16,5-2 7 0,6 1-2 15,4-1 11-15,2-3 11 0,4-3 3 0,6-1 7 16,2-3 3-16,4 0-1 0,2-7 2 0,2-1 0 15,2-5 2-15,-1 2-7 0,-1-3-6 16,3 1-8-16,-4-1-6 0,-2-1-3 0,1 4-10 16,-5 0-8-16,1 4-9 0,-5 2-6 0,-3 2-2 15,-1 2-1-15,-3 1-1 0,-4 1 1 0,-1 5 2 16,-4 0-1-16,-3 1-1 0,-1 1 3 0,-3 0-5 16,-4 0 6-16,0-1 0 0,-3 0-1 0,-1-2 5 15,-2 0-5-15,-5-1 1 0,2-2 3 16,-2-2-1-16,-1 1 11 0,-1-1 14 0,0 0 16 15,0 0 19-15,0 0 10 0,0 0-2 16,0 0-15-16,0 0-15 0,0 0-20 16,1 0-26-16,1-2-34 0,5-4-59 0,-2 1-273 0,2 2-709 0</inkml:trace>
  <inkml:trace contextRef="#ctx0" brushRef="#br0" timeOffset="564971.9662">12313 11876 0 0,'0'0'0'0,"0"0"0"0,0 0 0 16,0 0 0-16,0 0 0 0,0 0 196 16,0 0 113-16,0 0-39 0,0 0-44 0,0 0-30 15,0 0-40-15,0 0-37 0,-9-46-38 0,9 46-45 16,-2 0-32-16,2 2-31 0,-1-2-31 15,1 1-38-15,0 0-48 0,0 2-5 0,0 3 4 16,7 1 33-16,-1 2 61 0,4 1 33 0,5 0 43 16,3-1 27-16,5-1 15 0,3-3 1 0,5 1-10 15,5-2-8-15,-2-3-9 0,5 0-7 0,2-1-5 16,-1 0-5-16,0 0-5 0,1 0-4 16,-5 0 0-16,-1 0-2 0,-2 0-1 0,0 0-2 15,-6 0-5-15,-2 0-1 0,-5 0-3 16,-3 0-2-16,-3 0 1 0,-4 1-2 0,-4 1-1 0,-1 0 3 15,-3-1 6-15,-1 0 17 0,-1 0 28 16,0-1 27-16,0 1 27 0,-4-1 23 0,-1 3-3 16,-4-1-24-16,-3 1-29 0,-6 2-35 0,-4 0-17 15,-3 1-2-15,-2-1-2 0,-5-1 4 0,-1-1 1 16,-1-2 4-16,2 1 3 0,1-1 0 0,2-1-1 16,4 2-1-16,3-2 1 0,5 0 6 15,4 0 14-15,6 0 3 0,3 0-11 0,4 0-24 16,0 0-43-16,0 0-36 0,5 0-34 0,5-2 20 15,5 1 25-15,8-1 28 0,10-1 36 16,8-2-5-16,10 0-2 0,2-2-2 0,9 0-1 16,2 0-2-16,1 0-3 0,-3 1 2 0,-2 1-2 15,-6 1-5-15,-6 1-2 0,-3 2-16 0,-10 1-22 16,-9 0-54-16,-8-1-201 0,-7 6-429 16,-4-3-193-16</inkml:trace>
  <inkml:trace contextRef="#ctx0" brushRef="#br0" timeOffset="565880.8933">9761 11901 0 0,'0'0'0'0,"0"0"3"16,0 0 145-16,0 0-139 0,0 0-132 0,0 0 86 15,0 0 37-15,0 0 0 0,0 0 0 16,0 0 0-16,0 0 0 0,0 0 0 0,71 17 0 16,-40-16 0-16,5 1 0 0,0-1 0 0,3 0 23 15,1 2 16-15,2-1-4 0,-2 0 1 16,0 2-8-16,0 1-3 0,-1-2-10 0,0 2-11 15,-4-1 1-15,1 1-1 0,-3 0-4 0,-2 1 0 16,-3 1 0-16,-3 0 0 0,2 0 2 0,-5 0 2 16,-4 1 2-16,-2-2-1 0,-3-1 1 15,-2 0-3-15,-6-2 1 0,1 1 3 0,-4-3 35 16,-2 0 69-16,0-1 86 0,0 1 85 0,0-1 52 16,-5 0-56-16,-1 0-83 0,-5 0-91 0,-3-2-81 15,-3-3-14-15,-3-1-1 0,-3 1 1 16,-2-1-3-16,-2 1 0 0,0-1-4 0,-3 1-3 15,-5 2 0-15,0-1-4 0,-4 3 1 0,-2 1-3 16,0 0-3-16,-2 0 4 0,-4 7 1 0,4 0 3 16,-1 2 4-16,2 1 2 0,7 2-2 0,3 1 3 15,5-3-1-15,6 2 0 0,8-5-4 16,4-3-10-16,5-1-26 0,2-3-53 16,2 1-41-16,8-1 28 0,5 0 42 0,11 0 75 0,7-1 57 15,10-6-5-15,12-6-9 0,8-3-19 16,7-3-12-16,5 0-10 0,6-3-6 0,-1 2-6 15,2 1-3-15,-1-1-2 0,-5 3-1 0,-6 2 1 16,-5 2 1-16,-8 3-5 0,-11 5-2 0,-9 3-3 16,-8 2-7-16,-8 0-2 0,-5 4-2 0,-7 5 7 15,-3 1 17-15,-4 2 25 0,0-1 29 16,-5 3 20-16,-7 0 10 0,-5-2-2 0,-2 2-10 16,-7-1-17-16,-4-2-15 0,-5 0-17 0,-2-3-26 15,-7-1-40-15,-1-2-99 0,10-2-438 0,10 0-797 16</inkml:trace>
  <inkml:trace contextRef="#ctx0" brushRef="#br0" timeOffset="570932.72">25773 7568 0 0,'0'0'0'0,"0"0"0"16,0 0 0-16,0 0 0 0,0 0 0 15,0 0 69-15,0 0 128 0,0 0-31 0,0 0-18 16,0 0-25-16,0 0-29 0,0 0-14 0,-61-25-15 16,57 25-13-16,2 0-5 0,1 0-10 15,0 0-8-15,1 0-17 0,0 0-17 0,0 0-18 16,0 0-43-16,1 0-50 0,3 0 25 0,5 2 35 16,5 2 65-16,6-1 81 0,5 0 9 0,10 0 1 15,4-3-4-15,7 0-12 0,3-5-14 16,4-3-12-16,1 0-19 0,2-1-4 0,-2-2-13 15,0 2-9-15,0 0 6 0,-4-1-8 0,-6 0 0 16,-4 2 0-16,-5 0-7 0,-7 2 3 0,-5 1-4 16,-4 1-1-16,-7 2 1 0,-4-1-3 15,-2 3 3-15,-5 0 2 0,-1 0 15 0,0 0 13 16,0 0 13-16,0 0 9 0,-3 0-10 0,-4 3 3 16,-1 1-14-16,-6 3-11 0,-4 3 3 0,-4-1-17 15,-2 1 4-15,-3-1-1 0,-3 0-4 16,-2 0 0-16,-6-1-3 0,1-1 1 0,-1-2-3 15,-2 0 5-15,0-1 1 0,1-3 0 0,2 0 5 16,1-1-3-16,2 0 3 0,3 0 3 0,6 0-4 16,2-2 7-16,1-3-6 0,6 1 3 15,1 1 2-15,4 0-3 0,5 1 4 0,0 1-4 16,4 1 0-16,1 0-7 0,1-1-11 0,0 1-13 16,0 0-20-16,0-1-17 0,0 1-28 15,3 0-30-15,1 0 13 0,7 0 22 0,4 0 34 0,5 0 39 16,6 0 2-16,5 0 2 0,4 0-3 0,8-1 2 15,2-3 1-15,3 0 0 0,2-1 1 16,4-1-1-16,-2 0-1 0,-2-1-1 0,-4 0-1 16,-5 1 0-16,-4 0-3 0,-7 3 0 0,-6 0-4 15,-6 2-2-15,-5 1-2 0,-6 0-7 16,-3 0-1-16,-1 0 0 0,-3 0 1 0,0 1 5 16,-3 2 20-16,-2 1 12 0,-5 3 10 0,-2 3 8 15,-6-2-13-15,-2 2-3 0,-3 0-3 16,-4-1-3-16,-2 1 1 0,-5-1-3 0,-4 0 1 15,-2-1-1-15,-4-1-2 0,-3-3 1 0,-1 1 1 16,-2-1 0-16,0-2 1 0,1 0 2 0,2 1 8 16,3-3 5-16,5 0 7 0,7 0 2 0,4 0-6 15,7 0-4-15,8 0-2 0,3 0 1 16,6 0 2-16,3 0-2 0,1 0-10 0,0 0-19 16,0 0-19-16,1 0-24 0,2 0-16 0,3 0 14 15,6-2 14-15,4 0 20 0,7 0 19 16,5-1-7-16,4 0-3 0,0 1-6 0,5 0-3 15,1 1-10-15,2 0-6 0,-2 1-9 0,2 0-14 16,0 0-14-16,0 0-71 0,-3 0-199 0,-8 0-282 16,-11 1 30-16</inkml:trace>
  <inkml:trace contextRef="#ctx0" brushRef="#br0" timeOffset="572065.2176">27734 7246 0 0,'0'0'0'0,"0"0"0"16,0 0 0-16,0 0 0 0,0 0 0 0,0 0 0 15,0 0 0-15,-118-17 0 0,100 17 0 16,5 0 0-16,-2 0 0 0,5 0 0 0,2 0 94 15,1 0 77-15,4 0 2 0,2 0-10 0,1 0-25 16,0 0-46-16,0 0-53 0,0 0-53 0,4 0-19 16,4-1 4-16,5 0 26 0,8-1 43 15,5-2 10-15,7 0 8 0,5-1-3 0,6 1-3 16,4-2-1-16,6 0-3 0,-2 2-2 0,4-2 0 16,-1 2-8-16,1 2-9 0,-1 0-1 15,-4 2-9-15,0 0 0 0,-3 0-5 0,-3 0-3 16,0 0 4-16,-2 1-5 0,-6 1 6 0,-1-2-1 15,-4 0-2-15,-2 0 8 0,-2 0-3 0,-7 0 4 16,-3-2 0-16,-5 0 3 0,-5 0 10 16,-5 1 19-16,-1 0 24 0,-2 1 22 0,0 0 26 15,-1 0 3-15,-3-1-34 0,-5-1-38 0,-8-1-51 16,-5 1-38-16,-4 1-3 0,-10 1-4 0,-5 1 7 16,-6 4 4-16,-1 2 10 0,-4 0 8 15,0-1 3-15,0 1 3 0,0-1-1 0,1 1 1 16,0-2-3-16,-1 4 2 0,1-2 0 0,1 1-3 15,0-1 8-15,7 1-2 0,0-2 5 0,5-1 3 16,5 1-3-16,6-2 5 0,8-1-2 0,4 0 4 16,5-2 7-16,5-1 7 0,4 0 0 0,1 0-14 15,0 0-27-15,1 0-31 0,7 0-3 16,3-2 11-16,9-3 23 0,7-2 27 0,9 0 2 16,10-2-1-16,7-2-3 0,4-1-6 0,8 1-1 15,1 1-1-15,6-2-1 0,-3 1-1 16,1 1-2-16,0 1-1 0,-3 1 2 0,-2 0 2 15,-5 1 1-15,-4 0 0 0,-6 2 0 0,-5-1-3 16,-7 1 0-16,-5 2 0 0,-8 0-1 16,-5 1 2-16,-3 1-2 0,-8 1-2 0,-6 0 6 15,-3 0 6-15,0 0 16 0,-1 0 5 0,-9 0-2 16,-2 0-12-16,-11 1-17 0,-6 2-3 0,-9 2-6 16,-7 1 8-16,-3-1 5 0,-9-2 1 0,0 1 8 15,-2-2-1-15,0-2 4 0,-1 1 2 16,3-1-3-16,2 0 2 0,5 0-5 0,4 0 3 15,5 0-5-15,5 0-1 0,7 0-1 0,7 0-11 16,7 1 0-16,4 0-15 0,6 1-42 0,5 0-86 16,5 2-25-16,11 5-32 0,-1-1-337 0,-1-2-398 15</inkml:trace>
  <inkml:trace contextRef="#ctx0" brushRef="#br0" timeOffset="579264.5316">27484 7268 0 0,'0'0'0'0,"0"0"0"0,0 0 0 0,0 0 0 16,0 0 0-16,0 0 0 0,0 0 53 0,0 0 143 15,0 0-56-15,0 0-45 0,0 0-69 0,0 0-11 16,-10-19-3-16,36 13-4 0,10-2 41 0,14-1 5 16,8-3 4-16,8 1-3 0,9-2-12 0,7 1-15 15,4-1-9-15,5 1-6 0,-1 2-7 16,0 1 3-16,-2 1-4 0,-3 1-2 0,-6 1 2 16,-5 2-5-16,-10 0-2 0,-5 1-1 0,-10 1-9 15,-11 2-3-15,-7 0-9 0,-8 0-16 0,-11 0-16 16,-3 3-4-16,-8-2 27 0,-1 0 42 15,-9 0 42-15,-8 3 14 0,-7 1-10 0,-12 1-18 16,-10 4-18-16,-5-2 1 0,-10 1-1 0,-2 1-1 16,-7-1 2-16,-4 1-5 0,-2-1-3 15,0 1-3-15,0-2-1 0,4 1 5 0,2-2 2 16,4 1 5-16,7-2-4 0,2 1-6 0,9 0-1 16,6 0-13-16,9-1 3 0,10-2 1 0,9-2-5 15,7 1 4-15,5-3-21 0,2 0-33 16,6 0 19-16,9 0 7 0,10 0 33 0,10 0 39 15,10-2-13-15,12-3-1 0,8-4-15 0,6 0-4 16,6-4-4-16,6 0-2 0,1 0 1 0,-1-3 0 16,1 0 2-16,-3 1-1 0,-7 2 3 15,-10 1-2-15,-6 2-2 0,-14 1 1 0,-5 3-6 16,-16 2 1-16,-4 2-7 0,-10 2-4 0,-8 0 1 16,-1 0 7-16,-2 0 13 0,-12 1 3 15,-9 4 6-15,-8 1-7 0,-9 1-6 0,-8 3 6 0,-7-1-6 16,-5 1 5-16,-3 0 1 0,-3 0-6 0,-2-2 8 15,-1 0-4-15,-1-1 1 0,3-2 4 16,3-1-3-16,3 1 6 0,8-2-1 0,3-1 1 16,5 0-4-16,7 1-2 0,7-2 0 0,8 0 9 15,9-1 17-15,10 0 4 0,4 0-12 16,0 0-31-16,8 0-15 0,8 0-3 0,13-2 10 16,8-3 25-16,12 0 0 0,9-3-5 0,12 0-9 15,10-3-19-15,4 4-37 0,8 0-90 16,-19 4-374-16,-24 0-276 0</inkml:trace>
  <inkml:trace contextRef="#ctx0" brushRef="#br0" timeOffset="581198.9987">24019 6515 0 0,'0'0'0'0,"0"0"0"0,0 0 0 0,0 0 0 16,0 0 0-16,0 0 0 0,0 0 55 0,0 0 43 15,0 0-18-15,0 0-23 0,0 0-15 16,0 0-15-16,-50-55-7 0,47 51 5 0,-3 2 14 16,2 0 2-16,-3-1-1 0,2 1-12 0,-3 0-13 15,-1 0-4-15,0 1-4 0,-2 1-4 0,-1 0-3 16,-3 0-6-16,0 0-3 0,-4 1-2 0,-1 4-3 16,-1 1 1-16,-2 2 0 0,-1 0-3 15,1 2 0-15,0 1-3 0,-4 0 2 0,4 1 5 16,0 0 0-16,-2 1 3 0,3 1-3 0,1 0-7 15,3 0-3-15,3 1-5 0,-2 3 1 16,4 0 0-16,-2 3-2 0,3 1-11 0,1 0-5 16,2 5-9-16,1 3 10 0,2 1 14 0,-1 4 8 15,3 2 10-15,-2 2 0 0,3 0 4 0,-2 0 4 16,2 2 3-16,3 1 0 0,-1-1 0 16,2-3 4-16,-1-1 1 0,1-3 0 0,6-5 0 0,-2-3 8 15,4-5 8-15,1 0 21 0,5-3 26 16,-1-2 17-16,3-2 20 0,3-3 9 15,2-2 4-15,3-1 0 0,5-2-7 0,4-3-11 16,1-2-16-16,3-1-12 0,-2 0-14 0,4-1-13 16,2-3-5-16,1-2-10 0,-2-1 0 0,0 0-7 15,-1-1-2-15,-5-1 0 0,3 0-1 0,-4-3 2 16,1 0-3-16,-4 0-1 0,-2 1-3 0,-3-2-3 16,0-1 7-16,-1 1-3 0,-3-1 5 15,2-3 6-15,-3 0 0 0,0-2 10 0,-3-2 3 16,-1-2 3-16,0-1 0 0,-3-3-5 0,1-2 1 15,-4 2 2-15,-3-3 6 0,-3 0 5 0,0-4-2 16,-4 1-6-16,-1-4-12 0,0-3-9 16,-5 1-12-16,2 0-7 0,-5 0 4 0,-3 4-4 15,1 2 0-15,-2 2 2 0,-6 3-8 0,3 4-4 16,-5 2-4-16,-1 3-8 0,-5 2-6 16,2 4-1-16,-3 2 0 0,-2 2 3 0,0 3 2 15,2 2 0-15,-4 0 2 0,-4 3-2 0,3 1 3 16,-1 0 6-16,-2 0-2 0,3 0 6 0,1 4 1 15,-1 0 2-15,1-1 2 0,0 2-2 16,0 1 0-16,2-2-2 0,0 3-2 0,-1 0 2 16,4 1-4-16,-4 2 4 0,1 1-2 0,0-1-3 0,0 2 5 15,4 0-9-15,0-2 0 0,5 1-4 16,0 1-7-16,4-1 4 0,-1 3-4 0,-1 1-1 16,4 3 5-16,-4 3-4 0,4 0 0 0,-3 3 3 15,4 2 2-15,-3 3-2 0,5 2 4 16,-1-1 2-16,1 5-4 0,1 0 5 0,2-1 0 15,-2 2 0-15,6 2 6 0,-2-1 2 0,3 3 2 16,-1 0 2-16,3-2 0 0,1-1-3 16,1-1 2-16,5-4-4 0,3-1 2 15,1 0 2-15,2-1 2 0,5-3 3 0,-1-1 6 0,5-2 0 16,4-3 7-16,-2-4 5 0,6-2 4 0,2-3 12 16,0-3 2-16,8-5 8 0,1-3 1 15,3-1 0-15,5-5 0 0,3-7-4 0,0-4 0 16,3-4-6-16,6-4-1 0,-1-3-6 0,0-2-12 15,-4 0-1-15,-4 0-5 0,-2-1-1 16,-8 4 5-16,-8 0 3 0,-3-1 11 0,-9 1 10 16,-3-1 4-16,-5 0 4 0,-3-1-3 0,-3-3 1 15,-5 1 0-15,-2 0-4 0,0-1-6 0,-1-1-5 16,-7-1-1-16,0 0-10 0,-3 0-2 0,-2-4-10 16,1 3-5-16,-5 2-2 0,4 2-3 0,-4 5 1 15,4 2-9-15,-5 3 2 0,2 2-1 0,-2 1-4 16,0 3 4-16,-2 1-8 0,0 3 0 15,0 2 0-15,-1 0-7 0,-1 2 9 0,2 0 1 16,-2 2 2-16,1 1 7 0,0 1-6 0,0 0 3 16,-3 0 2-16,1 2 2 0,2-1 5 15,-2 1-3-15,-2 0 2 0,3 0-3 0,0 0 1 16,-1 0-1-16,-2 0 3 0,2 1 2 0,-4 3-9 16,5 1-3-16,-2 3-12 0,-1 1-12 0,3 4 4 15,0 2-2-15,-1 4 1 0,-2 4 4 16,3 2-2-16,2 3 6 0,-1 3 3 0,1 3-3 15,3 1-3-15,3 3-7 0,2 2 2 0,2 0 2 16,1 0 8-16,1 2 6 0,3-1-1 0,0-1 7 16,4-1-5-16,1-3 4 0,1-4-1 15,7-1-6-15,0-4 8 0,4-3-2 0,-1-1 6 16,3-2 2-16,4 0 0 0,1 0 5 0,2-1 0 16,5-2 6-16,4-2 7 0,2-1 3 0,3-2 3 15,5-1 1-15,2-1-5 0,4-3-5 0,-1-1-4 16,5-1-3-16,-1-3-3 0,2-1-1 15,-2-2-2-15,0 0-2 0,-3-9 1 0,1-4 2 16,-5-4 7-16,-2-5 6 0,-6-1 8 0,-1-1 7 16,-5-2 9-16,-2-4 9 0,-5 1 11 0,-4-1 12 15,-3-2 6-15,-3-4-7 0,-4 0-6 16,-3-1-11-16,-4-1-5 0,0-1 1 0,-1 1-12 16,-7 2-11-16,-3 0-9 0,-3 1-5 0,-3 1-3 15,-2-3-6-15,-2 4-11 0,-3 1-7 16,-3 3 3-16,-1 2-2 0,-3 4 1 0,-1 4-4 15,-4 2-9-15,-3 4 0 0,-2 2-5 0,-5 4 2 16,2 4 3-16,-5 1 0 0,-1 2 4 0,-1 1-2 16,0 7-14-16,1 6-26 0,-1 7-45 15,6 7-149-15,8-4-464 0,16-5 35 0</inkml:trace>
  <inkml:trace contextRef="#ctx0" brushRef="#br0" timeOffset="589241.8088">4197 8651 0 0,'0'0'0'0,"0"0"0"0,0 0 0 16,0 0 158-16,0 0 130 0,0 0 13 0,0 0-40 15,0 0-9-15,0 0-39 0,0 0-53 16,0 0-24-16,0 0-49 0,-19-37-21 0,18 37-13 15,-1 0-20-15,2 0-8 0,-1 0-16 0,1 0-18 16,-2 0-16-16,2 0-22 0,0 0-15 0,0 0-14 16,0 0-8-16,0 0 2 0,0 0-11 0,0 0-13 15,0 0-30-15,0 0-26 0,0 0-15 16,0 0-5-16,0 0 22 0,0 1 27 0,0 1 44 16,0 0 53-16,0 0 42 0,0 2 27 0,0-2 3 15,0-1 4-15,0 0 14 0,0-1 28 16,0 0 36-16,0 0 29 0,0 0 8 0,0 0-1 15,0 0-13-15,0 0-19 0,0-1-21 0,0 0-16 16,0 0-14-16,0 1-16 0,2-1-11 16,-2 1-22-16,0 0-19 0,1 0-13 0,-1 0-20 15,0 0-7-15,0 0-12 0,0 0-11 0,0 0-11 16,0 0-21-16,0 0-23 0,0 0-24 0,0 0-44 16,0 1-71-16,0 2 20 0,0 4-47 15,2-1-16-15,-1-1 297 0</inkml:trace>
  <inkml:trace contextRef="#ctx0" brushRef="#br0" timeOffset="589550.0935">4375 8604 0 0,'0'0'0'0,"0"0"0"0,0 0 211 0,0 0 98 15,0 0-33-15,0 0-27 0,0 0-32 16,0 0-40-16,0 0-37 0,0 0-43 0,0 0-36 15,0 0-25-15,0 0-48 0,0 0-79 0,-40-18-124 16,40 21-142-16,0 6-9 0,0 0-100 0,0-2 200 16</inkml:trace>
  <inkml:trace contextRef="#ctx0" brushRef="#br0" timeOffset="594537.204">4537 12229 0 0,'0'0'0'0,"0"0"0"0,0 0 0 16,0 0 0-16,0 0 0 0,0 0 0 15,0 0 0-15,0 0 0 0,0 0 0 0,0 0 0 16,0 0 0-16,0 0 0 0,-38-12 0 0,35 12 0 16,-3 0 0-16,1 0 0 0,-3 0 0 0,0 2 0 15,1 2 0-15,-2 2 0 0,-1 1 0 16,1 0 0-16,-3 3 0 0,-2-1 0 0,2 0 0 16,0 3 0-16,0-2 0 0,0 0 0 0,-2 1 0 15,3-2 0-15,0 0 0 0,-1-2 0 0,4-1 0 16,-3 1 28-16,2-2 116 0,1-1-31 15,2 0-22-15,-1 0-20 0,0 0-20 0,2 0-18 16,0-1-15-16,2 1-12 0,-1 1-7 0,-1-1-8 16,3 2-2-16,-2 2-10 0,-1 1-6 0,2 4-1 15,-2 1 2-15,3 1 9 0,-3 2 11 16,0 2 5-16,1 1-1 0,0 1 1 0,2-2-2 16,1 3 3-16,-2-4 1 0,2 1-2 0,0-3 3 15,1 1-1-15,0 1 0 0,0-2 1 16,2-1-2-16,1 1 1 0,0 1 1 0,2 1 0 15,1-2 0-15,1 3 0 0,0 0-1 0,2 1 0 16,1 0-2-16,-1-2 0 0,1-1-1 0,1 1-2 16,0-3 4-16,2-1 4 0,-1-3 7 0,0 0 9 15,5 0 10-15,-4-2 0 0,5 0 0 16,-1 0-4-16,2-3-3 0,-2 1 2 0,3-1 5 16,1 1-3-16,2-1-2 0,-1 1-7 0,1-2-7 15,1 1-6-15,1 1 0 0,-2-2-4 0,0 1-1 16,1-2-1-16,-1-1-2 0,-2-3 6 15,1 0 8-15,3 0 11 0,-1-6 9 0,-4-2 9 16,3-2 4-16,-2-1 0 0,-1-2 1 0,-2-1-6 16,-1 1 0-16,-2-3 1 0,0 0-5 15,0-1 2-15,-2-1 0 0,2-1-5 0,-4-2-1 0,3 0-6 16,-1-1-5-16,0-1-3 0,-2-2-3 16,1 2-1-16,0-1 0 0,0 0-2 0,-2 1 1 15,0 1 4-15,-3-3 5 0,0 2 6 0,-4-1 8 16,1-1 2-16,-3-1-1 0,-1 0-1 15,0-1-4-15,0-1 5 0,-6 0 5 16,-2-2 6-16,0 2 6 0,-5 2 0 0,1-2-3 0,-2 4-3 16,-3 0 0-16,-3 1-6 0,1 0 5 15,-3 2 3-15,-2 2-2 0,-3 2 3 0,-1 1-8 16,-2 2-9-16,-3 1-4 0,-2 4-9 0,-1-1-4 16,-3 2-6-16,-1 2-4 0,0 4-2 0,2 2-9 15,-1 0-4-15,0 9-13 0,1 3-10 0,2 6-16 16,1 3-21-16,3 8-19 0,1 10-44 15,2 13-100-15,10-10-488 0,7-7-311 0</inkml:trace>
  <inkml:trace contextRef="#ctx0" brushRef="#br0" timeOffset="597659.6946">5271 13886 0 0,'0'0'0'0,"0"0"0"16,0 0 153-16,0 0 42 0,0 0-33 0,0 0 5 16,0 0-15-16,0 0-20 0,0 0-29 15,0 0-35-15,0 0-27 0,0 0-23 16,-3 1-23-16,3-1-23 0,0 0-30 0,0 0-38 0,0 0-66 15,1 0-40-15,2 0-33 0,1 0-152 0,-1 3 369 16</inkml:trace>
  <inkml:trace contextRef="#ctx0" brushRef="#br0" timeOffset="605532.1835">17392 14548 0 0,'0'0'0'0,"0"0"0"0,0 0 0 0,0 0 0 15,0 0 0-15,0 0 0 0,0 0 0 16,0 0 162-16,0 0 41 0,0 0-27 0,0 0-5 16,0 0 11-16,25-30 17 0,-25 30 13 0,0 0-2 15,0 0-16-15,0 0-16 0,0 0-13 0,0-1-14 16,0 0-30-16,0-3-36 0,-2-1-34 15,-1-1-33-15,-1 0-5 0,-1 0-5 0,0 1-3 16,-3 1-7-16,-1 0-8 0,-2 1-5 0,-3 0-17 16,-3 1 2-16,-2 2 0 0,-3 0-1 15,-4 1 8-15,2 4 3 0,-4 3 0 0,1 3 7 0,2 1-1 16,0 1 0-16,0 2 1 0,2 1-2 16,-3 1 2-16,5 4 0 0,-1-1 2 0,2 0-5 15,4 1 2-15,2 1-8 0,4 0-12 0,4 0 3 16,2 1-10-16,4 1 5 0,0-1 3 0,7 1-6 15,4-1 0-15,2 3-7 0,4-4-10 16,3 0-7-16,3-2-10 0,1-2-10 0,4-4 4 16,2-6 11-16,1-6 19 0,1-2 28 0,-3-6 26 15,1-8 18-15,-2-2 15 0,-2-5 14 0,-3-1 5 16,-3-2 15-16,-3-3 6 0,-2-2 5 16,-2-3 5-16,-4 1-11 0,-1-2 1 0,-5 1-6 15,3 1-6-15,-8 1-1 0,2 3-4 0,0 4-11 16,-4 5-6-16,1 3-6 0,-1 5-12 0,1 4-4 15,0 2-7-15,1 3-20 0,-2 1-16 16,3 0-23-16,-1 3-11 0,0 6 0 0,-5 3 5 16,4 7 17-16,-3 3 10 0,3 5 8 0,-1 6 5 15,3 1 3-15,-1 1 0 0,2 5 0 0,2-1 1 16,3 2 2-16,1 0-5 0,1-3 1 16,6 1-10-16,-1-5-4 0,2-3-3 0,3-2-6 15,-2-6-2-15,4-4-15 0,0-4-21 0,0-4-19 16,0-3-31-16,2-3-103 0,2-5-315 0,-4 0-210 15,-6 0 613-15</inkml:trace>
  <inkml:trace contextRef="#ctx0" brushRef="#br0" timeOffset="606085.7129">18342 14700 0 0,'0'0'36'0,"0"0"412"0,0 0-136 0,0 0-77 0,0 0-58 16,0 0-38-16,0 0-27 0,0 0-16 0,0 0-2 0,0 0-9 15,-131-93-5-15,104 88-15 0,2 1-17 16,-2 3-13-16,-1 0-13 0,1 1-6 15,0 0-7-15,-2 1-6 0,0 6-4 0,-1 3-5 0,2-1-2 16,0 4-3-16,1-1-1 0,-1 3-1 0,4 1-4 16,-1 3-1-16,2-1-4 0,5 2-3 15,2-2 0-15,2 0-12 0,3 0 2 0,7-2-7 16,3-2-6-16,1 3 9 0,1-2-8 16,9 1 7-16,2 0 7 0,6-1-17 0,2-1 12 15,3-2 3-15,5-4 5 0,3-3 23 0,0-4 6 16,1-1 10-16,-1-9 7 0,1-2 11 15,-3-6 5-15,-5 1 7 0,-2-1 16 0,-2-2 3 16,-3-2 22-16,-3-2 10 0,-3 0 6 0,-2-1 15 16,-4 1-10-16,-2-2-5 0,-1 4-9 0,-2 1-19 15,0 2-7-15,-2 3-8 0,-1-2-5 0,-2 6-6 16,0 2-6-16,0 3-9 0,-1 1-10 16,4 3-8-16,0 1-11 0,1 0-10 0,-1 1-17 15,2 0-25-15,0 3 0 0,0 6 1 0,0 6 10 16,5 7 23-16,3 3 3 0,3 6 2 15,2 1-1-15,4 4-7 0,2-2-4 0,3 0-3 16,1 1-2-16,1-3-6 0,2-2-5 0,-1-3-9 16,1-3-12-16,1-5-5 0,0-4-14 0,0-3-20 15,-1-6-52-15,0-4-125 0,2-2-222 0,-7-5-148 16,-9 1 486-16</inkml:trace>
  <inkml:trace contextRef="#ctx0" brushRef="#br0" timeOffset="606668.445">18940 14640 0 0,'0'0'0'0,"0"0"0"0,0 0 0 0,0 0 317 15,0 0 53-15,0 0-41 0,0 0-26 0,0 0-38 16,0 0-29-16,0 0-27 0,0 0-38 16,0 0-33-16,0 0-38 0,0 0-37 0,40-93-32 15,-51 90-29-15,-6 1-15 0,-6 2-8 0,-4 1-3 16,-7 1 2-16,-1 7 1 0,-6 2 4 0,2 3 2 16,-2 2 5-16,1 4 1 0,2-2-3 0,4 0 3 15,1 2-2-15,2 1 1 0,3-3 0 16,3 1-5-16,6-1 0 0,4-2-6 0,7 1-6 15,3-2-9-15,4 1-10 0,1-2-4 0,4 1-7 16,8-1 2-16,6-1 3 0,5-2 2 0,5-4 18 16,6-2 7-16,5-5 11 0,3 0 10 15,5-7-2-15,0-3 5 0,0-4 0 0,-5-4 6 16,-2-1 4-16,0-1 3 0,-7-2 10 0,-3 1 6 16,-6-1 11-16,-4 2 15 0,-5 2 16 15,-5 1 15-15,-5 1 6 0,-3 0-3 0,-2 2-11 16,0-3-13-16,-6 1-14 0,-1 0-11 0,-6 2-8 15,3 2-14-15,-2-1-6 0,-2 4-8 0,0 2-3 16,1 2-1-16,0 2 1 0,1 2-3 16,3 1-5-16,3 0-2 0,1 0-12 0,1 0-9 15,3 7-2-15,-1 3-4 0,2 6 9 0,0 5 0 16,3 3 7-16,6 4 5 0,3 2-2 0,6 2 6 16,3-1 0-16,-1 0-4 0,2-1-4 0,2-2-4 15,1-5-4-15,-3 0-3 0,4-4 2 16,-2-3-6-16,1-4-13 0,0-3-10 0,-3-3-55 15,1-4-122-15,-1-2-232 0,-7 0-279 0,-6-1 258 0</inkml:trace>
  <inkml:trace contextRef="#ctx0" brushRef="#br0" timeOffset="607198.3824">19637 14176 1428 0,'0'0'-110'0,"0"0"13"16,0 0 8-16,0 0 50 0,0 0 51 16,0 0 35-16,0 0 24 0,0 0 5 0,0 0-24 15,0 0-32-15,0 0-31 0,0 0-13 16,0 0 10-16,0 0 11 0,-68 96 14 0,67-52 6 15,2 5 0-15,-1 2 1 0,1 4-2 0,7 0-7 16,-5 4-1-16,2 1-7 0,-1-1-4 0,1 1 3 16,-2-2-5-16,-3-3-1 0,0-3-2 0,0-5-4 15,0-7-3-15,0-5-1 0,0-6-1 16,0-9 1-16,-2-6 4 0,2-6 10 0,0-3 38 16,0-5 50-16,0 0 65 0,0-4 8 0,0-6-29 15,2-8-44-15,4-8-55 0,-1-7-2 16,4-4 12-16,2-3 7 0,4 0-1 0,1-1-7 15,5 2-12-15,3 2-5 0,1 1-7 0,0 7-5 16,1 3-3-16,2 7-6 0,0 3-2 0,-1 4 0 16,1 7-12-16,-4 4-2 0,-1 1-9 15,-1 8-3-15,-3 6 9 0,-3 3-1 0,-1 5 5 16,-4 2 4-16,-5 2 0 0,2 4 4 0,-8 1 2 16,0 1-1-16,-10 1 1 0,-1 2-1 15,-4-2 2-15,-4 2 0 0,-3-3 5 0,-3-3 3 16,-4-5 6-16,-1-2 9 0,-2-6 2 0,-3-2 7 15,-2-5 1-15,-2-1-2 0,-2-4 1 0,0-3-9 16,1-1-6-16,-1-1-8 0,5-8-18 0,1-5-39 16,5-4-198-16,8 4-490 0,9 3-555 0</inkml:trace>
  <inkml:trace contextRef="#ctx0" brushRef="#br0" timeOffset="607984.852">20958 14598 49 0,'0'0'377'16,"0"0"-85"-16,0 0-39 0,0 0-37 0,0 0-19 16,0 0-11-16,0 0-28 0,0 0-41 0,0 0-41 15,0 0-37-15,0 0-24 0,-41-79-15 16,21 79-5-16,-5 0-3 0,0 1 0 0,-6 6 8 15,-3 0 1-15,-1 1 0 0,-5 2 3 0,0 3-6 16,1 0 3-16,1 2 2 0,1 0 0 0,3 0 3 16,2 0 0-16,2 1-4 0,1 2-1 15,3 0-3-15,5 0-2 0,1 1 2 0,4 4-5 16,3-1-2-16,6 3-2 0,2-2 0 0,5 3 0 16,0 1 2-16,9-1-2 0,2 0-6 15,6 0 2-15,6-1-8 0,3-2-3 0,5-3 1 16,5-5-3-16,2-5 11 0,4-7 5 0,5-3 5 15,0-3 6-15,2-11 0 0,1-4 5 0,-7-6 7 16,-2-1 9-16,-1-5 12 0,-3 1 11 0,-5-5 22 16,-3-2 17-16,-5 2 18 0,-5-1 9 0,-1 2-6 15,-8 2-2-15,-3 1-15 0,-1 2-9 16,-6 1-7-16,0 4-17 0,0 1-12 16,-9 3-12-16,2 6-13 0,-3 3-9 0,-4 3-2 0,1 2-11 15,-5 4-7-15,2 1 0 0,-3 2-11 0,1 7 3 16,-2 5 5-16,0 3-7 0,1 5 10 15,3 3-2-15,3 7 0 0,2 1 10 0,5 5-7 16,2 2 6-16,3 3 2 0,1 2-9 0,2-2 9 16,6 1-7-16,4-1-2 0,5-4 1 15,4-3-9-15,2-7 1 0,6-5-4 0,2-7-1 16,2-6-4-16,5-4-12 0,4-6-37 0,5-1-169 16,-12-5-381-16,-9-1-795 0</inkml:trace>
  <inkml:trace contextRef="#ctx0" brushRef="#br0" timeOffset="609516.1733">22100 14535 0 0,'0'0'0'0,"0"0"0"0,0 0 0 16,0 0 101-16,0 0 144 0,0 0-52 0,0 0-42 15,0 0-43-15,0 0-34 0,0 0-28 0,0 0-24 16,0 0-11-16,-46-31-2 0,38 31 1 16,0 0 6-16,-2 0 5 0,6 0 2 0,-3 0 3 15,4 0-1-15,-1 0-2 0,2 0-1 0,1 0-1 16,1 0-4-16,0 0-2 0,0 0-3 0,0 0 0 16,0 0-7-16,0 0-7 0,0 0-18 15,0 0-19-15,0 0-18 0,1 0-6 0,3 0 0 16,0 0-45-16,1 1-153 0,0 1-320 0,-3 0 567 0</inkml:trace>
  <inkml:trace contextRef="#ctx0" brushRef="#br0" timeOffset="610190.8477">20597 15410 0 0,'0'0'0'0,"0"0"0"16,0 0 0-16,0 0 152 0,0 0 100 0,0 0-17 15,0 0-36-15,0 0-35 0,0 0-39 16,0 0-38-16,0 0-35 0,0 0-33 0,0 0-17 15,0 0-5-15,9-23 3 0,16 19 2 0,2 0-6 16,1 1-11-16,2 2-21 0,-1 1-19 0,-5 0-23 16,2 0-39-16,-3 0-91 0,-8 2-294 0,-5 0 231 0</inkml:trace>
  <inkml:trace contextRef="#ctx0" brushRef="#br0" timeOffset="612554.4589">22111 14718 0 0,'0'0'141'0,"0"0"159"15,0 0-25-15,0 0-37 0,0 0-32 16,0 0-33-16,0 0-22 0,0 0-26 0,0 0-31 15,0 0-21-15,0 0-30 0,0 0-19 0,-25-67-13 16,15 65-14-16,-2 2-3 0,-3 0 1 16,-1 0-2-16,-3 0 4 0,-4 0 1 0,-2 3 2 15,-1 2 2-15,0 0 3 0,-3 1 3 0,-1-1-3 16,2 4 2-16,3-2-5 0,-1-1-5 16,3 3 5-16,3-1-8 0,-1 3 0 0,3-1-1 15,5 2-15-15,1 2-3 0,1 0-15 0,2 3-12 16,2 2 2-16,3 4-6 0,-2 2 6 0,5 2 3 15,0 0-6-15,1 1 3 0,0 2 0 0,1-1-2 16,6 0-2-16,-3-2-2 0,4-2-11 0,0-4 3 16,1-7 6-16,0-5 3 0,1-3 25 15,-2-3 25-15,3-3 31 0,-1-4 36 0,5-6 13 16,-2-4 6-16,1-7-3 0,3-2-11 0,2-3-1 16,-2-3-3-16,0-2 1 0,1-2-1 0,1 3 0 15,0-4-1-15,-5 3-8 0,3 1-3 16,-5 4-10-16,-2 5-8 0,0 5 3 0,-5 4-7 15,-1 4 4-15,-3 5-3 0,-1 2-11 0,0 1-11 16,0 0-23-16,0 0-27 0,0 3-4 0,0 4 2 16,0 5 14-16,0 5 22 0,2 4 5 15,0 5-1-15,2 2 2 0,-2 2-1 0,5 1-2 16,1 2 4-16,-1-1-18 0,3-1 14 0,4-1 3 16,0-3 0-16,0-3 23 0,4-4-12 15,1-3 2-15,0-5 1 0,2 0-2 0,1-5 5 16,1-1 3-16,1-3 1 0,-1-3-1 0,-1 0-6 15,0-3-7-15,2-5-19 0,-1-4-35 16,-1-2-114-16,-3 2-385 0,-7 5-602 0</inkml:trace>
  <inkml:trace contextRef="#ctx0" brushRef="#br0" timeOffset="613048.1239">22534 14144 359 0,'0'0'268'0,"0"0"-101"0,0 0-4 16,0 0 6-16,0 0-19 0,0 0-26 0,0 0-41 15,0 0-42-15,0 0-30 0,0 0-24 0,0 0-12 16,0 0 2-16,0 0 8 0,-47 63 9 16,45-25 5-16,1 5 1 0,0 3 3 0,1 4-7 15,0 2 3-15,0 2-5 0,0 1-4 0,-1 4 0 16,2-1-13-16,-2 0-2 0,0-2-6 0,1-5-10 16,0-5 6-16,0-6-4 0,0-9 4 0,3-8 6 15,-1-6 5-15,4-7 12 0,-3-2 17 16,4-6 36-16,-4-4 47 0,4 0 38 0,0-10 20 15,5-2-14-15,2-7-20 0,4-4-26 0,1-4-15 16,4 0-2-16,1-1-10 0,3 3-5 16,-4-1-12-16,4 5-11 0,-4 4-12 0,3 3-10 0,-2 6-5 15,-4 5-11-15,1 5-2 0,0 0-3 16,-3 11-1-16,0 5 4 0,-4 4 3 0,3 4 1 16,-6 4 2-16,0 2 1 0,-3 4 0 0,-5 2 3 15,-3 1 3-15,0 3-1 0,-9 1 1 16,-2-1 2-16,-6-1-6 0,-4-4 5 0,-4-2-7 15,-6-4-1-15,-7-4-1 0,-4-3-29 0,-10-4-97 16,11-8-576-16,11-4-595 0</inkml:trace>
  <inkml:trace contextRef="#ctx0" brushRef="#br0" timeOffset="615414.9265">20593 15448 0 0,'0'0'0'0,"0"0"0"0,0 0 0 0,0 0 0 15,0 0 0-15,0 0 0 0,0 0 0 0,0 0 0 16,0 0 0-16,0 0 57 0,0 0 96 0,0 0 5 16,-38-17 0-16,35 16 0 0,-3 0-7 15,3-1-2-15,-1 2-4 0,1 0-7 0,1 0-17 16,2 0-19-16,0 0-13 0,0 0-22 0,0 0-15 15,0 0-20-15,0 0-26 0,1 0-6 0,7 0-4 16,2 0 7-16,7 0 23 0,6 0 6 0,5-2 9 16,5 1-1-16,2-1-8 0,4-2-4 15,2-1-8-15,1 1-7 0,3-1-5 0,-1 2-6 16,-2-2 0-16,2 2-1 0,-1-1 2 0,-3 2-2 16,-5 0-1-16,1 1 2 0,-5 0-4 0,-6 1-2 15,-4-1 3-15,-4 1-1 0,-4 0-2 0,-5 0 4 16,-3 0-2-16,-2 0 6 0,-3 0 12 15,0 0 8-15,-1 0 8 0,-6 0-4 0,-2 0-12 16,-3 0-10-16,-7 1-9 0,-2 0-1 0,-8 1 0 16,-2 0 2-16,-2 1 1 0,-5 2-1 15,1 1-1-15,-4 0-2 0,0-1 2 0,-2 1 4 16,0 1-1-16,3-1 11 0,2 1-1 0,3-1 3 16,-2 0 8-16,6-1-6 0,5 0 6 0,2-2 4 15,6-1-6-15,5 1 8 0,3-3 0 16,7 0-2-16,2 0-1 0,1 0-8 0,0 0-14 15,1 0-12-15,5 0-6 0,4-1-2 0,5-3 5 16,7-1 11-16,8 1-3 0,5-2 6 0,3-2-4 16,8 1-3-16,-1 0 4 0,6 2-4 15,0-1 1-15,0 1 5 0,-1 2-2 0,-3-1 0 16,-4 2 3-16,-5 2-9 0,-6 0-4 0,-8 0 0 16,-2 1-8-16,-7 1 3 0,-5 1 4 15,-3-1-4-15,-4-1 8 0,-2 0 1 0,-1-1 1 0,0 1 13 16,-1 1 4-16,-6-1 9 0,-3 1 2 15,-2 0-3-15,-7 2-4 0,-1-1-4 0,-3-1 1 16,-5-1-4-16,0 1 1 0,-6-1 0 0,2 2-9 16,-3-1 6-16,-1 0-9 0,-3 2 1 0,2-1 7 15,0 1-8-15,-1 1 7 0,6 2-1 16,3-1 0-16,3-2 2 0,6 2-1 0,5-2-1 16,4-1-9-16,6 1-5 0,2-2-16 0,3 0-7 15,0 1 7-15,8 0 3 0,3 0 21 16,4 1 7-16,6-2-2 0,5-1 7 0,4-1-7 15,8-1 5-15,2-6 1 0,3-1-2 0,3-2 2 16,1-1-6-16,0 1 2 0,-3 1-3 0,-4 0 2 16,-5 1 4-16,-5 1-5 0,-6 0 6 15,-11 3-2-15,-2 2-1 0,-5 2 18 0,-5 0 6 16,-1 0 16-16,-3 0-1 0,-5 0-17 0,-6 1-10 16,-8 4-19-16,-4 1-1 0,-10 1 4 0,-2 1 0 15,-5-2 9-15,0 2 1 0,-1-2 3 16,1 0 2-16,1 0-1 0,7-2-1 0,2 0-11 15,6-1-11-15,7-2-47 0,9-1-194 0,3 0-846 0</inkml:trace>
  <inkml:trace contextRef="#ctx0" brushRef="#br0" timeOffset="619433.909">5058 14111 0 0,'0'0'0'0,"0"0"0"0,0 0 0 0,0 0 0 15,0 0 0-15,0 0 261 0,0 0 0 16,0 0 7-16,0 0-15 0,0 0-34 0,0 0-41 16,0 0-57-16,-37-20-51 0,37 20-34 0,0 0-25 15,0 0-20-15,0 0-14 0,0 0-14 0,4 0 2 16,1 0 14-16,7 0 15 0,6 1 18 0,7 0 8 15,6 0-1-15,6 3 0 0,8 0 5 0,6 1 0 16,11 0 8-16,8-2 3 0,6 0-4 16,5-1 8-16,4-1-5 0,-2 1-2 0,1 1 1 15,-2-2-2-15,-2 0 1 0,-1 0 1 0,-7 0-1 16,-4 0-3-16,-6 0-1 0,-7 0-2 16,-6-1 0-16,-7 0 2 0,-6 1-4 0,-11-1 4 15,-2-1 3-15,-8 1-2 0,-4 0-2 0,-4 0 2 16,-5 0 9-16,-1 0 16 0,-1 0 20 0,0 0 12 15,0 0-2-15,0 0-8 0,0 0-22 16,0 0-20-16,0 0-26 0,0 0-41 0,0 0-65 16,2 1-90-16,5-1-263 0,-4 0-1052 0</inkml:trace>
  <inkml:trace contextRef="#ctx0" brushRef="#br0" timeOffset="620119.0897">8193 14009 0 0,'0'0'0'0,"0"0"0"16,0 0 0-16,0 0 0 0,0 0 0 0,0 0 126 15,0 0 142-15,0 0-8 0,0 0-13 0,0 0-22 16,0 0-29-16,-63-5-50 0,63 5-55 16,0 0-53-16,2 0-45 0,2 0-2 0,5 0 2 15,10 0 10-15,3 0 19 0,10 0-5 0,7-3 0 16,7 3 0-16,2-1 0 0,9 1-2 0,3 0-1 15,1-1-4-15,2 1-3 0,-1-1-2 16,-1 0 1-16,-1 0 0 0,-2-2 4 0,-4 0 0 16,-6-1-1-16,-4 2 3 0,-2 0-1 0,-4-1-2 15,-7 2 3-15,-2-1-3 0,-8 1-4 0,-9 1 2 16,-3 0-1-16,-3 0 11 0,-5 0 27 16,-1 0 28-16,0 0 32 0,-8 0-1 0,-2 0-28 0,-10 0-31 15,-10 1-35-15,-5 2-11 16,-10 2 2-16,-5 0 4 0,-2-1 0 0,-4 2 1 0,-2-1 2 15,-2-2-1-15,0 2 2 0,1-2 0 16,3 0 0-16,-1 1 3 0,8-2-1 0,3 3 3 16,7-4-5-16,7 1 3 0,5-1-1 0,11-1 2 15,2 1 1-15,10-1-6 0,3 0-7 0,1 0-20 16,2 0-33-16,9 0 9 0,10 0 2 0,15-2 13 16,16-3 15-16,14-4-54 15,22-2-184-15,-19 1-560 0,-18 3-295 0</inkml:trace>
  <inkml:trace contextRef="#ctx0" brushRef="#br0" timeOffset="621723.3732">20722 15396 0 0,'0'0'0'0,"0"0"0"0,0 0 0 0,0 0 0 15,0 0 46-15,0 0 99 0,0 0 14 0,0 0 12 16,0 0-8-16,0 0-9 0,0 0-20 0,0 0-27 16,-56 0-24-16,56 0-30 0,5 1 4 15,5 2 9-15,5 0 13 0,6 1 16 0,7-1-17 16,5-1-11-16,6 2-18 0,3-2-20 0,8 0-7 15,0 1-18-15,0-1 2 0,2 2 0 0,-3-3-2 16,0 1 3-16,-3 0-6 0,-6 0 0 16,-5-2-3-16,-4 1 0 0,-6 0 1 0,-6 0-2 15,-7 0 3-15,-2-1 1 0,-9 0 13 0,-1 1 22 16,-1-1 14-16,-9 0 1 0,-4 0-8 16,-10 0-17-16,-5 2-14 0,-9-2 2 0,-5 0 0 0,-4 0 1 15,-4 0 5-15,-3 0-2 0,-1 0 4 0,4 0 2 16,1 1-2-16,7 0 4 0,2 1-5 15,9 0 0-15,4 0-2 0,8 2-7 0,7-3-3 16,4 0-9-16,5 0-4 0,4-1-14 0,2 3 1 16,10-1 5-16,8 3 2 0,10-1 13 15,11 0-6-15,14-2-11 0,13-2-19 0,9 0-67 16,10 0-226-16,-19 0-526 0,-24 0-30 0</inkml:trace>
  <inkml:trace contextRef="#ctx0" brushRef="#br0" timeOffset="709794.8813">23065 6058 0 0,'0'0'0'16,"0"0"0"-16,0 0 0 0,0 0 0 0,0 0 0 15,0 0 0-15,0 0 0 0,0 0 0 0,0 0 116 16,0 0 73-16,0 0-62 0,-34-13-58 0,36 12-38 16,6 0-12-16,4-1 2 0,6-3 14 15,5-1 11-15,8 0 6 0,9-2 5 0,4 0-3 16,9 2 2-16,5-3-4 0,6 4-13 0,1-2-10 16,-1 2-17-16,3 1-9 0,-5 1-2 15,-1 2-4-15,-3-1 3 0,-4 0-4 0,-2 1-1 16,-1-1-2-16,-4 1-1 0,-3-2 0 0,-4 2-1 15,1-2 2-15,-6 0-6 0,-6 2 3 0,-3-2 1 16,-6 1-2-16,-8 0 11 0,-1 1 10 0,-8 1 24 16,-1-2 41-16,-2 2 32 0,-5-1-24 0,-6 0-33 15,-4 0-48-15,-10 0-51 0,-6 0 7 16,-8 1 5-16,-8 7 7 0,-10-1 9 0,-3 2 5 16,-4 1 6-16,-5 2 3 0,-2-1 4 0,-2 1 8 15,-1-2 2-15,0 1 4 0,3-1 9 16,6 1 1-16,3-1 2 0,4-1 2 0,9 0-6 15,7 0-4-15,11-3-3 0,7 0 2 0,8 0-1 16,8-4 13-16,8-1-8 0,0 1 1 0,13-1 9 16,8 0 4-16,10 0 20 0,12-3 7 15,14-7-1-15,9 0-8 0,12-4-11 0,6-2-8 16,7 0-4-16,9-1-2 0,0 1-4 0,1 0-10 16,0 2-3-16,-4 1-9 0,-5 1-6 15,-7 3-1-15,-12 1-7 0,-11 2 1 0,-13 2 1 16,-14 0 0-16,-8 2 3 0,-13 1 3 0,-7 0 7 15,-7 1 17-15,-2-1 3 0,-13 0-3 0,-6 1-7 16,-10 0-15-16,-16 0-11 0,-10 3 1 0,-13 4 1 16,-9 2 3-16,-7 0 11 0,-4 1 1 0,-2-1 4 15,-1 1 3-15,-1 0-6 0,1 2 2 0,2 1-3 16,3 0 1-16,0-1 2 0,5 1-1 16,6-2 3-16,12 1-2 0,7-2 3 0,13 0-2 15,11-3 1-15,14-2 2 0,8-2 1 0,10-2-2 16,2 1-12-16,6-2 13 0,10 0 13 15,14 0 12-15,11-2 24 0,15-5-5 0,15-5-8 16,13-2-7-16,10-3-12 0,9-2-5 0,8 2-6 16,8-1-2-16,1 0-1 0,-2 0-5 15,1 3-1-15,-7 1-4 0,-10 1 0 0,-10 5 0 16,-13 0-2-16,-16 2-1 0,-12 2 0 0,-18 2-1 16,-15 1 4-16,-8 1 9 0,-10 0 20 0,-10 0 10 15,-8 0 1-15,-15 2-7 0,-18 3-23 16,-12 2-9-16,-18 3-7 0,-13 4-1 0,-13 1-3 15,-8 3-8-15,-6-1-28 0,-3 2-131 0,28-4-681 16,32-3-278-16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4:20:11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7673 12299 0 0,'0'0'0'0,"0"0"0"16,0 0 0-16,0 0 0 0,0 0 0 15,0 0 73-15,0 0 232 0,0 0 1 0,0 0-47 16,0 0-53-16,0 0-60 0,0 0-62 0,-37-9-43 15,45 8-23-15,3-1-14 0,7-1-4 0,7 1 8 16,11-1-4-16,7 2 2 0,6 0-1 16,6 1-2-16,6 0 2 0,7 0 1 0,5 0 5 15,7-1 3-15,6-2 1 0,6-1 0 0,7-3-1 16,8 0 4-16,0-2 1 0,8-1 4 0,0-3 2 16,0 0-1-16,4 0 2 0,-3 1-1 15,1-2 0-15,-4 1 3 0,-4 1-4 0,-5 0 1 16,-4 1-4-16,-4 0-4 0,-5 2 1 0,-9 1-3 15,-2 1 1-15,-8-1-4 0,-6 2-2 16,-8 3-4-16,-9 0-4 0,-6 1 0 0,-7 1-4 16,-7 0-1-16,-8 0 1 0,-7 1-6 0,-5 0 0 15,-6 0 1-15,-2 0 7 0,-1 0 9 0,0 0 8 16,-4 0 0-16,-5 0-6 0,-5 0-12 16,-8 0-9-16,-8 0-8 0,-7 1-4 0,-5-1-2 15,-8 0-10-15,-2 0-8 0,-8 0-14 0,-3 0-10 16,-6 0-4-16,-3 0-5 0,-7 1-3 0,1-1-11 15,-6 3-19-15,0 1-16 0,-3 0-10 16,1 1 6-16,-4 1 16 0,0-2 18 0,-1 3 16 16,4-1 10-16,-2 0 0 0,0 0 3 0,3 1 6 15,0-2 14-15,0 2 21 0,-2-1 16 0,3-1 18 16,-1 0 8-16,4 0 8 0,1 0 8 0,7-1 3 16,0 2 5-16,3-2 1 0,4 0-7 0,4 1-3 15,3-1-12-15,2 1-9 0,7-1-4 16,7 2-8-16,5-1-2 0,8 1-1 0,3-2-2 15,8 0 0-15,8-2-4 0,7 0-11 0,1 0-31 16,4-1-25-16,7 1 16 0,4 0 25 16,9 1 49-16,6-1 39 0,10-2 10 0,5 0 4 15,15 0 1-15,5-5 1 0,7-2-5 0,11 2-6 16,4-2-9-16,9 1-8 0,7-1-9 0,5 1-8 16,5 0-8-16,4 2-6 0,4-1-6 0,-2 1-3 15,-1-1 0-15,4 0 0 0,-3 0 2 16,3 0 7-16,-4 0 6 0,-2 1 11 0,-1 0 11 15,-5 0 6-15,-2-2 8 0,-2 1 3 16,-5 2 7-16,0-1 2 0,-6-2 5 0,-5 1-5 16,-4-1-7-16,-3-1-3 0,-8 1-11 0,-1 0-4 15,-7 0-5-15,-3 0-7 0,-7 2-6 0,-5-1-7 16,-8 3-6-16,-8-2-5 0,-4 3-2 0,-8-1-1 16,-9 1-1-16,-6 1 7 0,-4 0 4 0,-1-1 8 15,-1 1 6-15,-8-2-16 0,-7 0-10 16,-10 0-17-16,-10 1-11 0,-11 1 6 0,-11 1 1 15,-6-1 6-15,-7 0 9 0,-8 1 4 0,-2 0 5 16,-5 0 2-16,-4-1 0 0,-4 1-2 0,-5 1 1 16,-3 0 1-16,0 3-3 0,-6-2 5 15,-1 2-4-15,-5-1-3 0,-2 2 6 0,-1-1-6 16,-2 2 5-16,0 0 2 0,3 0-2 0,0 0 3 16,5 1 2-16,6 1 2 0,4 0 3 15,7 0 2-15,6 0-3 0,13-1-3 0,8-1-2 16,16 1-4-16,9-3 5 0,14-2-3 0,9-1-1 15,12-1 1-15,3 0-18 0,5-1-11 16,14 1 4-16,8-1 4 0,16 0 18 0,15 0 11 16,17-1-4-16,18-6-9 0,13-3-7 0,12 1-17 15,8 0-35-15,7 2-119 0,-31 1-412 0,-32 3-323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20T03:52:39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10989 3198 0 0,'0'0'0'0,"0"0"0"0,0 0 0 0,0 0 0 15,0 0 0-15,0 0 39 0,0 0 95 16,0 0-6-16,0 0-6 0,0 0 10 0,0 0-6 16,0 0-10-16,-18-27-10 0,16 27-15 0,2 0 0 15,0-1 0-15,0 1 1 0,0 0-13 0,0 0-10 16,0 0-8-16,0 0-13 0,-1 0-3 16,1 0-12-16,0 0-13 0,0 0-12 0,0 0-18 15,0 0-16-15,0 0-26 0,0 1-27 0,0 0-41 16,0 1-51-16,-1 4 13 0,0 2 32 0,-2 5 51 15,1 4 64-15,-2 5 10 0,0 4 6 16,1 4 2-16,3 2 6 0,0 6 5 0,0-1-4 16,0 3-1-16,2 1-2 0,3 0 0 0,-1 0-2 15,0-1 2-15,-1-1-3 0,0-2-1 0,-1-1 5 16,2-2-9-16,-1-2-1 0,0-4 0 16,0-4-14-16,1-7 5 0,-2-4-17 0,2-5-30 15,-2-4-166-15,-1-3-411 0</inkml:trace>
  <inkml:trace contextRef="#ctx0" brushRef="#br0" timeOffset="1647.0339">11033 3210 0 0,'0'0'0'0,"0"0"0"16,0 0 0-16,0 0 0 0,0 0 0 0,0 0 0 16,0 0 0-16,0 0 0 0,0 0 0 0,0 0 0 15,0 0 0-15,0 0 0 0,0 0 154 16,0 0-21-16,7-25-33 0,-7 25-24 0,0 0-21 15,0 0-24-15,0 0-19 0,0 0-30 0,0 0-33 16,0 0-33-16,0 0-36 0,3 1-20 16,-2 0-2-16,4 0 136 0,-1 0 6 0,3-1 18 15,3 0 114-15,3 0-23 0,1 0 3 0,1 0-7 16,7-1-18-16,-1-3-11 0,6-2-15 16,2-1-5-16,3 0-5 0,1-1-7 0,4 0-5 15,2 1-13-15,-1-1-11 0,1 2-6 0,3 0-7 16,2 1 2-16,-2-1-3 0,2 1 0 0,-1-1-3 15,3 1-2-15,-1 0 2 0,4 1-3 16,-4-1 4-16,3 3-2 0,0-1-2 0,0 1 5 0,-1 0-4 16,2 1 4-16,-2-2 3 0,3 1-3 15,-3-1 2-15,1-1 1 0,0-1-3 0,-3 2 2 16,1-1-1-16,-1 1-1 0,0-2 2 0,-3 2 2 16,2 0-5-16,-3-2 4 0,-1 2 0 0,-1-1-3 15,-1 2 3-15,0 0-2 0,0-1-1 16,1 1 1-16,-3 0-4 0,2 2 4 0,1-2-2 15,2 1 0-15,0 1 0 0,-1-1-1 0,0 1 1 16,1 0-3-16,0 0 4 0,0 0-4 0,-1 0 2 16,1 0 3-16,0 0-2 0,0 0-1 15,2 0 3-15,0 0-2 0,1 0 2 0,-2 0 2 16,0 1 1-16,3-1-1 0,-1 0-1 0,1 1 0 16,0-1-3-16,-2 2 2 0,-1-1-5 0,0 0 3 15,2-1 1-15,-2 2-4 0,-2-1 4 16,-1 1-2-16,-2-1 1 0,3 0 3 0,0-1-1 15,0 1-4-15,-1-1-11 0,-2 0 13 16,0 1 2-16,3-1 7 0,-2 0 12 0,2 0-16 0,-5 0 1 16,2 0-6-16,-4 0 0 0,-2 0 5 15,1 0-6-15,-2 0 5 0,0 0-1 0,0 0-3 16,-1 1 2-16,1 1-5 0,-6-1 3 0,5 0-1 16,0 0 2-16,0 0 3 0,0-1-4 0,-2 3 5 15,1-3-1-15,0 0 2 0,-3 0 5 0,1 0-5 16,-3 0 4-16,5 0-3 0,-3 0 0 15,3 0 0-15,1 0-4 0,0-2 1 0,0 0-2 16,2 2 1-16,-1-1 1 0,0 0-1 0,-2 0 1 16,5-1-5-16,-6 1 4 0,3 1-1 15,-2-1-3-15,-1 1 4 0,-3 0 0 0,-3 0 1 16,-1 0 2-16,0 0-3 0,1 0-1 0,-2 0-2 16,0 0 2-16,0 0 1 0,-3 0 1 0,3 1 3 15,-1-1 0-15,1 0 4 0,0 1 0 16,-3-1 3-16,3 0 5 0,-2 0-3 0,2 2 4 15,-5-2-4-15,5 0 1 0,-6 0 1 0,3 0-3 16,-5 0 5-16,1 0-1 0,-2 0 5 0,-3 0 2 16,-3 0 2-16,-2 0 8 0,1 0 2 15,-2 0 10-15,-1 0 0 0,0 0-11 0,0 1-7 16,0-1-18-16,0 0-11 0,0 1-3 0,0-1-4 16,0 0 1-16,0 0 0 0,0 0 1 0,0 0 0 15,0 0 1-15,0 0-1 0,0 0-3 0,0 0 2 16,0 0-2-16,0 0 3 0,0 0 3 0,0 0-4 15,0 1-2-15,1-1 9 0,2 2 2 16,-2 1 4-16,4-2-1 0,-2 4-10 16,-1 1-7-16,3 0-1 0,-1 2 3 0,-1 1 2 0,4 2 8 15,-4 1-2-15,3 3 7 0,-2 1-1 16,3 3 0-16,0-1 2 0,-2 0-5 0,3 2 1 16,-1 1-1-16,-2 1-1 0,2-1 3 0,-3 0 0 15,3 1-1-15,-5 0 0 0,4 1 1 16,-4-2-2-16,0-1-1 0,-2 2 5 0,0 0 0 15,0-2 3-15,0 1 8 0,-1 0-4 0,-1 1 3 16,-3 4-1-16,3 0-9 0,-1 2 5 0,-4 1-4 16,3 1 0-16,-2-2 5 0,4 0-7 0,-1-1 1 15,0-3-2-15,2-3 0 0,1-1 1 16,0 0 1-16,0-5 4 0,0-1-5 0,0-2 8 16,1-4-2-16,2-1 0 0,-2-2 9 0,-1-2-6 15,1-1 11-15,-1-2 20 0,0 0 10 0,1 0 5 16,-1 0-8-16,0 0-41 0,0-2-131 15,0-1-669-15,-1 0-288 0</inkml:trace>
  <inkml:trace contextRef="#ctx0" brushRef="#br0" timeOffset="2867.0586">10912 3821 0 0,'0'0'0'0,"0"0"0"0,0 0 0 16,0 0 0-16,0 0 0 0,0 0 42 0,0 0-24 16,0 0-16-16,0 0 0 0,0 0 10 15,0 0 1-15,0 0-5 0,26-22-2 0,-19 22-1 0,3-1 3 16,-2 1 10-16,1 0 10 0,3 0 1 16,2 0 13-16,2 0 10 0,0 0 5 0,5 0 10 15,1 0-9-15,2 0-7 0,2 0-11 0,2 0-10 16,3 0 1-16,2 0-3 0,4 1 0 15,4 2 0-15,0-1-4 0,3 0-2 16,6 2-4-16,1 0-2 0,5 2-3 0,-1 0-4 0,4 0 2 16,1-1-5-16,2 0 3 0,1-3-2 0,4 0-2 15,0 0 6-15,3-2 0 0,1 0 5 16,3 0 1-16,0-5-6 0,0 0 3 0,-2 1-4 16,-1-2 0-16,-4 1-1 0,0 0-4 0,-1 0 0 15,-2 1-1-15,-3 0 2 0,-3 2-2 16,5-1-1-16,-8 2-1 0,4 0-4 0,-3 1 4 0,-1 0-3 15,-2 0-1-15,-3 2 2 0,0 2-3 16,-1 2 1-16,-2-2 2 0,-1 1 0 16,2 1 0-16,-4 0 3 0,4-2 2 0,-3 0 0 0,4 0 5 15,-1-1-2-15,-3 1 1 0,4-1 6 16,-6 0-4-16,5-1 2 0,-5-1-1 0,3 3-3 16,-1-2 0-16,1 0-1 0,-2-1 0 0,3 2 0 15,-2-1 1-15,2 0-2 0,1 2-1 0,0-2 1 16,2 1-3-16,1-1 1 0,-1 1-1 15,0-1-4-15,-2 2 2 0,-3-1-3 0,-1 1 2 16,-1-1 3-16,-3-1 2 0,-4 0 7 0,3-2 5 16,-5 0 9-16,3 0 17 0,1 0 31 0,-3 0 12 15,5 0 2-15,-1-2-5 0,1-1-30 16,0 1-7-16,1-2-2 0,-1 1-5 0,0-1 4 16,-3 2 2-16,0-1 3 0,-4 1 4 0,3-1 3 15,-3 0-8-15,-3 0-3 0,1 1-6 0,-3-1-8 16,-3 0-1-16,2 1-5 0,-4 1-6 15,3 0 0-15,-3 0-3 0,0-1 1 0,2 2 4 16,-3 0 1-16,0 0 8 0,4 0-2 0,-3 0-1 16,-1 0-2-16,4 0-5 0,-1 0 2 0,2 0-5 15,-1 0 0-15,3 0-3 0,-3 2-6 16,-2 0 1-16,-3-1-8 0,-1 1-2 0,-2-1-6 0,-4 2-26 16,-3 0-72-16,-2 1-394 0,-2-3-993 0</inkml:trace>
  <inkml:trace contextRef="#ctx0" brushRef="#br0" timeOffset="15644.6497">5423 3810 0 0,'0'0'0'0,"0"0"0"16,0 0 0-16,0 0 0 0,0 0 0 0,0 0 0 15,0 0 0-15,0 0 58 0,0 0 112 16,0 0-37-16,0 0 10 0,-6 16 35 0,17-16 32 16,9-1 26-16,5-5-18 0,6-1-40 0,8-2-47 15,1-2-30-15,2 2-27 0,-2 1-18 0,-1 0-6 16,-1 1-17-16,-2 0-10 0,-3 3-7 16,-1 0-6-16,-6 1-3 0,-6 0-3 0,0 2-1 15,-8 0-3-15,2 0-1 0,-4 1-2 0,-3-1-10 16,2 1-28-16,-2-1-118 0,-4-1-561 15,1 2-375-15</inkml:trace>
  <inkml:trace contextRef="#ctx0" brushRef="#br0" timeOffset="17413.8266">10886 3783 0 0,'0'0'0'0,"0"0"0"15,0 0 0-15,0 0 0 0,0 0 28 0,0 0 60 16,0 0-58-16,0 0-52 0,0 0-34 0,0 0 1 16,0 0 56-16,0 0 77 0,-4 5 80 15,17-3 51-15,0 0 2 0,6-1-10 0,4-1-24 16,3 0-30-16,4 0-34 0,1-4-35 0,1 0-31 15,-2 1-28-15,-3 1-31 0,-1 2-71 0,-7 0-226 16,-8 1-739-16</inkml:trace>
  <inkml:trace contextRef="#ctx0" brushRef="#br0" timeOffset="18393.9563">6074 3680 0 0,'0'0'0'16,"0"0"0"-16,0 0 0 0,0 0 36 0,0 0 239 16,0 0-20-16,0 0-46 0,0 0-38 0,0 0-40 15,0 0-25-15,0 0-18 0,0 0-20 16,-1-7-8-16,1 7-15 0,0 0-16 0,0 0-11 16,0 0-15-16,0 0-15 0,1 1-15 0,2 0-15 15,1 0 15-15,2 3 12 0,4-1 17 16,4 1 13-16,6-2-17 0,4-1-71 0,-2 0-489 15,-6-1-189-15</inkml:trace>
  <inkml:trace contextRef="#ctx0" brushRef="#br0" timeOffset="19151.2447">11371 3756 0 0,'0'0'0'0,"0"0"0"0,0 0 138 0,0 0 113 16,0 0-64-16,0 0-45 0,0 0-35 0,0 0-38 15,0 0-25-15,0 0-29 0,0 0-27 16,0 0-30-16,7 6 4 0,3-2 10 0,9 3 4 15,-5-2-110-15,0 0-541 0</inkml:trace>
  <inkml:trace contextRef="#ctx0" brushRef="#br0" timeOffset="26381.3728">5565 3778 0 0,'0'0'0'16,"0"0"0"-16,0 0 0 0,0 0 0 0,0 0 0 15,0 0 0-15,0 0 0 0,0 0 0 16,0 0 0-16,0 0 0 0,0 0 0 0,0 0 0 16,-7-13 0-16,7 13 0 0,0 0 0 0,-2 0 0 15,2 0 0-15,-1 0 0 0,-1-1 13 0,2 1-5 16,-3 0 26-16,1-1 12 0,0 1 7 15,0-1-2-15,1-1-14 0,-2 1 8 0,-1 0 25 16,2 0 18-16,-2 0 8 0,-1 0-5 0,3-1-17 16,0 1-7-16,-1 0 3 0,0 1 7 15,2 0 6-15,0 0-3 0,1 0-19 0,0 0-26 16,0 0-24-16,0 0-21 0,0 0-10 0,0 0-12 16,0 0-11-16,0 0-10 0,0 0-9 15,0 0-4-15,0 0 0 0,1 0 10 0,0 0 14 16,-1 0 15-16,1 0 15 0,1 0 5 0,-2 0 8 15,1 0 2-15,1 0 2 0,-2 0 6 0,1 0-3 16,0 0 6-16,5 0 42 0,-1 0 18 0,3 0 6 16,0 0 0-16,2 0-44 0,-1 0-22 15,1 0-10-15,0 0-2 0,4 0-1 0,-1 2 1 0,5 1 1 16,-2 0 2-16,2 2 1 0,3-2-4 16,1 1 2-16,3 0-5 0,-1 1 1 0,3-2 2 15,0 2 0-15,2-2 3 0,-3 1 1 0,0-1-2 16,0-2 3-16,1 2 0 0,-3-2 3 15,3 0 0-15,-2-1 1 0,0 0 1 0,-2 0 0 16,-2 0 4-16,0 0-1 0,0 0 1 0,-1-1 1 16,1-2-6-16,-2 2-1 0,1-1-1 0,2 0-2 15,-2-1-1-15,1 1 0 0,0 1-3 16,-2 0-2-16,2 0-1 0,-3 1-3 0,2 0 0 16,-2 0 3-16,-1 0-4 0,0 0 6 0,2 0-2 15,1 0-2-15,-1 0 4 0,0 0-2 16,1 0 3-16,2 0 1 0,-2 0-2 0,0 0 1 15,0 0-2-15,-2 0 2 0,2 1-1 0,-3-1 2 16,3 0 0-16,0 0-4 0,0 0 1 0,4 0-2 16,-1 0-2-16,-1 0 4 0,-1 1-6 15,0 0 4-15,0 1-1 0,-2-1-3 0,1 2 7 16,-1-1-5-16,0 0 3 0,0 1 1 0,2-1-2 16,0-1 2-16,1 2-2 0,-1-1 3 0,1-1-2 15,0 1 2-15,1 0 0 0,-1-1-5 16,-1-1 5-16,2 1-1 0,-3-1 0 0,1 0 6 0,0 0-3 15,0 0-1-15,4 0-1 0,-2 0-1 16,-1 0 0-16,-2 0-2 0,1 0 2 0,0 0-3 16,-2 0 2-16,1 0 0 0,-1 0-2 0,0 0 4 15,2 1-4-15,0 1 2 0,-1 0 0 16,1-1-3-16,0 1 4 0,-1-1-3 0,2 2 3 16,-1-2-2-16,0 0 0 0,3 1 3 0,1-1-3 15,-2-1 6-15,4 1-4 0,-1-1 2 0,-1 1 1 16,3-1-8-16,-4 1 7 0,3 0-3 15,-2 1-1-15,4-1 6 0,-1 1-8 0,0-1 5 16,-1 2-4-16,3 0 1 0,-1-1 4 0,1 2-4 16,-1-1 4-16,-1 1-7 0,-3 0 1 15,3 0 2-15,1-1 0 0,-2 0 5 0,1 0-6 16,1 0 4-16,0-1 0 0,-1-1-5 0,-3 1 6 16,3-1-3-16,1 0 1 0,-4-1 2 0,4 1 1 15,-1-1 1-15,-2 0 2 0,2 1 2 0,2-1-1 16,-1 0-1-16,2 0-1 0,-1 0-7 15,-1 0 2-15,1 0 0 0,1 0 1 0,-3 0 5 16,-1 0-4-16,2-1 2 0,1 1-3 0,-1-1 4 16,2 1-2-16,0-1-3 0,1 1 1 0,-1 0-6 15,1 0 4-15,2 0 0 0,0 1 1 0,-1-1 6 16,3 0-5-16,-1 0 3 0,3 0 1 16,-5 0-6-16,4-1 10 0,-4 0 0 0,3-1 3 15,-2 0 9-15,1-2-7 0,0 1 3 0,-2 0-3 16,-1 0-3-16,1 1-1 0,-1-2 0 15,-1 2-1-15,0 0-5 0,-3 0 1 0,-1 0-3 16,-1 1 1-16,-2 1 3 0,3 0-6 0,-3 0 3 16,3 0-4-16,-2 0-2 0,3 0 3 0,0 0-2 15,-3 2 2-15,4-1-1 0,-1 1 2 16,-1-1 0-16,0 0 2 0,1 0 2 0,-2 0-2 16,1-1 3-16,0 1 2 0,-3-1-2 0,2 0 5 15,-4 0-1-15,-1 0 3 0,-3 0 9 0,-4 0 2 16,4 0 10-16,-5 0 3 0,3 0-3 15,-3 0 1-15,-1-1-7 0,1 0-1 0,0 0-2 16,-6 0 1-16,0 1 2 0,0 0 6 0,-4-1 1 16,1 1 0-16,0 0 0 0,-2 0-3 0,-2 0-1 15,1 0-1-15,-1 0-7 0,0 0-7 16,0 0-6-16,0 0-6 0,0 0-4 0,0 0-3 0,0 0-3 16,0 0-4-16,0 0-7 0,0 0-15 15,0 0-34-15,0 0-35 0,0 0-67 0,0 2-342 16,0-1-848-16</inkml:trace>
  <inkml:trace contextRef="#ctx0" brushRef="#br0" timeOffset="45947.9906">10469 3178 0 0,'0'0'0'0,"0"0"0"0,0 0 0 16,0 0 0-16,0 0 13 0,0 0 225 0,0 0-35 15,0 0-23-15,0 0-18 0,0 0-31 16,0 0-30-16,0 0-19 0,-1-47-14 0,5 39 13 16,2 1 11-16,-2-2 10 0,4 0 6 0,-5 2-2 15,3 1 9-15,-4 0 7 0,-1 1 12 16,1 3 13-16,-2 1-10 0,0 1-17 0,0 0-28 16,0 0-33-16,0 0-15 0,0 0-17 0,0 0-7 15,0 0-9-15,0 0-6 0,0 0-4 0,-2 0-14 16,2 1-4-16,0 0-9 0,0-1-6 0,0 1 2 15,0-1-12-15,0 0-4 0,0 3-21 16,0 0-14-16,0 4 19 0,0 4 18 0,0 5 30 0,0 4 22 16,2 2-3-16,2 4-4 0,-1 3-3 15,1 2 6-15,3 2-5 0,-4 5 5 0,2-2 2 16,-3 3-9-16,-1 1 7 0,-1 0-5 16,0-1 1-16,0 1 5 0,0-2-4 0,0-1 3 15,-1-3-2-15,0-5-2 0,-1-2 2 0,-1-4-1 16,2-3 2-16,-1-5-3 0,1-4 2 0,1-3 0 15,0-4 6-15,0-2 26 0,0-2 29 0,0 0 27 16,0 0 16-16,0-7-24 0,0-5-47 16,0-8-75-16,0-8-125 0,5-9-277 0,-1 7-482 15,0 8-197-15</inkml:trace>
  <inkml:trace contextRef="#ctx0" brushRef="#br0" timeOffset="46615.9211">10529 2964 479 0,'0'0'78'0,"0"0"-17"0,0 0 29 0,0 0 18 16,0 0-15-16,0 0-31 0,0 0-46 16,0 0-32-16,0 0-3 0,0 0 4 0,0 0 18 15,0 0 23-15,0 0 4 0,0 0 0 0,85-12 0 16,-62 10 1-16,3-2-2 0,0 1-3 0,1-1-4 16,1 1-2-16,-3 1-5 0,-4-2-9 15,-1 2 4-15,-3 1-6 0,-4-1 3 0,-2 1 6 16,0 0-7-16,-3 1 4 0,-2 0-1 0,-4 0-6 15,1 0-1-15,-2 0-9 0,1 0-14 16,-2 0-9-16,0 0 13 0,0 4 15 0,0 0 20 16,0 4 23-16,0 4-16 0,0 2 0 0,0 2-4 15,0 3-9-15,0 2 8 0,0 2-6 16,-2 2-3-16,2 2 4 0,0 1-8 0,0 0-1 0,0 4-1 16,0-2-5-16,2 3 3 0,0 0 1 0,3 1 0 15,-1 1-2-15,-1 0 3 0,0 0-4 0,0-1 0 16,-1-2 1-16,-1-1-2 0,0-1 4 15,1-3-2-15,-2-2 1 0,0 0 1 16,1-3-2-16,0-1 6 0,-1-2 5 0,0 0 0 0,0-3 4 16,0-1-3-16,0-2-3 0,0-3 0 15,0-1-1-15,0-1 1 0,0-2 2 0,0 0 2 16,0-3-3-16,0-1 3 0,0 1-1 0,0-2 4 16,0-1 11-16,0 1 8 0,0-1 19 15,0 0 14-15,0 0 13 0,0 0 10 0,0 0 2 16,0 0-1-16,0 0-6 0,0 0-5 0,-1 0-7 15,1 0-8-15,-1 0-6 0,-1 0-11 0,2 1-4 16,-1-1-7-16,-2 0-10 0,-1 1-5 16,-5-1-12-16,-4 3-7 0,0 0-1 0,-3 2-4 15,-3 1 2-15,-2-1-1 0,-3 1 0 0,-5-1-2 16,0 2-1-16,-4 0-2 0,-3 3-10 0,-1 0-14 16,-7 3-37-16,0 1-82 0,12-2-346 15,8-4-1031-15</inkml:trace>
  <inkml:trace contextRef="#ctx0" brushRef="#br0" timeOffset="51339.7358">5556 4819 0 0,'0'0'0'0,"0"0"0"0,0 0 0 0,0 0 0 15,0 0 234-15,0 0-45 0,0 0-58 0,0 0-17 16,0 0-39-16,0 0-48 0,0 0-24 0,4-40-23 16,6 38-13-16,0 0-3 0,4 1-3 0,-2 1 3 15,3 0 5-15,0 0 8 0,3 3 8 16,-2 0 2-16,1 1 5 0,2-2 2 0,1 1 3 16,-1 0 3-16,-4-1 1 0,3 0 3 0,-3 0 0 15,0-2 5-15,-4 1 2 0,-1-1 2 0,-1 0 6 16,-4 0 5-16,-1 0 17 0,-3 0 37 15,-1 0 43-15,0 0 45 0,0 0 29 0,0 0 17 16,0-1-72-16,-7-2-59 0,0 1-68 0,-3-2-67 16,-1 2 12-16,-5 1-12 0,-1 0 6 0,0 1 6 15,-1 0 1-15,-4 3 10 0,0 2 5 0,1 1 2 16,1 0 8-16,-2 1 1 16,5 0 6-16,-1 0 4 0,-1 0 0 0,5-1 1 0,0 1 0 15,4-3 1-15,3 0-1 0,2-1-1 0,4-1-5 16,1-2-3-16,0 0-2 0,0 0 2 15,2 0 29-15,6 0 27 0,2-3 29 0,4 0 15 16,4-3-18-16,7-1-20 0,0-1-23 0,4-1-12 16,-1-2-8-16,1 4-3 0,-2 0-9 15,-3 2-16-15,-3 4-22 0,-3 1-49 0,-5 4-204 16,-4 3-469-16,-4 0 450 0</inkml:trace>
  <inkml:trace contextRef="#ctx0" brushRef="#br0" timeOffset="53481.2291">10541 4592 0 0,'0'0'0'0,"0"0"0"0,0 0 0 16,0 0 0-16,0 0 0 0,0 0 0 0,0 0 0 16,0 0 0-16,0 0 0 0,0 0 0 15,0 0 0-15,0 0 0 0,9-20 0 0,-9 19 0 16,0 0 0-16,-4-1 0 0,1 0 0 0,3 1 0 16,-3-1 0-16,1-1 0 0,-1 1 0 0,0 0 0 15,1-1 17-15,-1 1 117 0,2 0-4 0,-2-1-2 16,3 1 1-16,-2-1 0 0,1 0-2 0,0 1-11 15,-2-2-15-15,3 1-10 0,-1 1-7 16,0-2-4-16,-1 2 1 0,2 0-7 0,0 0-8 16,-1-1-5-16,0 1-7 0,-1 0-4 0,0-1-2 15,0 2-4-15,0 0-2 0,2-1-2 0,-1 1 3 16,0-1-10-16,0 1-1 0,0 1-8 16,-2-1-7-16,1 0 3 0,1 0-6 0,0 0 2 15,0-1 1-15,0 1-5 0,0 0 5 0,-2 0-2 16,2 0 4-16,-1 1 5 0,2 0-3 15,0 0 3-15,0 0-6 0,0 0-5 0,0 0-5 16,0 0-5-16,0 0-6 0,0 0-10 0,0 0-10 16,0 0-23-16,0 0-34 0,-1 2-52 0,1 3-6 15,-2 4 21-15,0 6 36 0,-3 6 60 16,2 4 18-16,-1 4 0 0,1 3 6 0,0-1-5 16,-1 2 2-16,3 0-2 0,0-1 0 0,1 3 6 15,0-1-6-15,1 0 5 0,-1-1-1 16,0-2-6-16,4-2 9 0,-2-2-3 0,0-5 1 15,0-1 5-15,0-5-6 0,0-1 0 0,0-4 0 16,-1-2-1-16,0-4 6 0,-1-1-1 0,2-2 9 16,-1-2 8-16,-1 0 15 0,0 0 24 0,2 0 25 15,-2 0 26-15,0-1 15 0,0-5-52 16,0-4-69-16,0-5-114 0,0-6-259 0,0 5-386 16,0 3-166-16</inkml:trace>
  <inkml:trace contextRef="#ctx0" brushRef="#br0" timeOffset="54431.427">10511 4446 0 0,'0'0'0'16,"0"0"0"-16,0 0 0 0,0 0 239 0,0 0-2 16,0 0-67-16,0 0-67 0,0 0-49 0,0 0-19 15,0 0-20-15,0 0-3 0,0 0 0 0,0 0-4 16,0 0-3-16,82-76-4 0,-66 72-5 0,-1-1-2 16,4 0-3-16,-2 2-2 0,0 0-1 15,0 2 1-15,1 0-1 0,-1 1 4 0,0-2 3 16,-1 1 2-16,-1 1 5 0,1-1 0 15,-2 0 2-15,-1 0 1 0,3 0 1 0,-3-2 4 0,2 1 3 16,-3-2 6-16,0 2 2 0,0 0 4 0,-2-1 2 16,-1 1-5-16,0 0 1 0,-2 1-5 15,-3-1-5-15,0 2 0 0,-2-1-4 0,-1 1 1 16,-1 0 5-16,0 0 1 0,0 0-4 0,0 0-6 16,0 0-11-16,0 0-8 0,0 0-2 15,0 0-5-15,0 0-3 0,0 0-5 16,0 1-12-16,0 1 28 0,0 1 11 0,0 2 10 15,0 1 18-15,1-1-22 0,2 1-4 0,-1 1 1 16,1 1-5-16,-1 0 3 0,2 1 1 0,-2 0-3 16,2 3 1-16,-2 1 0 0,2 3-1 0,0-1 1 15,-1 2 3-15,0 1-2 0,0 4 2 0,-1-1 2 16,-1 1-1-16,-1 1 3 0,1 0 3 16,-1 0 0-16,0-2 3 0,0-1-3 0,0 1 0 15,0-2-1-15,0 0-3 0,-1-2-1 0,2 1 3 16,-2 0-2-16,1-2-2 0,0 0 3 0,0-1-6 15,0 0 0-15,0 0 2 0,0 0-3 16,0-1 5-16,0 0-2 0,1-2-2 0,1 1 2 16,0-1-4-16,1 0 3 0,-2-3 0 0,1 1 2 15,-2-3 3-15,2-2 0 0,-2 0 3 0,1-1 2 16,-1-1 3-16,0-2 6 0,0 0 0 0,0 0 10 16,0-1 14-16,0 0 16 0,0 0 15 15,0 0 7-15,0 0 0 0,0 0-2 0,0 0-3 16,0 0-4-16,0 0-1 0,0 0-6 0,0 0-5 15,-1 0-2-15,1 0-8 0,0 0-5 0,-2 0-7 16,1 0-8-16,-2 0-8 0,-3 0-6 16,-1 0-8-16,-1 0-5 0,-2 0 0 0,1 0-1 15,-2 0 1-15,-1 0 0 0,1 0 1 0,-4 0-1 16,0 0 2-16,-2-1-1 0,-3 1 2 0,-1 0 1 16,-3-1-2-16,-1 1 3 0,-1 0 0 15,1 0 0-15,-1-1 4 0,2 1 0 0,1 0 6 16,4-1 3-16,1 1-1 0,7-1 0 0,1 1-3 15,4-1-2-15,3 1-6 0,2 0-11 0,1 0-28 16,0 0-62-16,0 0-69 0,7 2-118 16,-3 1-588-16,3 1-206 0</inkml:trace>
  <inkml:trace contextRef="#ctx0" brushRef="#br0" timeOffset="58446.0243">10622 4194 0 0,'0'0'0'15,"0"0"0"-15,0 0 0 0,0 0 0 0,0 0 0 16,0 0 151-16,0 0 13 0,0 0-25 0,0 0-26 16,0 0-6-16,0 0-11 0,0 0-6 15,-22-20-6-15,21 20-3 0,-1 0-2 0,1 0 8 16,1 0 10-16,-2 0-2 0,2 0-5 0,0 0-15 15,0 0-13-15,0 0-8 0,0 0-14 0,0-1-10 16,0 1-12-16,2-2-15 0,2 1-6 16,0 0-1-16,8-2-2 0,2-1 4 0,7-1 3 15,2 1-5-15,2-3 4 0,5 1-2 0,1 0-2 16,1 0 1-16,-4 1-4 0,-1 0 1 0,-4 2 2 16,-4 1-2-16,-3 1-3 0,-6 1-2 0,-3 0-9 15,-4 0-17-15,-3 0-11 0,0 0 0 16,0 0 6-16,-8 3 24 0,-4 3 18 0,-4 4 7 15,-7 2 7-15,-5 1-6 0,-3 1 0 0,-1-2 1 16,-4 1-2-16,3-1 2 0,1-3 1 0,3-1 1 16,5 0 5-16,5-4 5 0,6 1 3 15,4-3 7-15,4-2 16 0,3 0 1 0,2 0-3 16,0 0-15-16,9 0-13 0,3-2 1 0,11-4 6 16,11-1 13-16,8-5-5 0,9-1-9 15,5-1-10-15,4 0-8 0,1-1-4 0,-2 0-2 16,-3 1 1-16,-8 2-1 0,-7 5-6 0,-10 1-9 15,-10 2-32-15,-11 4-44 0,-7 0 5 0,-6 5 19 16,-12 4 39-16,-11 5 45 0,-8 2-3 16,-10 4-16-16,-6 0-33 0,7-4-285 0,15-4-690 0</inkml:trace>
  <inkml:trace contextRef="#ctx0" brushRef="#br0" timeOffset="59563.6801">11161 4714 0 0,'0'0'0'0,"0"0"0"0,0 0 0 0,0 0 0 15,0 0 0-15,0 0 127 0,0 0 10 16,0 0-44-16,0 0-38 0,0 0-30 0,0 0-12 15,0 0-4-15,-61-11 0 0,59 11 1 0,1 0-4 16,1 0-4-16,0 0-6 0,0 0-2 0,0 0 1 16,0 0 6-16,0 0 7 0,0 0 1 15,0 0 8-15,1 0 0 0,1 0-3 0,-1 0 50 16,6 0 15-16,-1 0 15 0,1 0 7 0,3 0-43 16,1 0-19-16,-1 0-15 0,4-1-3 15,-3-1-8-15,1 1-3 0,-1 0-3 0,-2 0-4 16,-2 1 1-16,-2 0-2 0,-3 0-2 0,0 0 3 15,-2 0 7-15,0 0 16 0,0 0 16 0,0 0 12 16,0 0 6-16,-2 0-12 0,1 0-20 16,-5 0-12-16,-1 1-8 0,-5 3-8 0,-1 0 5 15,-2 1-3-15,0 0-4 0,2-1 5 0,1 1-1 16,2-2-3-16,-1 1 3 0,0-1-4 16,3 1 0-16,2-2 2 0,0 0-3 0,2 1-1 0,-1-2-5 15,2 0-4-15,2 0-12 0,1 0-9 0,0 1-7 16,0-2-11-16,0 1 5 0,0-1-1 15,0 0 25-15,4 0 23 0,1 2 17 0,0-1 16 16,2-1-7-16,1 0-2 0,3 0-1 0,1 0-1 16,1-1 1-16,2-3-5 0,-1 0 4 15,0 0-3-15,-2 2-3 0,-2 0 4 0,-1 1-10 16,-5-1 1-16,-1 2 6 0,-2 0 5 0,-1 0 21 16,0 0 7-16,0 0 4 0,-1 0-5 0,-2 0-17 15,-2 2-3-15,-3 0-13 0,-2 3-2 0,-4 1-5 16,-2 0-4-16,2 1 5 0,-1-3-7 15,2 1 9-15,0-1-3 0,3-2-2 0,2 0 6 16,2-1-12-16,4-1-5 0,2 2-33 0,0-2-113 16,0 2-143-16,4 0-442 0,-1 1 216 0</inkml:trace>
  <inkml:trace contextRef="#ctx0" brushRef="#br0" timeOffset="61012.7008">11306 5270 0 0,'0'0'0'0,"0"0"0"0,0 0 238 15,0 0 83-15,0 0-57 0,0 0-50 0,0 0-51 16,0 0-48-16,0 0-46 0,0 0-33 16,0 0-22-16,0 0-15 0,0 6-5 0,0-5-9 15,0-1-9-15,1 0-13 0,3 0 11 0,2 0 22 16,4 0 22-16,4 0 26 0,3 0-6 15,2 0-13-15,2-1-12 0,4-2-12 0,-1-3 1 0,-1 2-2 16,2 0-2-16,-6 1 6 0,-4 0-6 16,-4 1 4-16,-6 1 7 0,-2 1 10 0,-1 0 27 15,-2 0 22-15,0 0 20 0,0 0 9 0,0 0-15 16,-4 0-25-16,-1 0-29 0,-1 0-24 16,-4 0-18-16,-1 0 1 0,-4 0 0 0,3 2-4 15,-1 0 3-15,-1 2-15 0,5 1-35 0,2-1-77 16,1 0-289-16,3 0-797 0</inkml:trace>
  <inkml:trace contextRef="#ctx0" brushRef="#br0" timeOffset="68520.0071">11089 3821 0 0,'0'0'0'0,"0"0"0"0,0 0 0 0,0 0 0 16,0 0 0-16,0 0 0 0,0 0 0 0,0 0 0 15,0 0 38-15,0 0 63 0,0 0 3 0,-21-2 5 16,21 2-1-16,1 0-14 0,0 0-23 0,-1 0-25 15,3 0-16-15,-3 0-12 0,1 0-9 0,3 0-14 16,1 0 5-16,3 0 2 0,7 0 4 16,3-1 7-16,3 1-8 0,5 0-5 0,4 0 2 15,5 0 4-15,7 0 1 0,7 0 5 0,6 1 2 16,3 1 1-16,12 1 4 0,3-1 6 0,8 3 0 16,3-2-1-16,5 0-2 0,5 1-7 15,3-1-1-15,4-1 0 0,1 2-3 0,2-2 0 16,-3-1 0-16,0 2-3 0,-1 0 5 0,2-2 4 15,-2 1 8-15,2-2 11 0,1 0 9 16,1 0 4-16,1 0 1 0,1 0-4 0,1 0-14 16,0 0-3-16,3 1-12 0,2-1-3 0,-3 1 12 15,-2 0-2-15,0-1 8 0,-2 0 1 0,-4 0-10 16,0 0 2-16,-1 0-4 0,-8-2-1 16,-5 1 2-16,-7-2 4 0,-2 1 2 0,-8-2 3 15,-7 0 3-15,-5 0-1 0,-7 0 3 0,-2-1 1 16,-7 1-6-16,-3 2 1 0,-6-2-5 15,-8 2-5-15,0-1 0 0,-9 2-8 0,-2 0-2 16,-4 0-3-16,-5 1-8 0,2 0-4 0,-5 0-5 16,3 0-4-16,-2 0-3 0,-1 1 1 0,6 1 0 15,-5 2 2-15,5-1 7 0,-1 1 1 0,-2 0 7 16,4-1 2-16,-1 1 1 0,1-1 2 16,1 0 2-16,-3-1 1 0,2 0 4 0,-1 0 4 15,2-2-1-15,-3 2 3 0,-3-2-4 0,2 0-8 16,-3 0-11-16,-2 0-29 0,-1 0-81 0,1 0-245 15,-1 0-937-15</inkml:trace>
  <inkml:trace contextRef="#ctx0" brushRef="#br0" timeOffset="73166.0106">6458 17554 0 0,'0'0'0'0,"0"0"0"0,0 0 0 0,0 0 0 0,0 0 0 15,0 0 0-15,0 0 0 0,0 0 0 16,0 0 0-16,0 0 0 0,0 0 0 0,0 0 0 16,8 14 0-16,-5-9 0 0,5 1 0 0,2 2 0 15,0 0 0-15,2 2 0 0,7 0 0 0,1 1 0 16,1 0 0-16,8 2 0 0,3 0 40 16,10 0 129-16,7-2-15 0,8-1-1 0,10-2-28 15,12-3 9-15,5-2-14 0,13-3-28 0,6-1-7 16,8 0-33-16,3-5-12 0,8 0-6 0,0-1-8 15,3 2-3-15,2 0-8 0,-2 0 9 16,-6 4-15-16,-3-2 6 0,0 2 5 0,-8 1-8 16,1 0 21-16,-7 5 2 0,-4 0 10 0,-6 2 16 15,-6 2-9-15,-4-2 7 0,-3 3-4 0,-4-1 0 16,-8 0 10-16,-4 0 3 0,-4 1 3 16,-8 1-14-16,-4 0 3 0,-10-1-23 0,-9-2-16 15,-5 1 29-15,-5-2-37 0,0 1 21 0,-2 0-16 16,-1 2-38-16,-3 1 7 0,1 1-34 15,-6 2-3-15,1 2-78 0,-6-4-284 0,-2-2-551 0</inkml:trace>
  <inkml:trace contextRef="#ctx0" brushRef="#br0" timeOffset="117565.1143">16752 2927 0 0,'0'0'0'0,"0"0"0"0,0 0 0 16,0 0 0-16,0 0 220 0,0 0 47 0,0 0-22 15,0 0-18-15,0 0-19 0,0 0-20 16,0 0-21-16,0 0-12 0,4-70-13 0,-4 68 2 15,0-1-14-15,0 3-17 0,0 0-14 0,0 0-34 16,0 0-20-16,0 0-23 0,0 0-25 16,0 0-14-16,0 0-22 0,0 1-30 0,0 1-43 15,0 0-60-15,0 2-4 0,0 4 38 0,0 5 55 16,0 4 70-16,0 3 25 0,0 3-6 0,0 1-2 16,0 2 8-16,0 2-2 0,0 0 2 15,0 1 2-15,0-3-10 0,-2 2 0 0,1-3-3 16,1 0-1-16,0-3 0 0,-1-2 0 0,1-2-3 15,-1-3-3-15,1-2-2 0,0-1-6 16,0-4-10-16,0-2-15 0,0-2-39 0,0-3-24 16,1-1-66-16,1-6-162 0,4-6-215 0,-3 2 168 15,4 0 377-15</inkml:trace>
  <inkml:trace contextRef="#ctx0" brushRef="#br0" timeOffset="117797.3193">16942 2842 0 0,'0'0'19'0,"0"0"340"15,0 0-215-15,0 0-120 0,0 0-81 0,0 0-61 16,0 0 47-16,0 0 36 0,0 0 49 0,0 0 55 16,0 0-28-16,0 0-7 0,0 0 4 15,0 0 13-15,2 90 4 0,-1-76 0 0,3 2-8 16,0-2-9-16,-1 4-5 0,-1 0 0 0,2 1 3 16,-2 0-1-16,-1 2-2 0,-1-2-3 15,0 0-4-15,0-2-4 0,1 1-3 0,-2-2 1 16,-1 1-3-16,-3-1-4 0,3-2-7 0,1 0-16 15,-2-2-18-15,0-4-30 0,1-2-71 0,1-4-203 16,0-2-141-16,1 0 473 0</inkml:trace>
  <inkml:trace contextRef="#ctx0" brushRef="#br0" timeOffset="118099.0229">16626 2813 1030 0,'0'0'42'0,"0"0"18"0,0 0-22 0,0 0 13 15,0 0 10-15,0 0 6 0,0 0 0 16,0 0-4-16,0 0-11 0,0 0-17 0,0 0-3 15,0 0-4-15,0 0-6 0,0 0-3 0,75-100-14 16,-63 100-4-16,3 0 1 0,0 0 3 16,5 0 2-16,6 0 8 0,-1 2-4 0,5 3-5 15,1-2 0-15,4 1-11 0,0-2-14 0,7-1-32 16,-2-1-89-16,-9 0-323 0,-10 0-584 0</inkml:trace>
  <inkml:trace contextRef="#ctx0" brushRef="#br0" timeOffset="122302.2238">18180 3021 0 0,'0'0'0'0,"0"0"0"0,0 0 0 16,0 0 0-16,0 0 0 0,0 0 0 0,0 0 0 15,0 0 0-15,0 0 6 0,0 0 104 16,0 0-32-16,0 0-30 0,-13-8-28 0,13 8-22 16,0 0-14-16,0 0-6 0,0 0 1 0,0 0 7 15,0 0 9-15,0 0 11 0,0 0 18 0,0 0 20 16,0 0 36-16,0 0 37 0,0 0 34 0,0 0 31 16,0 0 15-16,3 0 14 0,-2 0 1 15,1-2-31-15,0-3-51 0,4-2-58 0,-2-2-44 16,4-4-19-16,0 1 2 0,-2-2 6 0,2-1 1 15,0 1 7-15,-5-1 5 0,4 2-1 0,-4-1 1 16,3 0-5-16,-3 3-9 0,-2-1 2 0,3 1 0 16,-2 3-1-16,-2 3 3 0,1 1-2 15,-1 1-1-15,0 0 2 0,0 2-7 0,0 0-7 16,0 1-5-16,0 0-16 0,-1 0-8 0,1 0-8 16,-2 0-13-16,2 0-6 0,0 0-5 15,-1 0-6-15,1 0-6 0,0 1-10 0,0 0-16 16,-3 2 19-16,3 0 22 0,0 3 21 0,-1 1 26 15,0 3-7-15,1 4-3 0,0 0 1 16,1 3-6-16,-1 2 5 0,0 0 5 0,1 2-1 16,-1 2 13-16,3 1-1 0,-3 1-1 0,0 2 3 15,0 2-3-15,0-2 2 0,-3 0-1 0,0 0 3 16,-1-1-1-16,0-2-3 0,1-2-1 0,-1-3 0 16,1-1-2-16,1-3 3 0,-2-2-2 15,0-2 0-15,4-4-2 0,-2-1-1 0,1-2-3 16,1-3-7-16,-1 0 3 0,1-1 12 0,-2 0 10 15,2 0-62-15,-2-4-144 0,0-4-257 0,-1-3-125 16,0 2 537-16,0 2 42 0</inkml:trace>
  <inkml:trace contextRef="#ctx0" brushRef="#br0" timeOffset="122518.5882">18100 3232 0 0,'0'0'0'0,"0"0"0"16,0 0 0-16,0 0 0 0,0 0 104 16,0 0 138-16,0 0-21 0,0 0-16 0,0 0-22 15,0 0-40-15,0 0-28 0,0 0-31 0,0 0-21 16,0 0-20-16,101-25-16 0,-89 23-8 0,0 0-7 16,-1 0-3-16,-1 1-6 0,0 0-3 15,-3 1-5-15,-1-1-3 0,1 1 2 0,1 0-8 16,-2 0-12-16,1 0-52 0,2-2-132 0,-1 2-418 15,-3 0 130-15</inkml:trace>
  <inkml:trace contextRef="#ctx0" brushRef="#br0" timeOffset="124447.077">18547 2953 0 0,'0'0'0'16,"0"0"0"-16,0 0 0 0,0 0 0 16,0 0 0-16,0 0 0 0,0 0 0 0,0 0 94 15,0 0 16-15,0 0-5 0,0 0-8 0,0 0 9 16,-3-56-3-16,6 51 2 0,-1 1-7 0,-1-1-13 15,1 0-10-15,-2 1-16 0,2 0-14 0,2 2-16 16,-1-2-21-16,-1 3-12 0,2-1-19 16,-1 2-13-16,1 0-11 0,0 0-17 0,-1 0-6 15,4 0-7-15,-2 0-3 0,0 1 0 0,0 3 3 16,-3 1 11-16,3 2 16 0,-2 3 20 0,-2-1 19 16,-1 1 18-16,0 4 17 0,0-1 8 15,-5 2 7-15,-1 0-5 0,-2 1-4 0,-2-1-7 16,2 0-4-16,-2 0-8 0,2-3-2 0,-1 1-2 15,2-1 0-15,1-1 1 0,0-2-2 16,3-1-3-16,-2-2-2 0,2-2-1 0,3 0-8 16,0-2 5-16,-1 1-7 0,1-2 1 0,0-1 5 15,0 0-4-15,0 0 7 0,1 0 19 0,2 0 21 16,3 1 17-16,-2-1 13 0,2 0-7 0,2 0-5 16,-2 0-3-16,4 0-1 0,-3 0 0 15,2 0-6-15,1-1-9 0,-2 0-5 0,0 1-6 16,0-2-5-16,-1 2-2 0,-2-1 0 0,0 1-4 15,-1 0-2-15,0 0-1 0,-1 0-4 16,0 0-3-16,-1 0-3 0,3 0-11 0,-2 0-14 16,1 0-40-16,0 3-116 0,0 1-436 0,-1-1 148 0</inkml:trace>
  <inkml:trace contextRef="#ctx0" brushRef="#br0" timeOffset="141317.7518">18796 2992 0 0,'0'0'0'0,"0"0"0"0,0 0 0 16,0 0 0-16,0 0 17 0,0 0 99 0,0 0-42 16,0 0-22-16,0 0-18 0,0 0-11 0,0 0-5 15,0 0-2-15,20-53 6 0,-13 48 3 16,3-4 5-16,0 3-1 0,0-2-5 0,2 0-2 15,0 1-5-15,-1 0 0 0,1-1-3 0,0 3-8 16,-1 0-3-16,-1 3-11 0,-4 1-7 0,1 0-6 16,-3 1-5-16,1 0-4 0,0 1 1 0,-1 4 10 15,-2 3 6-15,1-1 11 0,-2 2 5 16,0 1 1-16,-1 2 6 0,0-1 3 0,0 2 3 16,0 0 2-16,-4 0-3 0,1 0 1 0,-2-1 2 15,-1-2-1-15,1-1 2 0,1-1-2 0,0-1-1 16,2-1-2-16,-1-3 2 0,1 1-1 0,0-1 2 15,2-2-4-15,0 2-6 0,0-2 0 16,0 1-1-16,0 2 5 0,2-1 17 0,3 3 10 16,3 0 11-16,1 1 2 0,3-3-4 15,1 3-9-15,6-3-10 0,-3 1-7 0,1 1-8 16,2 0-6-16,-3-1-4 0,0 1-3 0,-2 0-2 16,0 0-3-16,-7 0-3 0,-2-2-7 0,-2 2-3 15,-3 1 6-15,0 1 15 0,-8 2 21 0,-4 2 17 16,-3 1 9-16,-6 0 2 0,-4 0-4 15,-2 1-1-15,-2-2-4 0,-1 1-5 0,-1-1-6 16,-1-1-11-16,1-1-3 0,4-1-12 0,5-6-15 16,3-2-68-16,8-1-510 0,3 0-110 0</inkml:trace>
  <inkml:trace contextRef="#ctx0" brushRef="#br0" timeOffset="141862.9504">19513 2851 0 0,'0'0'0'0,"0"0"0"0,0 0 0 0,0 0 112 16,0 0 100-16,0 0-62 0,0 0-38 0,0 0-28 15,0 0-27-15,0 0-26 0,0 0-25 16,0 0-12-16,0 0-8 0,0 0-1 0,-45-16 4 16,45 16-2-16,0 0 5 0,0 0 1 0,0 0 5 15,0 0 13-15,0 0 11 0,0 0 15 16,0-1 4-16,0 1-3 0,0 0-13 0,0-2-33 16,0 2-47-16,1 0-110 0,2-1-203 0,-1 0 102 15,0 1 266-15</inkml:trace>
  <inkml:trace contextRef="#ctx0" brushRef="#br0" timeOffset="142496.4602">19432 2792 0 0,'0'0'0'0,"0"0"0"0,0 0 0 15,0 0 0-15,0 0 0 0,0 0 0 0,0 0 0 16,0 0 0-16,0 0 0 0,0 0 0 16,0 0 0-16,0 0 0 0,0 0 0 0,0 0 0 15,-20 31 0-15,14-22 0 0,2 4 0 0,-2 0 10 16,-2 2-1-16,1 0-1 0,-1 1-5 15,0 2 0-15,-2 1 8 0,1 2-8 16,0-1-1-16,1 1-1 0,-1-1-11 0,3-1 8 0,2-2-5 16,1-2 0-16,2-3 2 0,1-4-5 0,0-2 1 15,0-1 9-15,0-1 3 0,4-2 25 16,0 0 31-16,5-2 21 0,2 0 4 0,0-1 5 16,6-5-22-16,2-2-19 0,2-1-14 0,1 0-20 15,0-1-7-15,0 0-6 0,0 2-4 0,0 2 4 16,-5 2 0-16,1 0-2 0,-6 3-3 0,-1 0-2 15,-2 1-7-15,-2 0-4 0,-4 0-5 0,-1 1-2 16,0 0 4-16,-2 2 7 0,0-2 14 16,0 0 16-16,0 0 13 0,0-1 18 0,0 0 25 15,0 0 25-15,0 0 41 0,-2 0 26 0,1 0 4 16,0 0-14-16,0-5-33 0,-1 0-33 0,1-4-22 16,1-2-10-16,0 1-6 0,0-2 4 15,0 1 3-15,0 1 2 0,0 1 8 0,0 0 2 16,0 4 5-16,0 0 4 0,0 1-1 0,0 3-7 15,0 0-22-15,0 1-19 0,0 0-36 16,0 0-32-16,0 0-35 0,0 2-55 0,0 4 33 16,0 5 22-16,0 3 36 0,0 3 58 0,0 2-16 15,0 5 0-15,0-3 1 0,0 2-9 0,-1 0 1 16,0-1-5-16,-2 3-5 0,2-4-14 0,0 1-39 16,-2 0-83-16,1 0-200 0,2-5-446 15,-4-6 245-15</inkml:trace>
  <inkml:trace contextRef="#ctx0" brushRef="#br0" timeOffset="142980.0444">19934 2962 424 0,'0'0'555'15,"0"0"-508"-15,0 0-23 0,0 0 17 0,0 0 27 0,0 0 3 16,0 0-8-16,0 0-22 0,0 0-30 0,0 0-44 16,0 0-58-16,0 0-7 0,0 0 14 15,0 0 29-15,-77 5 46 0,75 3 2 0,1 2 0 16,0 2-4-16,1 2 0 0,0 0 0 0,0 0-2 16,0 2 3-16,4 0 0 0,1-1 0 0,-2-2 4 15,4 1-1-15,-1-1 3 0,1 0 2 16,1-3 0-16,-2 1 2 0,-1-1 0 0,2-1 0 15,-3 0 0-15,0-2 0 0,0-1 2 0,-3-2 0 16,-1 1 5-16,0-3 5 0,0 0 6 16,0 1 18-16,-5-2 6 0,0 1 6 0,-6-1 1 15,1-1-12-15,-2 0-7 0,-1 0-16 0,-2 0-17 16,0-5-36-16,0 0-80 0,-2-1-199 0,3 1-208 16,3 0 370-16,3 2 156 0</inkml:trace>
  <inkml:trace contextRef="#ctx0" brushRef="#br0" timeOffset="143160.1016">20024 2846 1804 0,'0'0'82'15,"0"0"-43"-15,0 0 18 0,0 0 8 16,0 0-2-16,0 0-15 0,0 0-48 0,0 0-44 15,0 0-43-15,0 0-57 0,0 0-112 0,0 0-473 16,0 0-169-16</inkml:trace>
  <inkml:trace contextRef="#ctx0" brushRef="#br0" timeOffset="143985.0803">20615 3138 909 0,'0'0'-30'0,"0"0"-29"0,0 0-58 0,0 0-92 0,0 0-74 16,0 0 72-16,0 0 211 0,0 0 0 0</inkml:trace>
  <inkml:trace contextRef="#ctx0" brushRef="#br0" timeOffset="144167.8022">21336 3120 1856 0,'0'0'-52'0,"0"0"-23"0,0 0-110 0,0 0-177 16,0 0-261-16,0 0 64 0,0 0 559 0</inkml:trace>
  <inkml:trace contextRef="#ctx0" brushRef="#br0" timeOffset="144346.7301">22111 3097 2681 0,'0'0'-15'15,"0"0"5"-15,0 0-32 0,0 0-51 0,0 0-97 16,0 0-285-16,0 0-510 0,0 0 114 0</inkml:trace>
  <inkml:trace contextRef="#ctx0" brushRef="#br0" timeOffset="145212.3197">22552 2849 0 0,'0'0'0'0,"0"0"0"0,0 0 0 0,0 0 263 16,0 0 4-16,0 0-52 0,0 0-31 0,0 0-13 15,0 0-13-15,0 0 1 0,0 0-9 16,0 0-19-16,-1-22-30 0,1 22-28 0,0 0-31 16,0 0-26-16,0 0-17 0,0 0-31 0,0 1-26 15,0 1-35-15,0 2-7 0,0 4 37 0,-3 5 34 16,3 2 47-16,-1 5 17 0,0 1-14 15,0 2-8-15,-1 0-10 0,1 2 2 0,-3 0-4 16,3 3 2-16,0 0-2 0,1 0-7 0,0-1-5 16,0-5-13-16,0-2-8 0,1-3-10 15,6-3-25-15,-5-4-38 0,5-2-89 0,-3-3-267 16,2-1-251-16,-3-3 712 0</inkml:trace>
  <inkml:trace contextRef="#ctx0" brushRef="#br0" timeOffset="145681.6351">22730 2830 0 0,'0'0'0'0,"0"0"0"0,0 0 0 16,0 0 0-16,0 0 0 0,0 0 90 0,0 0 31 16,0 0-6-16,0 0-17 0,0 0-17 0,0 0-15 15,118-89-15-15,-106 85-12 0,0 1-16 0,-1 0-14 16,5 3-5-16,-6 0-16 0,0 0-7 16,0 3-6-16,-5 1-17 0,2 2 10 0,-4 2 4 15,2 1 9-15,-4 1 21 0,-1 3-1 0,0 1 5 16,-7 3 3-16,1-2-2 0,-5 3 6 15,-3-4-4-15,3 2 4 0,-3-2-1 0,-1-1 0 16,3-2 3-16,1-4-4 0,2 0 3 0,1-2-5 16,5-1-6-16,1 0-3 0,2-3-7 15,0 0-5-15,0 0 28 0,3 1 20 0,7 1 18 16,0-1 21-16,5 2-20 0,1 1-12 0,4-1-6 16,0 1-11-16,2 0 4 0,0 1 4 0,0 0-3 15,-5 1 3-15,2 0-12 0,-7 0-8 0,-2 1-3 16,-1-1-2-16,-7 1 20 0,-2 1 19 0,-1 1 25 15,-6 2 19-15,-7 0-6 0,-6 2-7 16,-5 1-26-16,-7 0-27 0,-8 0-30 0,-6 1-98 16,12-3-563-16,8-5-214 0</inkml:trace>
  <inkml:trace contextRef="#ctx0" brushRef="#br0" timeOffset="154678.7415">18055 2685 0 0,'0'0'0'0,"0"0"0"0,0 0 0 0,0 0 0 15,0 0 0-15,0 0 0 0,0 0 0 0,0 0 104 16,0 0 95-16,0 0-41 0,0 0-54 0,0 0-60 15,-14-18-62-15,14 18-75 0,0 0-130 16,0 2-52-16,-1 5 275 0,1 5 0 0,-1 7 0 16,-1 6 0-16,1 9 0 0,1 2 0 0,0 3 0 15,0 4 0-15,5 1 0 0,-3 2 0 16,4 0 0-16,-2 3 0 0,1-2 0 0,-1-3 0 0,1 0 0 16,1-6 0-16,-3-1 0 0,2-4 0 15,-3-5 0-15,1 0 0 0,-2-8 0 0,1-1 0 16,-1-6 0-16,-1-5 0 0,1-4 0 0,-1-2 0 15,0-2 1-15,0 0 332 0,0-1 10 16,0-8-138-16,-1-6-229 0,0 0-378 0,-2 3-54 16</inkml:trace>
  <inkml:trace contextRef="#ctx0" brushRef="#br0" timeOffset="155765.3184">17964 2671 0 0,'0'0'0'0,"0"0"0"0,0 0 0 16,0 0 0-16,0 0 140 0,0 0-19 0,0 0-48 15,0 0-37-15,0 0-22 0,0 0-22 0,0 0-1 16,0 0 5-16,0 0-2 0,0 0 6 16,91-75-5-16,-55 65 0 0,7 1 5 0,6-1-1 15,9-1 6-15,5 0-1 0,9 0 0 0,5 1-2 16,8 0 2-16,5-1 4 0,7 1-4 0,4-1 0 15,6 1-5-15,0 0-6 0,3 1 7 16,0 1-2-16,2 1 0 0,-1 0 2 0,1 1-8 16,-2 0 5-16,-2 0 0 0,0 2-2 0,-3-3 5 15,3-1 0-15,-2 0 1 0,4-1 1 0,-4-1 2 16,2 0-4-16,-4-2 6 0,0 1-1 16,1 0-1-16,-6-1 4 0,1 0-6 0,-1 2-2 15,-3 1 2-15,-2 0-4 0,-1 0 4 0,-3-1 1 16,0 1-4-16,2 2 2 0,-1 1-2 15,-1 1 0-15,-3 1-3 0,3 1 0 0,-7 1-1 0,-1 0-2 16,-2 1 7-16,-1 0-4 0,-7 0 6 0,-1 0 0 16,-6 0-5-16,-4 1 6 15,-6 0-4-15,-6 0 4 0,-8-2 4 0,-6 2 3 0,-3-1 9 16,-4 0 12-16,-7 1 5 0,-1 0 7 0,-3 0 0 16,-4 0-4-16,-1 0-11 0,2 0-4 15,0 0-17-15,-2 1-7 0,5 2-2 0,-4-1-10 16,4 3 7-16,-4-2-1 0,4 4 0 0,-3-1 4 15,2 1-7-15,-2 3-1 0,2 0 3 0,-3 2-1 16,1 1 1-16,1 1-3 0,-1 4 2 16,1 3 1-16,-1-1 7 0,-1 3 3 0,3-1-3 15,-3 1 0-15,3 3 0 0,-2-1 4 0,1 1 7 16,0 2-3-16,1 2 2 0,-2-2-6 16,-1 3-2-16,4-1 3 0,-4 2-3 0,5-3 0 15,-1 2 0-15,-1-2 0 0,2-1 0 0,3-2 6 16,-3 1-1-16,0-1-2 0,-2-3 4 0,1-1-4 15,-2 0 0-15,0-2 1 0,-2 0-3 0,-3-1 9 16,-1-2 1-16,-1 0 10 0,-3 1 11 0,0-1 2 16,-3 1 9-16,-1-1-5 0,-1 1-3 15,0-1-4-15,-2 0-9 0,-4 1-1 0,1-2-7 16,-3 1-2-16,0-3 4 0,2-1-2 16,-2-3 7-16,-1-1 1 0,0-1-1 0,0 0 7 0,-3-1 0 15,0 0 4-15,-6-1 6 0,0 0 3 16,-4-3 0-16,-2-1-4 0,-7 1-4 0,-6-3-11 15,-4 0-4-15,-7 0-6 0,-5-4-7 0,-1-2 1 16,-5-1-6-16,-5 0 1 0,-5-1 1 16,-1 1-1-16,-4-1 2 0,-7 1-2 0,-5-1 1 15,1-1 2-15,-4 2-1 0,-4 0 3 0,0 0-4 16,-6 0 1-16,-3 4-5 0,-1 0 2 0,-7 2 1 16,-1 1-3-16,-2 0 6 0,-4 0-3 15,0 0-1-15,-4 1 2 0,-2 2-2 0,-3-1 2 16,-3 2 1-16,-1-1 3 0,1 0 1 0,5-1 3 15,2 0 9-15,5-1 0 0,5 2 8 0,6-1 3 16,5 2-6-16,3 0 2 0,5 1-9 16,-1 1-3-16,7-1 1 0,0 1-6 0,2 1 4 15,3-1-3-15,2 2-4 0,1 0 0 16,1 0-4-16,1 1 1 0,0 1-1 0,2-2-2 0,3 3-1 16,1-2-2-16,3 0 0 0,7 1-7 0,7-1-7 15,5-2-12-15,11-2-35 0,9 0-67 16,12-2-345-16,8-2-428 0</inkml:trace>
  <inkml:trace contextRef="#ctx0" brushRef="#br0" timeOffset="157626.7046">28166 3795 0 0,'0'0'0'0,"0"0"0"16,0 0 0-16,0 0 0 0,0 0 55 0,0 0 227 16,0 0-59-16,0 0-40 0,0 0-33 0,0 0-25 15,0 0-17-15,0 0-19 0,0 2-13 16,0-2-20-16,0 0-14 0,0 0-16 0,0 0-19 16,0 0-11-16,0 0-26 0,0 0-29 0,0 0-57 15,0 0-121-15,0 1-154 0,0 1-145 0,0 0 487 0</inkml:trace>
  <inkml:trace contextRef="#ctx0" brushRef="#br0" timeOffset="157790.7739">28163 3806 2022 0,'0'0'11'0,"0"0"-6"0,0 0-44 0,0 0-95 16,0 0-234-16,0 0-458 0,0 0 155 0</inkml:trace>
  <inkml:trace contextRef="#ctx0" brushRef="#br0" timeOffset="161863.9759">23154 4364 0 0,'0'0'0'0,"0"0"0"0,0 0 80 16,0 0 215-16,0 0-27 0,0 0-62 16,0 0-40-16,0 0-18 0,0 0-6 0,0 0-10 15,0 0-3-15,0 0-9 0,-9 0-7 0,10 0-8 16,0-1-8-16,-1 0-4 0,1 0-8 0,2 0-6 16,-2-2-21-16,1-1-20 0,0-3-20 15,4-2-17-15,-3 0 4 0,3-1-2 0,-1 1 4 16,-3 1 2-16,2 0-7 0,-1 0 6 0,-2 0-1 15,0 0 0-15,-1 0 7 0,1 1-5 16,-1 0-1-16,0 1-2 0,3 0-4 0,-3 3 1 16,0 1 1-16,0 1 0 0,0 1-4 0,0 0 3 15,0 0-4-15,0 0-1 0,0 0 1 0,0 0-10 16,0 0 0-16,0 0-10 0,0 0-11 16,0 0-5-16,0 0-21 0,0 0-21 0,0 1-25 15,0 1-33-15,0 2 31 0,0 3 29 0,1 4 39 16,1 3 45-16,0 1-4 0,4 1 5 0,-3 1-5 15,1 2 4-15,2-1-1 0,-3 0-6 16,2 2 9-16,-2-1-12 0,2 0 2 0,-4 1-3 16,0-1-10-16,-1-1 7 0,0 2-5 0,0-3-1 15,0-2-1-15,-2 0-4 0,-3-2-4 0,2-2-11 16,-2-3-15-16,3-1-57 0,0-1-113 0,-3-2-128 16,3-1-152-16,-1-4 52 0,1 1 446 15,-2 0 0-15</inkml:trace>
  <inkml:trace contextRef="#ctx0" brushRef="#br0" timeOffset="162038.4263">23114 4535 0 0,'0'0'0'0,"0"0"0"0,0 0 0 15,0 0 0-15,0 0 0 0,0 0 0 0,0 0 0 16,0 0 0-16,0 0 0 0,0 0 0 16,0 0 0-16,0 0 94 0,0 0 110 0,0 0 14 15,-4 35 8-15,14-34-12 0,1-1-25 0,3 0-22 16,5-4-37-16,3-3-30 0,0-2-32 15,5-3-40-15,0 2-31 0,0 0-71 0,2 0-167 16,-8 4-523-16,-5 1 208 0</inkml:trace>
  <inkml:trace contextRef="#ctx0" brushRef="#br0" timeOffset="163699.0496">27917 4268 0 0,'0'0'0'0,"0"0"0"0,0 0 136 0,0 0 119 15,0 0-30-15,0 0-42 0,0 0-23 0,0 0-14 16,0 0-21-16,0 0-28 0,0 0-23 16,0 0-14-16,-1-38-9 0,1 38-1 0,0 0 4 15,0 0 1-15,0 0-2 0,0 0-3 0,0 0 1 16,0 0-1-16,0 0 3 0,0 0 3 0,0 0 2 15,0 0 3-15,0 0-3 0,0 0-1 16,0 0-6-16,0 0-7 0,0 0-3 0,0 0-7 16,-1 0-9-16,1 0-8 0,0 0-10 0,0 0-14 15,0 0-10-15,0 0-18 0,0 1-25 0,0-1-28 16,0 2-39-16,0 0-36 0,0 5 63 0,0 3 35 16,-2 4 49-16,1 3 57 0,0 1-38 15,0 1 0-15,-1-1 1 0,1 0-1 0,0 1 1 16,-1-1 0-16,0 0-2 0,1 0-2 0,-3-1 1 15,1-1-2-15,1-1 0 0,1-2 0 16,-2-3-3-16,1 0 2 0,2-4-2 0,-1-3-5 16,1-2 1-16,0-1-6 0,0 0-19 0,0 0-82 15,0-2-558-15,0 0-286 0</inkml:trace>
  <inkml:trace contextRef="#ctx0" brushRef="#br0" timeOffset="164680.3134">27530 4150 0 0,'0'0'0'0,"0"0"0"0,0 0 154 0,0 0 90 16,0 0-16-16,0 0-29 0,0 0-16 15,0 0-16-15,0 0-26 0,0 0-24 0,0 0-17 16,0 0-11-16,0 0-5 0,0 0-18 0,-25-10-13 15,25 10-15-15,0 0-20 0,0 0-15 0,0 0-25 16,0 0-27-16,0 0-37 0,0 2-47 16,0 3 24-16,0 3 28 0,1 5 47 0,-1 3 54 15,0 1-1-15,-1 3 1 0,0-1-7 0,-2 2 0 16,1 0-2-16,-1 0-5 0,2 3 1 16,-3-2-1-16,1 3 0 0,0-2-3 0,1 0-1 15,-1-1-2-15,0-3-5 0,2-4 3 0,1-2-10 16,0-5-3-16,0-1-3 0,0-4-20 0,0-1-13 15,3-2-18-15,-1 0-19 0,1-3-45 0,3-5-197 16,0-5-204-16,0 2 333 0,-2 3 201 16</inkml:trace>
  <inkml:trace contextRef="#ctx0" brushRef="#br0" timeOffset="165118.6617">27597 4124 0 0,'0'0'0'15,"0"0"0"-15,0 0 138 0,0 0 42 0,0 0-5 16,0 0-43-16,0 0-26 0,0 0-19 16,0 0-13-16,0 0-1 0,0 0-27 0,0 0-13 15,0 0-10-15,103-8-11 0,-85 8-7 0,-2 0-4 16,-2 0-4-16,-3 0 3 0,0 0-12 0,-5 0-2 16,-1 1-11-16,-1 1-17 0,-1 2-1 0,-3-1-1 15,0 1 11-15,0 1 21 0,-4 3 10 16,-1 1 8-16,-3 1 3 0,0-1-4 0,0-1-2 15,0 0-1-15,0 0-1 0,-1-1-4 0,3 1 2 16,1-1-6-16,0 0-2 0,2 0 3 0,1-2-5 16,2 1 2-16,0 0 1 0,0 1-2 15,0 0 5-15,1-1 2 0,4 1 4 0,0 0 3 16,2 0 0-16,1 2 5 0,0-1 0 0,-1-1 2 16,2 1 4-16,1-1 3 0,-1 0 2 0,-2-1 0 15,0-1-1-15,1 1-6 0,0-2-2 0,-5 2 0 16,1-2-2-16,-1 0 4 0,-3 1 3 15,0 0 3-15,0-1 11 0,0 1 9 0,-6-1 11 16,2 2 6-16,-4-1 2 0,-3 0-5 0,0 2-4 16,-2-1-8-16,-2-1-10 0,1-1-6 15,-2 1-8-15,1-3-9 0,-1 2-2 0,2-3-10 16,-2 1-11-16,3-1-18 0,-2 1-53 0,1-1-126 16,3-1-359-16,4 0-2 0</inkml:trace>
  <inkml:trace contextRef="#ctx0" brushRef="#br0" timeOffset="165795.8659">28310 4109 0 0,'0'0'0'0,"0"0"0"0,0 0 0 0,0 0 15 16,0 0 160-16,0 0-43 0,0 0-34 0,0 0-21 16,0 0-38-16,0 0-34 0,0 0-22 0,0 0-13 15,0 0-1-15,0 0 10 0,-62-27 6 0,53 27 11 16,-1 3 9-16,-2 0 7 0,2 1 12 15,0 0 7-15,0 1 10 0,1 0 8 0,2-1 8 16,-3 0 3-16,3 0 0 0,-2 1-6 0,0 2-13 16,-2-2-5-16,1 3-15 0,0 1-10 0,-1 1-4 15,0 2-8-15,-2 0 4 0,3 1 3 16,-1 2-1-16,0 0 6 0,1 1-2 0,1 1-4 16,-1 3 2-16,3-2-1 0,-1 0 7 0,5 2 4 15,-3-1 3-15,5 0-1 0,0-2 0 0,1 0 5 16,0 0 3-16,2-3 12 0,6 0 9 15,0-3 10-15,3 0 14 0,1 0 5 0,2-2-1 16,3-1-5-16,4-1-6 0,3-1-5 0,1-3-5 16,4-3-7-16,-1 0-7 0,4-1-6 15,0-6-1-15,-1-1 0 0,0-4 7 0,-5 1 14 16,-3-2 12-16,-7-1 23 0,-4-3 10 0,-3-3 3 16,-4-1-2-16,-4-2-15 0,-1-5-11 15,0 0-16-15,-3 0-15 0,-5-1-11 0,-2-1-10 16,-1 2-13-16,-2 3-5 0,0 1-4 0,-1 3-9 15,1 4 2-15,-2 1-19 0,0 4-30 0,-3 4-43 16,-3 7-123-16,2 1-551 0,7 0-735 0</inkml:trace>
  <inkml:trace contextRef="#ctx0" brushRef="#br0" timeOffset="181149.8027">17646 5581 0 0,'0'0'0'0,"0"0"0"16,0 0 0-16,0 0 0 0,0 0 0 16,0 0 0-16,0 0 0 0,0 0 0 0,0 0 0 15,0 0 0-15,0 0 0 0,0 0 75 0,0-6 18 16,0 6-1-16,0 0-5 0,0 0-2 0,0 0-4 16,0 0-3-16,0 0 2 0,0 0 1 0,0 0 2 15,0 0-1-15,0 0-5 0,0-1-2 16,0 1-8-16,1-1-29 0,-1 0-19 0,0-1-21 15,2 0-9-15,-2 0 9 0,1 0 6 0,1 1 5 16,-1 1 6-16,-1-2 8 0,0 2 2 0,0 0 9 16,0 0-1-16,0 0 2 0,0 0 1 15,0 0-7-15,0 0-3 0,0 0-8 0,0 0-10 16,1 0-2-16,-1 0-9 0,0 0-4 0,0 0-9 16,0 0-4-16,1 0-8 0,0 0-4 0,0 0 10 15,5 0 0-15,-2 0 9 0,5-1 5 16,1 0-9-16,2 1 5 0,1-1-2 0,3 1 4 15,-2 0 8-15,3 0 0 0,-1 0 2 0,-1 0-1 16,4 0 2-16,-2 0-1 0,0 0 0 16,1 0 0-16,2 0-6 0,0 0 4 0,1 2 0 15,0-1 1-15,-1 1 8 0,3 0-7 0,2 0 3 16,-2 1 1-16,2-1-6 0,0 0 6 0,3 1-4 16,1-1-1-16,2 1 3 0,2 0-1 15,-1-1 3-15,4 2-1 0,-2-3 5 0,4 2-3 16,2-2 2-16,0-1-2 0,2 0-5 0,0 2 4 15,-1-2-2-15,3 0 3 0,-2 0 4 0,2-3-2 16,-2 1 3-16,0 0-4 0,0-1 2 0,1 1-4 16,-2 0 0-16,3-1 2 0,-2 1-8 15,-1 0 6-15,3-1-3 0,-3 2-1 0,0 1 8 16,-1 0-10-16,0 0 2 0,-1 0-1 0,0 0-7 16,-2 0 7-16,2 0 0 0,0 0 2 15,-1 1 2-15,1 0-2 0,-2 1-1 0,2 0-1 0,-1-1 4 16,1 0-2-16,0 0 3 0,0-1 0 15,1 2-3-15,-1-2 6 0,1 0-3 0,1 0 1 16,-1 0 4-16,1-2-4 0,-1 1 1 0,-1-2-1 16,3 0-2-16,0 1 1 0,-1-1 1 15,0 0 1-15,0 1-4 0,-1 0 1 0,1-2 1 16,2 2-2-16,1-2 4 0,0 1-3 0,2 0 1 16,-1 1-1-16,2-1-4 0,-1 1 3 15,4 0-3-15,-3-1 1 0,-1 1 1 0,3 0-3 16,-3-1 3-16,0 1-2 0,0 1 3 0,0 0-1 15,-4-2 1-15,1 2 1 0,1-1-3 0,-4 0 5 16,-2-1-3-16,-1 1 3 0,-3 0 5 16,-2-2-4-16,1 2 4 0,-3-1 0 0,1 1-5 0,-2 1 3 15,-1-1-2-15,0-1-2 0,1 2 1 16,1-1-1-16,0 2 0 0,2 0 2 0,1 0 1 16,1 0-3-16,-1 0 2 0,-2 3 0 0,6-2-1 15,-4 3 3-15,0-1-3 0,3 1-1 0,-4-1 3 16,-1 1-1-16,-2-2 4 0,-4 1 3 15,2-1 7-15,-2-1 8 0,-1-1 9 0,-1 0 11 16,-1 0 2-16,0 0 11 0,-2 0 6 0,2-2 3 16,-3-1 3-16,-1-1-10 0,2 1-10 0,-1 0-16 15,2-1-15-15,1 2-9 0,2-1-8 16,-2 0 0-16,2 2-3 0,-3-2-3 0,-1 2 1 16,0 1-5-16,-3 0 1 0,-4 0-4 0,-3 0-7 15,-1 0-16-15,-6 0-36 0,-2 2-41 16,-1 2-29-16,-1 3-33 0,-7 4-115 0,0-2-557 15,1-2 227-15</inkml:trace>
  <inkml:trace contextRef="#ctx0" brushRef="#br0" timeOffset="191761.1473">22627 5060 0 0,'0'0'0'0,"0"0"0"15,0 0 0-15,0 0 0 0,0 0 0 0,0 0 0 16,0 0 0-16,0 0 0 0,0 0 0 0,0 0 164 16,0 0 45-16,0 0-15 0,-15-66-14 0,11 63-13 15,2-1-6-15,0 1-13 0,0-1-13 16,-2-1-15-16,2 0-17 0,0 2-6 0,-4-2-14 15,4-1-3-15,0 2 4 0,-1-1-9 0,-2-1-1 16,3 0-5-16,-2 2-8 0,0-2-4 16,3 1-1-16,-2-1 1 0,-2 0 0 0,3 1 1 15,2 2 1-15,-2-1-8 0,1 2-6 0,1 1-7 16,0 0-14-16,0 1-7 0,0 0-14 0,0 0-14 16,0 0-17-16,0 0-23 0,0 0-29 15,0 1-35-15,0 4 9 0,0 3 23 0,0 6 34 16,2 1 37-16,-1 6 10 0,0 4 1 0,1 1-1 15,2 2 10-15,-3 3-6 0,0 2-1 0,0 0 2 16,0 2-8-16,-1 0 6 0,0-1 2 16,1 0-2-16,-1-1 6 0,0-2-5 0,0-4-2 15,1-2 0-15,1-1-4 0,1-3 2 0,-2-4-1 16,1-2 1-16,-1-3 0 0,0-2-1 16,3-4 1-16,-3-2-2 0,0-2-4 0,0-2-2 15,-1 0-7-15,0 0-10 0,0 0-32 0,0-2-205 16,0-1-538-16,0-1-198 0</inkml:trace>
  <inkml:trace contextRef="#ctx0" brushRef="#br0" timeOffset="192764.4853">22629 3646 0 0,'0'0'0'0,"0"0"0"0,0 0 0 16,0 0 137-16,0 0 130 0,0 0-18 0,0 0-18 16,0 0-23-16,0 0-41 0,0 0-14 15,0 0-14-15,0 0-10 0,0 0-5 0,0 0-6 16,-23-39-21-16,23 39-15 0,0 0-25 0,0 0-20 16,0 0-12-16,0 0-12 0,0 0-1 15,0 0-7-15,0 0 1 0,0 0 1 0,0 0-2 16,0 0 6-16,0 0-1 0,0 0 3 0,0 0 7 15,0 0 0-15,0 0 7 0,0 0-3 0,0 0-4 16,0 0-1-16,0 0-9 0,0 0-6 0,0 0-10 16,0 0-8-16,0 0-12 0,0 0-15 15,0 0-16-15,0 1-36 0,0 0-40 0,0 4-46 16,0 3 56-16,1 8 51 0,4 6 59 0,-1 8 76 16,0 8-28-16,3 7-8 0,-3 5-4 0,2 6-11 15,0 2-5-15,-3 5-1 0,0 3 0 0,4 5 2 16,-5 2-5-16,5 1 4 0,-4 3-4 15,3 0-4-15,-3 1 5 0,1-1-6 0,2 0 3 16,-4-5-2-16,2-1-1 0,-4-4-1 0,0-5-2 16,0-2 1-16,0-7-1 0,1-4 1 15,-5-5 2-15,2-9 0 0,1-3 3 0,-2-5-2 16,-3-6 1-16,4-6 4 0,0-2 0 0,-2-5 7 16,2-4 7-16,1-2 28 0,1-2 34 0,-1-3-34 15,0-8-51-15,-4-9-163 0,3 2-583 16,1 3-397-16</inkml:trace>
  <inkml:trace contextRef="#ctx0" brushRef="#br0" timeOffset="193834.0451">22639 3593 0 0,'0'0'0'16,"0"0"0"-16,0 0 0 0,0 0 0 0,0 0 60 15,0 0 202-15,0 0-9 0,0 0-22 0,0 0-35 16,0 0-44-16,0 0-31 0,0 0-16 0,0 0-18 15,0 0-20-15,-22-16-10 0,23 16-20 16,4-1-13-16,-2 0-18 0,0-3-20 0,5 0-6 16,2-2 0-16,6-1 8 0,-2-1 9 0,4 0 4 15,2 0 0-15,1-1 2 0,2 0-1 0,3-1 0 16,-1 1 2-16,2 0 1 0,-3 2-5 16,2 0 5-16,-3 1-1 0,-2 3-3 0,-5-1 4 15,-2 1-2-15,-5-1-3 0,-5 3 1 16,0 0 2-16,-4 1-1 0,0 0 5 0,0 0 9 15,0 0-6-15,-3 0 3 0,2 0-7 0,0 1-11 16,0 3 12-16,-1-1-4 0,-4 3 7 0,3 2 4 16,-5 0-12-16,5 3 1 0,1 0-4 15,-3-1-1-15,4 2-2 0,1 0-1 0,0 0-2 16,0 2 2-16,0 1 2 0,2 2-2 0,4 3 4 16,-2 0 0-16,5 3-4 0,-2-2 6 0,-3 3-4 15,3 3 1-15,-4 1 5 0,4 0-4 0,-5 2 3 16,-1 2 1-16,3-2-4 0,-4 1 2 15,0 0 0-15,0 0-1 0,0 2 2 0,-5 0-2 16,1 1 1-16,-1 1 0 0,2 1 0 0,-3 1 0 16,3-2 0-16,0 1-1 0,2 1-2 15,1 0 1-15,0-2-3 0,0 4 3 0,2-4 1 0,2 2 0 16,3 0 1-16,0 1 1 0,-1-2-5 16,3 0 3-16,-1 0 0 0,4-2-3 0,-2-2 6 15,0 0 1-15,1-1-2 0,-2-3 6 0,0 1-4 16,-2 0-4-16,-2-2 4 0,1-2-3 0,-4-1 1 15,0 1 3-15,-2-4-3 0,1-1 5 16,-1-2 1-16,0-3 0 0,0-1 3 0,0-1 0 16,0-4 1-16,-1 0 0 0,1-1 2 0,-1-1 0 15,0 0-1-15,-1-1 5 0,-1-2-4 16,1 2 2-16,1-1 1 0,0-1-6 0,-1 2 4 16,0-2-3-16,-1 0-2 0,1-1 5 0,2 1-3 15,-2-1 0-15,1 0-1 0,0 0-1 16,0-1-1-16,-2 0 1 0,2 0 0 0,0 0-2 15,1 1 4-15,-1-1 1 0,1 2-1 0,-1-2 3 16,-1 0-5-16,1 0-1 0,-2 2 1 0,2-1-4 16,0 0 3-16,1 0-3 0,-1 2-3 0,-2-2-1 15,1 1 0-15,-1 1 0 0,1 0-2 0,1 0 4 16,-1 1-2-16,-3-1 1 0,3 0 3 16,0 0 0-16,-3-1 6 0,3-1 3 0,0 1 7 15,-1-2 8-15,-2 0 4 0,4 0 12 0,-2-2 2 16,1 1 8-16,-3 1 6 0,3-1 0 15,-4-1 3-15,-1 0-9 0,-3 0-6 0,-4 0-7 16,0-4-10-16,-3 0 0 0,1-2-10 0,-4 1-4 16,-1-2-6-16,-4 0-8 0,2 0-3 0,-4 2-11 15,3 1-22-15,-6 4-43 0,-3 7-90 0,7 3-377 16,5-2-1004-16</inkml:trace>
  <inkml:trace contextRef="#ctx0" brushRef="#br0" timeOffset="198962.8633">27404 4208 0 0,'0'0'0'0,"0"0"0"0,0 0 0 0,0 0 107 16,0 0 188-16,0 0-46 0,0 0-38 0,0 0-45 15,0 0-30-15,0 0-31 0,0 0-42 16,0 0-19-16,-14-52-21 0,14 49-1 0,0 0 18 16,0 3 6-16,0-1 9 0,0 1-3 0,0 0-4 15,0 0-1-15,0 0-1 0,0 0-4 0,-1 0-10 16,0 0-5-16,1 0-10 0,-1 0-9 0,1 0 5 16,0 0-10-16,0 1 2 0,0-1 0 15,0 0-8-15,0 0 7 0,0 0-5 0,0 0 2 0,0 0 2 16,0 0-6-16,0 0-1 0,0 0-5 15,0 2-8-15,0-2-12 0,0 2-20 0,0 3 9 16,0 2 5-16,-2 3 19 0,1 5 20 0,0 2-3 16,1 4 7-16,-1-1-6 0,-2 4 4 15,1 1-1-15,-1 1-7 0,2 0 7 0,-2 2-3 16,1-1 4-16,-2 0 3 0,1 2-3 0,0-1-2 16,-1 0-4-16,3-3 0 0,0-2-3 15,-1-3 3-15,2-2 1 0,-1-3-1 0,1-2 2 16,-1-3-3-16,2-2 0 0,-1-1 2 0,0-4-3 15,0 1 3-15,0-2 0 0,0-1-3 0,0 0 4 16,0-1 3-16,0 0 5 0,0 0 5 16,0 0 6-16,0 0 3 0,0 0-1 0,0 0 1 15,0 0-9-15,0-3-32 0,1-3-77 0,1-2-220 16,-1-1-416-16,-1 3-16 0</inkml:trace>
  <inkml:trace contextRef="#ctx0" brushRef="#br0" timeOffset="199831.1363">27317 4054 491 0,'0'0'41'0,"0"0"33"0,0 0-1 16,0 0-3-16,0 0-16 0,0 0-36 0,0 0-28 15,0 0-9-15,0 0 0 0,0 0 7 0,0 0-2 16,0 0 7-16,0 0 1 0,0 0 1 16,42-69 10-16,-39 68-3 0,0-1 2 0,1 2 4 15,0-1 0-15,1 0 6 0,2 1 0 0,3-1 2 16,0 0 5-16,4 0 2 0,1-1 9 0,5 0 8 16,3-1 5-16,6-2-1 0,3 0-4 15,5 0-8-15,0-1-11 0,0 0-2 0,2 1-9 16,0-2-4-16,-1 2-2 0,-2-2-2 0,-1 2 2 15,-4 0-1-15,-4 1-2 0,-4 1-1 16,-3 0-1-16,-4 2-1 0,-4 0-1 0,-3 0 3 16,0 1-2-16,-5 0-1 0,-2 0 4 0,0 0-1 15,-2 0 10-15,0 0 8 0,0 0 6 0,0 0 4 16,0 0-6-16,0 0-12 0,0 0-15 0,0 0-21 16,0 3 12-16,0 2 10 0,0 3 16 0,0 0 15 15,0 4-8-15,0-1-8 0,1 1-3 16,0 1-3-16,0 1-3 0,2 0 3 0,1 3-1 15,-1 0-2-15,1 0 4 0,2 0-3 0,-2 0-2 16,0 1-1-16,-2-1 1 0,2 0-1 16,-1 3 2-16,-1-3 5 0,-2 0 3 0,0 2 8 15,0-1 5-15,0 1 0 0,0 1 1 0,0 2-6 16,0 0 1-16,-2 0 2 0,0 1-5 0,-2 1 2 16,3 0-7-16,-3 0-3 0,2 0-2 0,-1-1-2 15,2 2 2-15,-1 0-1 0,-1 0 0 16,2-1-2-16,1-3-1 0,0 0 2 0,0-2-3 15,-1-2 3-15,1 0 0 0,0-3-2 0,0-2 2 16,0-3-4-16,0 0 0 0,0-4 5 0,0 1-4 16,0-2 4-16,0-2 2 0,0 2-3 15,0-3 3-15,0 1 1 0,0-1-1 0,0-1 1 16,0 0 0-16,0 0 0 0,0 0 3 0,0 0 3 16,0 1 0-16,0-1 1 0,0 0 2 0,0 0-3 15,-2 0 2-15,2 0 4 0,0 1 1 0,-1-1 3 16,0 0 11-16,1 2 4 0,-2-1 11 15,-1 0 12-15,-2 1 1 0,1-1 7 0,-2 1 1 16,-3-1-6-16,2-1-1 0,-3 0-6 0,-4 0-5 16,1-3-2-16,-6 0-13 0,-1-3-8 0,-5-1-10 15,0 0-8-15,-5-1-5 0,0 1-2 16,0 1-1-16,2 0-5 0,-2 4 2 0,0-2-3 16,2 3-4-16,-4 0 5 0,2 1-4 0,1 0 1 15,0 0 4-15,2 0-6 0,4 4 9 16,1-1-4-16,2 0 0 0,5 0 4 0,3-2-5 15,3 2 5-15,4-2-1 0,1-1 3 0,3 0 1 16,1 0-1-16,0 0 10 0,0 0-4 0,0 0 1 16,3-1-16-16,0-3-47 0,4-2-71 0,6-5-290 15,-3 3-596-15,-3 1-37 0</inkml:trace>
  <inkml:trace contextRef="#ctx0" brushRef="#br0" timeOffset="200280.3562">27451 3984 794 0,'0'0'228'0,"0"0"-1"16,0 0-4-16,0 0-14 0,0 0-25 15,0 0-46-15,0 0-38 0,0 0-37 0,0 0-37 16,0 0-34-16,0 0-40 0,0 0-50 0,0 0-30 15,0 0 18-15,-7 10 29 0,13 12 49 16,1 7 37-16,1 8-4 0,-4 6 5 0,2 6 4 16,-6 4-5-16,0 1-2 0,0 2-4 0,-2-2-2 15,-5-1 2-15,1-2 0 0,0-4 1 0,-2-4-7 16,5-4 7-16,-2-7-2 0,1-6 1 16,0-4 9-16,1-6-9 0,0-5 6 0,2-4-1 15,1-4 12-15,0-3 29 0,0 0 20 0,0-6-29 16,0-8-79-16,0-7-148 0,0-9-369 15,3 4-236-15,0 7 507 0</inkml:trace>
  <inkml:trace contextRef="#ctx0" brushRef="#br0" timeOffset="200816.6739">27495 4098 770 0,'0'0'204'0,"0"0"-39"0,0 0-66 16,0 0-10-16,0 0 3 0,0 0-10 16,0 0-10-16,131-116-21 0,-100 94-18 0,0 4-9 15,0 1-20-15,-1 3-6 0,-1 0-4 0,-6 5-11 16,-2 2 5-16,-2 1-4 0,-5 3-1 0,0 1-6 16,-6 0-10-16,0 2-10 0,-1 0-4 15,-3 0 10-15,2 3 6 0,-2 0 18 0,1 3 9 16,-1 1-2-16,2 2 10 0,-3 0-4 0,3 0 0 15,-2 1 10-15,4 0-10 0,1 1 3 16,-2 0 1-16,5 0-8 0,0 1 12 0,-1 0-3 16,1-1 0-16,2 1 2 0,-1 0-7 0,-1 0-2 15,-2-1 1-15,0 2 2 0,0-1-1 16,-2 3 7-16,-3 1 4 0,2 0 6 0,-5 5 10 16,1-1-4-16,-2 0 0 0,-1 3-2 0,0 0-8 15,-2 2 4-15,-2 2-5 0,-1 1-4 0,1 1-2 16,-2 1 0-16,2 2-3 0,-3 0-1 0,3 1 1 15,-1 1-3-15,1 0 1 0,3 0 1 16,0-3-4-16,1-1 5 0,0 0-5 0,0-3 3 16,0-1 2-16,1-3-5 0,3 0 3 0,0 0-1 15,-2-3 0-15,-1-1 2 0,3-2 2 0,0-2 1 16,-3-3-2-16,0-2 3 0,-1-3 1 16,1-2 9-16,-1-3 23 0,0-1 29 0,0-1 43 15,0 0 33-15,0 0 20 0,0 0 10 0,0 0-9 16,-2 0-22-16,-8-3-39 0,0-4-39 0,-7-4-33 15,-4-1-22-15,-3-2-3 0,-6-1-4 0,-5 1-3 16,-7-1-1-16,-3 0-7 0,-6 2-3 16,-3 4-21-16,-4 5-45 0,-5 4-134 0,15 1-815 15,16 3-502-15</inkml:trace>
  <inkml:trace contextRef="#ctx0" brushRef="#br0" timeOffset="228846.452">22562 6121 0 0,'0'0'0'0,"0"0"0"16,0 0 0-16,0 0 0 0,0 0 0 0,0 0 0 15,0 0 47-15,0 0 120 0,0 0-31 16,0 0-24-16,0 0-20 0,0 0-16 0,0-2-13 16,0 2-6-16,0 0-2 0,0 0 4 0,0 0 12 15,0 0 7-15,0 0 13 0,2 0 15 0,2 0 21 16,5 0 6-16,9 0-4 0,3-1-15 0,10-3-24 15,3 1-13-15,4-3-13 0,-1 1-17 0,-4 2-14 16,-1-2-13-16,-4 3-6 0,-6-3-3 16,-4 4-3-16,-5 0-1 0,-7 0-12 15,-3 0-21-15,-3 1-58 0,0 0-94 0,-3 1-15 0,-5 8-13 16,-9 5-123-16,5-1-302 0,1-3 199 0</inkml:trace>
  <inkml:trace contextRef="#ctx0" brushRef="#br0" timeOffset="229400.9673">23085 6893 0 0,'0'0'0'0,"0"0"0"0,0 0 0 16,0 0 0-16,0 0 0 0,0 0 0 16,0 0 0-16,0 0 24 0,0 0 182 15,0 0-38-15,0 0-28 0,0 0-22 0,19-29-16 0,-19 29-3 16,0 0 11-16,0 0 8 0,0 0 2 15,0 0-3-15,0 0-13 0,0 0-5 0,0 0-9 16,0 0-10-16,0 0-1 0,0 0-4 0,0-1 4 16,0-2-35-16,1 0-21 0,5-2-15 0,-1-1-29 15,4-1 23-15,2 0-6 0,7 0-5 16,2 0 1-16,7-1-3 0,4 2 7 0,5-2 5 16,4 1 1-16,2 1 5 0,-1 0-6 0,-2 4-4 15,-2 1-9-15,-6 1-16 0,-7 0-18 16,-3 0-34-16,-4 3-49 0,-7 4-102 0,-7 1-211 15,-2 0-334-15,-1-2 564 0</inkml:trace>
  <inkml:trace contextRef="#ctx0" brushRef="#br0" timeOffset="230063.1246">23338 7461 0 0,'0'0'0'0,"0"0"0"0,0 0 0 15,0 0 0-15,0 0 0 0,0 0 272 0,0 0 29 16,0 0-30-16,0 0-32 0,0 0-32 16,0 0-74-16,0 0-57 0,20 0-41 0,-8-3-31 15,3 1 19-15,1 0 10 0,2 1 6 16,2 1 4-16,1 0 0 0,0 0-3 0,5 0-10 0,-3 0-13 15,-1 3-10-15,-3 1-12 0,2-1-4 16,0 3-8-16,-1-1-27 0,1 3-41 0,-1 0-95 16,-5-1-442-16,-4-1-229 0</inkml:trace>
  <inkml:trace contextRef="#ctx0" brushRef="#br0" timeOffset="230852.7547">23660 8214 0 0,'0'0'0'0,"0"0"0"0,0 0 0 0,0 0 209 16,0 0 113-16,0 0-29 0,0 0-29 15,0 0-32-15,0 0-36 0,0 0-42 0,0 0-31 16,0 0-49-16,14-15-28 0,-4 13-29 0,6 0-22 16,0 1 5-16,9 1-8 0,-1 0 4 0,5 0-8 15,0 2-14-15,-1 2 0 0,-1 0-21 16,2 1-21-16,-1 1-29 0,-5 1-57 0,0-1-108 16,-6-1-374-16,-6-1 51 0</inkml:trace>
  <inkml:trace contextRef="#ctx0" brushRef="#br0" timeOffset="285331.6948">22694 6191 0 0,'0'0'0'0,"0"0"0"0,0 0 0 0,0 0 0 15,0 0 121-15,0 0 79 0,0 0-28 0,0 0-17 16,0 0-12-16,0 0-8 0,0 0-17 16,0 0-9-16,-26-27-19 0,26 27-11 0,0-1-2 15,0-1-6-15,0 1-11 0,0 1-13 0,0-1-12 16,2 0-16-16,3-1-6 0,-2-1-4 16,6 1-10-16,1 0 1 0,1-1-2 0,5 2-3 15,-2 1 1-15,5 0-1 0,0 0 1 0,0 0 0 16,3 0 1-16,0 4 1 0,0-1-2 0,3 1 4 15,-1-1-1-15,-2-1 3 0,-1 1 3 0,1-1-4 16,1-1 5-16,-7 0-1 0,3-1-1 0,-2 0 3 16,-3 0-3-16,-4 0 1 0,0 0 3 15,-4 0 3-15,-4 0 12 0,-1-1 19 0,-1 1 20 16,0 0 17-16,0-1 6 0,-2 0-35 0,-4 0-31 16,0-2-35-16,-3 1-31 0,-2 0 10 0,-5 1 0 15,2-1 5-15,-4 1 14 0,0 1 3 16,-4 0 7-16,0-1 6 0,-1 1 3 0,-1-1 3 15,1 0 0-15,1 0 4 0,0-1-2 0,3 0 3 16,1 1 0-16,2-1-3 0,3 1 3 16,1-1-3-16,3 1-1 0,-1 0 6 0,6 1-1 15,0-1 3-15,2 1-2 0,2 0-5 0,0-1-10 16,0 1-19-16,0 0-25 0,1 0-31 0,4 0 19 16,0 0 18-16,5 0 26 0,5 1 39 15,1 0-11-15,4-1-2 0,6 0-1 0,1 0-7 16,3 0 0-16,4 0 0 0,-1-2 0 0,0-2 1 15,4 1 1-15,-3-2 0 0,-1 2-1 16,0-1 1-16,-7 0-3 0,-2 2 0 0,-8-1-3 0,-5 2-7 16,-4 1 4-16,-6 0 3 0,-1 0 9 15,-1 0 7-15,-8 0-8 0,-4 0-4 0,-7 3-10 16,-7 0 2-16,-2 2 4 0,-3-1 4 16,-1 0 5-16,-4 1-3 0,3 1 7 0,-3-3 0 15,3 2 4-15,0-2 11 0,4 1-6 0,5-2 4 16,4 1 2-16,3-1-12 0,7-2 5 0,5 1-7 15,1-1-1-15,5 0-3 0,0 0-23 0,0 0-31 16,6 0-1-16,-1 1 9 0,9 0 21 0,2 1 32 16,6-2-5-16,7 0-11 0,6 0-11 15,0 0-39-15,6-3-167 0,-9 1-454 0,-8 0-193 0</inkml:trace>
  <inkml:trace contextRef="#ctx0" brushRef="#br0" timeOffset="288399.9044">18107 5468 0 0,'0'0'0'0,"0"0"0"0,0 0 0 0,0 0 207 15,0 0 47-15,0 0-17 0,0 0-30 0,0 0-27 16,0 0-22-16,0 0-17 0,0 0-7 0,0 0-10 16,-3 0-8-16,3 0-19 0,0 0-18 15,0 0-15-15,0 0-19 0,0 2-5 0,0-2-7 16,0 0-3-16,0 0 4 0,0 0-5 0,0 0 4 15,0 0-5-15,0 0 0 0,0 0 2 0,0 0-3 16,0 0 5-16,0 0-9 0,0 0 7 16,0 0-2-16,0 0-5 0,0 1 9 0,0-1-11 15,0 0 0-15,0 0 0 0,0 0-6 0,0 0 5 16,0 0-1-16,0 1-2 0,0-1 0 16,0 0-5-16,0 0-4 0,0 0-5 0,0 0 1 15,0 0-7-15,0 0-2 0,0 1-4 0,0-1-8 16,0 0-1-16,0 0-8 0,0 1-6 0,0-1-4 15,0 0-13-15,0 0-10 0,0 1-14 0,0 1-15 16,0-1-17-16,0 0-15 0,0 1-9 0,0 4 52 16,0 3 48-16,0 6 42 0,0 2 37 15,0 3-22-15,0 2-15 0,0 0-4 0,0 3-4 16,-1 0-4-16,0 0 1 0,-1 2-2 16,0-1 1-16,1 1 3 0,1 0-3 0,-1 0 4 15,-1 1-2-15,0-3 0 0,1-2-1 0,0-1 1 16,0-1 1-16,-1-4-2 0,1-1 3 0,0-1-3 15,1-4 0-15,-2 0 2 0,2-3-1 0,0 0 3 16,0-3-2-16,0-1 2 0,0-1-1 0,0 1-2 16,0-3 1-16,0 1-1 0,0 0 1 15,0-2 1-15,0 0 0 0,0 0 4 0,0 0 1 16,0 0 4-16,0 0 0 0,0 0-2 0,0 0-1 16,0 0-7-16,0 0 1 0,0 0-2 15,0 0-1-15,0 0 5 0,0 0 0 0,0 0 3 16,0 0 1-16,0 0 4 0,0 0 3 0,0 0 3 15,0 0 1-15,0 0 0 0,0 0-2 0,0 0-1 16,0 0 3-16,0 0 4 0,0 0 1 16,0 0 5-16,0 0-2 0,0 0-4 0,0 0-4 15,0 0-6-15,0 0-4 0,0 0-3 0,0 0-4 16,0 0-3-16,0 0-2 0,0 0-2 0,0 0-1 16,0 0-3-16,0 0-3 0,0 0-5 15,0 0-3-15,0 0-5 0,0 0-1 0,0 0 0 16,2 0 2-16,-2 0 1 0,0 0 3 0,0 0 3 15,0 0 3-15,0 0 5 0,0 0 2 0,0 0-1 16,0 0-1-16,0 0 0 0,1 0-5 16,0 0 0-16,3 0 11 0,1-2 4 0,1 1 5 15,1 0 4-15,0 0-9 0,4 0-4 0,-1-2 2 16,4 2-1-16,0-1 1 0,2 0-2 16,2-1 0-16,1 1 0 0,-1 0-1 0,2 0 4 0,0 0-3 15,0-2-2-15,0 2 1 0,0 1-3 16,0-2 0-16,1 2 5 0,-2-1-4 0,2 1 3 15,-1-1 1-15,0 1-2 0,0 1 1 0,1-1 0 16,-3 0 0-16,0 1-3 0,0-1 0 16,-1 0 2-16,2-1-3 0,-2 2 4 0,4-1 2 15,-1 0-4-15,4 1 4 0,-1-1-4 0,4 0 0 16,-1 0 2-16,2-2-1 0,2 2 2 16,3-1-1-16,-4 1-1 0,5 0 2 0,0-1-1 15,-3 1-1-15,0 0 2 0,-1 0-1 0,1 0 0 16,-1 0 1-16,0-1-2 0,0 0-1 0,1 1 4 15,0-1-1-15,1-1 0 0,1 1 2 0,-1 0-3 16,2 0 1-16,-1-2 0 0,1 2-2 0,1 0 1 16,-1-2-1-16,2 2-1 0,-3 1 1 15,1 0 1-15,-3-1-2 0,1 2 2 0,-2 0 2 16,-1 0-6-16,1 0 4 0,-3 0-3 0,-2 0-1 16,3 0 4-16,-1 0-4 0,-1 0 3 0,3 3 1 15,-1-2-2-15,1 0 4 0,0 0-1 16,-1 0 2-16,1-1-2 0,1 2 0 0,0-2 0 15,-1 1-3-15,0-1 3 0,1 1-2 0,1-1 0 16,-2 1 3-16,-2 0-3 0,2 0 1 0,-2 1 0 16,2 1-3-16,-2-1 3 0,2 1-3 15,1 1 2-15,-3-1 1 0,-3 1-2 0,4-1 2 16,-4 2 0-16,4-2 1 0,-1 2-1 0,0-2 2 16,2 1-2-16,1-2 0 0,0 2 2 15,-1-2-5-15,-2 0 2 0,1 1 2 0,2-1-1 16,0-1 2-16,0 2-1 0,2-1 1 0,-3 0-2 15,0 0 2-15,0 0 1 0,-5 1-5 0,3-1 4 16,-4 0-4-16,-1 2 2 0,3-2 3 0,-3 3-5 16,0-3 4-16,-3 0-1 0,0 2-4 15,-5-2 3-15,5 1 0 0,-4 0 0 0,1 0 2 16,0 1 0-16,-1-1-1 0,3 0-1 0,0 0 6 16,-2 0-2-16,2 0 1 0,2-1 3 15,0 0-6-15,1 0 4 0,1 1-3 0,1-2 3 0,0 0 6 16,0 0-5-16,0-1 2 0,3 0-4 15,-4 1-1-15,5-1 1 0,-3 0-1 0,-2 2 0 16,4-2-6-16,-6 1 4 0,1 1-4 0,0 0 0 16,-2 1 4-16,1-1-5 0,-2 0 4 15,3 2-3-15,-1-2 1 0,0 2 1 0,1-1-2 16,1 1 5-16,-6-1-5 0,6 0 4 0,-4-1 0 16,1 0-2-16,1-1 7 0,0-1-4 0,-1 1 4 15,1-1 1-15,0 0-5 0,0 0 4 16,1 0-1-16,-2 0 2 0,2 0 6 0,-1 0-4 15,-3 0 1-15,0-1-3 0,1-1-3 0,-4 1 0 16,1 0-1-16,-1 1-1 0,-2 0-4 16,4 0 1-16,-4-1 0 0,1 1-2 0,1 0 4 15,-1 0-6-15,-1 0 4 0,3 0 0 0,-1 0-1 16,-1 0 2-16,3 0-2 0,-3 1 1 0,3 0-3 16,-3 0 5-16,5-1 0 0,-4 1-2 0,4-1 7 15,0 0-4-15,0 0 0 0,-1 0 1 0,3 0-6 16,0 0 5-16,-1 0-3 0,0 0 2 15,-5 0 5-15,4 0-7 0,-6 0 3 0,4 0-3 16,-4 0-3-16,0 0 4 0,-2 0-3 0,-1 0 3 16,1 0-5-16,-3 0 4 0,-2 0 0 15,3 0-2-15,0 0 11 0,-3 0-8 0,4 0 3 16,-1 1 2-16,2-1-7 0,-1 0 11 0,0 0-2 16,4 0 5-16,-2 0 4 0,0 0-3 0,1-1 3 15,-1-1-1-15,4 1 4 0,-5 0 1 0,0-2 3 16,-1 2 1-16,-2-1-5 0,0 1 5 15,-4-1-1-15,1 1 3 0,-3 1 8 0,0 0 1 16,-1 0 6-16,0 0 1 0,0 0-7 0,0 0-5 16,0 0-12-16,0 0-6 0,0 0-8 15,0 0-1-15,0 0 0 0,0 0-2 0,0-1 7 16,1 1-4-16,-1 0 7 0,0 0 4 0,0 0-4 0,2 0 8 16,2-1-7-16,-1-1-4 0,-1-2 1 15,0 2-5-15,1 1 3 0,-3 1 1 16,0 0 5-16,0 0-1 0,0-4-1 0,0-1-25 0,0-5-58 15,-3 3-221-15,2 2-944 0</inkml:trace>
  <inkml:trace contextRef="#ctx0" brushRef="#br0" timeOffset="290149.3788">23137 6832 0 0,'0'0'0'0,"0"0"0"0,0 0 0 0,0 0 0 15,0 0 0-15,0 0 0 0,0 0 0 0,0 0 0 16,0 0 0-16,0 0 0 0,0 0 0 0,0 0 0 16,-1-1 0-16,0 1 0 0,-1 0 34 0,0-1 13 15,-3 1 25-15,4 0 48 0,1 0 20 0,0 0-5 16,0 0-33-16,0 0-38 0,0 0-27 16,0 0-11-16,0 0-8 0,1 0-12 0,3 0-4 15,0 0 20-15,3 0 14 0,3-1 21 0,3-1 10 16,4-2-14-16,-2 1-8 0,5-2-9 0,-1-1-5 15,1 1-7-15,-2-1-5 0,-3 1-8 16,1 2-6-16,-6 1-6 0,-5 0-5 0,0 1-2 16,-4 1-5-16,-1 0 2 0,0 0-7 0,-1 0-2 15,-5 1 30-15,-3 4 8 0,-3 1 16 16,-2 1 12-16,-5-1-17 0,0 1 5 0,0-2 1 16,1 0 8-16,3-3 1 0,3 0 9 0,1-2 11 15,5 1 4-15,3-1 15 0,3 0-11 0,0 0-39 16,3-1-104-16,7-3-164 0,2-1-493 15,-3 1-36-15</inkml:trace>
  <inkml:trace contextRef="#ctx0" brushRef="#br0" timeOffset="292862.2075">18508 5592 0 0,'0'0'0'16,"0"0"0"-16,0 0 0 0,0 0 0 0,0 0 0 15,0 0 202-15,0 0 41 0,0 0-42 16,0 0-37-16,0 0-31 0,0 0-13 0,0 0-7 16,2-14-19-16,-3 14-21 0,0 0-19 0,0 0-8 15,0 0 9-15,1 0 14 0,0 0 16 0,0 0 0 16,0 0 6-16,0 0 2 0,0 0-4 0,0 0 4 15,0 0-6-15,0 0 1 0,0 0-3 16,0 0-5-16,0 0-6 0,0 0-12 0,0 0-4 16,0 0-14-16,0 0-4 0,0 0-8 0,0 0-10 15,0 0-5-15,0 0-8 0,0 0-5 16,0 0 0-16,0 0-7 0,0 0 0 0,0 0-6 16,0 0-4-16,0 0-4 0,0 0-5 0,0 0-3 15,0 0-2-15,0 0 5 0,0 0 5 0,1 0 10 16,-1 0 10-16,0 0 4 0,0 0 4 0,1 0 1 15,-1 0-3-15,0 0 6 0,0 0-2 16,0 0 2-16,0 0-1 0,0 0-3 0,0 0-1 16,0 0-6-16,0 0 2 0,0 0-7 0,0 0-2 15,0 1-1-15,0-1-18 0,0 1-10 0,0-1-25 16,0 1-26-16,0 0-27 0,0 5 0 16,1 1 28-16,0 5 30 0,2 5 51 0,1 4 22 15,-1 2-1-15,1 4-1 0,2-1-11 16,-2 3-6-16,1 1-3 0,-2 4 0 0,1 1 5 15,-2 2-4-15,0 4 5 0,-2-1-4 0,0 2-3 16,0 0 5-16,0-2-5 0,-2-1 4 0,-3-2 0 16,1 0-1-16,-2-4 0 0,2 0-2 0,-2-3 2 15,2-1-3-15,-1-4 2 0,1 1-1 16,3-2-2-16,-1-2 4 0,1-2-4 0,-1-3 1 16,2-1 1-16,0-2-3 0,0 1 5 0,0-2-2 15,3 0-1-15,0-1 2 0,0-2-4 0,1 2 4 16,-1-1-1-16,5 0 0 0,-5 2 1 0,2 1-3 15,-2-1 3-15,0-2 0 0,-1 2 0 16,1-2 2-16,-1 1-2 0,-1 1 2 0,-1-2-3 16,2 2 0-16,-2-2 1 0,0 1-2 0,0-3 2 15,0 0 0-15,0 0 1 0,-2-1 0 0,1-1 0 16,1 0 1-16,-1 0-3 0,0 0 2 0,1-2-2 16,-1-2 0-16,1 2 3 0,0-2-5 15,0 1 5-15,-2-2-1 0,2 1-3 0,0 1 3 16,-1-3-3-16,1 1 2 0,0 0 3 0,-1 0-3 15,1-1 0-15,0 1 0 0,0-1-1 16,0 1 1-16,0-2 2 0,0 1 0 0,0-1 1 16,0 1-1-16,0-1-2 0,0 0 2 0,0 0 3 15,0 0 2-15,0 0 6 0,0 0 3 16,0 0 5-16,0 0 8 0,0 0 6 0,0 0 10 16,0 0 7-16,0 0 1 0,0 0-1 0,0 0-4 15,0 0-5-15,0 0-3 0,0 0-2 0,0 0-4 16,0 0-10-16,0 0-5 0,0 0-9 15,0 0-3-15,0 0-2 0,0 0-4 0,0 0-2 16,0 0-6-16,0 0-4 0,0 0-4 0,0 0-2 16,0 0-4-16,0 0-5 0,0 0-1 0,0 0-5 15,0 0 1-15,0 0 4 0,0 0 0 0,0 0 8 16,0 0 2-16,0 0-1 0,0 0 6 0,1 0 1 16,-1-1 5-16,1 1 9 0,1 0-3 15,-1-1 0-15,2-1 1 0,1 1-5 0,3-1 7 16,0 0 0-16,2-1-2 0,-1 1 4 0,6 0-7 15,0-1-3-15,3 1 1 0,2 1-4 0,0 0 2 16,3 0 1-16,1 1-2 0,1 0 1 16,2 0 1-16,2 0 0 0,-1 0 4 0,2 0 1 15,1 0-1-15,-2 0-2 0,1 0 0 0,1 0 0 16,-2 0 2-16,0 0 2 0,2 0 2 16,-4-2 0-16,1 0-1 0,1 0-2 0,2-2 0 15,-1 2 0-15,1 0 0 0,1-1 0 0,1-2-2 16,-1 2-3-16,0 0 0 0,1 0 2 0,2 2 1 15,-2-2 2-15,1 2 0 0,-2 1-3 16,-1 0 3-16,1 0-2 0,-1 0 0 0,1 0 2 16,1 0-3-16,1 0 0 0,0-1 4 0,1 1-2 15,-3-1 3-15,2 0 2 0,1-2-4 0,0-1 2 16,3 0-1-16,-2-2-1 0,5 2 2 0,-5-2 0 16,1-1-2-16,0 2 4 0,-1-1-2 15,2 1-3-15,0 1 2 0,0-1-4 0,-4 0 1 16,-1 2 1-16,1 0-1 0,-2 0 2 0,0 2-3 15,-2 0 2-15,-1-1 0 0,1 2-2 0,0 0 3 16,-2 0-3-16,-1 0 1 0,2 0 0 16,2 3-1-16,-1-2 3 0,-1 1-1 0,0-1 1 15,1-1 3-15,-1 2-3 0,-3-2 1 0,3 0-1 16,-3 0-1-16,2 0 2 0,1 0 0 16,-2 0 1-16,0 0 0 0,0 0 0 0,1-2-1 15,0 0-1-15,-4 1 3 0,4 1-4 0,-3-1 1 16,4 1 1-16,-2 0-3 0,0 0 3 0,-2 0-1 15,0 0-1-15,-1 0 0 0,-2 2-2 16,0 2 0-16,0-1 2 0,2 1 0 0,-1 0 0 16,0 0 1-16,0 0-2 0,3 1-1 0,-2 1 3 15,1-2 0-15,3 1 1 0,0-1 3 0,1 1-4 16,3-2 2-16,2 0 0 0,3-1 1 0,-1-1 1 16,1-1 0-16,5 0 0 0,-2 0-5 15,1 0 4-15,1 1-4 0,-2-1 1 0,-1 0 4 16,-2 0-5-16,-1 0 4 0,2 1-1 0,-5 1-6 15,1 1 5-15,0-1-3 0,-1 3 1 16,-1 0-2-16,0-1-1 0,0 2-1 0,1-1 1 0,3 0 3 16,-3 0 1-16,1-2 2 0,-2 2-1 15,1-2-1-15,2 1 2 0,-1-2-1 0,-1 1-1 16,0-1 3-16,1-1-2 0,1-1 2 0,-4 0 1 16,1 1 0-16,-1-1 1 0,-4 0-1 15,4 0 2-15,-1 0-4 0,-1 0 2 0,-3 0-1 16,3 0-2-16,-6 0 8 0,2 0-7 0,-3 0 3 15,1 0 0-15,-3 0-12 0,1 0 9 0,-3 1-4 16,0 0 1-16,-3-1 4 0,1 2-4 16,-2-2 2-16,-3 1-1 0,0-1 2 0,-1 0-1 15,1 0 1-15,-2 0 3 0,-4 0-6 0,2 0 7 16,-1 0-3-16,0 0 3 0,-1 0 6 16,1 0-4-16,-1 0 3 0,2 0-1 0,0 0-2 15,3-1 3-15,0-1 1 0,2 1 2 0,2-1-1 16,3 1 3-16,2-3-1 0,-1 2 2 0,1-1 5 15,3-1-4-15,-1-1 3 0,0 2-3 0,0-2-6 16,-1 1 1-16,-2 0-4 0,-4-1-2 0,-1 1 1 16,-3 1-4-16,-3 1 3 0,-2 0-3 15,-3 2 4-15,-1 0-7 0,0 0-7 0,0 0-5 16,0 0-22-16,-2 0-12 0,-5 0-10 0,-2 5-56 16,-1-1-395-16,4-1-1019 0</inkml:trace>
  <inkml:trace contextRef="#ctx0" brushRef="#br0" timeOffset="295987.8273">23497 7482 0 0,'0'0'0'0,"0"0"0"16,0 0 0-16,0 0 0 0,0 0 0 0,0 0 0 15,0 0 0-15,0 0 0 0,0 0 0 16,0 0 0-16,0 0 40 0,0 0 116 0,40-55-17 16,-40 55-9-16,0 0-17 0,0 0-20 0,-1 0-18 15,1 0-20-15,-3 0-9 0,2 0-6 16,1 0-1-16,-1 0 1 0,0 1-2 0,-1-1-7 16,0 1-8-16,-2 0-6 0,3-1 1 0,1 2 8 15,0-2 6-15,0 0-1 0,0 0-3 0,0 0-12 16,0 0-11-16,1 0-13 0,4 0 4 0,-1 1 8 15,5 1 16-15,3-1 22 0,3 1-1 16,0-1-1-16,4 0-1 0,1-1-11 0,0 1-4 16,0-1-5-16,0 0-9 0,0 0 0 0,-5 0-4 15,2 0-5-15,-7 1 2 0,-1-1-4 0,-5 0-2 16,3 1-2-16,-5-1 0 0,-2 0 3 16,0 2 5-16,0-2 11 0,0 0 8 0,0 1 15 15,-2-1 6-15,-5 1 15 0,3 0-5 0,-5 0-12 16,-3 2-5-16,-4-2-13 0,1 0 2 0,-3-1 8 15,0 1 2-15,5-1-3 0,-4 1-2 0,6-1-6 16,1 1-9-16,-1 0-6 0,1 1-1 0,2-1-10 16,4 0-2-16,-3 0-5 15,5 1-13-15,0 0 1 0,-3 0-11 0,3 0-3 0,1 2-2 16,0-2-11-16,0 0 1 0,1 3-3 0,0 0-13 16,0-1-113-16,3 0-405 0,-1 0-323 0</inkml:trace>
  <inkml:trace contextRef="#ctx0" brushRef="#br0" timeOffset="298594.8195">18848 5339 0 0,'0'0'0'0,"0"0"0"0,0 0 0 0,0 0 0 15,0 0 0-15,0 0 0 0,0 0 0 0,0 0 71 16,0 0 50-16,0 0-26 0,0 0-20 16,0 0-12-16,-18-5-8 0,18 5 4 0,0 0 4 15,0 0 9-15,0 0 16 0,1 0 22 0,-1 0 16 16,0 0 13-16,0 0-3 0,0 0-15 15,0 0-14-15,0 0-23 0,0 0-18 0,0 0-11 0,0 0-17 16,0 0-10-16,0 0-7 0,0 0-13 16,0 1-5-16,0-1-10 0,0 1-13 0,0-1-11 15,0 0-20-15,0 1-15 0,0 0-23 0,0 3 24 16,0 3 24-16,0 1 24 0,0 5 33 0,3-2-11 16,0 3-2-16,1 0 1 0,-1 0-2 15,0 1 1-15,2 1 0 0,0 3 0 0,0 0 0 16,1 0 0-16,-1 2 0 0,-1 0 0 0,2 4 1 15,-2-1-3-15,0 2 1 0,0 1 2 16,-1 2-4-16,-1 0 1 0,1 0-2 0,0 1-3 16,-1 1 3-16,2 0 0 0,-1-2 3 0,1 3 0 15,0-2 4-15,1 0-2 0,-2 3 0 0,2-3 1 16,-2 2-6-16,2-4 2 0,-1 1 1 16,0-4-4-16,3 0 4 0,-5-1-2 0,2 1 1 15,-2 0 3-15,0-2-4 0,-1 2 4 0,0 0 1 16,1 0-6-16,-2 2 6 0,0-1-3 15,0 3-1-15,0-2 7 0,0-1-6 0,0-1 2 16,0 3-4-16,0-3-2 0,-2 1 1 0,1-1 0 16,0-1 0-16,1-1-3 0,-2-2 4 0,2 0-1 15,-1-3 1-15,0 2 6 0,1-3-6 0,-1 0 0 16,1 0 0-16,0 0-4 0,0-2 5 0,0 0 0 16,0-1-1-16,0-1 2 0,0 0-2 15,0-1 0-15,1 0-1 0,1 1 0 0,0 2 0 16,-1-3 1-16,2 2 1 0,-1-1-1 0,2 1 1 15,-3-2-4-15,2 2 2 0,-1-1-1 0,0 2 1 16,0-3 3-16,-1 1-1 0,0-2 0 16,0 1 0-16,-1-3 0 0,0-1 1 0,2-1-5 15,-2-1 7-15,0-2-2 0,0-1 1 0,0-1 5 16,0-1-4-16,0 0 7 0,0 0 8 16,0-1 6-16,0 0 8 0,0 0-1 0,0 0 3 15,0 0-2-15,0 0 3 0,0 0-5 0,0 0-9 16,0 0-7-16,0 0-14 0,0 0-4 0,0 0-5 15,0 0-11-15,0 2-2 0,0-2-13 16,0 1 6-16,0 1 10 0,0 1 5 0,0 2 15 16,0-1-3-16,0-2-1 0,0 1 1 0,0 0 0 15,1-1-1-15,-1-1-3 0,1 2 4 0,0-1-3 16,1 0 1-16,-2 1 6 0,0-1-6 0,1 1 3 16,0 0 1-16,2 1-5 0,-2 0 5 15,0 0-3-15,-1 1 1 0,1-1 2 0,-1 1-3 16,0 1 1-16,0-1-1 0,2 1-1 0,-2 0 3 15,0 0-1-15,0-2 3 0,0 2 0 0,0-2-1 16,0 0-3-16,0-2-1 0,0 1 1 0,0-1 0 16,1 0 3-16,0 1 1 0,1-2 0 15,-1 1 0-15,0-1-3 0,0 2 2 16,1-1-1-16,0 0 0 0,-1 3-1 0,0-2-1 0,1 3 0 16,0-1 0-16,-1 1 3 0,0 0 0 15,2 0 2-15,-2-2-2 0,1 1-2 0,-1 0 0 16,-1-1 2-16,0 0 0 0,1-2 0 0,-1 1 1 15,0-2-1-15,0 0 2 0,0-1 2 16,0 0 3-16,0 0 6 0,0 0 4 0,0 0 4 16,0 0 4-16,0 0 0 0,0 0 2 0,0 0 4 15,0 0 0-15,0 0-1 0,0 0 0 0,0 0-8 16,0 0-2-16,0 0-4 0,0 0-5 0,0 0-1 16,0 0-4-16,0 0-1 0,0 0 1 15,0 0-1-15,0 0-2 0,0 0 3 0,0 0-6 16,0 0 0-16,0 0-1 0,0 0-3 15,0 0 5-15,0 0 0 0,0 0 0 0,0 0 3 0,0 0-3 16,0 0-1-16,0 0 1 0,0 0-4 0,0 0 4 16,0 0-2-16,0 0 0 0,0 0 1 15,0 1-4-15,0-1 3 0,0 0-3 0,0 0-4 16,0 0 1-16,1 0-6 0,0 0-5 0,1 0-5 16,2 0 15-16,2 0 9 0,1 1 9 0,3 3 14 15,4-3-12-15,3 2 0 0,3-1-5 16,1 0-4-16,3 1 1 0,2-1-3 0,2 2 0 15,1-1 0-15,0 2-3 0,2-2 3 0,2 2-2 16,1-2 0-16,1 2 1 0,3 0-2 16,0-1 2-16,-2 0 0 0,2-1-1 0,-1-2 4 15,3 0 1-15,0-1 2 0,-2 0 2 0,0 0 2 16,2 0 0-16,-3-1 0 0,0-1 0 16,3 0-4-16,0-2 0 0,-1 2-2 0,-2-2-3 15,0 2-1-15,2 0-1 0,1 1-1 0,-3 1 2 16,2 0 0-16,-1 0 1 0,0 0-3 0,-1 2 3 15,0 1-4-15,1 2-1 0,0 0 4 0,-2 0-2 16,2 1 2-16,-3 0-1 0,1 1-3 0,3-2 3 16,-5 2 0-16,3 0 0 0,-4 2 1 0,1-3-1 15,0 1-1-15,-1-1-1 0,0 0 4 16,4-1-2-16,-3 0 4 0,3-2 2 0,-1 0-1 16,0-1 4-16,5 0-1 0,-1 1 1 0,1-2 4 15,2 0-2-15,0-1 4 0,1 0-5 16,0 0 0-16,1 0-2 0,1 1-1 0,-3-1 2 15,3 1-3-15,-4-1 1 0,0 2-5 0,3-2-1 16,-2 0 4-16,1 1-6 0,-3-1 5 0,3 0 3 16,2 0-6-16,-1 1 3 0,0-1-1 15,-2 0-4-15,0 1 3 0,1-1 2 0,-2 0 1 16,2 0 4-16,-3 0 3 0,6-1-3 0,-4-1 3 16,6-2-4-16,-4 1-3 0,4-2 5 15,1 1-5-15,-1 1 2 0,1-2-1 0,-4 2-5 0,3-1 4 16,-3 1-4-16,-1 1 1 0,-3-1 0 15,3 1-1-15,-4 1 1 0,-1 0 1 0,-3 1 0 16,2 0-2-16,-1 0 0 0,-3 0-2 0,2 0-2 16,-3 0 4-16,3 2-1 0,-3 0 1 15,2 2 1-15,-2-1-2 0,3 1 0 0,-2-1-1 16,2 1 3-16,-3-1 0 0,3 1 1 0,-5-2 0 16,0-1-4-16,-1 0 4 0,-1 0 1 0,0-1-2 15,-2 0 12-15,-5 0-6 0,4 0 7 16,-5-1 3-16,0-1-4 0,-2 0 13 0,0-2 3 15,-2 2 2-15,-5 1 3 0,-2-2-4 0,-1 2-5 16,-4 0-2-16,-3 0 0 0,-2 1-4 0,-1 0-2 16,0 0-5-16,0 0-11 0,0 0-4 15,0 0-8-15,0 0-13 0,-1 0-11 0,-1 0-17 16,-5 4-52-16,4 1-408 0,-3-1-1020 0</inkml:trace>
  <inkml:trace contextRef="#ctx0" brushRef="#br0" timeOffset="326429.9408">19911 6064 0 0,'0'0'0'0,"0"0"0"16,0 0 167-16,0 0 140 0,0 0-34 15,0 0-40-15,0 0-27 0,0 0-36 0,0 0-49 16,0 0-45-16,0 0-39 0,0 0-18 0,-9-18-13 15,9 18-5-15,0 0-6 0,0 0-8 16,0 1-13-16,0 1-24 0,0 0 11 0,1 3 15 16,0 3 16-16,1 0 28 0,3 3-7 0,-2 1-3 15,-1-1 1-15,1 4-5 0,-1 0 3 0,1 2 3 16,-3 4 0-16,0 0 5 0,0 1 3 0,0 2-2 16,0 0-4-16,0 3-1 0,0-3-4 15,-1 0-2-15,-1-1 8 0,0-1-7 0,1-3 2 16,-1-2-3-16,2-3-4 0,0-4 1 15,0-5-4-15,2-2 2 0,-2-3-6 0,2 0-12 0,2-7-51 16,5-6-161-16,-2 1-312 0,-1 3-296 0</inkml:trace>
  <inkml:trace contextRef="#ctx0" brushRef="#br0" timeOffset="326830.0467">20130 6086 0 0,'0'0'0'0,"0"0"0"0,0 0 10 16,0 0 90-16,0 0 56 0,0 0 28 0,0 0 7 15,0 0-18-15,0 0-48 0,0 0-42 0,0 0-36 16,118-22-18-16,-95 15-14 0,1 0-7 0,0 0-5 16,-3 2-4-16,-1 2-4 0,-4 2-5 15,-2 1-9-15,-3 0-15 0,-4 0-15 0,-3 5-5 0,-4 5 2 16,0 0 18-16,-2 2 16 0,-9 3 16 15,-4 2 11-15,0 0 0 0,-3 0 4 0,-1 2-5 16,-1-3-3-16,3 0 0 0,0-2 0 16,3-2 1-16,2-1-1 0,3-3 4 0,4-3-5 0,1-1-1 15,3-3 2-15,1 0-7 0,0-1 1 16,2 0 37-16,6 0 18 0,3 0 23 0,3 0 9 16,3-2-31-16,2-1-19 0,3 1-14 0,1 0-3 15,-2 0-3-15,0 1 2 0,0 0-2 16,-3 1-2-16,-5 0-5 0,-4 1-6 0,-3 3 2 15,-2 2 5-15,-4 1 19 0,0 4 23 0,-4 2 19 16,-7 3 11-16,-5 2-12 0,-4 3-10 0,-7 2-20 16,-1 1-15-16,-3-2-10 0,-2-1-17 15,1-3-47-15,-1 0-208 0,6-6-561 0,10-5 95 0</inkml:trace>
  <inkml:trace contextRef="#ctx0" brushRef="#br0" timeOffset="327479.4016">19991 6906 0 0,'0'0'0'15,"0"0"135"-15,0 0 84 0,0 0 4 0,0 0-21 16,0 0-11-16,0 0 0 0,0 0-5 0,0 0-14 16,0 0-21-16,0 0-17 0,0 0-20 0,21-92-22 15,-21 92-25-15,0 0-29 0,0 0-22 0,0 0-29 16,0 1-28-16,0 2-8 0,0 4 5 15,0 3 19-15,0 4 23 0,-1 1 11 0,0 3-3 16,1 3-2-16,-2-2 1 0,2 1-4 0,0-1 5 16,0 2-2-16,0-1-2 0,0 2 3 0,0-3-6 15,3-1-4-15,0 1-6 0,-2-2-13 16,1-1-28-16,2-3-56 0,-1-3-118 0,-1-1-183 16,2-4-281-16,-2-3 217 0</inkml:trace>
  <inkml:trace contextRef="#ctx0" brushRef="#br0" timeOffset="327879.471">20182 6793 803 0,'0'0'69'16,"0"0"-54"-16,0 0-12 0,0 0 3 0,0 0-5 15,0 0 31-15,0 0 18 0,0 0 23 16,0 0 10-16,0 0-28 0,0 0-18 0,0 0-15 15,140 16-11-15,-110-12-11 0,-1-1-4 0,1 2-8 16,-6 1-5-16,-2-1-8 0,-6 2-14 0,-4 1-12 16,-5 2-9-16,-3-2-3 0,-4 3 7 15,-4 1 13-15,-5 2 14 0,-3-2 12 0,-7 1 10 16,-1-1 8-16,0 0 7 0,-1-2 5 0,0 0 3 16,2-3 3-16,0-1 3 0,6 0 4 0,0-3 7 15,6 1 4-15,2-2-3 0,2-2 0 16,2 1-16-16,1-1-27 0,0 0-32 0,5 3 6 15,2-2 11-15,6 1 23 0,2 2 27 0,2 0-12 16,2 1-7-16,2 2-7 0,2 1-3 0,-5 1-2 16,1 0 0-16,-4 3 0 0,-3-1 1 15,-3 1 2-15,-3 0 2 0,-3 2 7 0,-3-2 14 16,1 1 23-16,-6-1 29 0,-6-1 20 0,-4 1 8 16,-2 0-11-16,-5-3-15 0,-2 0-21 15,-4 1-20-15,3-2-24 0,-2-1-83 0,7-1-370 16,6-4-654-16</inkml:trace>
  <inkml:trace contextRef="#ctx0" brushRef="#br0" timeOffset="328304.0771">20213 7527 1395 0,'0'0'191'0,"0"0"25"0,0 0-28 16,0 0 0-16,0 0-36 0,0 0-36 0,0 0-26 15,0 0-25-15,0 0-28 0,0 0-37 0,0 0-39 16,0 0-34-16,-15-14 5 0,15 24 12 0,0 6 26 16,0 6 33-16,1 2-3 0,-1 5 1 0,0 1-1 15,1-2 1-15,-1 0 0 0,0 0 0 16,0 0-2-16,0-2 0 0,1-3-1 0,3-1-5 15,-1-2-5-15,2-4-25 0,1-4-33 0,0-4-93 16,0-2-152-16,2-5-221 0,-2-1-356 0,-1 0 549 16</inkml:trace>
  <inkml:trace contextRef="#ctx0" brushRef="#br0" timeOffset="328762.8802">20424 7588 677 0,'0'0'93'0,"0"0"-60"0,0 0-39 0,0 0 32 15,0 0 58-15,0 0 44 0,0 0 19 0,0 0-2 16,0 0-43-16,0 0-42 0,0 0-25 0,129-27-22 16,-102 19-3-16,-2-1-4 0,0 2-6 0,-4-1 5 15,-2 3-14-15,-3 3-6 0,-2 2-7 16,-4 0-16-16,-3 0-2 0,-2 2-10 0,-2 4 4 15,-3 2 14-15,0 3 17 0,0 0 19 0,-7 1 8 16,-1 2 6-16,-1 2-2 0,-1-2-3 0,0 1-1 16,0 1-7-16,1-3 5 0,2-1-5 15,-3 0 0-15,4-1 4 0,2-1-8 0,-1-2 1 16,0 0-2-16,4-1-4 0,0 0 0 0,1-2-2 16,0 2 0-16,0 0-4 0,2-1 4 0,4 1 0 15,-1-1 4-15,4 0 8 0,2 0-2 16,1 0 4-16,4 1 1 0,0-1-5 0,1-2 7 15,1 1-4-15,-1 0 1 0,-2-2 2 0,-4 1-4 16,-1-1 1-16,-2 1-2 0,-5-1 4 0,0-1 7 16,-3-1 21-16,0 1 38 0,0 1 64 15,-4 1 37-15,-4 3 11 0,-2 3-19 0,-7 0-49 16,-5 3-33-16,-2-1-21 0,-7 1-19 0,1 0-6 16,-1-2-11-16,-1 0-12 0,1 0-8 15,1-1-29-15,1 1-75 0,8-4-441 0,10-1-986 0</inkml:trace>
  <inkml:trace contextRef="#ctx0" brushRef="#br0" timeOffset="329712.8523">27788 3960 0 0,'0'0'0'0,"0"0"200"16,0 0 95-16,0 0 4 0,0 0-22 15,0 0-42-15,0 0-51 0,0 0-30 0,0 0-38 16,0 0-35-16,0 0-25 0,0 0-25 0,0 0-6 16,-69-75-14-16,59 74-6 0,-3 1-3 15,-3 1-11-15,-4 4-1 0,-2 4 0 0,-2 3 1 16,-3 4 4-16,-3 4 2 0,-1 4-3 0,0 5 4 15,-2 5 4-15,2 6-2 0,0 5 5 16,3 5-5-16,-1 5-9 0,5 2 2 0,3 3-4 16,5 1 3-16,4 0 8 0,5-1-5 0,6-2 1 15,2-5-1-15,13-6-7 0,2-5 7 0,9-9 3 16,5-7 7-16,5-5 9 0,5-6 2 16,4-7 1-16,5-8-6 0,5-1-2 0,3-12-4 15,0-6-1-15,0-7 8 0,1-3 5 0,-7-6 14 16,0-4 19-16,-8-6 18 0,-4-2 17 0,-6-5 10 15,-6 1 3-15,-11 0-8 0,-7-1-9 16,-9 0-14-16,-3-1-16 0,-10 0-10 0,-11 2-15 16,-6 3-7-16,-6 5-15 0,-9 9-11 0,-5 6-16 15,-8 11-25-15,-6 12-30 0,-2 10-138 0,15 8-699 16,19-1-570-16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36C1B-9880-4636-9E11-A52C244A9EC4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3EFD1-752C-4F70-B913-B38A5EBF4C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5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7A0B04-E97D-4EEC-846C-3832F7E069B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31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24FE2B-C749-44F0-B23E-1BCE6127590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064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4E28AA-EACD-4292-8F0D-128DED2B1BB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12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414C3-F247-4490-B327-E98FE9A4BC8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10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FA8A7-8EA4-47DB-A792-864F326C984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4664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FA8A7-8EA4-47DB-A792-864F326C9841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44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DB379C-B036-483D-91E7-21EA1032AF5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086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1972F8-BA15-40C8-9AF2-6047BBB52171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780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38241D-BD14-4B57-9206-84EF0127A33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087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5258D0-4D99-4894-97B5-334E5AEEDDEC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887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7F9CF-0085-433E-A70B-99E9D644A21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057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3282B5-7588-4023-850B-80EC5442B30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697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94B7FF-CFCF-451B-902D-9266F8EB518A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266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F821F1-225F-4DEB-8A4F-022F1625BD6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42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9ED996-C7F0-4657-9268-6EF2E71C3AC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65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22B7C-B1DC-44E3-B39C-9ED1774081E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5600" y="687388"/>
            <a:ext cx="6227763" cy="3503612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9792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A230F1-F004-4B4F-841B-8559D48CA16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8033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4E574D-2E39-4CE5-9D0C-BF60DEFFF6A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167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6BD699-9F31-4A2B-95B9-F0AE6DD4AC6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97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1806-38DA-447D-A4B6-C420C6106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9ECCC-50C5-4F48-8DED-1C94072E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24E3-0AF8-45B7-B279-06AAC06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C036-60AD-471D-805A-CD56295DF547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937CE-F340-473F-B98A-C1F83AC9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8E85-362E-42F6-A005-469F0A31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DDD6-C8D3-49D6-818E-6D4E8F55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29AF-69A3-4D8D-91C8-25B6B521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857E-D76C-42AD-97B5-FE0FA456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4B49-C299-49E3-8146-EAD2D0A4BBB9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BBDD-27A3-4F6F-A084-83A5CE1E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601D6-423A-4F07-BCC6-F2F73CD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0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5E4F-9EDB-42F1-BFA2-271AFDD9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0236E-0CBF-46E8-BF54-61C80A68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5A937-D41B-4CAB-BB59-C8E40FC6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C03B-F85B-4C18-A5B7-A1798B14B50D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4D22-4DB1-47CD-8A2D-898156D5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539BC-63AF-4AB4-8D0C-53A52CD9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B815-0BC7-438A-B992-3F612399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3342-710B-45D0-AC3B-A7BBDE55C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0A96C-77A1-441A-867D-F2FE3F4B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2CAE5-C13C-4813-9746-9C0A658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CFD99-19BD-4EF6-86E0-7B7047C34E85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0ECBB-F3BE-495E-8994-8A80A8F1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3AC-9D16-4319-A791-925D2DB9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8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00C1-479C-4550-B6E6-82F1E87C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71884-FF53-4689-812E-9A1F9EAA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F599E-8B8F-499E-9BFE-62DAD9CDE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0C640-2C79-42AE-802A-E616FC442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6C772-E955-4A0F-9F92-43382ACCB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16492-7F9A-4F20-AE69-AE512424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1010D-C60C-47B5-A49F-77B8766F6ECA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1B09E-A0C4-447F-9C25-26AD1080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658D6-ECC7-406B-BFDA-7453C67A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2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E4E4-00CA-47D6-B7FA-A707F845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3D389-F574-467E-B02C-F92FF5CA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546D-CBB1-49DE-B878-ACE514108BDF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F0162-FBA6-417F-A6F3-8B544B70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055DE-70C7-4161-8FC4-75470503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96E50-3E23-43CA-8EC6-D2313F21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2B07-6B8F-4FDA-9812-D7C5832C620F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4134A-79EB-4AC1-AC98-00401C0A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94F56-D6BB-4D1F-9E33-EC7E4528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9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057A-99D7-46C8-8062-CE9AF94C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D1B2-9E59-4644-AE1C-E49E4A85C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0A87A-10B8-4858-B5E4-45D03367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4385-A582-43FD-9F4F-87C93D01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2976-1D24-4B33-B395-81663659CB81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4FDC9-56AF-4B04-8AE2-E153BAB5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2F9C3-75EC-454F-ACD7-1693E41E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5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05E7-BC45-4F2C-A511-E3AAAB0B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C12BC-D0FB-4181-A2A0-EE68E2887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D24A8-F299-4C0A-BE3D-109DDC1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00099-777C-43BA-9D53-ACF5202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F8661-5549-453F-84CC-169E2372B055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55B84-A97D-4B06-8EF5-B5D5370A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D0024-C3BE-42F4-9EF3-4A86604F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CABB-FD66-4ABE-AE07-16B0B151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59014-E73A-4644-A233-1A557C86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5C153-1FAE-4E39-8CA5-BF753709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E2AB-80B1-4E5E-9AE0-5242CA6B93C5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0AC2-3A25-40E2-8577-AEF20F1D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BAF9-9427-464F-83CD-1BF6E1FE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FBBB2-313B-41F5-AA26-7F0F8DDA9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E6E7D-46AC-4F54-951F-7CC5B9560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9C3F-8555-4D0B-BD5F-0864F9C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419C-CE29-41C2-B479-2FCB5AB74B61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18780-3DE8-444F-BA8D-5CF43931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F3D89-609C-4CE3-9E9F-E3C01C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36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E51DC7B-FF46-49DA-A0BF-4DBCD9A7F2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40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CA424-95C8-4175-BC51-B72FC14B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02A-4435-48D1-9ED5-F69E8646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38AA2-A710-4411-A3D3-FF02FBE1D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E9360-21A5-4876-9D6A-1C0C6AEB4516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39033-BB70-4E2D-B670-586CCB5F3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4EA8-C3B4-43C3-9B95-200AEE10B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4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customXml" Target="../ink/ink4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ustomXml" Target="../ink/ink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customXml" Target="../ink/ink8.xml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0310-C4CF-4FD8-AEBE-00CC25A2D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4E8C-9AE5-45FA-9AF6-9980CF3F8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String Matching Algorithms</a:t>
            </a:r>
            <a:endParaRPr lang="en-US" sz="4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5529396" y="948724"/>
              <a:ext cx="1730880" cy="13446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5796" y="945124"/>
                <a:ext cx="1743480" cy="13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03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String Matching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Given a </a:t>
            </a:r>
            <a:r>
              <a:rPr lang="en-US" altLang="en-US" dirty="0">
                <a:solidFill>
                  <a:srgbClr val="FF0066"/>
                </a:solidFill>
              </a:rPr>
              <a:t>text T</a:t>
            </a:r>
            <a:r>
              <a:rPr lang="en-US" altLang="en-US" dirty="0"/>
              <a:t> and a </a:t>
            </a:r>
            <a:r>
              <a:rPr lang="en-US" altLang="en-US" dirty="0">
                <a:solidFill>
                  <a:srgbClr val="FF0066"/>
                </a:solidFill>
              </a:rPr>
              <a:t>pattern P</a:t>
            </a:r>
            <a:r>
              <a:rPr lang="en-US" altLang="en-US" dirty="0"/>
              <a:t>, check whether P occurs in T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: T = {</a:t>
            </a:r>
            <a:r>
              <a:rPr lang="en-US" altLang="en-US" dirty="0" err="1"/>
              <a:t>aabbcbbcabbbcbccccabbabbccc</a:t>
            </a:r>
            <a:r>
              <a:rPr lang="en-US" altLang="en-US" dirty="0"/>
              <a:t>}</a:t>
            </a:r>
          </a:p>
          <a:p>
            <a:pPr lvl="1"/>
            <a:r>
              <a:rPr lang="en-US" altLang="en-US" dirty="0"/>
              <a:t>Find </a:t>
            </a:r>
            <a:r>
              <a:rPr lang="en-US" altLang="en-US" dirty="0" smtClean="0"/>
              <a:t>the first or all occurrence </a:t>
            </a:r>
            <a:r>
              <a:rPr lang="en-US" altLang="en-US" dirty="0"/>
              <a:t>of pattern P = </a:t>
            </a:r>
            <a:r>
              <a:rPr lang="en-US" altLang="en-US" dirty="0" err="1"/>
              <a:t>bbc</a:t>
            </a:r>
            <a:endParaRPr lang="en-US" altLang="en-US" dirty="0"/>
          </a:p>
          <a:p>
            <a:r>
              <a:rPr lang="en-IN" dirty="0" smtClean="0"/>
              <a:t>Applications:</a:t>
            </a:r>
          </a:p>
          <a:p>
            <a:pPr lvl="1"/>
            <a:r>
              <a:rPr lang="en-IN" dirty="0" smtClean="0"/>
              <a:t>DNA sequence matching</a:t>
            </a:r>
          </a:p>
          <a:p>
            <a:pPr lvl="1"/>
            <a:r>
              <a:rPr lang="en-IN" dirty="0" smtClean="0"/>
              <a:t>Finding patterns in documents</a:t>
            </a:r>
          </a:p>
          <a:p>
            <a:pPr lvl="1"/>
            <a:r>
              <a:rPr lang="en-IN" dirty="0" err="1" smtClean="0"/>
              <a:t>Websearch</a:t>
            </a:r>
            <a:endParaRPr lang="en-IN" dirty="0"/>
          </a:p>
          <a:p>
            <a:pPr lvl="1"/>
            <a:r>
              <a:rPr lang="en-IN" dirty="0" smtClean="0"/>
              <a:t>Searching for </a:t>
            </a:r>
            <a:r>
              <a:rPr lang="en-IN" dirty="0" err="1" smtClean="0"/>
              <a:t>Embeddings</a:t>
            </a:r>
            <a:r>
              <a:rPr lang="en-IN" dirty="0" smtClean="0"/>
              <a:t> in </a:t>
            </a:r>
            <a:r>
              <a:rPr lang="en-IN" dirty="0" err="1" smtClean="0"/>
              <a:t>GenAI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96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String Matching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Text string </a:t>
            </a:r>
            <a:r>
              <a:rPr lang="en-US" altLang="en-US" dirty="0">
                <a:solidFill>
                  <a:srgbClr val="3333CC"/>
                </a:solidFill>
              </a:rPr>
              <a:t>T[0..N-1]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T = “</a:t>
            </a:r>
            <a:r>
              <a:rPr lang="en-US" altLang="en-US" b="1" dirty="0" err="1">
                <a:latin typeface="Courier New" panose="02070309020205020404" pitchFamily="49" charset="0"/>
              </a:rPr>
              <a:t>abacaabacc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abacab</a:t>
            </a:r>
            <a:r>
              <a:rPr lang="en-US" altLang="en-US" b="1" dirty="0" err="1">
                <a:latin typeface="Courier New" panose="02070309020205020404" pitchFamily="49" charset="0"/>
              </a:rPr>
              <a:t>aabb</a:t>
            </a:r>
            <a:r>
              <a:rPr lang="en-US" altLang="en-US" dirty="0"/>
              <a:t>”</a:t>
            </a:r>
          </a:p>
          <a:p>
            <a:r>
              <a:rPr lang="en-US" altLang="en-US" dirty="0"/>
              <a:t>Pattern string  </a:t>
            </a:r>
            <a:r>
              <a:rPr lang="en-US" altLang="en-US" dirty="0">
                <a:solidFill>
                  <a:srgbClr val="3333CC"/>
                </a:solidFill>
              </a:rPr>
              <a:t>P[0..M-1]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P = “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abacab</a:t>
            </a:r>
            <a:r>
              <a:rPr lang="en-US" altLang="en-US" dirty="0"/>
              <a:t>”</a:t>
            </a:r>
          </a:p>
          <a:p>
            <a:r>
              <a:rPr lang="en-US" altLang="en-US" dirty="0"/>
              <a:t>Where is the </a:t>
            </a:r>
            <a:r>
              <a:rPr lang="en-US" altLang="en-US" i="1" dirty="0"/>
              <a:t>first</a:t>
            </a:r>
            <a:r>
              <a:rPr lang="en-US" altLang="en-US" dirty="0"/>
              <a:t> instance of P in </a:t>
            </a:r>
            <a:r>
              <a:rPr lang="en-US" altLang="en-US" dirty="0">
                <a:solidFill>
                  <a:srgbClr val="3333CC"/>
                </a:solidFill>
              </a:rPr>
              <a:t>T</a:t>
            </a:r>
            <a:r>
              <a:rPr lang="en-US" altLang="en-US" dirty="0"/>
              <a:t>?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3333CC"/>
                </a:solidFill>
              </a:rPr>
              <a:t>T[</a:t>
            </a:r>
            <a:r>
              <a:rPr lang="en-US" altLang="en-US" b="1" dirty="0">
                <a:solidFill>
                  <a:srgbClr val="FF0000"/>
                </a:solidFill>
              </a:rPr>
              <a:t>10</a:t>
            </a:r>
            <a:r>
              <a:rPr lang="en-US" altLang="en-US" b="1" dirty="0">
                <a:solidFill>
                  <a:srgbClr val="3333CC"/>
                </a:solidFill>
              </a:rPr>
              <a:t>..</a:t>
            </a:r>
            <a:r>
              <a:rPr lang="en-US" altLang="en-US" b="1" dirty="0">
                <a:solidFill>
                  <a:srgbClr val="FF0000"/>
                </a:solidFill>
              </a:rPr>
              <a:t>15</a:t>
            </a:r>
            <a:r>
              <a:rPr lang="en-US" altLang="en-US" dirty="0">
                <a:solidFill>
                  <a:srgbClr val="3333CC"/>
                </a:solidFill>
              </a:rPr>
              <a:t>] = P[0..5]</a:t>
            </a:r>
          </a:p>
          <a:p>
            <a:r>
              <a:rPr lang="en-US" altLang="en-US" dirty="0"/>
              <a:t>Typically N &gt;&gt;&gt; 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55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String Matching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Naïve (Brute Force)</a:t>
            </a:r>
          </a:p>
          <a:p>
            <a:r>
              <a:rPr lang="en-IN" dirty="0" smtClean="0"/>
              <a:t>Rabin – Karp </a:t>
            </a:r>
          </a:p>
          <a:p>
            <a:r>
              <a:rPr lang="en-IN" dirty="0" smtClean="0"/>
              <a:t>Finite State Machine (FSM)</a:t>
            </a:r>
          </a:p>
          <a:p>
            <a:r>
              <a:rPr lang="en-IN" dirty="0" smtClean="0"/>
              <a:t>Knuth-Morris-Pratt (KMP)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147480" y="1108800"/>
              <a:ext cx="8999280" cy="3377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2800" y="1099440"/>
                <a:ext cx="9013320" cy="33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628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Naïve (Brute Force)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Assume </a:t>
            </a:r>
            <a:r>
              <a:rPr lang="en-US" altLang="en-US" sz="2400" dirty="0" err="1" smtClean="0"/>
              <a:t>T.length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= n and </a:t>
            </a:r>
            <a:r>
              <a:rPr lang="en-US" altLang="en-US" sz="2400" dirty="0" err="1" smtClean="0"/>
              <a:t>P.length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= m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/>
              <a:t>Compare until a match is found. If so return the index where match occurs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/>
              <a:t>else return -</a:t>
            </a:r>
            <a:r>
              <a:rPr lang="en-US" altLang="en-US" sz="2000" dirty="0" smtClean="0"/>
              <a:t>1</a:t>
            </a:r>
            <a:endParaRPr lang="en-US" altLang="en-US" sz="2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638215"/>
              </p:ext>
            </p:extLst>
          </p:nvPr>
        </p:nvGraphicFramePr>
        <p:xfrm>
          <a:off x="1503493" y="244779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6546509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76779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364661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04039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6882625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946237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2514019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8690909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8713237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79993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81418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759220"/>
              </p:ext>
            </p:extLst>
          </p:nvPr>
        </p:nvGraphicFramePr>
        <p:xfrm>
          <a:off x="1503493" y="2953575"/>
          <a:ext cx="3261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64">
                  <a:extLst>
                    <a:ext uri="{9D8B030D-6E8A-4147-A177-3AD203B41FA5}">
                      <a16:colId xmlns:a16="http://schemas.microsoft.com/office/drawing/2014/main" val="851127497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465046519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562276900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3746925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2681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81729"/>
              </p:ext>
            </p:extLst>
          </p:nvPr>
        </p:nvGraphicFramePr>
        <p:xfrm>
          <a:off x="2306037" y="3459352"/>
          <a:ext cx="3261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64">
                  <a:extLst>
                    <a:ext uri="{9D8B030D-6E8A-4147-A177-3AD203B41FA5}">
                      <a16:colId xmlns:a16="http://schemas.microsoft.com/office/drawing/2014/main" val="851127497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465046519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562276900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3746925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2681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253119"/>
              </p:ext>
            </p:extLst>
          </p:nvPr>
        </p:nvGraphicFramePr>
        <p:xfrm>
          <a:off x="3134221" y="3941540"/>
          <a:ext cx="3261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64">
                  <a:extLst>
                    <a:ext uri="{9D8B030D-6E8A-4147-A177-3AD203B41FA5}">
                      <a16:colId xmlns:a16="http://schemas.microsoft.com/office/drawing/2014/main" val="851127497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465046519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2562276900"/>
                    </a:ext>
                  </a:extLst>
                </a:gridCol>
                <a:gridCol w="815364">
                  <a:extLst>
                    <a:ext uri="{9D8B030D-6E8A-4147-A177-3AD203B41FA5}">
                      <a16:colId xmlns:a16="http://schemas.microsoft.com/office/drawing/2014/main" val="3746925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26816"/>
                  </a:ext>
                </a:extLst>
              </a:tr>
            </a:tbl>
          </a:graphicData>
        </a:graphic>
      </p:graphicFrame>
      <p:sp>
        <p:nvSpPr>
          <p:cNvPr id="13" name="Left Brace 12"/>
          <p:cNvSpPr/>
          <p:nvPr/>
        </p:nvSpPr>
        <p:spPr>
          <a:xfrm rot="16200000">
            <a:off x="4614345" y="2899725"/>
            <a:ext cx="301208" cy="3261456"/>
          </a:xfrm>
          <a:prstGeom prst="leftBrace">
            <a:avLst>
              <a:gd name="adj1" fmla="val 8333"/>
              <a:gd name="adj2" fmla="val 491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243011" y="463132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Pattern P</a:t>
            </a:r>
            <a:endParaRPr lang="en-IN" dirty="0"/>
          </a:p>
        </p:txBody>
      </p:sp>
      <p:sp>
        <p:nvSpPr>
          <p:cNvPr id="15" name="Left Brace 14"/>
          <p:cNvSpPr/>
          <p:nvPr/>
        </p:nvSpPr>
        <p:spPr>
          <a:xfrm rot="5400000">
            <a:off x="5416890" y="-1883203"/>
            <a:ext cx="301208" cy="8128001"/>
          </a:xfrm>
          <a:prstGeom prst="leftBrace">
            <a:avLst>
              <a:gd name="adj1" fmla="val 8333"/>
              <a:gd name="adj2" fmla="val 491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286887" y="1640959"/>
            <a:ext cx="73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Text 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84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14BE8E7-AAA1-4E3C-B528-3F450B2667E6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Brute Force-Complexity</a:t>
            </a: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066800"/>
            <a:ext cx="91440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Given a pattern M characters in length, and a text N characters in length...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Worst case:  compares pattern to each substring of text of length M.  For example, M=5.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This kind of case can occur for image data.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971800"/>
            <a:ext cx="4343400" cy="287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905000" y="6035676"/>
            <a:ext cx="7086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Total number of comparisons: M (N-M+1)</a:t>
            </a:r>
          </a:p>
          <a:p>
            <a:r>
              <a:rPr lang="en-US" altLang="en-US"/>
              <a:t>Worst case time complexity: O(MN)</a:t>
            </a:r>
          </a:p>
        </p:txBody>
      </p:sp>
    </p:spTree>
    <p:extLst>
      <p:ext uri="{BB962C8B-B14F-4D97-AF65-F5344CB8AC3E}">
        <p14:creationId xmlns:p14="http://schemas.microsoft.com/office/powerpoint/2010/main" val="416937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  <p:bldP spid="717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(Brute Force)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NAIVE-STRING-MATCHER(T, P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1 n </a:t>
            </a:r>
            <a:r>
              <a:rPr lang="en-IN" dirty="0" smtClean="0"/>
              <a:t>= </a:t>
            </a:r>
            <a:r>
              <a:rPr lang="en-IN" dirty="0" err="1" smtClean="0"/>
              <a:t>T.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IN" dirty="0"/>
              <a:t>2 m </a:t>
            </a:r>
            <a:r>
              <a:rPr lang="en-IN" dirty="0" smtClean="0"/>
              <a:t>- </a:t>
            </a:r>
            <a:r>
              <a:rPr lang="en-IN" dirty="0" err="1" smtClean="0"/>
              <a:t>P.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US" dirty="0"/>
              <a:t>3 </a:t>
            </a:r>
            <a:r>
              <a:rPr lang="en-US" b="1" dirty="0"/>
              <a:t>for </a:t>
            </a:r>
            <a:r>
              <a:rPr lang="en-US" dirty="0"/>
              <a:t>s </a:t>
            </a:r>
            <a:r>
              <a:rPr lang="en-US" dirty="0" smtClean="0"/>
              <a:t>= </a:t>
            </a:r>
            <a:r>
              <a:rPr lang="en-US" dirty="0"/>
              <a:t>0 </a:t>
            </a:r>
            <a:r>
              <a:rPr lang="en-US" b="1" dirty="0"/>
              <a:t>to </a:t>
            </a:r>
            <a:r>
              <a:rPr lang="en-US" dirty="0" smtClean="0"/>
              <a:t>n - 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 </a:t>
            </a:r>
            <a:r>
              <a:rPr lang="en-US" dirty="0" smtClean="0"/>
              <a:t>    </a:t>
            </a:r>
            <a:r>
              <a:rPr lang="en-US" b="1" dirty="0" smtClean="0"/>
              <a:t>if </a:t>
            </a:r>
            <a:r>
              <a:rPr lang="en-US" dirty="0" smtClean="0"/>
              <a:t>P[1..m] </a:t>
            </a:r>
            <a:r>
              <a:rPr lang="en-US" dirty="0"/>
              <a:t>== </a:t>
            </a:r>
            <a:r>
              <a:rPr lang="en-US" dirty="0" smtClean="0"/>
              <a:t>T[s+1..: </a:t>
            </a:r>
            <a:r>
              <a:rPr lang="en-US" dirty="0" err="1" smtClean="0"/>
              <a:t>s+m</a:t>
            </a:r>
            <a:r>
              <a:rPr lang="en-US" dirty="0" smtClean="0"/>
              <a:t>]</a:t>
            </a:r>
            <a:endParaRPr lang="en-US" dirty="0"/>
          </a:p>
          <a:p>
            <a:pPr marL="514350" indent="-514350">
              <a:buAutoNum type="arabicPlain" startAt="5"/>
            </a:pPr>
            <a:r>
              <a:rPr lang="en-US" dirty="0" smtClean="0"/>
              <a:t>     print </a:t>
            </a:r>
            <a:r>
              <a:rPr lang="en-US" dirty="0"/>
              <a:t>“Pattern occurs with shift” </a:t>
            </a:r>
            <a:r>
              <a:rPr lang="en-US" dirty="0" smtClean="0"/>
              <a:t>s</a:t>
            </a:r>
          </a:p>
          <a:p>
            <a:pPr marL="0" indent="0">
              <a:buNone/>
            </a:pPr>
            <a:r>
              <a:rPr lang="en-IN" dirty="0" smtClean="0"/>
              <a:t>Time Complexity: O((n-m+1)m)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How can we improve?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04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Rabin-Karp string searching algorithm calculates a </a:t>
            </a:r>
            <a:r>
              <a:rPr lang="en-US" altLang="en-US" b="1" dirty="0">
                <a:ea typeface="ＭＳ Ｐゴシック" panose="020B0600070205080204" pitchFamily="34" charset="-128"/>
              </a:rPr>
              <a:t>hash value</a:t>
            </a:r>
            <a:r>
              <a:rPr lang="en-US" altLang="en-US" dirty="0">
                <a:ea typeface="ＭＳ Ｐゴシック" panose="020B0600070205080204" pitchFamily="34" charset="-128"/>
              </a:rPr>
              <a:t> for the pattern, and for each M-character subsequence of text to be compared.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If the hash values differ, the algorithm will compute the hash for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the next </a:t>
            </a:r>
            <a:r>
              <a:rPr lang="en-US" altLang="en-US" dirty="0">
                <a:ea typeface="ＭＳ Ｐゴシック" panose="020B0600070205080204" pitchFamily="34" charset="-128"/>
              </a:rPr>
              <a:t>M-character sequence.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If the hash values are equal, the algorithm will do a </a:t>
            </a:r>
            <a:r>
              <a:rPr lang="en-US" altLang="en-US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brute-force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comparison between the pattern and the M-character sequence.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In this way, there is only one comparison per text subsequence, and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Brute-Force is needed only when </a:t>
            </a:r>
            <a:r>
              <a:rPr lang="en-US" altLang="en-US" dirty="0">
                <a:ea typeface="ＭＳ Ｐゴシック" panose="020B0600070205080204" pitchFamily="34" charset="-128"/>
              </a:rPr>
              <a:t>hash values match.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81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977081" cy="1325563"/>
          </a:xfrm>
        </p:spPr>
        <p:txBody>
          <a:bodyPr/>
          <a:lstStyle/>
          <a:p>
            <a:r>
              <a:rPr lang="en-IN" dirty="0" smtClean="0"/>
              <a:t>Rabin-Karp 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45" y="696528"/>
            <a:ext cx="6439963" cy="567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0728" y="1690688"/>
            <a:ext cx="45552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Hash value of “AAAAA” is 37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</a:rPr>
              <a:t>Hash value of “AAAAH” is 100</a:t>
            </a:r>
          </a:p>
        </p:txBody>
      </p:sp>
    </p:spTree>
    <p:extLst>
      <p:ext uri="{BB962C8B-B14F-4D97-AF65-F5344CB8AC3E}">
        <p14:creationId xmlns:p14="http://schemas.microsoft.com/office/powerpoint/2010/main" val="157400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Rabin-Karp: How to calculate Hash Value?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 = P[m] + 10(P[m-1] + 10(P[m-2] + … + 10(P[2] + 10P[1])…)) where p is the hash value of the P pattern to match</a:t>
            </a:r>
          </a:p>
          <a:p>
            <a:pPr marL="0" indent="0">
              <a:buNone/>
            </a:pPr>
            <a:endParaRPr lang="en-IN" baseline="-25000" dirty="0"/>
          </a:p>
          <a:p>
            <a:pPr marL="0" indent="0">
              <a:buNone/>
            </a:pPr>
            <a:r>
              <a:rPr lang="en-IN" dirty="0" err="1"/>
              <a:t>t</a:t>
            </a:r>
            <a:r>
              <a:rPr lang="en-IN" baseline="-25000" dirty="0" err="1" smtClean="0"/>
              <a:t>s</a:t>
            </a:r>
            <a:r>
              <a:rPr lang="en-IN" dirty="0" smtClean="0"/>
              <a:t> = T[</a:t>
            </a:r>
            <a:r>
              <a:rPr lang="en-IN" dirty="0" err="1" smtClean="0"/>
              <a:t>s+m</a:t>
            </a:r>
            <a:r>
              <a:rPr lang="en-IN" dirty="0" smtClean="0"/>
              <a:t>] + 10(T[s+m-1</a:t>
            </a:r>
            <a:r>
              <a:rPr lang="en-IN" dirty="0"/>
              <a:t>] + </a:t>
            </a:r>
            <a:r>
              <a:rPr lang="en-IN" dirty="0" smtClean="0"/>
              <a:t>10(T[s+m-2</a:t>
            </a:r>
            <a:r>
              <a:rPr lang="en-IN" dirty="0"/>
              <a:t>] + … + </a:t>
            </a:r>
            <a:r>
              <a:rPr lang="en-IN" dirty="0" smtClean="0"/>
              <a:t>10(T[s+2</a:t>
            </a:r>
            <a:r>
              <a:rPr lang="en-IN" dirty="0"/>
              <a:t>] + </a:t>
            </a:r>
            <a:r>
              <a:rPr lang="en-IN" dirty="0" smtClean="0"/>
              <a:t>10T[s+1])…)) where </a:t>
            </a:r>
            <a:r>
              <a:rPr lang="en-IN" dirty="0" err="1"/>
              <a:t>t</a:t>
            </a:r>
            <a:r>
              <a:rPr lang="en-IN" baseline="-25000" dirty="0" err="1"/>
              <a:t>s</a:t>
            </a:r>
            <a:r>
              <a:rPr lang="en-IN" dirty="0" smtClean="0"/>
              <a:t> is the hash value of T[s+1..s+m] for s= 0,1,…,n-m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Time Complexity to Compute Hash = </a:t>
            </a:r>
            <a:r>
              <a:rPr lang="el-GR" dirty="0" smtClean="0"/>
              <a:t>Θ</a:t>
            </a:r>
            <a:r>
              <a:rPr lang="en-IN" dirty="0" smtClean="0"/>
              <a:t>(m)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04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Rabin-Karp: How to calculate Hash Value?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Therefore, we can compute</a:t>
            </a:r>
          </a:p>
          <a:p>
            <a:pPr marL="0" indent="0">
              <a:buNone/>
            </a:pPr>
            <a:r>
              <a:rPr lang="en-IN" dirty="0"/>
              <a:t>t</a:t>
            </a:r>
            <a:r>
              <a:rPr lang="en-IN" baseline="-25000" dirty="0" smtClean="0"/>
              <a:t>0</a:t>
            </a:r>
            <a:r>
              <a:rPr lang="en-IN" dirty="0" smtClean="0"/>
              <a:t> = T[m] + 10(T[m-1</a:t>
            </a:r>
            <a:r>
              <a:rPr lang="en-IN" dirty="0"/>
              <a:t>] + </a:t>
            </a:r>
            <a:r>
              <a:rPr lang="en-IN" dirty="0" smtClean="0"/>
              <a:t>10(T[m-2</a:t>
            </a:r>
            <a:r>
              <a:rPr lang="en-IN" dirty="0"/>
              <a:t>] + … + </a:t>
            </a:r>
            <a:r>
              <a:rPr lang="en-IN" dirty="0" smtClean="0"/>
              <a:t>10(T[2</a:t>
            </a:r>
            <a:r>
              <a:rPr lang="en-IN" dirty="0"/>
              <a:t>] + </a:t>
            </a:r>
            <a:r>
              <a:rPr lang="en-IN" dirty="0" smtClean="0"/>
              <a:t>10T[1])…))</a:t>
            </a:r>
          </a:p>
          <a:p>
            <a:pPr marL="0" indent="0">
              <a:buNone/>
            </a:pPr>
            <a:r>
              <a:rPr lang="en-IN" dirty="0" smtClean="0"/>
              <a:t>Time Complexity to Compute Hash = </a:t>
            </a:r>
            <a:r>
              <a:rPr lang="el-GR" dirty="0" smtClean="0"/>
              <a:t>Θ</a:t>
            </a:r>
            <a:r>
              <a:rPr lang="en-IN" dirty="0" smtClean="0"/>
              <a:t>(m)</a:t>
            </a:r>
          </a:p>
          <a:p>
            <a:pPr marL="0" indent="0">
              <a:buNone/>
            </a:pPr>
            <a:r>
              <a:rPr lang="en-IN" dirty="0" smtClean="0"/>
              <a:t>To compute </a:t>
            </a:r>
            <a:r>
              <a:rPr lang="en-IN" dirty="0"/>
              <a:t>t</a:t>
            </a:r>
            <a:r>
              <a:rPr lang="en-IN" baseline="-25000" dirty="0"/>
              <a:t>0</a:t>
            </a:r>
            <a:r>
              <a:rPr lang="en-IN" dirty="0" smtClean="0"/>
              <a:t>, t</a:t>
            </a:r>
            <a:r>
              <a:rPr lang="en-IN" baseline="-25000" dirty="0" smtClean="0"/>
              <a:t>1</a:t>
            </a:r>
            <a:r>
              <a:rPr lang="en-IN" dirty="0"/>
              <a:t> </a:t>
            </a:r>
            <a:r>
              <a:rPr lang="en-IN" dirty="0" smtClean="0"/>
              <a:t>, … ,</a:t>
            </a:r>
            <a:r>
              <a:rPr lang="en-IN" dirty="0" err="1" smtClean="0"/>
              <a:t>t</a:t>
            </a:r>
            <a:r>
              <a:rPr lang="en-IN" baseline="-25000" dirty="0" err="1" smtClean="0"/>
              <a:t>n</a:t>
            </a:r>
            <a:r>
              <a:rPr lang="en-IN" baseline="-25000" dirty="0" smtClean="0"/>
              <a:t>-m</a:t>
            </a: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dirty="0"/>
              <a:t>t</a:t>
            </a:r>
            <a:r>
              <a:rPr lang="en-IN" baseline="-25000" dirty="0" smtClean="0"/>
              <a:t>s+1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smtClean="0"/>
              <a:t>10(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r>
              <a:rPr lang="en-IN" dirty="0" smtClean="0"/>
              <a:t>- 10</a:t>
            </a:r>
            <a:r>
              <a:rPr lang="en-IN" baseline="30000" dirty="0" smtClean="0"/>
              <a:t>m-1</a:t>
            </a:r>
            <a:r>
              <a:rPr lang="en-IN" dirty="0" smtClean="0"/>
              <a:t>T[s+1]) + T[s+m+1]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Can be done in constant time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Left Brace 3"/>
          <p:cNvSpPr/>
          <p:nvPr/>
        </p:nvSpPr>
        <p:spPr>
          <a:xfrm rot="16200000">
            <a:off x="3228529" y="3597644"/>
            <a:ext cx="301208" cy="1647503"/>
          </a:xfrm>
          <a:prstGeom prst="leftBrace">
            <a:avLst>
              <a:gd name="adj1" fmla="val 8333"/>
              <a:gd name="adj2" fmla="val 491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555381" y="4572000"/>
            <a:ext cx="1647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Remove Higher</a:t>
            </a:r>
          </a:p>
          <a:p>
            <a:r>
              <a:rPr lang="en-IN" dirty="0" smtClean="0"/>
              <a:t>Order Digit from 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endParaRPr lang="en-IN" baseline="-25000" dirty="0"/>
          </a:p>
        </p:txBody>
      </p:sp>
      <p:sp>
        <p:nvSpPr>
          <p:cNvPr id="6" name="Left Brace 5"/>
          <p:cNvSpPr/>
          <p:nvPr/>
        </p:nvSpPr>
        <p:spPr>
          <a:xfrm rot="16200000">
            <a:off x="1952763" y="4004219"/>
            <a:ext cx="301208" cy="834353"/>
          </a:xfrm>
          <a:prstGeom prst="leftBrace">
            <a:avLst>
              <a:gd name="adj1" fmla="val 8333"/>
              <a:gd name="adj2" fmla="val 491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283516" y="4572000"/>
            <a:ext cx="1271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Shift 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r>
              <a:rPr lang="en-IN" dirty="0" smtClean="0"/>
              <a:t> by a digit</a:t>
            </a:r>
            <a:endParaRPr lang="en-IN" baseline="-25000" dirty="0"/>
          </a:p>
        </p:txBody>
      </p:sp>
      <p:sp>
        <p:nvSpPr>
          <p:cNvPr id="10" name="Left Brace 9"/>
          <p:cNvSpPr/>
          <p:nvPr/>
        </p:nvSpPr>
        <p:spPr>
          <a:xfrm rot="16200000">
            <a:off x="5121645" y="3597644"/>
            <a:ext cx="301208" cy="1647503"/>
          </a:xfrm>
          <a:prstGeom prst="leftBrace">
            <a:avLst>
              <a:gd name="adj1" fmla="val 8333"/>
              <a:gd name="adj2" fmla="val 491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4448497" y="4572000"/>
            <a:ext cx="1647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Add a new lower order digit</a:t>
            </a: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48590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Rabin-Karp: How to calculate Hash Value?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Example: m = 5, </a:t>
            </a:r>
            <a:r>
              <a:rPr lang="en-IN" dirty="0" err="1" smtClean="0"/>
              <a:t>ts</a:t>
            </a:r>
            <a:r>
              <a:rPr lang="en-IN" dirty="0" smtClean="0"/>
              <a:t> = 31415</a:t>
            </a:r>
          </a:p>
          <a:p>
            <a:pPr marL="0" indent="0">
              <a:buNone/>
            </a:pPr>
            <a:r>
              <a:rPr lang="en-IN" dirty="0" smtClean="0"/>
              <a:t>We wish to remove T[s+1] = 3 and add lower-order digit T[s+5+1] = 2 </a:t>
            </a:r>
          </a:p>
          <a:p>
            <a:pPr marL="0" indent="0">
              <a:buNone/>
            </a:pPr>
            <a:r>
              <a:rPr lang="en-IN" dirty="0" smtClean="0"/>
              <a:t>To compute </a:t>
            </a:r>
            <a:r>
              <a:rPr lang="en-IN" dirty="0"/>
              <a:t>t</a:t>
            </a:r>
            <a:r>
              <a:rPr lang="en-IN" baseline="-25000" dirty="0"/>
              <a:t>0</a:t>
            </a:r>
            <a:r>
              <a:rPr lang="en-IN" dirty="0" smtClean="0"/>
              <a:t>, t</a:t>
            </a:r>
            <a:r>
              <a:rPr lang="en-IN" baseline="-25000" dirty="0" smtClean="0"/>
              <a:t>1</a:t>
            </a:r>
            <a:r>
              <a:rPr lang="en-IN" dirty="0"/>
              <a:t> </a:t>
            </a:r>
            <a:r>
              <a:rPr lang="en-IN" dirty="0" smtClean="0"/>
              <a:t>, … ,</a:t>
            </a:r>
            <a:r>
              <a:rPr lang="en-IN" dirty="0" err="1" smtClean="0"/>
              <a:t>t</a:t>
            </a:r>
            <a:r>
              <a:rPr lang="en-IN" baseline="-25000" dirty="0" err="1" smtClean="0"/>
              <a:t>n</a:t>
            </a:r>
            <a:r>
              <a:rPr lang="en-IN" baseline="-25000" dirty="0" smtClean="0"/>
              <a:t>-m</a:t>
            </a: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dirty="0"/>
              <a:t>t</a:t>
            </a:r>
            <a:r>
              <a:rPr lang="en-IN" baseline="-25000" dirty="0" smtClean="0"/>
              <a:t>s+1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smtClean="0"/>
              <a:t>10(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r>
              <a:rPr lang="en-IN" baseline="-25000" dirty="0" smtClean="0"/>
              <a:t>               </a:t>
            </a:r>
            <a:r>
              <a:rPr lang="en-IN" dirty="0" smtClean="0"/>
              <a:t>- 10</a:t>
            </a:r>
            <a:r>
              <a:rPr lang="en-IN" baseline="30000" dirty="0" smtClean="0"/>
              <a:t>m-1</a:t>
            </a:r>
            <a:r>
              <a:rPr lang="en-IN" dirty="0" smtClean="0"/>
              <a:t>T[s+1]) + T[s+m+1]</a:t>
            </a:r>
          </a:p>
          <a:p>
            <a:pPr marL="0" indent="0">
              <a:buNone/>
            </a:pPr>
            <a:r>
              <a:rPr lang="en-IN" dirty="0" smtClean="0"/>
              <a:t>       = 10(31415 – 10000*3    ) + 2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= 14152</a:t>
            </a:r>
          </a:p>
        </p:txBody>
      </p:sp>
    </p:spTree>
    <p:extLst>
      <p:ext uri="{BB962C8B-B14F-4D97-AF65-F5344CB8AC3E}">
        <p14:creationId xmlns:p14="http://schemas.microsoft.com/office/powerpoint/2010/main" val="259512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Rabin-Karp: How to calculate Hash Value?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Problem: p and 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r>
              <a:rPr lang="en-IN" baseline="-25000" dirty="0" smtClean="0"/>
              <a:t> </a:t>
            </a:r>
            <a:r>
              <a:rPr lang="en-IN" dirty="0" smtClean="0"/>
              <a:t>can be a very large number</a:t>
            </a:r>
          </a:p>
          <a:p>
            <a:pPr marL="0" indent="0">
              <a:buNone/>
            </a:pPr>
            <a:r>
              <a:rPr lang="en-IN" dirty="0" smtClean="0"/>
              <a:t>Solution: Use the mod operation with a prime value as the divisor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Example: m = 5, </a:t>
            </a:r>
            <a:r>
              <a:rPr lang="en-IN" dirty="0" err="1" smtClean="0"/>
              <a:t>ts</a:t>
            </a:r>
            <a:r>
              <a:rPr lang="en-IN" dirty="0" smtClean="0"/>
              <a:t> = 31415</a:t>
            </a:r>
          </a:p>
          <a:p>
            <a:pPr marL="0" indent="0">
              <a:buNone/>
            </a:pPr>
            <a:r>
              <a:rPr lang="en-IN" dirty="0" smtClean="0"/>
              <a:t>We wish to remove T[s+1] = 3 and add lower-order digit T[s+5+1] = 2 </a:t>
            </a:r>
          </a:p>
          <a:p>
            <a:pPr marL="0" indent="0">
              <a:buNone/>
            </a:pPr>
            <a:r>
              <a:rPr lang="en-IN" dirty="0" smtClean="0"/>
              <a:t>To compute </a:t>
            </a:r>
            <a:r>
              <a:rPr lang="en-IN" dirty="0"/>
              <a:t>t</a:t>
            </a:r>
            <a:r>
              <a:rPr lang="en-IN" baseline="-25000" dirty="0"/>
              <a:t>0</a:t>
            </a:r>
            <a:r>
              <a:rPr lang="en-IN" dirty="0" smtClean="0"/>
              <a:t>, t</a:t>
            </a:r>
            <a:r>
              <a:rPr lang="en-IN" baseline="-25000" dirty="0" smtClean="0"/>
              <a:t>1</a:t>
            </a:r>
            <a:r>
              <a:rPr lang="en-IN" dirty="0"/>
              <a:t> </a:t>
            </a:r>
            <a:r>
              <a:rPr lang="en-IN" dirty="0" smtClean="0"/>
              <a:t>, … ,</a:t>
            </a:r>
            <a:r>
              <a:rPr lang="en-IN" dirty="0" err="1" smtClean="0"/>
              <a:t>t</a:t>
            </a:r>
            <a:r>
              <a:rPr lang="en-IN" baseline="-25000" dirty="0" err="1" smtClean="0"/>
              <a:t>n</a:t>
            </a:r>
            <a:r>
              <a:rPr lang="en-IN" baseline="-25000" dirty="0" smtClean="0"/>
              <a:t>-m</a:t>
            </a: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dirty="0"/>
              <a:t>t</a:t>
            </a:r>
            <a:r>
              <a:rPr lang="en-IN" baseline="-25000" dirty="0" smtClean="0"/>
              <a:t>s+1</a:t>
            </a:r>
            <a:r>
              <a:rPr lang="en-IN" dirty="0" smtClean="0"/>
              <a:t>       = 10(</a:t>
            </a:r>
            <a:r>
              <a:rPr lang="en-IN" dirty="0" err="1" smtClean="0"/>
              <a:t>t</a:t>
            </a:r>
            <a:r>
              <a:rPr lang="en-IN" baseline="-25000" dirty="0" err="1" smtClean="0"/>
              <a:t>s</a:t>
            </a:r>
            <a:r>
              <a:rPr lang="en-IN" baseline="-25000" dirty="0" smtClean="0"/>
              <a:t>               </a:t>
            </a:r>
            <a:r>
              <a:rPr lang="en-IN" dirty="0" smtClean="0"/>
              <a:t>- 10</a:t>
            </a:r>
            <a:r>
              <a:rPr lang="en-IN" baseline="30000" dirty="0" smtClean="0"/>
              <a:t>m-1</a:t>
            </a:r>
            <a:r>
              <a:rPr lang="en-IN" dirty="0" smtClean="0"/>
              <a:t>T[s+1]) + T[s+m+1]</a:t>
            </a:r>
          </a:p>
          <a:p>
            <a:pPr marL="0" indent="0">
              <a:buNone/>
            </a:pPr>
            <a:r>
              <a:rPr lang="en-IN" dirty="0" smtClean="0"/>
              <a:t>14152 = 10(31415 – 10000*3    ) + 2</a:t>
            </a:r>
            <a:r>
              <a:rPr lang="en-IN" dirty="0"/>
              <a:t> </a:t>
            </a:r>
            <a:r>
              <a:rPr lang="en-IN" dirty="0" smtClean="0"/>
              <a:t>(mod 13)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= 10(7          - 3 * 3)             + 2 (mod 13)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= 10(-2) + 2 (mod 13)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= 10 (-2 + 13) + 2 (mod 13) because in mod operation (-2) is represented as (-2) + 13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= 10(11) + 2 (mod 13) = 112 (mod 13) = 8 (mod 13)</a:t>
            </a:r>
          </a:p>
        </p:txBody>
      </p:sp>
    </p:spTree>
    <p:extLst>
      <p:ext uri="{BB962C8B-B14F-4D97-AF65-F5344CB8AC3E}">
        <p14:creationId xmlns:p14="http://schemas.microsoft.com/office/powerpoint/2010/main" val="316345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 smtClean="0"/>
              <a:t>RABIN-KARP-MATCHER(T, P, d, q)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 n </a:t>
            </a:r>
            <a:r>
              <a:rPr lang="en-IN" dirty="0" smtClean="0"/>
              <a:t>= </a:t>
            </a:r>
            <a:r>
              <a:rPr lang="en-IN" dirty="0" err="1" smtClean="0"/>
              <a:t>T.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IN" dirty="0"/>
              <a:t>2 m </a:t>
            </a:r>
            <a:r>
              <a:rPr lang="en-IN" dirty="0" smtClean="0"/>
              <a:t>= </a:t>
            </a:r>
            <a:r>
              <a:rPr lang="en-IN" dirty="0" err="1" smtClean="0"/>
              <a:t>P.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da-DK" dirty="0"/>
              <a:t>3 h </a:t>
            </a:r>
            <a:r>
              <a:rPr lang="da-DK" dirty="0" smtClean="0"/>
              <a:t>= d</a:t>
            </a:r>
            <a:r>
              <a:rPr lang="da-DK" baseline="30000" dirty="0" smtClean="0"/>
              <a:t>m-1</a:t>
            </a:r>
            <a:r>
              <a:rPr lang="da-DK" dirty="0" smtClean="0"/>
              <a:t> </a:t>
            </a:r>
            <a:r>
              <a:rPr lang="da-DK" dirty="0"/>
              <a:t>mod q</a:t>
            </a:r>
          </a:p>
          <a:p>
            <a:pPr marL="0" indent="0">
              <a:buNone/>
            </a:pPr>
            <a:r>
              <a:rPr lang="en-IN" dirty="0"/>
              <a:t>4 p =</a:t>
            </a:r>
            <a:r>
              <a:rPr lang="en-IN" dirty="0" smtClean="0"/>
              <a:t> </a:t>
            </a:r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IN" dirty="0"/>
              <a:t>5 t</a:t>
            </a:r>
            <a:r>
              <a:rPr lang="en-IN" baseline="-25000" dirty="0"/>
              <a:t>0</a:t>
            </a:r>
            <a:r>
              <a:rPr lang="en-IN" dirty="0"/>
              <a:t> </a:t>
            </a:r>
            <a:r>
              <a:rPr lang="en-IN" dirty="0" smtClean="0"/>
              <a:t>= </a:t>
            </a:r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US" dirty="0"/>
              <a:t>6 </a:t>
            </a:r>
            <a:r>
              <a:rPr lang="en-US" b="1" dirty="0"/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1 </a:t>
            </a:r>
            <a:r>
              <a:rPr lang="en-US" b="1" dirty="0"/>
              <a:t>to </a:t>
            </a:r>
            <a:r>
              <a:rPr lang="en-US" dirty="0"/>
              <a:t>m </a:t>
            </a:r>
            <a:r>
              <a:rPr lang="en-US" dirty="0" smtClean="0"/>
              <a:t>	</a:t>
            </a:r>
            <a:r>
              <a:rPr lang="en-US" b="1" dirty="0" smtClean="0"/>
              <a:t>// </a:t>
            </a:r>
            <a:r>
              <a:rPr lang="en-US" dirty="0"/>
              <a:t>preprocessing</a:t>
            </a:r>
          </a:p>
          <a:p>
            <a:pPr marL="0" indent="0">
              <a:buNone/>
            </a:pPr>
            <a:r>
              <a:rPr lang="da-DK" dirty="0" smtClean="0"/>
              <a:t>7     p = </a:t>
            </a:r>
            <a:r>
              <a:rPr lang="da-DK" dirty="0"/>
              <a:t>(</a:t>
            </a:r>
            <a:r>
              <a:rPr lang="da-DK" dirty="0" smtClean="0"/>
              <a:t>dp + P[i]) </a:t>
            </a:r>
            <a:r>
              <a:rPr lang="da-DK" dirty="0"/>
              <a:t>mod q</a:t>
            </a:r>
          </a:p>
          <a:p>
            <a:pPr marL="0" indent="0">
              <a:buNone/>
            </a:pPr>
            <a:r>
              <a:rPr lang="en-IN" dirty="0"/>
              <a:t>8 </a:t>
            </a:r>
            <a:r>
              <a:rPr lang="en-IN" dirty="0" smtClean="0"/>
              <a:t>    t</a:t>
            </a:r>
            <a:r>
              <a:rPr lang="en-IN" baseline="-25000" dirty="0" smtClean="0"/>
              <a:t>0</a:t>
            </a:r>
            <a:r>
              <a:rPr lang="en-IN" dirty="0" smtClean="0"/>
              <a:t> = </a:t>
            </a:r>
            <a:r>
              <a:rPr lang="en-IN" dirty="0"/>
              <a:t>(</a:t>
            </a:r>
            <a:r>
              <a:rPr lang="en-IN" dirty="0" smtClean="0"/>
              <a:t>dt</a:t>
            </a:r>
            <a:r>
              <a:rPr lang="en-IN" baseline="-25000" dirty="0"/>
              <a:t>0</a:t>
            </a:r>
            <a:r>
              <a:rPr lang="en-IN" dirty="0" smtClean="0"/>
              <a:t> + T[</a:t>
            </a:r>
            <a:r>
              <a:rPr lang="en-IN" dirty="0" err="1" smtClean="0"/>
              <a:t>i</a:t>
            </a:r>
            <a:r>
              <a:rPr lang="en-IN" dirty="0" smtClean="0"/>
              <a:t>]) mod q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9 </a:t>
            </a:r>
            <a:r>
              <a:rPr lang="en-US" b="1" dirty="0"/>
              <a:t>for </a:t>
            </a:r>
            <a:r>
              <a:rPr lang="en-US" dirty="0"/>
              <a:t>s = 0 </a:t>
            </a:r>
            <a:r>
              <a:rPr lang="en-US" b="1" dirty="0"/>
              <a:t>to </a:t>
            </a:r>
            <a:r>
              <a:rPr lang="en-US" dirty="0" smtClean="0"/>
              <a:t>n-m </a:t>
            </a:r>
            <a:r>
              <a:rPr lang="en-US" dirty="0"/>
              <a:t>	</a:t>
            </a:r>
            <a:r>
              <a:rPr lang="en-US" b="1" dirty="0" smtClean="0"/>
              <a:t>// </a:t>
            </a:r>
            <a:r>
              <a:rPr lang="en-US" dirty="0"/>
              <a:t>matching</a:t>
            </a:r>
          </a:p>
          <a:p>
            <a:pPr marL="0" indent="0">
              <a:buNone/>
            </a:pPr>
            <a:r>
              <a:rPr lang="en-IN" dirty="0"/>
              <a:t>10     </a:t>
            </a:r>
            <a:r>
              <a:rPr lang="en-IN" b="1" dirty="0"/>
              <a:t>if </a:t>
            </a:r>
            <a:r>
              <a:rPr lang="en-IN" dirty="0"/>
              <a:t>p == </a:t>
            </a:r>
            <a:r>
              <a:rPr lang="en-IN" dirty="0" err="1"/>
              <a:t>t</a:t>
            </a:r>
            <a:r>
              <a:rPr lang="en-IN" baseline="-25000" dirty="0" err="1"/>
              <a:t>s</a:t>
            </a:r>
            <a:endParaRPr lang="en-IN" baseline="-25000" dirty="0"/>
          </a:p>
          <a:p>
            <a:pPr marL="0" indent="0">
              <a:buNone/>
            </a:pPr>
            <a:r>
              <a:rPr lang="en-US" dirty="0"/>
              <a:t>11         </a:t>
            </a:r>
            <a:r>
              <a:rPr lang="en-US" b="1" dirty="0"/>
              <a:t>if </a:t>
            </a:r>
            <a:r>
              <a:rPr lang="en-US" dirty="0"/>
              <a:t>P[1. .m] == T[s+1 .. </a:t>
            </a:r>
            <a:r>
              <a:rPr lang="en-US" dirty="0" err="1"/>
              <a:t>s+m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12             print “Pattern occurs with shift” s</a:t>
            </a:r>
          </a:p>
          <a:p>
            <a:pPr marL="0" indent="0">
              <a:buNone/>
            </a:pPr>
            <a:r>
              <a:rPr lang="en-IN" dirty="0"/>
              <a:t>13     </a:t>
            </a:r>
            <a:r>
              <a:rPr lang="en-IN" b="1" dirty="0"/>
              <a:t>if </a:t>
            </a:r>
            <a:r>
              <a:rPr lang="en-IN" dirty="0"/>
              <a:t>s &lt; n-m</a:t>
            </a:r>
          </a:p>
          <a:p>
            <a:pPr marL="0" indent="0">
              <a:buNone/>
            </a:pPr>
            <a:r>
              <a:rPr lang="fr-FR" dirty="0"/>
              <a:t>14         t</a:t>
            </a:r>
            <a:r>
              <a:rPr lang="fr-FR" baseline="-25000" dirty="0"/>
              <a:t>s+1</a:t>
            </a:r>
            <a:r>
              <a:rPr lang="fr-FR" dirty="0"/>
              <a:t> = (d(</a:t>
            </a:r>
            <a:r>
              <a:rPr lang="fr-FR" dirty="0" err="1"/>
              <a:t>t</a:t>
            </a:r>
            <a:r>
              <a:rPr lang="fr-FR" baseline="-25000" dirty="0" err="1"/>
              <a:t>s</a:t>
            </a:r>
            <a:r>
              <a:rPr lang="fr-FR" dirty="0"/>
              <a:t> -  T[s+1]h) + T[s+m+1]) </a:t>
            </a:r>
            <a:r>
              <a:rPr lang="fr-FR" dirty="0" err="1"/>
              <a:t>mod</a:t>
            </a:r>
            <a:r>
              <a:rPr lang="fr-FR" dirty="0"/>
              <a:t> q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9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Rabin-Karp Time Complexity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 smtClean="0"/>
              <a:t>First Pattern Occurrence</a:t>
            </a:r>
          </a:p>
          <a:p>
            <a:pPr marL="0" indent="0">
              <a:buNone/>
            </a:pPr>
            <a:r>
              <a:rPr lang="en-IN" dirty="0" smtClean="0"/>
              <a:t>Best Case: </a:t>
            </a:r>
            <a:r>
              <a:rPr lang="en-IN" dirty="0" err="1" smtClean="0"/>
              <a:t>Preprocessing</a:t>
            </a:r>
            <a:r>
              <a:rPr lang="en-IN" dirty="0" smtClean="0"/>
              <a:t> (m) + Matching (1*m) – matched at the first sequence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Worst </a:t>
            </a:r>
            <a:r>
              <a:rPr lang="en-IN" dirty="0"/>
              <a:t>Case: </a:t>
            </a:r>
            <a:r>
              <a:rPr lang="en-IN" dirty="0" err="1"/>
              <a:t>Preprocessing</a:t>
            </a:r>
            <a:r>
              <a:rPr lang="en-IN" dirty="0"/>
              <a:t> (m) + Matching </a:t>
            </a:r>
            <a:r>
              <a:rPr lang="en-IN" dirty="0" smtClean="0"/>
              <a:t>(n-m)*m – matched at the last sequence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All </a:t>
            </a:r>
            <a:r>
              <a:rPr lang="en-IN" dirty="0"/>
              <a:t>Pattern Occurrence</a:t>
            </a:r>
          </a:p>
          <a:p>
            <a:pPr marL="0" indent="0">
              <a:buNone/>
            </a:pPr>
            <a:r>
              <a:rPr lang="en-IN" dirty="0" smtClean="0"/>
              <a:t>Best or Worst </a:t>
            </a:r>
            <a:r>
              <a:rPr lang="en-IN" dirty="0"/>
              <a:t>Case: </a:t>
            </a:r>
            <a:r>
              <a:rPr lang="en-IN" dirty="0" err="1"/>
              <a:t>Preprocessing</a:t>
            </a:r>
            <a:r>
              <a:rPr lang="en-IN" dirty="0"/>
              <a:t> (m) + Matching (n-m)*</a:t>
            </a:r>
            <a:r>
              <a:rPr lang="en-IN" dirty="0" smtClean="0"/>
              <a:t>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26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r>
              <a:rPr lang="en-US" altLang="en-US" dirty="0"/>
              <a:t>FSM Model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1"/>
            <a:ext cx="8229600" cy="4525963"/>
          </a:xfrm>
        </p:spPr>
        <p:txBody>
          <a:bodyPr/>
          <a:lstStyle/>
          <a:p>
            <a:r>
              <a:rPr lang="en-US" altLang="en-US">
                <a:solidFill>
                  <a:srgbClr val="FF0066"/>
                </a:solidFill>
              </a:rPr>
              <a:t>Input to a FSM</a:t>
            </a:r>
          </a:p>
          <a:p>
            <a:pPr lvl="1"/>
            <a:r>
              <a:rPr lang="en-US" altLang="en-US"/>
              <a:t>Strings built from a fixed alphabet {a,b,c}</a:t>
            </a:r>
          </a:p>
          <a:p>
            <a:pPr lvl="1"/>
            <a:r>
              <a:rPr lang="en-US" altLang="en-US"/>
              <a:t>Possible inputs: aa, aabbcc, a  etc..</a:t>
            </a:r>
          </a:p>
          <a:p>
            <a:r>
              <a:rPr lang="en-US" altLang="en-US">
                <a:solidFill>
                  <a:srgbClr val="FF0066"/>
                </a:solidFill>
              </a:rPr>
              <a:t>The Machine</a:t>
            </a:r>
          </a:p>
          <a:p>
            <a:pPr lvl="1"/>
            <a:r>
              <a:rPr lang="en-US" altLang="en-US"/>
              <a:t>A directed graph</a:t>
            </a:r>
          </a:p>
          <a:p>
            <a:pPr lvl="2"/>
            <a:r>
              <a:rPr lang="en-US" altLang="en-US"/>
              <a:t>Nodes = States of the machine</a:t>
            </a:r>
          </a:p>
          <a:p>
            <a:pPr lvl="2"/>
            <a:r>
              <a:rPr lang="en-US" altLang="en-US"/>
              <a:t>Edges = Transition from one state to another</a:t>
            </a:r>
          </a:p>
        </p:txBody>
      </p:sp>
      <p:sp>
        <p:nvSpPr>
          <p:cNvPr id="151556" name="Oval 4"/>
          <p:cNvSpPr>
            <a:spLocks noChangeArrowheads="1"/>
          </p:cNvSpPr>
          <p:nvPr/>
        </p:nvSpPr>
        <p:spPr bwMode="auto">
          <a:xfrm>
            <a:off x="3962400" y="5486400"/>
            <a:ext cx="6858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o</a:t>
            </a:r>
          </a:p>
        </p:txBody>
      </p:sp>
      <p:sp>
        <p:nvSpPr>
          <p:cNvPr id="151557" name="Line 5"/>
          <p:cNvSpPr>
            <a:spLocks noChangeShapeType="1"/>
          </p:cNvSpPr>
          <p:nvPr/>
        </p:nvSpPr>
        <p:spPr bwMode="auto">
          <a:xfrm>
            <a:off x="4724400" y="5715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1558" name="Oval 6"/>
          <p:cNvSpPr>
            <a:spLocks noChangeArrowheads="1"/>
          </p:cNvSpPr>
          <p:nvPr/>
        </p:nvSpPr>
        <p:spPr bwMode="auto">
          <a:xfrm>
            <a:off x="5410200" y="5486400"/>
            <a:ext cx="6096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</a:t>
            </a:r>
          </a:p>
        </p:txBody>
      </p:sp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4800600" y="5478463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156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08551" y="5519739"/>
              <a:ext cx="131763" cy="130175"/>
            </p14:xfrm>
          </p:contentPart>
        </mc:Choice>
        <mc:Fallback xmlns="">
          <p:pic>
            <p:nvPicPr>
              <p:cNvPr id="15156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9831" y="5505315"/>
                <a:ext cx="159844" cy="165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156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95738" y="5942014"/>
              <a:ext cx="506412" cy="511175"/>
            </p14:xfrm>
          </p:contentPart>
        </mc:Choice>
        <mc:Fallback xmlns="">
          <p:pic>
            <p:nvPicPr>
              <p:cNvPr id="15156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76302" y="5931215"/>
                <a:ext cx="545284" cy="5421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370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 Model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Special States</a:t>
            </a:r>
          </a:p>
          <a:p>
            <a:pPr lvl="1"/>
            <a:r>
              <a:rPr lang="en-US" altLang="en-US"/>
              <a:t>Start (q0)  and Final (or Accepting) (q2)</a:t>
            </a:r>
          </a:p>
          <a:p>
            <a:r>
              <a:rPr lang="en-US" altLang="en-US"/>
              <a:t>Assume the alphabet is {a,b}</a:t>
            </a:r>
          </a:p>
          <a:p>
            <a:pPr lvl="1"/>
            <a:r>
              <a:rPr lang="en-US" altLang="en-US"/>
              <a:t>Which strings are accepted by this FSM?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810001"/>
            <a:ext cx="4495800" cy="142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85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 Model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Exercise</a:t>
            </a:r>
            <a:r>
              <a:rPr lang="en-US" altLang="en-US"/>
              <a:t>: draw a finite automaton that accepts any string with “even” number of 1’s </a:t>
            </a:r>
          </a:p>
          <a:p>
            <a:r>
              <a:rPr lang="en-US" altLang="en-US">
                <a:solidFill>
                  <a:srgbClr val="0000FF"/>
                </a:solidFill>
              </a:rPr>
              <a:t>Exercise</a:t>
            </a:r>
            <a:r>
              <a:rPr lang="en-US" altLang="en-US"/>
              <a:t>: draw a finite automaton that accepts any string with “even” number of consecutive 1’s followed by “odd” number of consecutive zeros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61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Study FSM’s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66"/>
                </a:solidFill>
              </a:rPr>
              <a:t>Useful Algorithm Design Technique</a:t>
            </a:r>
          </a:p>
          <a:p>
            <a:pPr lvl="1"/>
            <a:r>
              <a:rPr lang="en-US" altLang="en-US"/>
              <a:t>Lexical Analysis (“tokenization”)</a:t>
            </a:r>
          </a:p>
          <a:p>
            <a:pPr lvl="1"/>
            <a:r>
              <a:rPr lang="en-US" altLang="en-US"/>
              <a:t>Control Systems</a:t>
            </a:r>
          </a:p>
          <a:p>
            <a:pPr lvl="2"/>
            <a:r>
              <a:rPr lang="en-US" altLang="en-US"/>
              <a:t>Elevators, Soda Machines….</a:t>
            </a:r>
          </a:p>
          <a:p>
            <a:r>
              <a:rPr lang="en-US" altLang="en-US">
                <a:solidFill>
                  <a:srgbClr val="FF0066"/>
                </a:solidFill>
              </a:rPr>
              <a:t>Modeling a problem with FSM is</a:t>
            </a:r>
          </a:p>
          <a:p>
            <a:pPr lvl="1"/>
            <a:r>
              <a:rPr lang="en-US" altLang="en-US"/>
              <a:t>Simple</a:t>
            </a:r>
          </a:p>
          <a:p>
            <a:pPr lvl="1"/>
            <a:r>
              <a:rPr lang="en-US" altLang="en-US"/>
              <a:t>Elegant</a:t>
            </a:r>
          </a:p>
        </p:txBody>
      </p:sp>
    </p:spTree>
    <p:extLst>
      <p:ext uri="{BB962C8B-B14F-4D97-AF65-F5344CB8AC3E}">
        <p14:creationId xmlns:p14="http://schemas.microsoft.com/office/powerpoint/2010/main" val="20246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altLang="en-US" dirty="0"/>
              <a:t>State Transitions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066801"/>
            <a:ext cx="8229600" cy="50593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Let Q be the set of states and ∑ be the alphabet. Then the transition function T is given by 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T: Q x ∑ </a:t>
            </a:r>
            <a:r>
              <a:rPr lang="en-US" altLang="en-US" sz="2000" dirty="0">
                <a:sym typeface="Wingdings" panose="05000000000000000000" pitchFamily="2" charset="2"/>
              </a:rPr>
              <a:t> Q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∑ could be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{0,1} – binary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{C,G,T,A} – nucleotide base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{0,1,2,..,9,a,b,c,d,e,f} – hexadecimal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etc..</a:t>
            </a:r>
          </a:p>
          <a:p>
            <a:pPr>
              <a:lnSpc>
                <a:spcPct val="90000"/>
              </a:lnSpc>
            </a:pPr>
            <a:r>
              <a:rPr lang="en-US" altLang="en-US" sz="2400" dirty="0" err="1"/>
              <a:t>Eg</a:t>
            </a:r>
            <a:r>
              <a:rPr lang="en-US" altLang="en-US" sz="2400" dirty="0"/>
              <a:t>: Consider ∑ ={</a:t>
            </a:r>
            <a:r>
              <a:rPr lang="en-US" altLang="en-US" sz="2400" dirty="0" err="1"/>
              <a:t>a,b,c</a:t>
            </a:r>
            <a:r>
              <a:rPr lang="en-US" altLang="en-US" sz="2400" dirty="0"/>
              <a:t>} and P=</a:t>
            </a:r>
            <a:r>
              <a:rPr lang="en-US" altLang="en-US" sz="2400" dirty="0" err="1"/>
              <a:t>aabc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set of states are all prefixes of P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Q = {   , a, aa, </a:t>
            </a:r>
            <a:r>
              <a:rPr lang="en-US" altLang="en-US" sz="2000" dirty="0" err="1"/>
              <a:t>aab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aabc</a:t>
            </a:r>
            <a:r>
              <a:rPr lang="en-US" altLang="en-US" sz="2000" dirty="0"/>
              <a:t>}   </a:t>
            </a:r>
            <a:r>
              <a:rPr lang="en-US" altLang="en-US" sz="2000" b="1" dirty="0"/>
              <a:t>or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Q = {0   1   2     3      4   }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State transitions T(0,’a’) = 1;  T(1, ‘a’) = 2, etc…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What about failure transitions?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408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51273" y="4419266"/>
              <a:ext cx="150812" cy="290512"/>
            </p14:xfrm>
          </p:contentPart>
        </mc:Choice>
        <mc:Fallback xmlns="">
          <p:pic>
            <p:nvPicPr>
              <p:cNvPr id="17408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3276" y="4404146"/>
                <a:ext cx="190045" cy="326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408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4575" y="5319713"/>
              <a:ext cx="14288" cy="31750"/>
            </p14:xfrm>
          </p:contentPart>
        </mc:Choice>
        <mc:Fallback xmlns="">
          <p:pic>
            <p:nvPicPr>
              <p:cNvPr id="17408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9812" y="5316105"/>
                <a:ext cx="22714" cy="389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09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Failure Transitions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Where do we go when a failure occurs?</a:t>
            </a:r>
          </a:p>
          <a:p>
            <a:r>
              <a:rPr lang="en-US" altLang="en-US" sz="2400"/>
              <a:t>P=“aabc”</a:t>
            </a:r>
          </a:p>
          <a:p>
            <a:r>
              <a:rPr lang="en-US" altLang="en-US" sz="2400"/>
              <a:t>Q – current state</a:t>
            </a:r>
          </a:p>
          <a:p>
            <a:r>
              <a:rPr lang="en-US" altLang="en-US" sz="2400"/>
              <a:t>Q</a:t>
            </a:r>
            <a:r>
              <a:rPr lang="en-US" altLang="en-US" sz="2400" baseline="30000"/>
              <a:t>’</a:t>
            </a:r>
            <a:r>
              <a:rPr lang="en-US" altLang="en-US" sz="2400"/>
              <a:t> – next state</a:t>
            </a:r>
          </a:p>
          <a:p>
            <a:r>
              <a:rPr lang="en-US" altLang="en-US" sz="2400"/>
              <a:t>initial state = 0</a:t>
            </a:r>
          </a:p>
          <a:p>
            <a:r>
              <a:rPr lang="en-US" altLang="en-US" sz="2400"/>
              <a:t>end state = 4</a:t>
            </a:r>
          </a:p>
          <a:p>
            <a:r>
              <a:rPr lang="en-US" altLang="en-US" sz="2400"/>
              <a:t>How to store state transition table?</a:t>
            </a:r>
          </a:p>
          <a:p>
            <a:pPr lvl="1"/>
            <a:r>
              <a:rPr lang="en-US" altLang="en-US" sz="2000"/>
              <a:t> as a matrix</a:t>
            </a:r>
          </a:p>
          <a:p>
            <a:endParaRPr lang="en-US" altLang="en-US" sz="2400"/>
          </a:p>
        </p:txBody>
      </p:sp>
      <p:graphicFrame>
        <p:nvGraphicFramePr>
          <p:cNvPr id="175143" name="Group 39"/>
          <p:cNvGraphicFramePr>
            <a:graphicFrameLocks noGrp="1"/>
          </p:cNvGraphicFramePr>
          <p:nvPr>
            <p:ph sz="half" idx="2"/>
          </p:nvPr>
        </p:nvGraphicFramePr>
        <p:xfrm>
          <a:off x="6172200" y="1600200"/>
          <a:ext cx="2743200" cy="481615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2907405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0322132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5686023"/>
                    </a:ext>
                  </a:extLst>
                </a:gridCol>
              </a:tblGrid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0" lang="en-US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’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046914"/>
                  </a:ext>
                </a:extLst>
              </a:tr>
              <a:tr h="852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{b,c}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275940"/>
                  </a:ext>
                </a:extLst>
              </a:tr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{b,c}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710909"/>
                  </a:ext>
                </a:extLst>
              </a:tr>
              <a:tr h="852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916804"/>
                  </a:ext>
                </a:extLst>
              </a:tr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7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88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Using FSM concept in</a:t>
            </a:r>
            <a:br>
              <a:rPr lang="en-US" altLang="en-US" dirty="0"/>
            </a:br>
            <a:r>
              <a:rPr lang="en-US" altLang="en-US" dirty="0"/>
              <a:t>Pattern Matching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Consider the alphabet {a,b,c}</a:t>
            </a:r>
          </a:p>
          <a:p>
            <a:r>
              <a:rPr lang="en-US" altLang="en-US" sz="2000"/>
              <a:t>Suppose we are looking for </a:t>
            </a:r>
            <a:r>
              <a:rPr lang="en-US" altLang="en-US" sz="2000">
                <a:solidFill>
                  <a:srgbClr val="FF0066"/>
                </a:solidFill>
              </a:rPr>
              <a:t>pattern “aabc”</a:t>
            </a:r>
          </a:p>
          <a:p>
            <a:r>
              <a:rPr lang="en-US" altLang="en-US" sz="2000"/>
              <a:t>Construct a finite automaton for “aabc” as follows</a:t>
            </a:r>
          </a:p>
        </p:txBody>
      </p:sp>
      <p:sp>
        <p:nvSpPr>
          <p:cNvPr id="65540" name="Oval 4"/>
          <p:cNvSpPr>
            <a:spLocks noChangeArrowheads="1"/>
          </p:cNvSpPr>
          <p:nvPr/>
        </p:nvSpPr>
        <p:spPr bwMode="auto">
          <a:xfrm>
            <a:off x="3810000" y="3733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5541" name="Oval 5"/>
          <p:cNvSpPr>
            <a:spLocks noChangeArrowheads="1"/>
          </p:cNvSpPr>
          <p:nvPr/>
        </p:nvSpPr>
        <p:spPr bwMode="auto">
          <a:xfrm>
            <a:off x="2286000" y="3657600"/>
            <a:ext cx="10668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Start</a:t>
            </a:r>
          </a:p>
        </p:txBody>
      </p:sp>
      <p:sp>
        <p:nvSpPr>
          <p:cNvPr id="65542" name="Oval 6"/>
          <p:cNvSpPr>
            <a:spLocks noChangeArrowheads="1"/>
          </p:cNvSpPr>
          <p:nvPr/>
        </p:nvSpPr>
        <p:spPr bwMode="auto">
          <a:xfrm>
            <a:off x="4800600" y="3733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5543" name="Oval 7"/>
          <p:cNvSpPr>
            <a:spLocks noChangeArrowheads="1"/>
          </p:cNvSpPr>
          <p:nvPr/>
        </p:nvSpPr>
        <p:spPr bwMode="auto">
          <a:xfrm>
            <a:off x="5791200" y="3733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4" name="Oval 8"/>
          <p:cNvSpPr>
            <a:spLocks noChangeArrowheads="1"/>
          </p:cNvSpPr>
          <p:nvPr/>
        </p:nvSpPr>
        <p:spPr bwMode="auto">
          <a:xfrm>
            <a:off x="6858000" y="3733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5545" name="Oval 9"/>
          <p:cNvSpPr>
            <a:spLocks noChangeArrowheads="1"/>
          </p:cNvSpPr>
          <p:nvPr/>
        </p:nvSpPr>
        <p:spPr bwMode="auto">
          <a:xfrm>
            <a:off x="8077200" y="3733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5546" name="Line 10"/>
          <p:cNvSpPr>
            <a:spLocks noChangeShapeType="1"/>
          </p:cNvSpPr>
          <p:nvPr/>
        </p:nvSpPr>
        <p:spPr bwMode="auto">
          <a:xfrm>
            <a:off x="33528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47" name="Line 11"/>
          <p:cNvSpPr>
            <a:spLocks noChangeShapeType="1"/>
          </p:cNvSpPr>
          <p:nvPr/>
        </p:nvSpPr>
        <p:spPr bwMode="auto">
          <a:xfrm>
            <a:off x="44196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48" name="Line 12"/>
          <p:cNvSpPr>
            <a:spLocks noChangeShapeType="1"/>
          </p:cNvSpPr>
          <p:nvPr/>
        </p:nvSpPr>
        <p:spPr bwMode="auto">
          <a:xfrm>
            <a:off x="54102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49" name="Line 13"/>
          <p:cNvSpPr>
            <a:spLocks noChangeShapeType="1"/>
          </p:cNvSpPr>
          <p:nvPr/>
        </p:nvSpPr>
        <p:spPr bwMode="auto">
          <a:xfrm>
            <a:off x="6400800" y="3962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50" name="Line 14"/>
          <p:cNvSpPr>
            <a:spLocks noChangeShapeType="1"/>
          </p:cNvSpPr>
          <p:nvPr/>
        </p:nvSpPr>
        <p:spPr bwMode="auto">
          <a:xfrm>
            <a:off x="7543800" y="3962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51" name="Text Box 15"/>
          <p:cNvSpPr txBox="1">
            <a:spLocks noChangeArrowheads="1"/>
          </p:cNvSpPr>
          <p:nvPr/>
        </p:nvSpPr>
        <p:spPr bwMode="auto">
          <a:xfrm>
            <a:off x="4419600" y="3657601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5552" name="Text Box 16"/>
          <p:cNvSpPr txBox="1">
            <a:spLocks noChangeArrowheads="1"/>
          </p:cNvSpPr>
          <p:nvPr/>
        </p:nvSpPr>
        <p:spPr bwMode="auto">
          <a:xfrm>
            <a:off x="5410200" y="3657601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5553" name="Text Box 17"/>
          <p:cNvSpPr txBox="1">
            <a:spLocks noChangeArrowheads="1"/>
          </p:cNvSpPr>
          <p:nvPr/>
        </p:nvSpPr>
        <p:spPr bwMode="auto">
          <a:xfrm>
            <a:off x="6477000" y="3657601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5554" name="Text Box 18"/>
          <p:cNvSpPr txBox="1">
            <a:spLocks noChangeArrowheads="1"/>
          </p:cNvSpPr>
          <p:nvPr/>
        </p:nvSpPr>
        <p:spPr bwMode="auto">
          <a:xfrm>
            <a:off x="7620000" y="3581401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65555" name="AutoShape 19"/>
          <p:cNvCxnSpPr>
            <a:cxnSpLocks noChangeShapeType="1"/>
            <a:stCxn id="65540" idx="7"/>
            <a:endCxn id="65540" idx="0"/>
          </p:cNvCxnSpPr>
          <p:nvPr/>
        </p:nvCxnSpPr>
        <p:spPr bwMode="auto">
          <a:xfrm rot="5400000" flipH="1">
            <a:off x="4183856" y="3664744"/>
            <a:ext cx="77788" cy="215900"/>
          </a:xfrm>
          <a:prstGeom prst="curvedConnector3">
            <a:avLst>
              <a:gd name="adj1" fmla="val 39388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56" name="Text Box 20"/>
          <p:cNvSpPr txBox="1">
            <a:spLocks noChangeArrowheads="1"/>
          </p:cNvSpPr>
          <p:nvPr/>
        </p:nvSpPr>
        <p:spPr bwMode="auto">
          <a:xfrm>
            <a:off x="4038600" y="32004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b|c</a:t>
            </a:r>
          </a:p>
        </p:txBody>
      </p:sp>
      <p:cxnSp>
        <p:nvCxnSpPr>
          <p:cNvPr id="65557" name="AutoShape 21"/>
          <p:cNvCxnSpPr>
            <a:cxnSpLocks noChangeShapeType="1"/>
            <a:stCxn id="65542" idx="5"/>
          </p:cNvCxnSpPr>
          <p:nvPr/>
        </p:nvCxnSpPr>
        <p:spPr bwMode="auto">
          <a:xfrm rot="5400000">
            <a:off x="4679157" y="3625057"/>
            <a:ext cx="77787" cy="1206500"/>
          </a:xfrm>
          <a:prstGeom prst="curvedConnector4">
            <a:avLst>
              <a:gd name="adj1" fmla="val 471426"/>
              <a:gd name="adj2" fmla="val 71579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58" name="Text Box 22"/>
          <p:cNvSpPr txBox="1">
            <a:spLocks noChangeArrowheads="1"/>
          </p:cNvSpPr>
          <p:nvPr/>
        </p:nvSpPr>
        <p:spPr bwMode="auto">
          <a:xfrm>
            <a:off x="4572000" y="4572001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b|c</a:t>
            </a:r>
          </a:p>
        </p:txBody>
      </p:sp>
      <p:cxnSp>
        <p:nvCxnSpPr>
          <p:cNvPr id="65559" name="AutoShape 23"/>
          <p:cNvCxnSpPr>
            <a:cxnSpLocks noChangeShapeType="1"/>
            <a:stCxn id="65543" idx="3"/>
          </p:cNvCxnSpPr>
          <p:nvPr/>
        </p:nvCxnSpPr>
        <p:spPr bwMode="auto">
          <a:xfrm rot="16200000" flipV="1">
            <a:off x="5112544" y="3421857"/>
            <a:ext cx="74613" cy="1460500"/>
          </a:xfrm>
          <a:prstGeom prst="curvedConnector4">
            <a:avLst>
              <a:gd name="adj1" fmla="val -844685"/>
              <a:gd name="adj2" fmla="val 52713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60" name="Text Box 24"/>
          <p:cNvSpPr txBox="1">
            <a:spLocks noChangeArrowheads="1"/>
          </p:cNvSpPr>
          <p:nvPr/>
        </p:nvSpPr>
        <p:spPr bwMode="auto">
          <a:xfrm>
            <a:off x="5410200" y="44196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65561" name="AutoShape 25"/>
          <p:cNvCxnSpPr>
            <a:cxnSpLocks noChangeShapeType="1"/>
          </p:cNvCxnSpPr>
          <p:nvPr/>
        </p:nvCxnSpPr>
        <p:spPr bwMode="auto">
          <a:xfrm rot="5400000" flipH="1">
            <a:off x="6012656" y="3588544"/>
            <a:ext cx="77788" cy="215900"/>
          </a:xfrm>
          <a:prstGeom prst="curvedConnector3">
            <a:avLst>
              <a:gd name="adj1" fmla="val 39388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62" name="Text Box 26"/>
          <p:cNvSpPr txBox="1">
            <a:spLocks noChangeArrowheads="1"/>
          </p:cNvSpPr>
          <p:nvPr/>
        </p:nvSpPr>
        <p:spPr bwMode="auto">
          <a:xfrm>
            <a:off x="5867400" y="31242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65563" name="AutoShape 27"/>
          <p:cNvCxnSpPr>
            <a:cxnSpLocks noChangeShapeType="1"/>
            <a:stCxn id="65544" idx="3"/>
            <a:endCxn id="65540" idx="3"/>
          </p:cNvCxnSpPr>
          <p:nvPr/>
        </p:nvCxnSpPr>
        <p:spPr bwMode="auto">
          <a:xfrm rot="5400000">
            <a:off x="5422107" y="2666207"/>
            <a:ext cx="1587" cy="3048000"/>
          </a:xfrm>
          <a:prstGeom prst="curvedConnector3">
            <a:avLst>
              <a:gd name="adj1" fmla="val 5209999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64" name="Text Box 28"/>
          <p:cNvSpPr txBox="1">
            <a:spLocks noChangeArrowheads="1"/>
          </p:cNvSpPr>
          <p:nvPr/>
        </p:nvSpPr>
        <p:spPr bwMode="auto">
          <a:xfrm>
            <a:off x="6324600" y="48006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65565" name="AutoShape 29"/>
          <p:cNvCxnSpPr>
            <a:cxnSpLocks noChangeShapeType="1"/>
            <a:stCxn id="65544" idx="0"/>
            <a:endCxn id="65542" idx="0"/>
          </p:cNvCxnSpPr>
          <p:nvPr/>
        </p:nvCxnSpPr>
        <p:spPr bwMode="auto">
          <a:xfrm rot="16200000" flipH="1" flipV="1">
            <a:off x="6133306" y="2705894"/>
            <a:ext cx="1588" cy="2057400"/>
          </a:xfrm>
          <a:prstGeom prst="curvedConnector3">
            <a:avLst>
              <a:gd name="adj1" fmla="val -548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66" name="Text Box 30"/>
          <p:cNvSpPr txBox="1">
            <a:spLocks noChangeArrowheads="1"/>
          </p:cNvSpPr>
          <p:nvPr/>
        </p:nvSpPr>
        <p:spPr bwMode="auto">
          <a:xfrm>
            <a:off x="6781800" y="28194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9629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FSM Algorithm</a:t>
            </a:r>
            <a:endParaRPr lang="en-US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FINITE-AUTOMATON-MATCHER(</a:t>
            </a:r>
            <a:r>
              <a:rPr lang="en-IN" dirty="0" err="1" smtClean="0"/>
              <a:t>S,T,m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// S – String, T – Transition Table, m – final state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 n </a:t>
            </a:r>
            <a:r>
              <a:rPr lang="en-IN" dirty="0" smtClean="0"/>
              <a:t>= </a:t>
            </a:r>
            <a:r>
              <a:rPr lang="en-IN" dirty="0" err="1"/>
              <a:t>S</a:t>
            </a:r>
            <a:r>
              <a:rPr lang="en-IN" dirty="0" err="1" smtClean="0"/>
              <a:t>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IN" dirty="0"/>
              <a:t>2 Q</a:t>
            </a:r>
            <a:r>
              <a:rPr lang="en-IN" dirty="0" smtClean="0"/>
              <a:t> = </a:t>
            </a:r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IN" dirty="0"/>
              <a:t>3 </a:t>
            </a:r>
            <a:r>
              <a:rPr lang="en-IN" b="1" dirty="0"/>
              <a:t>for 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smtClean="0"/>
              <a:t>= </a:t>
            </a:r>
            <a:r>
              <a:rPr lang="en-IN" dirty="0"/>
              <a:t>1 </a:t>
            </a:r>
            <a:r>
              <a:rPr lang="en-IN" b="1" dirty="0"/>
              <a:t>to 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fr-FR" dirty="0"/>
              <a:t>4 </a:t>
            </a:r>
            <a:r>
              <a:rPr lang="fr-FR" dirty="0" smtClean="0"/>
              <a:t>    Q = T(Q, S[i])	// Look up transition table and change the state</a:t>
            </a:r>
            <a:endParaRPr lang="fr-FR" dirty="0"/>
          </a:p>
          <a:p>
            <a:pPr marL="0" indent="0">
              <a:buNone/>
            </a:pPr>
            <a:r>
              <a:rPr lang="en-IN" dirty="0"/>
              <a:t>5 </a:t>
            </a:r>
            <a:r>
              <a:rPr lang="en-IN" dirty="0" smtClean="0"/>
              <a:t>    </a:t>
            </a:r>
            <a:r>
              <a:rPr lang="en-IN" b="1" dirty="0" smtClean="0"/>
              <a:t>if </a:t>
            </a:r>
            <a:r>
              <a:rPr lang="en-IN" dirty="0"/>
              <a:t>Q</a:t>
            </a:r>
            <a:r>
              <a:rPr lang="en-IN" dirty="0" smtClean="0"/>
              <a:t> </a:t>
            </a:r>
            <a:r>
              <a:rPr lang="en-IN" dirty="0"/>
              <a:t>== m</a:t>
            </a:r>
          </a:p>
          <a:p>
            <a:pPr marL="0" indent="0">
              <a:buNone/>
            </a:pPr>
            <a:r>
              <a:rPr lang="en-US" dirty="0"/>
              <a:t>6 </a:t>
            </a:r>
            <a:r>
              <a:rPr lang="en-US" dirty="0" smtClean="0"/>
              <a:t>        print </a:t>
            </a:r>
            <a:r>
              <a:rPr lang="en-US" dirty="0"/>
              <a:t>“Pattern occurs with shift” </a:t>
            </a:r>
            <a:r>
              <a:rPr lang="en-US" dirty="0" err="1" smtClean="0"/>
              <a:t>i</a:t>
            </a:r>
            <a:r>
              <a:rPr lang="en-US" dirty="0" smtClean="0"/>
              <a:t>-m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7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KMP – The Big Idea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690688"/>
            <a:ext cx="8686800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400" dirty="0" smtClean="0"/>
              <a:t>Input: Pattern – P[1..m], Text – T[1..n]</a:t>
            </a:r>
          </a:p>
          <a:p>
            <a:r>
              <a:rPr lang="en-US" altLang="en-US" sz="2400" dirty="0" smtClean="0"/>
              <a:t>Retain </a:t>
            </a:r>
            <a:r>
              <a:rPr lang="en-US" altLang="en-US" sz="2400" dirty="0"/>
              <a:t>information from prior attempts.</a:t>
            </a:r>
          </a:p>
          <a:p>
            <a:r>
              <a:rPr lang="en-US" altLang="en-US" sz="2400" b="1" dirty="0"/>
              <a:t>Compute in advance how far to jump in P when a match fails.</a:t>
            </a:r>
          </a:p>
          <a:p>
            <a:pPr lvl="1"/>
            <a:r>
              <a:rPr lang="en-US" altLang="en-US" sz="2000" dirty="0"/>
              <a:t>Suppose the match fails at  </a:t>
            </a:r>
            <a:r>
              <a:rPr lang="en-US" altLang="en-US" sz="2000" b="1" dirty="0"/>
              <a:t>P[j] </a:t>
            </a:r>
            <a:r>
              <a:rPr lang="en-US" altLang="en-US" b="1" dirty="0">
                <a:sym typeface="Symbol" panose="05050102010706020507" pitchFamily="18" charset="2"/>
              </a:rPr>
              <a:t></a:t>
            </a:r>
            <a:r>
              <a:rPr lang="en-US" altLang="en-US" sz="2000" b="1" dirty="0"/>
              <a:t> T[</a:t>
            </a:r>
            <a:r>
              <a:rPr lang="en-US" altLang="en-US" sz="2000" b="1" dirty="0" err="1"/>
              <a:t>i+j</a:t>
            </a:r>
            <a:r>
              <a:rPr lang="en-US" altLang="en-US" sz="2000" b="1" dirty="0" smtClean="0"/>
              <a:t>]</a:t>
            </a:r>
            <a:r>
              <a:rPr lang="en-US" altLang="en-US" sz="2000" dirty="0" smtClean="0"/>
              <a:t>, 0 &lt; j &lt; m</a:t>
            </a:r>
            <a:endParaRPr lang="en-US" altLang="en-US" sz="2000" dirty="0"/>
          </a:p>
          <a:p>
            <a:pPr lvl="1"/>
            <a:r>
              <a:rPr lang="en-US" altLang="en-US" sz="2000" dirty="0"/>
              <a:t>Then we know  </a:t>
            </a:r>
            <a:r>
              <a:rPr lang="en-US" altLang="en-US" sz="2000" b="1" dirty="0"/>
              <a:t>P[0 .. j-1]</a:t>
            </a:r>
            <a:r>
              <a:rPr lang="en-US" altLang="en-US" sz="2000" dirty="0"/>
              <a:t> </a:t>
            </a:r>
            <a:r>
              <a:rPr lang="en-US" altLang="en-US" sz="2000" b="1" dirty="0"/>
              <a:t>= T[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 .. i+j-1]</a:t>
            </a:r>
            <a:r>
              <a:rPr lang="en-US" altLang="en-US" sz="2000" dirty="0"/>
              <a:t>.</a:t>
            </a:r>
          </a:p>
          <a:p>
            <a:r>
              <a:rPr lang="en-US" altLang="en-US" sz="2400" dirty="0"/>
              <a:t>We must next try  </a:t>
            </a:r>
            <a:r>
              <a:rPr lang="en-US" altLang="en-US" sz="2400" b="1" dirty="0"/>
              <a:t>P[0] ? T[i+1]</a:t>
            </a:r>
            <a:r>
              <a:rPr lang="en-US" altLang="en-US" sz="2400" dirty="0"/>
              <a:t>.</a:t>
            </a:r>
          </a:p>
          <a:p>
            <a:pPr lvl="1"/>
            <a:r>
              <a:rPr lang="en-US" altLang="en-US" sz="2000" dirty="0"/>
              <a:t>But we know  </a:t>
            </a:r>
            <a:r>
              <a:rPr lang="en-US" altLang="en-US" sz="2000" b="1" dirty="0"/>
              <a:t>T[i+1]=P[1]</a:t>
            </a:r>
            <a:endParaRPr lang="en-US" altLang="en-US" sz="2000" b="1" i="1" dirty="0"/>
          </a:p>
          <a:p>
            <a:pPr lvl="1"/>
            <a:r>
              <a:rPr lang="en-US" altLang="en-US" sz="2000" dirty="0"/>
              <a:t>What if we compare:  </a:t>
            </a:r>
            <a:r>
              <a:rPr lang="en-US" altLang="en-US" sz="2000" b="1" dirty="0" smtClean="0"/>
              <a:t>P[1]=P[0] e.g. P = </a:t>
            </a:r>
            <a:r>
              <a:rPr lang="en-US" altLang="en-US" sz="2000" b="1" dirty="0" err="1" smtClean="0"/>
              <a:t>aab</a:t>
            </a:r>
            <a:endParaRPr lang="en-US" altLang="en-US" sz="2000" b="1" dirty="0"/>
          </a:p>
          <a:p>
            <a:pPr lvl="2"/>
            <a:r>
              <a:rPr lang="en-US" altLang="en-US" sz="1800" dirty="0"/>
              <a:t>If so, increment </a:t>
            </a:r>
            <a:r>
              <a:rPr lang="en-US" altLang="en-US" sz="1800" b="1" dirty="0"/>
              <a:t>j</a:t>
            </a:r>
            <a:r>
              <a:rPr lang="en-US" altLang="en-US" sz="1800" dirty="0"/>
              <a:t> by </a:t>
            </a:r>
            <a:r>
              <a:rPr lang="en-US" altLang="en-US" sz="1800" b="1" dirty="0"/>
              <a:t>1</a:t>
            </a:r>
            <a:r>
              <a:rPr lang="en-US" altLang="en-US" sz="1800" dirty="0"/>
              <a:t>. No need to look at </a:t>
            </a:r>
            <a:r>
              <a:rPr lang="en-US" altLang="en-US" sz="1800" b="1" dirty="0"/>
              <a:t>T</a:t>
            </a:r>
            <a:r>
              <a:rPr lang="en-US" altLang="en-US" sz="1800" dirty="0"/>
              <a:t>.</a:t>
            </a:r>
          </a:p>
          <a:p>
            <a:pPr lvl="1"/>
            <a:r>
              <a:rPr lang="en-US" altLang="en-US" sz="2000" dirty="0" smtClean="0"/>
              <a:t>What </a:t>
            </a:r>
            <a:r>
              <a:rPr lang="en-US" altLang="en-US" sz="2000" dirty="0"/>
              <a:t>if </a:t>
            </a:r>
            <a:r>
              <a:rPr lang="en-US" altLang="en-US" sz="2000" b="1" dirty="0" smtClean="0"/>
              <a:t>P[2]=</a:t>
            </a:r>
            <a:r>
              <a:rPr lang="en-US" altLang="en-US" sz="2000" b="1" dirty="0"/>
              <a:t>P[0]</a:t>
            </a:r>
            <a:r>
              <a:rPr lang="en-US" altLang="en-US" sz="2000" dirty="0"/>
              <a:t> and </a:t>
            </a:r>
            <a:r>
              <a:rPr lang="en-US" altLang="en-US" sz="2000" b="1" dirty="0" smtClean="0"/>
              <a:t>P[3]=P[1]? E.g. P = </a:t>
            </a:r>
            <a:r>
              <a:rPr lang="en-US" altLang="en-US" sz="2000" b="1" dirty="0" err="1" smtClean="0"/>
              <a:t>ababc</a:t>
            </a:r>
            <a:endParaRPr lang="en-US" altLang="en-US" sz="2000" dirty="0"/>
          </a:p>
          <a:p>
            <a:pPr lvl="2"/>
            <a:r>
              <a:rPr lang="en-US" altLang="en-US" sz="1800" dirty="0"/>
              <a:t>Then increment </a:t>
            </a:r>
            <a:r>
              <a:rPr lang="en-US" altLang="en-US" sz="1800" b="1" dirty="0"/>
              <a:t>j</a:t>
            </a:r>
            <a:r>
              <a:rPr lang="en-US" altLang="en-US" sz="1800" dirty="0"/>
              <a:t> by </a:t>
            </a:r>
            <a:r>
              <a:rPr lang="en-US" altLang="en-US" sz="1800" b="1" dirty="0"/>
              <a:t>2</a:t>
            </a:r>
            <a:r>
              <a:rPr lang="en-US" altLang="en-US" sz="1800" dirty="0"/>
              <a:t>. Again, no need to look at </a:t>
            </a:r>
            <a:r>
              <a:rPr lang="en-US" altLang="en-US" sz="1800" b="1" dirty="0"/>
              <a:t>T</a:t>
            </a:r>
            <a:r>
              <a:rPr lang="en-US" altLang="en-US" sz="1800" dirty="0"/>
              <a:t>.</a:t>
            </a:r>
          </a:p>
          <a:p>
            <a:r>
              <a:rPr lang="en-US" altLang="en-US" sz="2400" dirty="0"/>
              <a:t>In general, we can determine how far to jump without any knowledge of </a:t>
            </a:r>
            <a:r>
              <a:rPr lang="en-US" altLang="en-US" sz="2400" b="1" dirty="0"/>
              <a:t>T</a:t>
            </a:r>
            <a:r>
              <a:rPr lang="en-US" altLang="en-US" sz="2400" dirty="0"/>
              <a:t>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807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78725" y="5902325"/>
              <a:ext cx="133350" cy="1588"/>
            </p14:xfrm>
          </p:contentPart>
        </mc:Choice>
        <mc:Fallback xmlns="">
          <p:pic>
            <p:nvPicPr>
              <p:cNvPr id="8807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9354" y="5861037"/>
                <a:ext cx="152091" cy="84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07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58925" y="6518275"/>
              <a:ext cx="1588" cy="1588"/>
            </p14:xfrm>
          </p:contentPart>
        </mc:Choice>
        <mc:Fallback xmlns="">
          <p:pic>
            <p:nvPicPr>
              <p:cNvPr id="8807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7637" y="6476987"/>
                <a:ext cx="84164" cy="84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2163240" y="2744280"/>
              <a:ext cx="9869760" cy="37911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54240" y="2734560"/>
                <a:ext cx="9889560" cy="38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85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80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bldLvl="2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Implementing KMP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Never decrement </a:t>
            </a:r>
            <a:r>
              <a:rPr lang="en-US" altLang="en-US" b="1" dirty="0" err="1"/>
              <a:t>i</a:t>
            </a:r>
            <a:r>
              <a:rPr lang="en-US" altLang="en-US" dirty="0"/>
              <a:t>, ever.</a:t>
            </a:r>
          </a:p>
          <a:p>
            <a:pPr marL="990600" lvl="1" indent="-533400"/>
            <a:r>
              <a:rPr lang="en-US" altLang="en-US" dirty="0"/>
              <a:t>Comparing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T[</a:t>
            </a:r>
            <a:r>
              <a:rPr lang="en-US" altLang="en-US" b="1" dirty="0" err="1"/>
              <a:t>i</a:t>
            </a:r>
            <a:r>
              <a:rPr lang="en-US" altLang="en-US" b="1" dirty="0"/>
              <a:t>]  </a:t>
            </a:r>
            <a:r>
              <a:rPr lang="en-US" altLang="en-US" dirty="0"/>
              <a:t> with   </a:t>
            </a:r>
            <a:r>
              <a:rPr lang="en-US" altLang="en-US" b="1" dirty="0"/>
              <a:t>P[j]</a:t>
            </a:r>
            <a:r>
              <a:rPr lang="en-US" altLang="en-US" dirty="0"/>
              <a:t>.</a:t>
            </a:r>
          </a:p>
          <a:p>
            <a:pPr marL="609600" indent="-609600"/>
            <a:r>
              <a:rPr lang="en-US" altLang="en-US" dirty="0"/>
              <a:t>Compute a table </a:t>
            </a:r>
            <a:r>
              <a:rPr lang="el-GR" altLang="en-US" dirty="0" smtClean="0"/>
              <a:t>π</a:t>
            </a:r>
            <a:r>
              <a:rPr lang="en-US" altLang="en-US" dirty="0" smtClean="0"/>
              <a:t> </a:t>
            </a:r>
            <a:r>
              <a:rPr lang="en-US" altLang="en-US" dirty="0"/>
              <a:t>of how far to jump </a:t>
            </a:r>
            <a:r>
              <a:rPr lang="en-US" altLang="en-US" b="1" dirty="0"/>
              <a:t>j</a:t>
            </a:r>
            <a:r>
              <a:rPr lang="en-US" altLang="en-US" dirty="0"/>
              <a:t> forward when a match fails. </a:t>
            </a:r>
          </a:p>
          <a:p>
            <a:pPr marL="990600" lvl="1" indent="-533400"/>
            <a:r>
              <a:rPr lang="en-US" altLang="en-US" dirty="0"/>
              <a:t>The next match will compare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T[</a:t>
            </a:r>
            <a:r>
              <a:rPr lang="en-US" altLang="en-US" b="1" dirty="0" err="1"/>
              <a:t>i</a:t>
            </a:r>
            <a:r>
              <a:rPr lang="en-US" altLang="en-US" b="1" dirty="0"/>
              <a:t>]  </a:t>
            </a:r>
            <a:r>
              <a:rPr lang="en-US" altLang="en-US" dirty="0"/>
              <a:t> with</a:t>
            </a:r>
            <a:r>
              <a:rPr lang="en-US" altLang="en-US" b="1" dirty="0"/>
              <a:t>   </a:t>
            </a:r>
            <a:r>
              <a:rPr lang="en-US" altLang="en-US" b="1" dirty="0" smtClean="0"/>
              <a:t>P[</a:t>
            </a:r>
            <a:r>
              <a:rPr lang="el-GR" altLang="en-US" b="1" dirty="0"/>
              <a:t>π</a:t>
            </a:r>
            <a:r>
              <a:rPr lang="en-US" altLang="en-US" b="1" dirty="0" smtClean="0"/>
              <a:t>[j-1</a:t>
            </a:r>
            <a:r>
              <a:rPr lang="en-US" altLang="en-US" b="1" dirty="0"/>
              <a:t>]]</a:t>
            </a:r>
            <a:r>
              <a:rPr lang="en-US" altLang="en-US" dirty="0"/>
              <a:t> </a:t>
            </a:r>
          </a:p>
          <a:p>
            <a:pPr marL="609600" indent="-609600"/>
            <a:r>
              <a:rPr lang="en-US" altLang="en-US" dirty="0"/>
              <a:t>Do this by matching </a:t>
            </a:r>
            <a:r>
              <a:rPr lang="en-US" altLang="en-US" b="1" dirty="0"/>
              <a:t>P</a:t>
            </a:r>
            <a:r>
              <a:rPr lang="en-US" altLang="en-US" dirty="0"/>
              <a:t> against itself in all positions.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723760" y="2943720"/>
              <a:ext cx="5652360" cy="13356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5480" y="2933640"/>
                <a:ext cx="5672160" cy="13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432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2209800" y="2634143"/>
            <a:ext cx="6934200" cy="332204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altLang="en-US" dirty="0"/>
              <a:t>Building the Table for </a:t>
            </a:r>
            <a:r>
              <a:rPr lang="el-GR" altLang="en-US" dirty="0"/>
              <a:t>π</a:t>
            </a:r>
            <a:endParaRPr lang="en-US" altLang="en-US" dirty="0"/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1712054"/>
            <a:ext cx="8229600" cy="4525963"/>
          </a:xfrm>
        </p:spPr>
        <p:txBody>
          <a:bodyPr/>
          <a:lstStyle/>
          <a:p>
            <a:r>
              <a:rPr lang="en-US" altLang="en-US" dirty="0"/>
              <a:t>P = 1010011</a:t>
            </a:r>
          </a:p>
          <a:p>
            <a:r>
              <a:rPr lang="en-US" altLang="en-US" dirty="0"/>
              <a:t>Find self-overlaps 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Prefix		Overlap	</a:t>
            </a:r>
            <a:r>
              <a:rPr lang="en-US" altLang="en-US" b="1" dirty="0">
                <a:solidFill>
                  <a:srgbClr val="FF0000"/>
                </a:solidFill>
              </a:rPr>
              <a:t>j</a:t>
            </a:r>
            <a:r>
              <a:rPr lang="en-US" altLang="en-US" dirty="0">
                <a:solidFill>
                  <a:srgbClr val="FF0000"/>
                </a:solidFill>
              </a:rPr>
              <a:t>		</a:t>
            </a:r>
            <a:r>
              <a:rPr lang="el-GR" altLang="en-US" dirty="0" smtClean="0">
                <a:solidFill>
                  <a:srgbClr val="FF0000"/>
                </a:solidFill>
              </a:rPr>
              <a:t>π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en-US" dirty="0"/>
              <a:t>1 			</a:t>
            </a:r>
            <a:r>
              <a:rPr lang="en-US" altLang="en-US" dirty="0" smtClean="0"/>
              <a:t>	.</a:t>
            </a:r>
            <a:r>
              <a:rPr lang="en-US" altLang="en-US" dirty="0"/>
              <a:t>		1		0</a:t>
            </a:r>
          </a:p>
          <a:p>
            <a:pPr lvl="1">
              <a:buFontTx/>
              <a:buNone/>
            </a:pPr>
            <a:r>
              <a:rPr lang="en-US" altLang="en-US" dirty="0"/>
              <a:t>10			.		2		0</a:t>
            </a:r>
          </a:p>
          <a:p>
            <a:pPr lvl="1">
              <a:buFontTx/>
              <a:buNone/>
            </a:pPr>
            <a:r>
              <a:rPr lang="en-US" altLang="en-US" dirty="0"/>
              <a:t>10</a:t>
            </a:r>
            <a:r>
              <a:rPr lang="en-US" altLang="en-US" b="1" dirty="0"/>
              <a:t>1</a:t>
            </a:r>
            <a:r>
              <a:rPr lang="en-US" altLang="en-US" dirty="0"/>
              <a:t>		</a:t>
            </a:r>
            <a:r>
              <a:rPr lang="en-US" altLang="en-US" b="1" dirty="0"/>
              <a:t>1</a:t>
            </a:r>
            <a:r>
              <a:rPr lang="en-US" altLang="en-US" dirty="0"/>
              <a:t>		3		1</a:t>
            </a:r>
          </a:p>
          <a:p>
            <a:pPr lvl="1">
              <a:buFontTx/>
              <a:buNone/>
            </a:pPr>
            <a:r>
              <a:rPr lang="en-US" altLang="en-US" dirty="0"/>
              <a:t>10</a:t>
            </a:r>
            <a:r>
              <a:rPr lang="en-US" altLang="en-US" b="1" dirty="0"/>
              <a:t>10</a:t>
            </a:r>
            <a:r>
              <a:rPr lang="en-US" altLang="en-US" dirty="0"/>
              <a:t>		</a:t>
            </a:r>
            <a:r>
              <a:rPr lang="en-US" altLang="en-US" b="1" dirty="0"/>
              <a:t>10</a:t>
            </a:r>
            <a:r>
              <a:rPr lang="en-US" altLang="en-US" dirty="0"/>
              <a:t>		4		2</a:t>
            </a:r>
          </a:p>
          <a:p>
            <a:pPr lvl="1">
              <a:buFontTx/>
              <a:buNone/>
            </a:pPr>
            <a:r>
              <a:rPr lang="en-US" altLang="en-US" dirty="0"/>
              <a:t>10100		.		5		0</a:t>
            </a:r>
          </a:p>
          <a:p>
            <a:pPr lvl="1">
              <a:buFontTx/>
              <a:buNone/>
            </a:pPr>
            <a:r>
              <a:rPr lang="en-US" altLang="en-US" dirty="0"/>
              <a:t>10100</a:t>
            </a:r>
            <a:r>
              <a:rPr lang="en-US" altLang="en-US" b="1" dirty="0"/>
              <a:t>1		1 	</a:t>
            </a:r>
            <a:r>
              <a:rPr lang="en-US" altLang="en-US" dirty="0"/>
              <a:t>	6		1</a:t>
            </a:r>
          </a:p>
          <a:p>
            <a:pPr lvl="1">
              <a:buFontTx/>
              <a:buNone/>
            </a:pPr>
            <a:r>
              <a:rPr lang="en-US" altLang="en-US" dirty="0"/>
              <a:t>101001</a:t>
            </a:r>
            <a:r>
              <a:rPr lang="en-US" altLang="en-US" b="1" dirty="0"/>
              <a:t>1</a:t>
            </a:r>
            <a:r>
              <a:rPr lang="en-US" altLang="en-US" dirty="0"/>
              <a:t>	</a:t>
            </a:r>
            <a:r>
              <a:rPr lang="en-US" altLang="en-US" dirty="0" smtClean="0"/>
              <a:t>	</a:t>
            </a:r>
            <a:r>
              <a:rPr lang="en-US" altLang="en-US" b="1" dirty="0" smtClean="0"/>
              <a:t>1</a:t>
            </a:r>
            <a:r>
              <a:rPr lang="en-US" altLang="en-US" dirty="0"/>
              <a:t>		7		1</a:t>
            </a:r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2209800" y="3048000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078720" y="1630440"/>
              <a:ext cx="8677440" cy="34387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6200" y="1619640"/>
                <a:ext cx="8691480" cy="345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905000" y="1371600"/>
            <a:ext cx="4114800" cy="2286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r>
              <a:rPr lang="en-US" altLang="en-US" dirty="0"/>
              <a:t>What </a:t>
            </a:r>
            <a:r>
              <a:rPr lang="el-GR" altLang="en-US" dirty="0"/>
              <a:t>π</a:t>
            </a:r>
            <a:r>
              <a:rPr lang="en-US" altLang="en-US" dirty="0" smtClean="0"/>
              <a:t> </a:t>
            </a:r>
            <a:r>
              <a:rPr lang="en-US" altLang="en-US" dirty="0"/>
              <a:t>means</a:t>
            </a:r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47800"/>
            <a:ext cx="4191000" cy="47684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Prefix        Overlap	</a:t>
            </a:r>
            <a:r>
              <a:rPr lang="en-US" altLang="en-US" sz="2000" b="1" dirty="0">
                <a:solidFill>
                  <a:srgbClr val="FF0000"/>
                </a:solidFill>
              </a:rPr>
              <a:t>j</a:t>
            </a:r>
            <a:r>
              <a:rPr lang="en-US" altLang="en-US" sz="2000" dirty="0">
                <a:solidFill>
                  <a:srgbClr val="FF0000"/>
                </a:solidFill>
              </a:rPr>
              <a:t>	</a:t>
            </a:r>
            <a:r>
              <a:rPr lang="el-GR" altLang="en-US" sz="2000" dirty="0" smtClean="0">
                <a:solidFill>
                  <a:srgbClr val="FF0000"/>
                </a:solidFill>
              </a:rPr>
              <a:t>π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 			.	1	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		</a:t>
            </a:r>
            <a:r>
              <a:rPr lang="en-US" altLang="en-US" sz="2000" dirty="0" smtClean="0"/>
              <a:t>.</a:t>
            </a:r>
            <a:r>
              <a:rPr lang="en-US" altLang="en-US" sz="2000" dirty="0"/>
              <a:t>	2	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</a:t>
            </a:r>
            <a:r>
              <a:rPr lang="en-US" altLang="en-US" sz="2000" b="1" dirty="0"/>
              <a:t>1</a:t>
            </a:r>
            <a:r>
              <a:rPr lang="en-US" altLang="en-US" sz="2000" dirty="0"/>
              <a:t>		</a:t>
            </a:r>
            <a:r>
              <a:rPr lang="en-US" altLang="en-US" sz="2000" b="1" dirty="0"/>
              <a:t>1</a:t>
            </a:r>
            <a:r>
              <a:rPr lang="en-US" altLang="en-US" sz="2000" dirty="0"/>
              <a:t>	3	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</a:t>
            </a:r>
            <a:r>
              <a:rPr lang="en-US" altLang="en-US" sz="2000" b="1" dirty="0"/>
              <a:t>10</a:t>
            </a:r>
            <a:r>
              <a:rPr lang="en-US" altLang="en-US" sz="2000" dirty="0"/>
              <a:t>		</a:t>
            </a:r>
            <a:r>
              <a:rPr lang="en-US" altLang="en-US" sz="2000" b="1" dirty="0"/>
              <a:t>10</a:t>
            </a:r>
            <a:r>
              <a:rPr lang="en-US" altLang="en-US" sz="2000" dirty="0"/>
              <a:t>	4	2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10100		.	5	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10100</a:t>
            </a:r>
            <a:r>
              <a:rPr lang="en-US" altLang="en-US" sz="2000" b="1" dirty="0"/>
              <a:t>1</a:t>
            </a:r>
            <a:r>
              <a:rPr lang="en-US" altLang="en-US" sz="2000" dirty="0"/>
              <a:t>		</a:t>
            </a:r>
            <a:r>
              <a:rPr lang="en-US" altLang="en-US" sz="2000" b="1" dirty="0"/>
              <a:t>1</a:t>
            </a:r>
            <a:r>
              <a:rPr lang="en-US" altLang="en-US" sz="2000" dirty="0"/>
              <a:t>	6	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/>
              <a:t>101001</a:t>
            </a:r>
            <a:r>
              <a:rPr lang="en-US" altLang="en-US" sz="2000" b="1" dirty="0"/>
              <a:t>1</a:t>
            </a:r>
            <a:r>
              <a:rPr lang="en-US" altLang="en-US" sz="2000" dirty="0"/>
              <a:t>	</a:t>
            </a:r>
            <a:r>
              <a:rPr lang="en-US" altLang="en-US" sz="2000" dirty="0" smtClean="0"/>
              <a:t>	</a:t>
            </a:r>
            <a:r>
              <a:rPr lang="en-US" altLang="en-US" sz="2000" b="1" dirty="0" smtClean="0"/>
              <a:t>1</a:t>
            </a:r>
            <a:r>
              <a:rPr lang="en-US" altLang="en-US" sz="2000" dirty="0"/>
              <a:t>	7	</a:t>
            </a:r>
            <a:r>
              <a:rPr lang="en-US" altLang="en-US" sz="2000" dirty="0" smtClean="0"/>
              <a:t>1</a:t>
            </a:r>
          </a:p>
          <a:p>
            <a:r>
              <a:rPr lang="en-US" altLang="en-US" dirty="0" smtClean="0"/>
              <a:t>If </a:t>
            </a:r>
            <a:r>
              <a:rPr lang="el-GR" altLang="en-US" b="1" dirty="0"/>
              <a:t>π</a:t>
            </a:r>
            <a:r>
              <a:rPr lang="en-US" altLang="en-US" dirty="0" smtClean="0"/>
              <a:t> is zero, there is no self-match.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Set </a:t>
            </a:r>
            <a:r>
              <a:rPr lang="en-US" altLang="en-US" b="1" dirty="0"/>
              <a:t>j=0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 not change </a:t>
            </a:r>
            <a:r>
              <a:rPr lang="en-US" altLang="en-US" b="1" dirty="0" err="1"/>
              <a:t>i</a:t>
            </a:r>
            <a:r>
              <a:rPr lang="en-US" altLang="en-US" dirty="0"/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next match is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rgbClr val="FF0000"/>
                </a:solidFill>
              </a:rPr>
              <a:t>T[</a:t>
            </a:r>
            <a:r>
              <a:rPr lang="en-US" altLang="en-US" b="1" dirty="0" err="1">
                <a:solidFill>
                  <a:srgbClr val="FF0000"/>
                </a:solidFill>
              </a:rPr>
              <a:t>i</a:t>
            </a:r>
            <a:r>
              <a:rPr lang="en-US" altLang="en-US" b="1" dirty="0">
                <a:solidFill>
                  <a:srgbClr val="FF0000"/>
                </a:solidFill>
              </a:rPr>
              <a:t>]  ?  P[0]</a:t>
            </a:r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371600"/>
            <a:ext cx="4267200" cy="5029200"/>
          </a:xfrm>
        </p:spPr>
        <p:txBody>
          <a:bodyPr/>
          <a:lstStyle/>
          <a:p>
            <a:r>
              <a:rPr lang="el-GR" altLang="en-US" sz="2400" b="1" dirty="0"/>
              <a:t>π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non-zero implies there is a self-match.</a:t>
            </a:r>
          </a:p>
          <a:p>
            <a:pPr lvl="1">
              <a:buNone/>
            </a:pPr>
            <a:r>
              <a:rPr lang="en-US" altLang="en-US" sz="2000" i="1" dirty="0"/>
              <a:t>E.g., </a:t>
            </a:r>
            <a:r>
              <a:rPr lang="el-GR" altLang="en-US" sz="2000" b="1" dirty="0" smtClean="0"/>
              <a:t>π</a:t>
            </a:r>
            <a:r>
              <a:rPr lang="en-US" altLang="en-US" sz="2000" b="1" dirty="0" smtClean="0"/>
              <a:t>=2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means </a:t>
            </a:r>
            <a:r>
              <a:rPr lang="en-US" altLang="en-US" sz="2000" b="1" dirty="0"/>
              <a:t>P</a:t>
            </a:r>
            <a:r>
              <a:rPr lang="en-US" altLang="en-US" sz="2000" dirty="0"/>
              <a:t>[0..1]</a:t>
            </a:r>
            <a:r>
              <a:rPr lang="en-US" altLang="en-US" sz="2000" b="1" dirty="0"/>
              <a:t> = P</a:t>
            </a:r>
            <a:r>
              <a:rPr lang="en-US" altLang="en-US" sz="2000" dirty="0"/>
              <a:t>[j-2..j-1]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Hence must start new comparison at </a:t>
            </a:r>
            <a:r>
              <a:rPr lang="en-US" altLang="en-US" sz="1800" b="1" dirty="0"/>
              <a:t>j-2</a:t>
            </a:r>
            <a:r>
              <a:rPr lang="en-US" altLang="en-US" sz="1800" dirty="0"/>
              <a:t>, since we know </a:t>
            </a:r>
            <a:r>
              <a:rPr lang="en-US" altLang="en-US" sz="1800" b="1" dirty="0"/>
              <a:t>T</a:t>
            </a:r>
            <a:r>
              <a:rPr lang="en-US" altLang="en-US" sz="1800" dirty="0"/>
              <a:t>[i-2..i-1] = </a:t>
            </a:r>
            <a:r>
              <a:rPr lang="en-US" altLang="en-US" sz="1800" b="1" dirty="0"/>
              <a:t>P</a:t>
            </a:r>
            <a:r>
              <a:rPr lang="en-US" altLang="en-US" sz="1800" dirty="0"/>
              <a:t>[0..1]</a:t>
            </a:r>
            <a:br>
              <a:rPr lang="en-US" altLang="en-US" sz="1800" dirty="0"/>
            </a:br>
            <a:endParaRPr lang="en-US" altLang="en-US" sz="1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/>
              <a:t>	In general:</a:t>
            </a:r>
          </a:p>
          <a:p>
            <a:pPr lvl="1"/>
            <a:r>
              <a:rPr lang="en-US" altLang="en-US" sz="2000" dirty="0"/>
              <a:t>Set </a:t>
            </a:r>
            <a:r>
              <a:rPr lang="en-US" altLang="en-US" sz="2000" b="1" dirty="0" smtClean="0"/>
              <a:t>j=</a:t>
            </a:r>
            <a:r>
              <a:rPr lang="el-GR" altLang="en-US" sz="2000" b="1" dirty="0" smtClean="0"/>
              <a:t>π</a:t>
            </a:r>
            <a:r>
              <a:rPr lang="en-US" altLang="en-US" sz="2000" b="1" dirty="0" smtClean="0"/>
              <a:t>[j-1</a:t>
            </a:r>
            <a:r>
              <a:rPr lang="en-US" altLang="en-US" sz="2000" b="1" dirty="0"/>
              <a:t>]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Do not change </a:t>
            </a:r>
            <a:r>
              <a:rPr lang="en-US" altLang="en-US" sz="2000" b="1" dirty="0" err="1"/>
              <a:t>i</a:t>
            </a:r>
            <a:r>
              <a:rPr lang="en-US" altLang="en-US" sz="2000" dirty="0"/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The next match is</a:t>
            </a:r>
          </a:p>
          <a:p>
            <a:pPr lvl="2">
              <a:buNone/>
            </a:pPr>
            <a:r>
              <a:rPr lang="en-US" altLang="en-US" sz="1800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T[</a:t>
            </a:r>
            <a:r>
              <a:rPr lang="en-US" altLang="en-US" sz="1800" b="1" dirty="0" err="1">
                <a:solidFill>
                  <a:srgbClr val="FF0000"/>
                </a:solidFill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</a:rPr>
              <a:t>]  ?   </a:t>
            </a:r>
            <a:r>
              <a:rPr lang="en-US" altLang="en-US" sz="1800" b="1" dirty="0" smtClean="0">
                <a:solidFill>
                  <a:srgbClr val="FF0000"/>
                </a:solidFill>
              </a:rPr>
              <a:t>P[</a:t>
            </a:r>
            <a:r>
              <a:rPr lang="el-GR" altLang="en-US" sz="1800" b="1" dirty="0">
                <a:solidFill>
                  <a:srgbClr val="FF0000"/>
                </a:solidFill>
              </a:rPr>
              <a:t>π</a:t>
            </a:r>
            <a:r>
              <a:rPr lang="en-US" altLang="en-US" sz="1800" b="1" dirty="0" smtClean="0">
                <a:solidFill>
                  <a:srgbClr val="FF0000"/>
                </a:solidFill>
              </a:rPr>
              <a:t>[j-1</a:t>
            </a:r>
            <a:r>
              <a:rPr lang="en-US" altLang="en-US" sz="1800" b="1" dirty="0">
                <a:solidFill>
                  <a:srgbClr val="FF0000"/>
                </a:solidFill>
              </a:rPr>
              <a:t>]]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109600" y="1710720"/>
              <a:ext cx="8291880" cy="43639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0600" y="1704600"/>
                <a:ext cx="8310600" cy="437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5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1203820" y="2759979"/>
            <a:ext cx="6934200" cy="3204594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Favorable conditions</a:t>
            </a: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 = 1234567</a:t>
            </a:r>
          </a:p>
          <a:p>
            <a:r>
              <a:rPr lang="en-US" altLang="en-US" dirty="0"/>
              <a:t>Find self-overlaps 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Prefix		Overlap	</a:t>
            </a:r>
            <a:r>
              <a:rPr lang="en-US" altLang="en-US" b="1" dirty="0">
                <a:solidFill>
                  <a:srgbClr val="FF0000"/>
                </a:solidFill>
              </a:rPr>
              <a:t>j</a:t>
            </a:r>
            <a:r>
              <a:rPr lang="en-US" altLang="en-US" dirty="0">
                <a:solidFill>
                  <a:srgbClr val="FF0000"/>
                </a:solidFill>
              </a:rPr>
              <a:t>		</a:t>
            </a:r>
            <a:r>
              <a:rPr lang="el-GR" altLang="en-US" b="1" dirty="0" smtClean="0">
                <a:solidFill>
                  <a:srgbClr val="FF0000"/>
                </a:solidFill>
              </a:rPr>
              <a:t>π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en-US" dirty="0"/>
              <a:t>1 			</a:t>
            </a:r>
            <a:r>
              <a:rPr lang="en-US" altLang="en-US" dirty="0" smtClean="0"/>
              <a:t>	.</a:t>
            </a:r>
            <a:r>
              <a:rPr lang="en-US" altLang="en-US" dirty="0"/>
              <a:t>		1		0</a:t>
            </a:r>
          </a:p>
          <a:p>
            <a:pPr lvl="1">
              <a:buFontTx/>
              <a:buNone/>
            </a:pPr>
            <a:r>
              <a:rPr lang="en-US" altLang="en-US" dirty="0"/>
              <a:t>12			.		2		0</a:t>
            </a:r>
          </a:p>
          <a:p>
            <a:pPr lvl="1">
              <a:buFontTx/>
              <a:buNone/>
            </a:pPr>
            <a:r>
              <a:rPr lang="en-US" altLang="en-US" dirty="0"/>
              <a:t>123		.		3		0</a:t>
            </a:r>
          </a:p>
          <a:p>
            <a:pPr lvl="1">
              <a:buFontTx/>
              <a:buNone/>
            </a:pPr>
            <a:r>
              <a:rPr lang="en-US" altLang="en-US" dirty="0"/>
              <a:t>1234		.		4		0</a:t>
            </a:r>
          </a:p>
          <a:p>
            <a:pPr lvl="1">
              <a:buFontTx/>
              <a:buNone/>
            </a:pPr>
            <a:r>
              <a:rPr lang="en-US" altLang="en-US" dirty="0"/>
              <a:t>12345		.		5		0</a:t>
            </a:r>
          </a:p>
          <a:p>
            <a:pPr lvl="1">
              <a:buFontTx/>
              <a:buNone/>
            </a:pPr>
            <a:r>
              <a:rPr lang="en-US" altLang="en-US" dirty="0"/>
              <a:t>123456		.		6		0</a:t>
            </a:r>
          </a:p>
          <a:p>
            <a:pPr lvl="1">
              <a:buFontTx/>
              <a:buNone/>
            </a:pPr>
            <a:r>
              <a:rPr lang="en-US" altLang="en-US" dirty="0"/>
              <a:t>1234567	</a:t>
            </a:r>
            <a:r>
              <a:rPr lang="en-US" altLang="en-US" dirty="0" smtClean="0"/>
              <a:t>	.</a:t>
            </a:r>
            <a:r>
              <a:rPr lang="en-US" altLang="en-US" dirty="0"/>
              <a:t>		7		0</a:t>
            </a:r>
          </a:p>
        </p:txBody>
      </p:sp>
      <p:sp>
        <p:nvSpPr>
          <p:cNvPr id="96261" name="Line 5"/>
          <p:cNvSpPr>
            <a:spLocks noChangeShapeType="1"/>
          </p:cNvSpPr>
          <p:nvPr/>
        </p:nvSpPr>
        <p:spPr bwMode="auto">
          <a:xfrm>
            <a:off x="1203820" y="3159155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11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1102453" y="2793534"/>
            <a:ext cx="6934200" cy="3179428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Mixed conditions</a:t>
            </a:r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 = 1231234</a:t>
            </a:r>
          </a:p>
          <a:p>
            <a:r>
              <a:rPr lang="en-US" altLang="en-US" dirty="0"/>
              <a:t>Find self-overlaps 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Prefix		Overlap	</a:t>
            </a:r>
            <a:r>
              <a:rPr lang="en-US" altLang="en-US" b="1" dirty="0">
                <a:solidFill>
                  <a:srgbClr val="FF0000"/>
                </a:solidFill>
              </a:rPr>
              <a:t>j</a:t>
            </a:r>
            <a:r>
              <a:rPr lang="en-US" altLang="en-US" dirty="0">
                <a:solidFill>
                  <a:srgbClr val="FF0000"/>
                </a:solidFill>
              </a:rPr>
              <a:t>		</a:t>
            </a:r>
            <a:r>
              <a:rPr lang="el-GR" altLang="en-US" b="1" dirty="0" smtClean="0">
                <a:solidFill>
                  <a:srgbClr val="FF0000"/>
                </a:solidFill>
              </a:rPr>
              <a:t>π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en-US" dirty="0"/>
              <a:t>1 			</a:t>
            </a:r>
            <a:r>
              <a:rPr lang="en-US" altLang="en-US" dirty="0" smtClean="0"/>
              <a:t>	.</a:t>
            </a:r>
            <a:r>
              <a:rPr lang="en-US" altLang="en-US" dirty="0"/>
              <a:t>		1		0</a:t>
            </a:r>
          </a:p>
          <a:p>
            <a:pPr lvl="1">
              <a:buFontTx/>
              <a:buNone/>
            </a:pPr>
            <a:r>
              <a:rPr lang="en-US" altLang="en-US" dirty="0"/>
              <a:t>12			.		2		0</a:t>
            </a:r>
          </a:p>
          <a:p>
            <a:pPr lvl="1">
              <a:buFontTx/>
              <a:buNone/>
            </a:pPr>
            <a:r>
              <a:rPr lang="en-US" altLang="en-US" dirty="0"/>
              <a:t>123		.		3		0</a:t>
            </a:r>
          </a:p>
          <a:p>
            <a:pPr lvl="1">
              <a:buFontTx/>
              <a:buNone/>
            </a:pPr>
            <a:r>
              <a:rPr lang="en-US" altLang="en-US" dirty="0"/>
              <a:t>123</a:t>
            </a:r>
            <a:r>
              <a:rPr lang="en-US" altLang="en-US" b="1" dirty="0"/>
              <a:t>1</a:t>
            </a:r>
            <a:r>
              <a:rPr lang="en-US" altLang="en-US" dirty="0"/>
              <a:t>		</a:t>
            </a:r>
            <a:r>
              <a:rPr lang="en-US" altLang="en-US" b="1" dirty="0"/>
              <a:t>1</a:t>
            </a:r>
            <a:r>
              <a:rPr lang="en-US" altLang="en-US" dirty="0"/>
              <a:t>		4		1</a:t>
            </a:r>
          </a:p>
          <a:p>
            <a:pPr lvl="1">
              <a:buFontTx/>
              <a:buNone/>
            </a:pPr>
            <a:r>
              <a:rPr lang="en-US" altLang="en-US" dirty="0"/>
              <a:t>123</a:t>
            </a:r>
            <a:r>
              <a:rPr lang="en-US" altLang="en-US" b="1" dirty="0"/>
              <a:t>12</a:t>
            </a:r>
            <a:r>
              <a:rPr lang="en-US" altLang="en-US" dirty="0"/>
              <a:t>		</a:t>
            </a:r>
            <a:r>
              <a:rPr lang="en-US" altLang="en-US" b="1" dirty="0"/>
              <a:t>12</a:t>
            </a:r>
            <a:r>
              <a:rPr lang="en-US" altLang="en-US" dirty="0"/>
              <a:t>		5		2</a:t>
            </a:r>
          </a:p>
          <a:p>
            <a:pPr lvl="1">
              <a:buFontTx/>
              <a:buNone/>
            </a:pPr>
            <a:r>
              <a:rPr lang="en-US" altLang="en-US" dirty="0"/>
              <a:t>123</a:t>
            </a:r>
            <a:r>
              <a:rPr lang="en-US" altLang="en-US" b="1" dirty="0"/>
              <a:t>123</a:t>
            </a:r>
            <a:r>
              <a:rPr lang="en-US" altLang="en-US" dirty="0"/>
              <a:t>		</a:t>
            </a:r>
            <a:r>
              <a:rPr lang="en-US" altLang="en-US" b="1" dirty="0"/>
              <a:t>123</a:t>
            </a:r>
            <a:r>
              <a:rPr lang="en-US" altLang="en-US" dirty="0"/>
              <a:t>		6		3</a:t>
            </a:r>
          </a:p>
          <a:p>
            <a:pPr lvl="1">
              <a:buFontTx/>
              <a:buNone/>
            </a:pPr>
            <a:r>
              <a:rPr lang="en-US" altLang="en-US" dirty="0"/>
              <a:t>1231234	</a:t>
            </a:r>
            <a:r>
              <a:rPr lang="en-US" altLang="en-US" dirty="0" smtClean="0"/>
              <a:t>	.</a:t>
            </a:r>
            <a:r>
              <a:rPr lang="en-US" altLang="en-US" dirty="0"/>
              <a:t>		7		0</a:t>
            </a:r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1102453" y="3133988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8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1085675" y="2785144"/>
            <a:ext cx="6934200" cy="3120705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Poor conditions</a:t>
            </a:r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 = 1111110</a:t>
            </a:r>
          </a:p>
          <a:p>
            <a:r>
              <a:rPr lang="en-US" altLang="en-US" dirty="0"/>
              <a:t>Find self-overlaps 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Prefix		Overlap	</a:t>
            </a:r>
            <a:r>
              <a:rPr lang="en-US" altLang="en-US" b="1" dirty="0">
                <a:solidFill>
                  <a:srgbClr val="FF0000"/>
                </a:solidFill>
              </a:rPr>
              <a:t>j</a:t>
            </a:r>
            <a:r>
              <a:rPr lang="en-US" altLang="en-US" dirty="0">
                <a:solidFill>
                  <a:srgbClr val="FF0000"/>
                </a:solidFill>
              </a:rPr>
              <a:t>		</a:t>
            </a:r>
            <a:r>
              <a:rPr lang="el-GR" altLang="en-US" b="1" dirty="0" smtClean="0">
                <a:solidFill>
                  <a:srgbClr val="FF0000"/>
                </a:solidFill>
              </a:rPr>
              <a:t>π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en-US" dirty="0"/>
              <a:t>1 			</a:t>
            </a:r>
            <a:r>
              <a:rPr lang="en-US" altLang="en-US" dirty="0" smtClean="0"/>
              <a:t>	.</a:t>
            </a:r>
            <a:r>
              <a:rPr lang="en-US" altLang="en-US" dirty="0"/>
              <a:t>		1		0</a:t>
            </a:r>
          </a:p>
          <a:p>
            <a:pPr lvl="1">
              <a:buFontTx/>
              <a:buNone/>
            </a:pPr>
            <a:r>
              <a:rPr lang="en-US" altLang="en-US" dirty="0"/>
              <a:t>1</a:t>
            </a:r>
            <a:r>
              <a:rPr lang="en-US" altLang="en-US" b="1" dirty="0"/>
              <a:t>1</a:t>
            </a:r>
            <a:r>
              <a:rPr lang="en-US" altLang="en-US" dirty="0"/>
              <a:t>			</a:t>
            </a:r>
            <a:r>
              <a:rPr lang="en-US" altLang="en-US" b="1" dirty="0"/>
              <a:t>1</a:t>
            </a:r>
            <a:r>
              <a:rPr lang="en-US" altLang="en-US" dirty="0"/>
              <a:t>		2		1</a:t>
            </a:r>
          </a:p>
          <a:p>
            <a:pPr lvl="1">
              <a:buFontTx/>
              <a:buNone/>
            </a:pPr>
            <a:r>
              <a:rPr lang="en-US" altLang="en-US" dirty="0"/>
              <a:t>1</a:t>
            </a:r>
            <a:r>
              <a:rPr lang="en-US" altLang="en-US" b="1" dirty="0"/>
              <a:t>11</a:t>
            </a:r>
            <a:r>
              <a:rPr lang="en-US" altLang="en-US" dirty="0"/>
              <a:t>		</a:t>
            </a:r>
            <a:r>
              <a:rPr lang="en-US" altLang="en-US" b="1" dirty="0"/>
              <a:t>11</a:t>
            </a:r>
            <a:r>
              <a:rPr lang="en-US" altLang="en-US" dirty="0"/>
              <a:t>		3		2</a:t>
            </a:r>
          </a:p>
          <a:p>
            <a:pPr lvl="1">
              <a:buFontTx/>
              <a:buNone/>
            </a:pPr>
            <a:r>
              <a:rPr lang="en-US" altLang="en-US" dirty="0"/>
              <a:t>1</a:t>
            </a:r>
            <a:r>
              <a:rPr lang="en-US" altLang="en-US" b="1" dirty="0"/>
              <a:t>111</a:t>
            </a:r>
            <a:r>
              <a:rPr lang="en-US" altLang="en-US" dirty="0"/>
              <a:t>		</a:t>
            </a:r>
            <a:r>
              <a:rPr lang="en-US" altLang="en-US" b="1" dirty="0"/>
              <a:t>111</a:t>
            </a:r>
            <a:r>
              <a:rPr lang="en-US" altLang="en-US" dirty="0"/>
              <a:t>		4		3</a:t>
            </a:r>
          </a:p>
          <a:p>
            <a:pPr lvl="1">
              <a:buFontTx/>
              <a:buNone/>
            </a:pPr>
            <a:r>
              <a:rPr lang="en-US" altLang="en-US" dirty="0"/>
              <a:t>1</a:t>
            </a:r>
            <a:r>
              <a:rPr lang="en-US" altLang="en-US" b="1" dirty="0"/>
              <a:t>1111</a:t>
            </a:r>
            <a:r>
              <a:rPr lang="en-US" altLang="en-US" dirty="0"/>
              <a:t>		</a:t>
            </a:r>
            <a:r>
              <a:rPr lang="en-US" altLang="en-US" b="1" dirty="0"/>
              <a:t>1111</a:t>
            </a:r>
            <a:r>
              <a:rPr lang="en-US" altLang="en-US" dirty="0"/>
              <a:t>		5		4</a:t>
            </a:r>
          </a:p>
          <a:p>
            <a:pPr lvl="1">
              <a:buFontTx/>
              <a:buNone/>
            </a:pPr>
            <a:r>
              <a:rPr lang="en-US" altLang="en-US" dirty="0"/>
              <a:t>1</a:t>
            </a:r>
            <a:r>
              <a:rPr lang="en-US" altLang="en-US" b="1" dirty="0"/>
              <a:t>11111</a:t>
            </a:r>
            <a:r>
              <a:rPr lang="en-US" altLang="en-US" dirty="0"/>
              <a:t>		</a:t>
            </a:r>
            <a:r>
              <a:rPr lang="en-US" altLang="en-US" b="1" dirty="0"/>
              <a:t>11111</a:t>
            </a:r>
            <a:r>
              <a:rPr lang="en-US" altLang="en-US" dirty="0"/>
              <a:t>	</a:t>
            </a:r>
            <a:r>
              <a:rPr lang="en-US" altLang="en-US" dirty="0" smtClean="0"/>
              <a:t>	6</a:t>
            </a:r>
            <a:r>
              <a:rPr lang="en-US" altLang="en-US" dirty="0"/>
              <a:t>		5</a:t>
            </a:r>
          </a:p>
          <a:p>
            <a:pPr lvl="1">
              <a:buFontTx/>
              <a:buNone/>
            </a:pPr>
            <a:r>
              <a:rPr lang="en-US" altLang="en-US" dirty="0"/>
              <a:t>1111110	</a:t>
            </a:r>
            <a:r>
              <a:rPr lang="en-US" altLang="en-US" dirty="0" smtClean="0"/>
              <a:t>	.</a:t>
            </a:r>
            <a:r>
              <a:rPr lang="en-US" altLang="en-US" dirty="0"/>
              <a:t>		7		0</a:t>
            </a:r>
          </a:p>
        </p:txBody>
      </p:sp>
      <p:sp>
        <p:nvSpPr>
          <p:cNvPr id="100357" name="Line 5"/>
          <p:cNvSpPr>
            <a:spLocks noChangeShapeType="1"/>
          </p:cNvSpPr>
          <p:nvPr/>
        </p:nvSpPr>
        <p:spPr bwMode="auto">
          <a:xfrm>
            <a:off x="1085675" y="3142377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319760" y="1016640"/>
              <a:ext cx="10874160" cy="45342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1480" y="1005840"/>
                <a:ext cx="10893600" cy="45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528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KMP </a:t>
            </a:r>
            <a:r>
              <a:rPr lang="en-US" altLang="en-US" sz="4000" dirty="0" smtClean="0"/>
              <a:t>pre-process Algorithm</a:t>
            </a:r>
            <a:endParaRPr lang="en-US" altLang="en-US" sz="4000" dirty="0"/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COMPUTE-PREFIX-FUNCTION(P)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 m </a:t>
            </a:r>
            <a:r>
              <a:rPr lang="en-IN" dirty="0" smtClean="0"/>
              <a:t>= </a:t>
            </a:r>
            <a:r>
              <a:rPr lang="en-IN" dirty="0" err="1" smtClean="0"/>
              <a:t>P.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US" dirty="0" smtClean="0"/>
              <a:t>2 let </a:t>
            </a:r>
            <a:r>
              <a:rPr lang="el-GR" altLang="en-US" b="1" dirty="0"/>
              <a:t>π</a:t>
            </a:r>
            <a:r>
              <a:rPr lang="en-US" dirty="0" smtClean="0"/>
              <a:t>[1..m] be a new array</a:t>
            </a:r>
          </a:p>
          <a:p>
            <a:pPr marL="0" indent="0">
              <a:buNone/>
            </a:pPr>
            <a:r>
              <a:rPr lang="en-IN" dirty="0" smtClean="0"/>
              <a:t>3 </a:t>
            </a:r>
            <a:r>
              <a:rPr lang="el-GR" altLang="en-US" b="1" dirty="0" smtClean="0"/>
              <a:t>π</a:t>
            </a:r>
            <a:r>
              <a:rPr lang="en-US" altLang="en-US" b="1" dirty="0" smtClean="0"/>
              <a:t>[</a:t>
            </a:r>
            <a:r>
              <a:rPr lang="en-IN" dirty="0" smtClean="0"/>
              <a:t>1] = </a:t>
            </a:r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IN" dirty="0"/>
              <a:t>4 k </a:t>
            </a:r>
            <a:r>
              <a:rPr lang="en-IN" dirty="0" smtClean="0"/>
              <a:t>= </a:t>
            </a:r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IN" dirty="0"/>
              <a:t>5 </a:t>
            </a:r>
            <a:r>
              <a:rPr lang="en-IN" b="1" dirty="0"/>
              <a:t>for </a:t>
            </a:r>
            <a:r>
              <a:rPr lang="en-IN" dirty="0"/>
              <a:t>q </a:t>
            </a:r>
            <a:r>
              <a:rPr lang="en-IN" dirty="0" smtClean="0"/>
              <a:t>= </a:t>
            </a:r>
            <a:r>
              <a:rPr lang="en-IN" dirty="0"/>
              <a:t>2 </a:t>
            </a:r>
            <a:r>
              <a:rPr lang="en-IN" b="1" dirty="0"/>
              <a:t>to </a:t>
            </a:r>
            <a:r>
              <a:rPr lang="en-IN" dirty="0"/>
              <a:t>m</a:t>
            </a:r>
          </a:p>
          <a:p>
            <a:pPr marL="0" indent="0">
              <a:buNone/>
            </a:pPr>
            <a:r>
              <a:rPr lang="en-US" dirty="0"/>
              <a:t>6 </a:t>
            </a:r>
            <a:r>
              <a:rPr lang="en-US" dirty="0" smtClean="0"/>
              <a:t>    </a:t>
            </a:r>
            <a:r>
              <a:rPr lang="en-US" b="1" dirty="0" smtClean="0"/>
              <a:t>while </a:t>
            </a:r>
            <a:r>
              <a:rPr lang="en-US" dirty="0"/>
              <a:t>k &gt; 0 and </a:t>
            </a:r>
            <a:r>
              <a:rPr lang="en-US" dirty="0" smtClean="0"/>
              <a:t>P[k + 1] </a:t>
            </a:r>
            <a:r>
              <a:rPr lang="en-US" dirty="0"/>
              <a:t>≠</a:t>
            </a:r>
            <a:r>
              <a:rPr lang="en-US" dirty="0" smtClean="0"/>
              <a:t> P[q]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7 </a:t>
            </a:r>
            <a:r>
              <a:rPr lang="en-IN" dirty="0" smtClean="0"/>
              <a:t>        k = </a:t>
            </a:r>
            <a:r>
              <a:rPr lang="el-GR" altLang="en-US" b="1" dirty="0" smtClean="0"/>
              <a:t>π</a:t>
            </a:r>
            <a:r>
              <a:rPr lang="en-US" altLang="en-US" b="1" dirty="0" smtClean="0"/>
              <a:t>[</a:t>
            </a:r>
            <a:r>
              <a:rPr lang="en-IN" dirty="0" smtClean="0"/>
              <a:t>k]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8 </a:t>
            </a:r>
            <a:r>
              <a:rPr lang="en-US" dirty="0" smtClean="0"/>
              <a:t>    </a:t>
            </a:r>
            <a:r>
              <a:rPr lang="en-US" b="1" dirty="0" smtClean="0"/>
              <a:t>if </a:t>
            </a:r>
            <a:r>
              <a:rPr lang="en-US" dirty="0"/>
              <a:t>P[k + 1] </a:t>
            </a:r>
            <a:r>
              <a:rPr lang="en-US" dirty="0" smtClean="0"/>
              <a:t>== </a:t>
            </a:r>
            <a:r>
              <a:rPr lang="en-US" dirty="0"/>
              <a:t>P[q]</a:t>
            </a:r>
          </a:p>
          <a:p>
            <a:pPr marL="0" indent="0">
              <a:buNone/>
            </a:pPr>
            <a:r>
              <a:rPr lang="nn-NO" dirty="0" smtClean="0"/>
              <a:t>9         k = </a:t>
            </a:r>
            <a:r>
              <a:rPr lang="nn-NO" dirty="0"/>
              <a:t>k </a:t>
            </a:r>
            <a:r>
              <a:rPr lang="nn-NO" dirty="0" smtClean="0"/>
              <a:t>+ </a:t>
            </a:r>
            <a:r>
              <a:rPr lang="nn-NO" dirty="0"/>
              <a:t>1</a:t>
            </a:r>
          </a:p>
          <a:p>
            <a:pPr marL="0" indent="0">
              <a:buNone/>
            </a:pPr>
            <a:r>
              <a:rPr lang="en-IN" dirty="0" smtClean="0"/>
              <a:t>10   </a:t>
            </a:r>
            <a:r>
              <a:rPr lang="el-GR" altLang="en-US" b="1" dirty="0" smtClean="0"/>
              <a:t>π</a:t>
            </a:r>
            <a:r>
              <a:rPr lang="en-US" altLang="en-US" b="1" dirty="0" smtClean="0"/>
              <a:t>[</a:t>
            </a:r>
            <a:r>
              <a:rPr lang="en-IN" dirty="0" smtClean="0"/>
              <a:t>q] = k</a:t>
            </a:r>
          </a:p>
          <a:p>
            <a:pPr marL="0" indent="0">
              <a:buNone/>
            </a:pPr>
            <a:r>
              <a:rPr lang="en-IN" dirty="0" smtClean="0"/>
              <a:t>11 </a:t>
            </a:r>
            <a:r>
              <a:rPr lang="en-IN" b="1" dirty="0"/>
              <a:t>return</a:t>
            </a:r>
            <a:r>
              <a:rPr lang="en-US" altLang="en-US" b="1" dirty="0" smtClean="0">
                <a:latin typeface="Courier New" panose="02070309020205020404" pitchFamily="49" charset="0"/>
              </a:rPr>
              <a:t>  </a:t>
            </a: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86840" y="158400"/>
              <a:ext cx="10483560" cy="5913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7480" y="155880"/>
                <a:ext cx="10497960" cy="59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34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KMP Algorithm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458200" cy="5029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KMP-MATCHER(T,P)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 n </a:t>
            </a:r>
            <a:r>
              <a:rPr lang="en-IN" dirty="0" smtClean="0"/>
              <a:t>= </a:t>
            </a:r>
            <a:r>
              <a:rPr lang="en-IN" dirty="0" err="1" smtClean="0"/>
              <a:t>T.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IN" dirty="0"/>
              <a:t>2 m </a:t>
            </a:r>
            <a:r>
              <a:rPr lang="en-IN" dirty="0" smtClean="0"/>
              <a:t>= </a:t>
            </a:r>
            <a:r>
              <a:rPr lang="en-IN" dirty="0" err="1" smtClean="0"/>
              <a:t>P.</a:t>
            </a:r>
            <a:r>
              <a:rPr lang="en-IN" i="1" dirty="0" err="1" smtClean="0"/>
              <a:t>length</a:t>
            </a:r>
            <a:endParaRPr lang="en-IN" i="1" dirty="0"/>
          </a:p>
          <a:p>
            <a:pPr marL="0" indent="0">
              <a:buNone/>
            </a:pPr>
            <a:r>
              <a:rPr lang="en-IN" dirty="0"/>
              <a:t>3 </a:t>
            </a:r>
            <a:r>
              <a:rPr lang="el-GR" dirty="0" smtClean="0"/>
              <a:t>π</a:t>
            </a:r>
            <a:r>
              <a:rPr lang="en-US" dirty="0" smtClean="0"/>
              <a:t> =</a:t>
            </a:r>
            <a:r>
              <a:rPr lang="en-IN" dirty="0" smtClean="0"/>
              <a:t> COMPUTE-PREFIX-FUNCTION(P)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4 q </a:t>
            </a:r>
            <a:r>
              <a:rPr lang="en-US" dirty="0" smtClean="0"/>
              <a:t>= 0			</a:t>
            </a:r>
            <a:r>
              <a:rPr lang="en-US" b="1" dirty="0" smtClean="0"/>
              <a:t>// </a:t>
            </a:r>
            <a:r>
              <a:rPr lang="en-US" dirty="0"/>
              <a:t>number of characters matched</a:t>
            </a:r>
          </a:p>
          <a:p>
            <a:pPr marL="0" indent="0">
              <a:buNone/>
            </a:pPr>
            <a:r>
              <a:rPr lang="en-US" dirty="0"/>
              <a:t>5 </a:t>
            </a:r>
            <a:r>
              <a:rPr lang="en-US" b="1" dirty="0"/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1 </a:t>
            </a:r>
            <a:r>
              <a:rPr lang="en-US" b="1" dirty="0"/>
              <a:t>to </a:t>
            </a:r>
            <a:r>
              <a:rPr lang="en-US" dirty="0" smtClean="0"/>
              <a:t>n		</a:t>
            </a:r>
            <a:r>
              <a:rPr lang="en-US" b="1" dirty="0" smtClean="0"/>
              <a:t>// </a:t>
            </a:r>
            <a:r>
              <a:rPr lang="en-US" dirty="0"/>
              <a:t>scan the text from left to right</a:t>
            </a:r>
          </a:p>
          <a:p>
            <a:pPr marL="0" indent="0">
              <a:buNone/>
            </a:pPr>
            <a:r>
              <a:rPr lang="en-US" dirty="0"/>
              <a:t>6 </a:t>
            </a:r>
            <a:r>
              <a:rPr lang="en-US" dirty="0" smtClean="0"/>
              <a:t>    </a:t>
            </a:r>
            <a:r>
              <a:rPr lang="en-US" b="1" dirty="0" smtClean="0"/>
              <a:t>while </a:t>
            </a:r>
            <a:r>
              <a:rPr lang="en-US" dirty="0" smtClean="0"/>
              <a:t>q </a:t>
            </a:r>
            <a:r>
              <a:rPr lang="en-US" dirty="0"/>
              <a:t>&gt; 0 and </a:t>
            </a:r>
            <a:r>
              <a:rPr lang="en-US" dirty="0" smtClean="0"/>
              <a:t>P[q + 1] ≠ T[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7 </a:t>
            </a:r>
            <a:r>
              <a:rPr lang="en-US" dirty="0" smtClean="0"/>
              <a:t>        q = </a:t>
            </a:r>
            <a:r>
              <a:rPr lang="el-GR" dirty="0"/>
              <a:t>π</a:t>
            </a:r>
            <a:r>
              <a:rPr lang="en-US" dirty="0" smtClean="0"/>
              <a:t>[q]		</a:t>
            </a:r>
            <a:r>
              <a:rPr lang="en-US" b="1" dirty="0" smtClean="0"/>
              <a:t>// </a:t>
            </a:r>
            <a:r>
              <a:rPr lang="en-US" dirty="0"/>
              <a:t>next character does not match</a:t>
            </a:r>
          </a:p>
          <a:p>
            <a:pPr marL="0" indent="0">
              <a:buNone/>
            </a:pPr>
            <a:r>
              <a:rPr lang="en-US" dirty="0"/>
              <a:t>8 </a:t>
            </a:r>
            <a:r>
              <a:rPr lang="en-US" dirty="0" smtClean="0"/>
              <a:t>    </a:t>
            </a:r>
            <a:r>
              <a:rPr lang="en-US" b="1" dirty="0" smtClean="0"/>
              <a:t>if </a:t>
            </a:r>
            <a:r>
              <a:rPr lang="en-US" dirty="0" smtClean="0"/>
              <a:t>P[q + 1] </a:t>
            </a:r>
            <a:r>
              <a:rPr lang="en-US" dirty="0"/>
              <a:t>== </a:t>
            </a:r>
            <a:r>
              <a:rPr lang="en-US" dirty="0" smtClean="0"/>
              <a:t>T[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9 </a:t>
            </a:r>
            <a:r>
              <a:rPr lang="en-US" dirty="0" smtClean="0"/>
              <a:t>        q = </a:t>
            </a:r>
            <a:r>
              <a:rPr lang="en-US" dirty="0"/>
              <a:t>q </a:t>
            </a:r>
            <a:r>
              <a:rPr lang="en-US" dirty="0" smtClean="0"/>
              <a:t>+ 1		</a:t>
            </a:r>
            <a:r>
              <a:rPr lang="en-US" b="1" dirty="0" smtClean="0"/>
              <a:t>// </a:t>
            </a:r>
            <a:r>
              <a:rPr lang="en-US" dirty="0"/>
              <a:t>next character matches</a:t>
            </a:r>
          </a:p>
          <a:p>
            <a:pPr marL="0" indent="0">
              <a:buNone/>
            </a:pPr>
            <a:r>
              <a:rPr lang="en-US" dirty="0"/>
              <a:t>10 </a:t>
            </a:r>
            <a:r>
              <a:rPr lang="en-US" dirty="0" smtClean="0"/>
              <a:t>  </a:t>
            </a:r>
            <a:r>
              <a:rPr lang="en-US" b="1" dirty="0" smtClean="0"/>
              <a:t>if </a:t>
            </a:r>
            <a:r>
              <a:rPr lang="en-US" dirty="0"/>
              <a:t>q == </a:t>
            </a:r>
            <a:r>
              <a:rPr lang="en-US" dirty="0" smtClean="0"/>
              <a:t>m		</a:t>
            </a:r>
            <a:r>
              <a:rPr lang="en-US" b="1" dirty="0" smtClean="0"/>
              <a:t>// </a:t>
            </a:r>
            <a:r>
              <a:rPr lang="en-US" dirty="0"/>
              <a:t>is all of P matched?</a:t>
            </a:r>
          </a:p>
          <a:p>
            <a:pPr marL="0" indent="0">
              <a:buNone/>
            </a:pPr>
            <a:r>
              <a:rPr lang="en-US" dirty="0" smtClean="0"/>
              <a:t>11       print "Pattern </a:t>
            </a:r>
            <a:r>
              <a:rPr lang="en-US" dirty="0"/>
              <a:t>occurs with </a:t>
            </a:r>
            <a:r>
              <a:rPr lang="en-US" dirty="0" smtClean="0"/>
              <a:t>shift" </a:t>
            </a:r>
            <a:r>
              <a:rPr lang="en-US" dirty="0" err="1" smtClean="0"/>
              <a:t>i</a:t>
            </a:r>
            <a:r>
              <a:rPr lang="en-US" dirty="0" smtClean="0"/>
              <a:t>-m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12 </a:t>
            </a:r>
            <a:r>
              <a:rPr lang="en-US" dirty="0" smtClean="0"/>
              <a:t>      q </a:t>
            </a:r>
            <a:r>
              <a:rPr lang="en-US" dirty="0"/>
              <a:t>= </a:t>
            </a:r>
            <a:r>
              <a:rPr lang="el-GR" dirty="0"/>
              <a:t>π</a:t>
            </a:r>
            <a:r>
              <a:rPr lang="en-US" dirty="0"/>
              <a:t>[q]</a:t>
            </a:r>
            <a:r>
              <a:rPr lang="en-US" dirty="0" smtClean="0"/>
              <a:t> </a:t>
            </a:r>
            <a:r>
              <a:rPr lang="en-US" b="1" dirty="0"/>
              <a:t>// </a:t>
            </a:r>
            <a:r>
              <a:rPr lang="en-US" dirty="0"/>
              <a:t>look for the next match</a:t>
            </a:r>
            <a:endParaRPr lang="en-US" alt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731680" y="4336560"/>
              <a:ext cx="1218960" cy="914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7720" y="4327920"/>
                <a:ext cx="1231560" cy="10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293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6248400" y="5562600"/>
            <a:ext cx="3962400" cy="1295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6248400" y="1219200"/>
            <a:ext cx="3962400" cy="434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24" name="Line 4"/>
          <p:cNvSpPr>
            <a:spLocks noChangeShapeType="1"/>
          </p:cNvSpPr>
          <p:nvPr/>
        </p:nvSpPr>
        <p:spPr bwMode="auto">
          <a:xfrm flipV="1">
            <a:off x="8255000" y="1219200"/>
            <a:ext cx="0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25" name="Line 5"/>
          <p:cNvSpPr>
            <a:spLocks noChangeShapeType="1"/>
          </p:cNvSpPr>
          <p:nvPr/>
        </p:nvSpPr>
        <p:spPr bwMode="auto">
          <a:xfrm flipV="1">
            <a:off x="10172700" y="1219200"/>
            <a:ext cx="0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r>
              <a:rPr lang="en-US" altLang="en-US" sz="4000">
                <a:solidFill>
                  <a:srgbClr val="0000FF"/>
                </a:solidFill>
              </a:rPr>
              <a:t>Brute Force             KMP</a:t>
            </a:r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5562600"/>
            <a:ext cx="3962400" cy="1295400"/>
          </a:xfrm>
          <a:solidFill>
            <a:srgbClr val="CCFFCC"/>
          </a:solidFill>
        </p:spPr>
        <p:txBody>
          <a:bodyPr/>
          <a:lstStyle/>
          <a:p>
            <a:r>
              <a:rPr lang="en-US" altLang="en-US" sz="2000"/>
              <a:t>A worse case example:</a:t>
            </a:r>
          </a:p>
          <a:p>
            <a:pPr lvl="1"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196 + 14 = 210</a:t>
            </a:r>
            <a:r>
              <a:rPr lang="en-US" altLang="en-US" sz="2000"/>
              <a:t> comparisons</a:t>
            </a:r>
          </a:p>
        </p:txBody>
      </p:sp>
      <p:sp>
        <p:nvSpPr>
          <p:cNvPr id="81928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0" y="1143000"/>
            <a:ext cx="3962400" cy="3657600"/>
          </a:xfrm>
          <a:solidFill>
            <a:srgbClr val="DDDDDD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00000000000000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0000000000001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0000000000000-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0000000000000-       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 flipV="1">
            <a:off x="3835400" y="1219200"/>
            <a:ext cx="1588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 flipV="1">
            <a:off x="5740400" y="1219200"/>
            <a:ext cx="1588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6248400" y="1231900"/>
            <a:ext cx="4191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00000000000000</a:t>
            </a:r>
            <a:r>
              <a:rPr kumimoji="1"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00000000000001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endParaRPr kumimoji="1" lang="en-US" altLang="en-US" b="1"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0000000000000-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    0-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               01</a:t>
            </a:r>
            <a:br>
              <a:rPr kumimoji="1" lang="en-US" altLang="en-US" b="1">
                <a:latin typeface="Courier New" panose="02070309020205020404" pitchFamily="49" charset="0"/>
              </a:rPr>
            </a:br>
            <a:endParaRPr kumimoji="1" lang="en-US" altLang="en-US" b="1"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sz="2000" b="1">
                <a:solidFill>
                  <a:schemeClr val="accent1"/>
                </a:solidFill>
                <a:latin typeface="Verdana" panose="020B0604030504040204" pitchFamily="34" charset="0"/>
              </a:rPr>
              <a:t>	28+14 = 42</a:t>
            </a:r>
            <a:r>
              <a:rPr kumimoji="1" lang="en-US" altLang="en-US" sz="2000">
                <a:latin typeface="Verdana" panose="020B0604030504040204" pitchFamily="34" charset="0"/>
              </a:rPr>
              <a:t> </a:t>
            </a:r>
            <a:r>
              <a:rPr kumimoji="1" lang="en-US" altLang="en-US">
                <a:latin typeface="Verdana" panose="020B0604030504040204" pitchFamily="34" charset="0"/>
              </a:rPr>
              <a:t>comparisons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950120" y="793800"/>
              <a:ext cx="8274240" cy="5653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5440" y="789120"/>
                <a:ext cx="8290800" cy="566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02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6096000" y="5334000"/>
            <a:ext cx="3962400" cy="914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6248400" y="1219200"/>
            <a:ext cx="3962400" cy="3124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Brute Force             KMP</a:t>
            </a:r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5334000"/>
            <a:ext cx="3962400" cy="914400"/>
          </a:xfrm>
          <a:solidFill>
            <a:srgbClr val="CCFFCC"/>
          </a:solidFill>
        </p:spPr>
        <p:txBody>
          <a:bodyPr/>
          <a:lstStyle/>
          <a:p>
            <a:pPr lvl="1"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21</a:t>
            </a:r>
            <a:r>
              <a:rPr lang="en-US" altLang="en-US" sz="2000"/>
              <a:t> comparisons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1828800" y="1219200"/>
            <a:ext cx="3276600" cy="3657600"/>
          </a:xfrm>
          <a:solidFill>
            <a:srgbClr val="DDDDDD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abcdeabcdea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bcedfg</a:t>
            </a:r>
            <a:r>
              <a:rPr lang="en-US" altLang="en-US" sz="1800" b="1">
                <a:latin typeface="Courier New" panose="02070309020205020404" pitchFamily="49" charset="0"/>
              </a:rPr>
              <a:t>hijkl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bc-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bc-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bcedfg</a:t>
            </a: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6248400" y="1231900"/>
            <a:ext cx="4191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abcdeabcdea</a:t>
            </a:r>
            <a:r>
              <a:rPr kumimoji="1"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bcedfg</a:t>
            </a:r>
            <a:r>
              <a:rPr kumimoji="1" lang="en-US" altLang="en-US" b="1">
                <a:latin typeface="Courier New" panose="02070309020205020404" pitchFamily="49" charset="0"/>
              </a:rPr>
              <a:t>hijkl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endParaRPr kumimoji="1" lang="en-US" altLang="en-US" b="1"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bc-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bc-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-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>           bcedfg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latin typeface="Courier New" panose="02070309020205020404" pitchFamily="49" charset="0"/>
              </a:rPr>
              <a:t/>
            </a:r>
            <a:br>
              <a:rPr kumimoji="1" lang="en-US" altLang="en-US" b="1">
                <a:latin typeface="Courier New" panose="02070309020205020404" pitchFamily="49" charset="0"/>
              </a:rPr>
            </a:br>
            <a:endParaRPr kumimoji="1" lang="en-US" altLang="en-US" b="1"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/>
            </a:r>
            <a:br>
              <a:rPr kumimoji="1"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endParaRPr kumimoji="1" lang="en-US" altLang="en-US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endParaRPr kumimoji="1" lang="en-US" altLang="en-US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sz="2000" b="1">
                <a:solidFill>
                  <a:schemeClr val="accent1"/>
                </a:solidFill>
                <a:latin typeface="Verdana" panose="020B0604030504040204" pitchFamily="34" charset="0"/>
              </a:rPr>
              <a:t>19</a:t>
            </a:r>
            <a:r>
              <a:rPr kumimoji="1" lang="en-US" altLang="en-US" sz="2000">
                <a:latin typeface="Verdana" panose="020B0604030504040204" pitchFamily="34" charset="0"/>
              </a:rPr>
              <a:t> </a:t>
            </a:r>
            <a:r>
              <a:rPr kumimoji="1" lang="en-US" altLang="en-US">
                <a:latin typeface="Verdana" panose="020B0604030504040204" pitchFamily="34" charset="0"/>
              </a:rPr>
              <a:t>comparisons</a:t>
            </a: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endParaRPr kumimoji="1" lang="en-US" altLang="en-US">
              <a:latin typeface="Verdana" panose="020B0604030504040204" pitchFamily="34" charset="0"/>
            </a:endParaRPr>
          </a:p>
          <a:p>
            <a:pPr eaLnBrk="0" hangingPunct="0">
              <a:lnSpc>
                <a:spcPct val="90000"/>
              </a:lnSpc>
              <a:buClr>
                <a:schemeClr val="accent2"/>
              </a:buClr>
            </a:pPr>
            <a:r>
              <a:rPr kumimoji="1" lang="en-US" altLang="en-US" b="1">
                <a:solidFill>
                  <a:schemeClr val="accent1"/>
                </a:solidFill>
                <a:latin typeface="Verdana" panose="020B0604030504040204" pitchFamily="34" charset="0"/>
              </a:rPr>
              <a:t>5</a:t>
            </a:r>
            <a:r>
              <a:rPr kumimoji="1" lang="en-US" altLang="en-US">
                <a:latin typeface="Verdana" panose="020B0604030504040204" pitchFamily="34" charset="0"/>
              </a:rPr>
              <a:t> preparation comparisons</a:t>
            </a:r>
          </a:p>
        </p:txBody>
      </p:sp>
    </p:spTree>
    <p:extLst>
      <p:ext uri="{BB962C8B-B14F-4D97-AF65-F5344CB8AC3E}">
        <p14:creationId xmlns:p14="http://schemas.microsoft.com/office/powerpoint/2010/main" val="388689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KMP Performance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Pre-processing needs O(M) operations.</a:t>
            </a:r>
          </a:p>
          <a:p>
            <a:r>
              <a:rPr lang="en-US" altLang="en-US"/>
              <a:t>At each iteration, one of three cases:</a:t>
            </a:r>
          </a:p>
          <a:p>
            <a:pPr lvl="1"/>
            <a:r>
              <a:rPr lang="en-US" altLang="en-US"/>
              <a:t>T[i] = P[j]</a:t>
            </a:r>
          </a:p>
          <a:p>
            <a:pPr lvl="2"/>
            <a:r>
              <a:rPr lang="en-US" altLang="en-US"/>
              <a:t>i increases</a:t>
            </a:r>
          </a:p>
          <a:p>
            <a:pPr lvl="1"/>
            <a:r>
              <a:rPr lang="en-US" altLang="en-US"/>
              <a:t>T[i] &lt;&gt; P[j] and j&gt;0</a:t>
            </a:r>
          </a:p>
          <a:p>
            <a:pPr lvl="2"/>
            <a:r>
              <a:rPr lang="en-US" altLang="en-US"/>
              <a:t>i-j increases</a:t>
            </a:r>
          </a:p>
          <a:p>
            <a:pPr lvl="1"/>
            <a:r>
              <a:rPr lang="en-US" altLang="en-US"/>
              <a:t>T[I] &lt;&gt; P[j] and j=0</a:t>
            </a:r>
          </a:p>
          <a:p>
            <a:pPr lvl="2"/>
            <a:r>
              <a:rPr lang="en-US" altLang="en-US"/>
              <a:t>i increases </a:t>
            </a:r>
            <a:r>
              <a:rPr lang="en-US" altLang="en-US" i="1"/>
              <a:t>and</a:t>
            </a:r>
            <a:r>
              <a:rPr lang="en-US" altLang="en-US"/>
              <a:t> i-j increases</a:t>
            </a:r>
          </a:p>
          <a:p>
            <a:r>
              <a:rPr lang="en-US" altLang="en-US"/>
              <a:t>Hence, maximum of 2N iterations. </a:t>
            </a:r>
          </a:p>
          <a:p>
            <a:r>
              <a:rPr lang="en-US" altLang="en-US"/>
              <a:t>Thus worst case performance is </a:t>
            </a:r>
            <a:r>
              <a:rPr lang="en-US" altLang="en-US" i="1"/>
              <a:t>O</a:t>
            </a:r>
            <a:r>
              <a:rPr lang="en-US" altLang="en-US"/>
              <a:t>(N+M).</a:t>
            </a:r>
          </a:p>
        </p:txBody>
      </p:sp>
    </p:spTree>
    <p:extLst>
      <p:ext uri="{BB962C8B-B14F-4D97-AF65-F5344CB8AC3E}">
        <p14:creationId xmlns:p14="http://schemas.microsoft.com/office/powerpoint/2010/main" val="357776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</a:rPr>
              <a:t>Exercises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143001"/>
            <a:ext cx="8229600" cy="4983163"/>
          </a:xfrm>
        </p:spPr>
        <p:txBody>
          <a:bodyPr/>
          <a:lstStyle/>
          <a:p>
            <a:r>
              <a:rPr lang="en-US" altLang="en-US"/>
              <a:t>Suppose we are given the pattern P = 10010001 and </a:t>
            </a:r>
          </a:p>
          <a:p>
            <a:r>
              <a:rPr lang="en-US" altLang="en-US"/>
              <a:t>text T = 000100100100010111</a:t>
            </a:r>
          </a:p>
          <a:p>
            <a:r>
              <a:rPr lang="en-US" altLang="en-US"/>
              <a:t>do the following</a:t>
            </a:r>
          </a:p>
          <a:p>
            <a:pPr lvl="1"/>
            <a:r>
              <a:rPr lang="en-US" altLang="en-US"/>
              <a:t>Draw a FSM for pattern P</a:t>
            </a:r>
          </a:p>
          <a:p>
            <a:pPr lvl="1"/>
            <a:r>
              <a:rPr lang="en-US" altLang="en-US"/>
              <a:t>Construct the KMP table for P</a:t>
            </a:r>
          </a:p>
          <a:p>
            <a:pPr lvl="1"/>
            <a:r>
              <a:rPr lang="en-US" altLang="en-US"/>
              <a:t>Trace the KMP algorithm with T</a:t>
            </a:r>
          </a:p>
          <a:p>
            <a:endParaRPr lang="en-US" altLang="en-US"/>
          </a:p>
          <a:p>
            <a:pPr lvl="1"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90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17050</TotalTime>
  <Words>1861</Words>
  <Application>Microsoft Office PowerPoint</Application>
  <PresentationFormat>Widescreen</PresentationFormat>
  <Paragraphs>450</Paragraphs>
  <Slides>36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ＭＳ Ｐゴシック</vt:lpstr>
      <vt:lpstr>Arial</vt:lpstr>
      <vt:lpstr>Calibri</vt:lpstr>
      <vt:lpstr>Calibri Light</vt:lpstr>
      <vt:lpstr>Courier New</vt:lpstr>
      <vt:lpstr>Symbol</vt:lpstr>
      <vt:lpstr>Times</vt:lpstr>
      <vt:lpstr>Times New Roman</vt:lpstr>
      <vt:lpstr>Verdana</vt:lpstr>
      <vt:lpstr>Wingdings</vt:lpstr>
      <vt:lpstr>Office Theme</vt:lpstr>
      <vt:lpstr>Introduction To Algorithms</vt:lpstr>
      <vt:lpstr>String Matching Problem</vt:lpstr>
      <vt:lpstr>String Matching</vt:lpstr>
      <vt:lpstr>String Matching Algorithms</vt:lpstr>
      <vt:lpstr>Naïve (Brute Force) Algorithm</vt:lpstr>
      <vt:lpstr>Brute Force-Complexity</vt:lpstr>
      <vt:lpstr>Naïve (Brute Force) Algorithm</vt:lpstr>
      <vt:lpstr>Rabin-Karp</vt:lpstr>
      <vt:lpstr>Rabin-Karp Example</vt:lpstr>
      <vt:lpstr>Rabin-Karp: How to calculate Hash Value?</vt:lpstr>
      <vt:lpstr>Rabin-Karp: How to calculate Hash Value?</vt:lpstr>
      <vt:lpstr>Rabin-Karp: How to calculate Hash Value?</vt:lpstr>
      <vt:lpstr>Rabin-Karp: How to calculate Hash Value?</vt:lpstr>
      <vt:lpstr>Rabin-Karp Algorithm</vt:lpstr>
      <vt:lpstr>Rabin-Karp Time Complexity</vt:lpstr>
      <vt:lpstr>FSM Model</vt:lpstr>
      <vt:lpstr>FSM Model</vt:lpstr>
      <vt:lpstr>FSM Model</vt:lpstr>
      <vt:lpstr>Why Study FSM’s</vt:lpstr>
      <vt:lpstr>State Transitions</vt:lpstr>
      <vt:lpstr>Failure Transitions</vt:lpstr>
      <vt:lpstr>Using FSM concept in Pattern Matching</vt:lpstr>
      <vt:lpstr>FSM Algorithm</vt:lpstr>
      <vt:lpstr>KMP – The Big Idea</vt:lpstr>
      <vt:lpstr>Implementing KMP</vt:lpstr>
      <vt:lpstr>Building the Table for π</vt:lpstr>
      <vt:lpstr>What π means</vt:lpstr>
      <vt:lpstr>Favorable conditions</vt:lpstr>
      <vt:lpstr>Mixed conditions</vt:lpstr>
      <vt:lpstr>Poor conditions</vt:lpstr>
      <vt:lpstr>KMP pre-process Algorithm</vt:lpstr>
      <vt:lpstr>KMP Algorithm</vt:lpstr>
      <vt:lpstr>Brute Force             KMP</vt:lpstr>
      <vt:lpstr>Brute Force             KMP</vt:lpstr>
      <vt:lpstr>KMP Performance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IT623 Algorithms &amp; Data Structures</dc:title>
  <dc:creator>Amit Mankodi</dc:creator>
  <cp:lastModifiedBy>admin</cp:lastModifiedBy>
  <cp:revision>473</cp:revision>
  <dcterms:created xsi:type="dcterms:W3CDTF">2019-05-21T10:07:53Z</dcterms:created>
  <dcterms:modified xsi:type="dcterms:W3CDTF">2026-04-20T04:26:06Z</dcterms:modified>
</cp:coreProperties>
</file>