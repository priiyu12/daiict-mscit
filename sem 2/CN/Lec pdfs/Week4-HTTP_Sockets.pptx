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embeddedFontLst>
    <p:embeddedFont>
      <p:font typeface="Gill Sans" panose="020B0502020104020203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fb98bef9f_2_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g3bfb98bef9f_2_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fb98bef9f_1_97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fb98bef9f_1_974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g3bfb98bef9f_1_974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fb98bef9f_1_98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fb98bef9f_1_98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g3bfb98bef9f_1_98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fb98bef9f_1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g3bfb98bef9f_1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fb98bef9f_1_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bfb98bef9f_1_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 lang="en-US"/>
          </a:p>
        </p:txBody>
      </p:sp>
      <p:sp>
        <p:nvSpPr>
          <p:cNvPr id="219" name="Google Shape;219;g3bfb98bef9f_1_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fb98bef9f_1_9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3bfb98bef9f_1_9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 lang="en-US"/>
          </a:p>
        </p:txBody>
      </p:sp>
      <p:sp>
        <p:nvSpPr>
          <p:cNvPr id="313" name="Google Shape;313;g3bfb98bef9f_1_98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fb98bef9f_1_10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g3bfb98bef9f_1_10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 lang="en-US"/>
          </a:p>
        </p:txBody>
      </p:sp>
      <p:sp>
        <p:nvSpPr>
          <p:cNvPr id="322" name="Google Shape;322;g3bfb98bef9f_1_106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b98bef9f_1_20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bfb98bef9f_1_20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 lang="en-US"/>
          </a:p>
        </p:txBody>
      </p:sp>
      <p:sp>
        <p:nvSpPr>
          <p:cNvPr id="417" name="Google Shape;417;g3bfb98bef9f_1_20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fb98bef9f_1_2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g3bfb98bef9f_1_21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8" name="Google Shape;428;g3bfb98bef9f_1_21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fb98bef9f_1_34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g3bfb98bef9f_1_34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0" name="Google Shape;560;g3bfb98bef9f_1_34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bfb98bef9f_1_46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g3bfb98bef9f_1_46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8" name="Google Shape;688;g3bfb98bef9f_1_468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bfb98bef9f_1_63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" name="Google Shape;850;g3bfb98bef9f_1_63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1" name="Google Shape;851;g3bfb98bef9f_1_63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bfb98bef9f_1_79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3" name="Google Shape;1013;g3bfb98bef9f_1_79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4" name="Google Shape;1014;g3bfb98bef9f_1_792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8" name="Google Shape;48;p14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0" name="Google Shape;50;p14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.png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fb98bef9f_2_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</a:t>
            </a:r>
            <a:endParaRPr lang="en-US"/>
          </a:p>
        </p:txBody>
      </p:sp>
      <p:sp>
        <p:nvSpPr>
          <p:cNvPr id="89" name="Google Shape;89;g3bfb98bef9f_2_6"/>
          <p:cNvSpPr txBox="1"/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Week4 – HTTP_II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213677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Socket programming </a:t>
            </a:r>
            <a:endParaRPr lang="en-US" sz="4000"/>
          </a:p>
        </p:txBody>
      </p:sp>
      <p:sp>
        <p:nvSpPr>
          <p:cNvPr id="95" name="Google Shape;95;p1"/>
          <p:cNvSpPr txBox="1"/>
          <p:nvPr>
            <p:ph type="body" idx="1"/>
          </p:nvPr>
        </p:nvSpPr>
        <p:spPr>
          <a:xfrm>
            <a:off x="2016125" y="1395414"/>
            <a:ext cx="8021638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100000"/>
              <a:buFont typeface="Noto Sans Symbols"/>
              <a:buNone/>
            </a:pPr>
            <a:r>
              <a:rPr lang="en-US" i="1">
                <a:solidFill>
                  <a:srgbClr val="CC0000"/>
                </a:solidFill>
              </a:rPr>
              <a:t>goal:</a:t>
            </a:r>
            <a:r>
              <a:rPr lang="en-US">
                <a:solidFill>
                  <a:srgbClr val="000000"/>
                </a:solidFill>
              </a:rPr>
              <a:t> learn how to build client/server applications that communicate using sockets</a:t>
            </a:r>
            <a:endParaRPr i="1">
              <a:solidFill>
                <a:srgbClr val="CC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ct val="100000"/>
              <a:buFont typeface="Noto Sans Symbols"/>
              <a:buNone/>
            </a:pPr>
            <a:r>
              <a:rPr lang="en-US" i="1">
                <a:solidFill>
                  <a:srgbClr val="CC0000"/>
                </a:solidFill>
              </a:rPr>
              <a:t>socket:</a:t>
            </a:r>
            <a:r>
              <a:rPr lang="en-US"/>
              <a:t> door between application process and end-end-transport protocol </a:t>
            </a:r>
            <a:endParaRPr lang="en-US"/>
          </a:p>
        </p:txBody>
      </p:sp>
      <p:sp>
        <p:nvSpPr>
          <p:cNvPr id="96" name="Google Shape;96;p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Application Layer</a:t>
            </a:r>
            <a:endParaRPr lang="en-US" sz="12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7" name="Google Shape;97;p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2-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fld>
            <a:endParaRPr sz="12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1820863" y="3335339"/>
            <a:ext cx="8208962" cy="2536825"/>
            <a:chOff x="358775" y="3459163"/>
            <a:chExt cx="8208963" cy="2536825"/>
          </a:xfrm>
        </p:grpSpPr>
        <p:sp>
          <p:nvSpPr>
            <p:cNvPr id="99" name="Google Shape;99;p1"/>
            <p:cNvSpPr/>
            <p:nvPr/>
          </p:nvSpPr>
          <p:spPr>
            <a:xfrm>
              <a:off x="6654800" y="3468688"/>
              <a:ext cx="736600" cy="1998662"/>
            </a:xfrm>
            <a:custGeom>
              <a:avLst/>
              <a:gdLst/>
              <a:ahLst/>
              <a:cxnLst/>
              <a:rect l="l" t="t" r="r" b="b"/>
              <a:pathLst>
                <a:path w="464" h="1259" extrusionOk="0">
                  <a:moveTo>
                    <a:pt x="464" y="1060"/>
                  </a:moveTo>
                  <a:lnTo>
                    <a:pt x="0" y="0"/>
                  </a:lnTo>
                  <a:lnTo>
                    <a:pt x="6" y="1258"/>
                  </a:lnTo>
                  <a:lnTo>
                    <a:pt x="382" y="1259"/>
                  </a:lnTo>
                  <a:lnTo>
                    <a:pt x="464" y="106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folHlink"/>
                </a:gs>
              </a:gsLst>
              <a:lin ang="0" scaled="0"/>
            </a:gra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3340100" y="4765675"/>
              <a:ext cx="1808163" cy="1031875"/>
            </a:xfrm>
            <a:custGeom>
              <a:avLst/>
              <a:gdLst/>
              <a:ahLst/>
              <a:cxnLst/>
              <a:rect l="l" t="t" r="r" b="b"/>
              <a:pathLst>
                <a:path w="2135" h="1662" extrusionOk="0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3778250" y="4897438"/>
              <a:ext cx="8747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Internet</a:t>
              </a:r>
              <a:endParaRPr lang="en-US" sz="1600" b="0" u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02" name="Google Shape;102;p1"/>
            <p:cNvCxnSpPr/>
            <p:nvPr/>
          </p:nvCxnSpPr>
          <p:spPr>
            <a:xfrm>
              <a:off x="3098800" y="5308600"/>
              <a:ext cx="221138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3" name="Google Shape;103;p1"/>
            <p:cNvSpPr txBox="1"/>
            <p:nvPr/>
          </p:nvSpPr>
          <p:spPr>
            <a:xfrm>
              <a:off x="7119938" y="4533900"/>
              <a:ext cx="1063625" cy="8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u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controlled</a:t>
              </a:r>
              <a:endParaRPr lang="en-US" sz="1600" b="0" u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u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by OS</a:t>
              </a:r>
              <a:endParaRPr lang="en-US" sz="1600" b="0" u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90204"/>
                <a:buNone/>
              </a:pPr>
              <a:endParaRPr sz="1600" b="0" u="none">
                <a:solidFill>
                  <a:srgbClr val="CC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097713" y="3633788"/>
              <a:ext cx="1470025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u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controlled by</a:t>
              </a:r>
              <a:endParaRPr lang="en-US" sz="1600" b="0" u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u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app developer</a:t>
              </a:r>
              <a:endParaRPr lang="en-US" sz="1600" b="0" u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914400" y="3532188"/>
              <a:ext cx="758825" cy="1997075"/>
            </a:xfrm>
            <a:custGeom>
              <a:avLst/>
              <a:gdLst/>
              <a:ahLst/>
              <a:cxnLst/>
              <a:rect l="l" t="t" r="r" b="b"/>
              <a:pathLst>
                <a:path w="478" h="1258" extrusionOk="0">
                  <a:moveTo>
                    <a:pt x="0" y="1040"/>
                  </a:moveTo>
                  <a:lnTo>
                    <a:pt x="478" y="0"/>
                  </a:lnTo>
                  <a:lnTo>
                    <a:pt x="472" y="1258"/>
                  </a:lnTo>
                  <a:lnTo>
                    <a:pt x="41" y="1246"/>
                  </a:lnTo>
                  <a:lnTo>
                    <a:pt x="0" y="104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folHlink"/>
                </a:gs>
              </a:gsLst>
              <a:lin ang="0" scaled="0"/>
            </a:gra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717675" y="3487738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u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679575" y="3541713"/>
              <a:ext cx="1273175" cy="1979612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u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108" name="Google Shape;108;p1"/>
            <p:cNvCxnSpPr/>
            <p:nvPr/>
          </p:nvCxnSpPr>
          <p:spPr>
            <a:xfrm>
              <a:off x="1689100" y="4302125"/>
              <a:ext cx="1263650" cy="317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9" name="Google Shape;109;p1"/>
            <p:cNvSpPr txBox="1"/>
            <p:nvPr/>
          </p:nvSpPr>
          <p:spPr>
            <a:xfrm>
              <a:off x="1646238" y="4284663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969696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transport</a:t>
              </a:r>
              <a:endParaRPr lang="en-US" sz="1400" b="0" u="none">
                <a:solidFill>
                  <a:srgbClr val="96969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cxnSp>
          <p:nvCxnSpPr>
            <p:cNvPr id="110" name="Google Shape;110;p1"/>
            <p:cNvCxnSpPr/>
            <p:nvPr/>
          </p:nvCxnSpPr>
          <p:spPr>
            <a:xfrm>
              <a:off x="1697038" y="4622800"/>
              <a:ext cx="1263650" cy="317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1"/>
            <p:cNvCxnSpPr/>
            <p:nvPr/>
          </p:nvCxnSpPr>
          <p:spPr>
            <a:xfrm>
              <a:off x="1682750" y="4932363"/>
              <a:ext cx="1263650" cy="317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1"/>
            <p:cNvCxnSpPr/>
            <p:nvPr/>
          </p:nvCxnSpPr>
          <p:spPr>
            <a:xfrm>
              <a:off x="1682750" y="5218113"/>
              <a:ext cx="1263650" cy="317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3" name="Google Shape;113;p1"/>
            <p:cNvSpPr txBox="1"/>
            <p:nvPr/>
          </p:nvSpPr>
          <p:spPr>
            <a:xfrm>
              <a:off x="1681163" y="3532188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application</a:t>
              </a:r>
              <a:endParaRPr lang="en-US" sz="1400" b="0" u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1636713" y="5189538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969696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physical</a:t>
              </a:r>
              <a:endParaRPr lang="en-US" sz="1400" b="0" u="none">
                <a:solidFill>
                  <a:srgbClr val="96969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655763" y="4903788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969696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link</a:t>
              </a:r>
              <a:endParaRPr lang="en-US" sz="1400" b="0" u="none">
                <a:solidFill>
                  <a:srgbClr val="96969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116" name="Google Shape;116;p1"/>
            <p:cNvSpPr txBox="1"/>
            <p:nvPr/>
          </p:nvSpPr>
          <p:spPr>
            <a:xfrm>
              <a:off x="1646238" y="4608513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969696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network</a:t>
              </a:r>
              <a:endParaRPr lang="en-US" sz="1400" b="0" u="none">
                <a:solidFill>
                  <a:srgbClr val="96969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1814513" y="3806825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process</a:t>
              </a:r>
              <a:endParaRPr lang="en-US" sz="1600" b="0" u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18" name="Google Shape;118;p1"/>
            <p:cNvGrpSpPr/>
            <p:nvPr/>
          </p:nvGrpSpPr>
          <p:grpSpPr>
            <a:xfrm>
              <a:off x="2062163" y="4167188"/>
              <a:ext cx="546100" cy="225425"/>
              <a:chOff x="1287" y="2524"/>
              <a:chExt cx="260" cy="100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1338" y="2537"/>
                <a:ext cx="156" cy="7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CC99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 cap="flat" cmpd="sng">
                <a:solidFill>
                  <a:srgbClr val="CC99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 cap="flat" cmpd="sng">
                <a:solidFill>
                  <a:srgbClr val="CC99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123" name="Google Shape;123;p1"/>
            <p:cNvSpPr/>
            <p:nvPr/>
          </p:nvSpPr>
          <p:spPr>
            <a:xfrm>
              <a:off x="5380038" y="3459163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u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5341938" y="3513138"/>
              <a:ext cx="1273175" cy="1979612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u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125" name="Google Shape;125;p1"/>
            <p:cNvCxnSpPr/>
            <p:nvPr/>
          </p:nvCxnSpPr>
          <p:spPr>
            <a:xfrm>
              <a:off x="5351463" y="4273550"/>
              <a:ext cx="1263650" cy="317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6" name="Google Shape;126;p1"/>
            <p:cNvSpPr txBox="1"/>
            <p:nvPr/>
          </p:nvSpPr>
          <p:spPr>
            <a:xfrm>
              <a:off x="5308600" y="4256088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969696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transport</a:t>
              </a:r>
              <a:endParaRPr lang="en-US" sz="1400" b="0" u="none">
                <a:solidFill>
                  <a:srgbClr val="96969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cxnSp>
          <p:nvCxnSpPr>
            <p:cNvPr id="127" name="Google Shape;127;p1"/>
            <p:cNvCxnSpPr/>
            <p:nvPr/>
          </p:nvCxnSpPr>
          <p:spPr>
            <a:xfrm>
              <a:off x="5359400" y="4594225"/>
              <a:ext cx="1263650" cy="317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128;p1"/>
            <p:cNvCxnSpPr/>
            <p:nvPr/>
          </p:nvCxnSpPr>
          <p:spPr>
            <a:xfrm>
              <a:off x="5345113" y="4903788"/>
              <a:ext cx="1263650" cy="317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1"/>
            <p:cNvCxnSpPr/>
            <p:nvPr/>
          </p:nvCxnSpPr>
          <p:spPr>
            <a:xfrm>
              <a:off x="5345113" y="5189538"/>
              <a:ext cx="1263650" cy="317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0" name="Google Shape;130;p1"/>
            <p:cNvSpPr txBox="1"/>
            <p:nvPr/>
          </p:nvSpPr>
          <p:spPr>
            <a:xfrm>
              <a:off x="5343525" y="3503613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application</a:t>
              </a:r>
              <a:endParaRPr lang="en-US" sz="1400" b="0" u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131" name="Google Shape;131;p1"/>
            <p:cNvSpPr txBox="1"/>
            <p:nvPr/>
          </p:nvSpPr>
          <p:spPr>
            <a:xfrm>
              <a:off x="5299075" y="5160963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969696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physical</a:t>
              </a:r>
              <a:endParaRPr lang="en-US" sz="1400" b="0" u="none">
                <a:solidFill>
                  <a:srgbClr val="96969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132" name="Google Shape;132;p1"/>
            <p:cNvSpPr txBox="1"/>
            <p:nvPr/>
          </p:nvSpPr>
          <p:spPr>
            <a:xfrm>
              <a:off x="5318125" y="4875213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969696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link</a:t>
              </a:r>
              <a:endParaRPr lang="en-US" sz="1400" b="0" u="none">
                <a:solidFill>
                  <a:srgbClr val="96969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133" name="Google Shape;133;p1"/>
            <p:cNvSpPr txBox="1"/>
            <p:nvPr/>
          </p:nvSpPr>
          <p:spPr>
            <a:xfrm>
              <a:off x="5308600" y="4579938"/>
              <a:ext cx="1317625" cy="329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400"/>
                <a:buFont typeface="Tahoma" panose="020B0604030504040204"/>
                <a:buNone/>
              </a:pPr>
              <a:r>
                <a:rPr lang="en-US" sz="1400" b="0" u="none">
                  <a:solidFill>
                    <a:srgbClr val="969696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network</a:t>
              </a:r>
              <a:endParaRPr lang="en-US" sz="1400" b="0" u="none">
                <a:solidFill>
                  <a:srgbClr val="96969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476875" y="3778250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process</a:t>
              </a:r>
              <a:endParaRPr lang="en-US" sz="1600" b="0" u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35" name="Google Shape;135;p1"/>
            <p:cNvGrpSpPr/>
            <p:nvPr/>
          </p:nvGrpSpPr>
          <p:grpSpPr>
            <a:xfrm>
              <a:off x="5724525" y="4138613"/>
              <a:ext cx="546100" cy="225425"/>
              <a:chOff x="1287" y="2524"/>
              <a:chExt cx="260" cy="100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1338" y="2537"/>
                <a:ext cx="156" cy="7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CC99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 cap="flat" cmpd="sng">
                <a:solidFill>
                  <a:srgbClr val="CC99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39" name="Google Shape;139;p1"/>
              <p:cNvSpPr/>
              <p:nvPr/>
            </p:nvSpPr>
            <p:spPr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 cap="flat" cmpd="sng">
                <a:solidFill>
                  <a:srgbClr val="CC99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u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cxnSp>
          <p:nvCxnSpPr>
            <p:cNvPr id="140" name="Google Shape;140;p1"/>
            <p:cNvCxnSpPr/>
            <p:nvPr/>
          </p:nvCxnSpPr>
          <p:spPr>
            <a:xfrm rot="10800000">
              <a:off x="6534150" y="3910013"/>
              <a:ext cx="6096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1"/>
            <p:cNvCxnSpPr/>
            <p:nvPr/>
          </p:nvCxnSpPr>
          <p:spPr>
            <a:xfrm>
              <a:off x="6759575" y="4335463"/>
              <a:ext cx="0" cy="102235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"/>
            <p:cNvCxnSpPr/>
            <p:nvPr/>
          </p:nvCxnSpPr>
          <p:spPr>
            <a:xfrm rot="10800000">
              <a:off x="6783388" y="4835525"/>
              <a:ext cx="6096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3" name="Google Shape;143;p1"/>
            <p:cNvSpPr txBox="1"/>
            <p:nvPr/>
          </p:nvSpPr>
          <p:spPr>
            <a:xfrm>
              <a:off x="3697288" y="3590925"/>
              <a:ext cx="917575" cy="366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 panose="020B0604020202090204"/>
                <a:buNone/>
              </a:pPr>
              <a:r>
                <a:rPr lang="en-US" sz="2000" b="0" i="1" u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socket</a:t>
              </a:r>
              <a:endParaRPr lang="en-US" sz="2000" b="0" i="1" u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44" name="Google Shape;144;p1"/>
            <p:cNvCxnSpPr/>
            <p:nvPr/>
          </p:nvCxnSpPr>
          <p:spPr>
            <a:xfrm rot="10800000" flipH="1">
              <a:off x="2700338" y="3790950"/>
              <a:ext cx="968375" cy="434975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1"/>
            <p:cNvCxnSpPr/>
            <p:nvPr/>
          </p:nvCxnSpPr>
          <p:spPr>
            <a:xfrm rot="10800000">
              <a:off x="4635500" y="3779838"/>
              <a:ext cx="968375" cy="434975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6" name="Google Shape;146;p1"/>
            <p:cNvGrpSpPr/>
            <p:nvPr/>
          </p:nvGrpSpPr>
          <p:grpSpPr>
            <a:xfrm>
              <a:off x="358775" y="4808538"/>
              <a:ext cx="1035050" cy="904875"/>
              <a:chOff x="-44" y="1473"/>
              <a:chExt cx="981" cy="1105"/>
            </a:xfrm>
          </p:grpSpPr>
          <p:pic>
            <p:nvPicPr>
              <p:cNvPr id="147" name="Google Shape;147;p1" descr="desktop_computer_stylized_medium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1"/>
            <p:cNvGrpSpPr/>
            <p:nvPr/>
          </p:nvGrpSpPr>
          <p:grpSpPr>
            <a:xfrm flipH="1">
              <a:off x="7075488" y="5091113"/>
              <a:ext cx="1035050" cy="904875"/>
              <a:chOff x="-44" y="1473"/>
              <a:chExt cx="981" cy="1105"/>
            </a:xfrm>
          </p:grpSpPr>
          <p:pic>
            <p:nvPicPr>
              <p:cNvPr id="150" name="Google Shape;150;p1" descr="desktop_computer_stylized_medium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" name="Google Shape;151;p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52" name="Google Shape;152;p1" descr="underline_bas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100263" y="857250"/>
            <a:ext cx="4570412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bfb98bef9f_1_974"/>
          <p:cNvPicPr preferRelativeResize="0"/>
          <p:nvPr/>
        </p:nvPicPr>
        <p:blipFill rotWithShape="1">
          <a:blip r:embed="rId1"/>
          <a:srcRect l="773" t="704"/>
          <a:stretch>
            <a:fillRect/>
          </a:stretch>
        </p:blipFill>
        <p:spPr>
          <a:xfrm>
            <a:off x="239725" y="198025"/>
            <a:ext cx="11245851" cy="646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bfb98bef9f_1_98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66525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bfb98bef9f_1_981"/>
          <p:cNvSpPr txBox="1"/>
          <p:nvPr/>
        </p:nvSpPr>
        <p:spPr>
          <a:xfrm>
            <a:off x="8602875" y="242975"/>
            <a:ext cx="3357300" cy="24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Ports 0-1023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 known ports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Ports 1023-49151 Registered Ports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Ports 49152-65355 Private ports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Application Layer</a:t>
            </a:r>
            <a:endParaRPr lang="en-US" sz="1200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71" name="Google Shape;171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2-</a:t>
            </a:r>
            <a:fld id="{00000000-1234-1234-1234-123412341234}" type="slidenum">
              <a:rPr lang="en-US" sz="1200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fld>
            <a:endParaRPr sz="1200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946275" y="88900"/>
            <a:ext cx="7772400" cy="947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 panose="020B0502020104020203"/>
              <a:buNone/>
            </a:pPr>
            <a:r>
              <a:rPr lang="en-US" sz="3600">
                <a:solidFill>
                  <a:srgbClr val="000099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Example app: TCP client</a:t>
            </a:r>
            <a:endParaRPr sz="4400">
              <a:solidFill>
                <a:srgbClr val="000099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229100" y="1651000"/>
            <a:ext cx="5889754" cy="368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from socket import *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serverName = ’servername’</a:t>
            </a:r>
            <a:endParaRPr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serverPort = 12000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clientSocket = socket(AF_INET, SOCK_STREAM)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clientSocket.connect((serverName,serverPort))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sentence = raw_input(‘Input lowercase sentence:’)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clientSocket.send(sentence.encode())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modifiedSentence = clientSocket.recv(1024)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print (‘From Server:’, modifiedSentence.decode())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clientSocket.close()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4241800" y="1168401"/>
            <a:ext cx="270668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Python TCPClient</a:t>
            </a:r>
            <a:endParaRPr lang="en-US" sz="2400" i="1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75" name="Google Shape;175;p6"/>
          <p:cNvGrpSpPr/>
          <p:nvPr/>
        </p:nvGrpSpPr>
        <p:grpSpPr>
          <a:xfrm>
            <a:off x="1524001" y="2670176"/>
            <a:ext cx="2778125" cy="523875"/>
            <a:chOff x="-811" y="2671324"/>
            <a:chExt cx="2778483" cy="523220"/>
          </a:xfrm>
        </p:grpSpPr>
        <p:sp>
          <p:nvSpPr>
            <p:cNvPr id="176" name="Google Shape;176;p6"/>
            <p:cNvSpPr txBox="1"/>
            <p:nvPr/>
          </p:nvSpPr>
          <p:spPr>
            <a:xfrm>
              <a:off x="-811" y="2671324"/>
              <a:ext cx="22718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create TCP socket for server, remote port 12000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77" name="Google Shape;177;p6"/>
            <p:cNvCxnSpPr/>
            <p:nvPr/>
          </p:nvCxnSpPr>
          <p:spPr>
            <a:xfrm>
              <a:off x="2050143" y="3165929"/>
              <a:ext cx="727529" cy="2721"/>
            </a:xfrm>
            <a:prstGeom prst="straightConnector1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78" name="Google Shape;178;p6"/>
          <p:cNvSpPr/>
          <p:nvPr/>
        </p:nvSpPr>
        <p:spPr>
          <a:xfrm>
            <a:off x="7810500" y="2895600"/>
            <a:ext cx="2247900" cy="508000"/>
          </a:xfrm>
          <a:prstGeom prst="ellipse">
            <a:avLst/>
          </a:prstGeom>
          <a:noFill/>
          <a:ln w="19050" cap="flat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mic Sans MS" panose="030F0902030302020204"/>
              <a:ea typeface="Comic Sans MS" panose="030F0902030302020204"/>
              <a:cs typeface="Comic Sans MS" panose="030F0902030302020204"/>
              <a:sym typeface="Comic Sans MS" panose="030F0902030302020204"/>
            </a:endParaRPr>
          </a:p>
        </p:txBody>
      </p:sp>
      <p:pic>
        <p:nvPicPr>
          <p:cNvPr id="179" name="Google Shape;179;p6" descr="underline_bas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074863" y="795339"/>
            <a:ext cx="45704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6"/>
          <p:cNvGrpSpPr/>
          <p:nvPr/>
        </p:nvGrpSpPr>
        <p:grpSpPr>
          <a:xfrm>
            <a:off x="1524000" y="4157664"/>
            <a:ext cx="2794000" cy="523875"/>
            <a:chOff x="-17288" y="2918148"/>
            <a:chExt cx="2794960" cy="522566"/>
          </a:xfrm>
        </p:grpSpPr>
        <p:sp>
          <p:nvSpPr>
            <p:cNvPr id="181" name="Google Shape;181;p6"/>
            <p:cNvSpPr txBox="1"/>
            <p:nvPr/>
          </p:nvSpPr>
          <p:spPr>
            <a:xfrm>
              <a:off x="-17288" y="2918148"/>
              <a:ext cx="2271818" cy="522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No need to attach server name, port 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82" name="Google Shape;182;p6"/>
            <p:cNvCxnSpPr/>
            <p:nvPr/>
          </p:nvCxnSpPr>
          <p:spPr>
            <a:xfrm>
              <a:off x="2050143" y="3165929"/>
              <a:ext cx="727529" cy="2721"/>
            </a:xfrm>
            <a:prstGeom prst="straightConnector1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Application Layer</a:t>
            </a:r>
            <a:endParaRPr lang="en-US" sz="1200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88" name="Google Shape;188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2-</a:t>
            </a:r>
            <a:fld id="{00000000-1234-1234-1234-123412341234}" type="slidenum">
              <a:rPr lang="en-US" sz="1200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fld>
            <a:endParaRPr sz="1200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946275" y="88900"/>
            <a:ext cx="7772400" cy="947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 panose="020B0502020104020203"/>
              <a:buNone/>
            </a:pPr>
            <a:r>
              <a:rPr lang="en-US" sz="3600">
                <a:solidFill>
                  <a:srgbClr val="000099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Example app: TCP server</a:t>
            </a:r>
            <a:endParaRPr sz="4400">
              <a:solidFill>
                <a:srgbClr val="000099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4241801" y="1439864"/>
            <a:ext cx="6269665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from socket import *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serverPort = 12000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serverSocket = socket(AF_INET,SOCK_STREAM)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serverSocket.bind((‘’,serverPort))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serverSocket.listen(1)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print ‘The server is ready to receive’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while True: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    connectionSocket, addr = serverSocket.accept()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    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    sentence = connectionSocket.recv(1024).decode()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    capitalizedSentence = sentence.upper()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    connectionSocket.send(capitalizedSentence.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                                                           encode())</a:t>
            </a:r>
            <a:endParaRPr lang="en-US" sz="20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    connectionSocket.close()</a:t>
            </a:r>
            <a:endParaRPr sz="18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4241800" y="957263"/>
            <a:ext cx="282733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Python TCPServer</a:t>
            </a:r>
            <a:endParaRPr lang="en-US" sz="2400" i="1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92" name="Google Shape;192;p7"/>
          <p:cNvGrpSpPr/>
          <p:nvPr/>
        </p:nvGrpSpPr>
        <p:grpSpPr>
          <a:xfrm>
            <a:off x="1676400" y="1962150"/>
            <a:ext cx="2559050" cy="523220"/>
            <a:chOff x="151614" y="2173972"/>
            <a:chExt cx="2559082" cy="522824"/>
          </a:xfrm>
        </p:grpSpPr>
        <p:sp>
          <p:nvSpPr>
            <p:cNvPr id="193" name="Google Shape;193;p7"/>
            <p:cNvSpPr txBox="1"/>
            <p:nvPr/>
          </p:nvSpPr>
          <p:spPr>
            <a:xfrm>
              <a:off x="151614" y="2173972"/>
              <a:ext cx="2559082" cy="5228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create TCP welcoming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socket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94" name="Google Shape;194;p7"/>
            <p:cNvCxnSpPr/>
            <p:nvPr/>
          </p:nvCxnSpPr>
          <p:spPr>
            <a:xfrm>
              <a:off x="1695045" y="2596011"/>
              <a:ext cx="930227" cy="1139"/>
            </a:xfrm>
            <a:prstGeom prst="straightConnector1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95" name="Google Shape;195;p7"/>
          <p:cNvGrpSpPr/>
          <p:nvPr/>
        </p:nvGrpSpPr>
        <p:grpSpPr>
          <a:xfrm>
            <a:off x="1655763" y="2825751"/>
            <a:ext cx="2540000" cy="523875"/>
            <a:chOff x="169076" y="2884812"/>
            <a:chExt cx="2541127" cy="523220"/>
          </a:xfrm>
        </p:grpSpPr>
        <p:sp>
          <p:nvSpPr>
            <p:cNvPr id="196" name="Google Shape;196;p7"/>
            <p:cNvSpPr txBox="1"/>
            <p:nvPr/>
          </p:nvSpPr>
          <p:spPr>
            <a:xfrm>
              <a:off x="169076" y="2884812"/>
              <a:ext cx="22718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server begins listening for  incoming TCP requests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97" name="Google Shape;197;p7"/>
            <p:cNvCxnSpPr/>
            <p:nvPr/>
          </p:nvCxnSpPr>
          <p:spPr>
            <a:xfrm>
              <a:off x="1982674" y="3169104"/>
              <a:ext cx="727529" cy="2721"/>
            </a:xfrm>
            <a:prstGeom prst="straightConnector1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98" name="Google Shape;198;p7"/>
          <p:cNvGrpSpPr/>
          <p:nvPr/>
        </p:nvGrpSpPr>
        <p:grpSpPr>
          <a:xfrm>
            <a:off x="2052639" y="3605213"/>
            <a:ext cx="2155825" cy="298450"/>
            <a:chOff x="553383" y="3714241"/>
            <a:chExt cx="2157273" cy="299227"/>
          </a:xfrm>
        </p:grpSpPr>
        <p:sp>
          <p:nvSpPr>
            <p:cNvPr id="199" name="Google Shape;199;p7"/>
            <p:cNvSpPr txBox="1"/>
            <p:nvPr/>
          </p:nvSpPr>
          <p:spPr>
            <a:xfrm>
              <a:off x="553383" y="3714241"/>
              <a:ext cx="1194763" cy="2992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loop forever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200" name="Google Shape;200;p7"/>
            <p:cNvCxnSpPr/>
            <p:nvPr/>
          </p:nvCxnSpPr>
          <p:spPr>
            <a:xfrm rot="10800000" flipH="1">
              <a:off x="1266031" y="3964781"/>
              <a:ext cx="1444625" cy="3969"/>
            </a:xfrm>
            <a:prstGeom prst="straightConnector1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1" name="Google Shape;201;p7"/>
          <p:cNvGrpSpPr/>
          <p:nvPr/>
        </p:nvGrpSpPr>
        <p:grpSpPr>
          <a:xfrm>
            <a:off x="1722438" y="3965573"/>
            <a:ext cx="2813050" cy="707886"/>
            <a:chOff x="380319" y="3965998"/>
            <a:chExt cx="2392469" cy="708084"/>
          </a:xfrm>
        </p:grpSpPr>
        <p:sp>
          <p:nvSpPr>
            <p:cNvPr id="202" name="Google Shape;202;p7"/>
            <p:cNvSpPr txBox="1"/>
            <p:nvPr/>
          </p:nvSpPr>
          <p:spPr>
            <a:xfrm>
              <a:off x="380319" y="3965998"/>
              <a:ext cx="2184910" cy="7080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server waits on accept()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for incoming requests, new socket created on return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203" name="Google Shape;203;p7"/>
            <p:cNvCxnSpPr/>
            <p:nvPr/>
          </p:nvCxnSpPr>
          <p:spPr>
            <a:xfrm rot="10800000" flipH="1">
              <a:off x="2231565" y="4229808"/>
              <a:ext cx="541223" cy="5869"/>
            </a:xfrm>
            <a:prstGeom prst="straightConnector1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4" name="Google Shape;204;p7"/>
          <p:cNvGrpSpPr/>
          <p:nvPr/>
        </p:nvGrpSpPr>
        <p:grpSpPr>
          <a:xfrm>
            <a:off x="1782764" y="4938714"/>
            <a:ext cx="2860675" cy="523875"/>
            <a:chOff x="316741" y="4661874"/>
            <a:chExt cx="2859521" cy="524153"/>
          </a:xfrm>
        </p:grpSpPr>
        <p:sp>
          <p:nvSpPr>
            <p:cNvPr id="205" name="Google Shape;205;p7"/>
            <p:cNvSpPr txBox="1"/>
            <p:nvPr/>
          </p:nvSpPr>
          <p:spPr>
            <a:xfrm>
              <a:off x="316741" y="4661874"/>
              <a:ext cx="2349500" cy="5241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read bytes from socket (but not address as in UDP)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206" name="Google Shape;206;p7"/>
            <p:cNvCxnSpPr/>
            <p:nvPr/>
          </p:nvCxnSpPr>
          <p:spPr>
            <a:xfrm>
              <a:off x="1875609" y="4682209"/>
              <a:ext cx="1300653" cy="499"/>
            </a:xfrm>
            <a:prstGeom prst="straightConnector1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7" name="Google Shape;207;p7"/>
          <p:cNvGrpSpPr/>
          <p:nvPr/>
        </p:nvGrpSpPr>
        <p:grpSpPr>
          <a:xfrm>
            <a:off x="1651000" y="5548314"/>
            <a:ext cx="2878138" cy="738187"/>
            <a:chOff x="162014" y="4686636"/>
            <a:chExt cx="2878315" cy="738664"/>
          </a:xfrm>
        </p:grpSpPr>
        <p:sp>
          <p:nvSpPr>
            <p:cNvPr id="208" name="Google Shape;208;p7"/>
            <p:cNvSpPr txBox="1"/>
            <p:nvPr/>
          </p:nvSpPr>
          <p:spPr>
            <a:xfrm>
              <a:off x="162014" y="4686636"/>
              <a:ext cx="23495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close connection to this client (but </a:t>
              </a:r>
              <a:r>
                <a:rPr lang="en-US" sz="1400" i="1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not</a:t>
              </a:r>
              <a:r>
                <a:rPr lang="en-US" sz="1400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 welcoming socket)</a:t>
              </a:r>
              <a:endParaRPr lang="en-US" sz="1400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209" name="Google Shape;209;p7"/>
            <p:cNvCxnSpPr/>
            <p:nvPr/>
          </p:nvCxnSpPr>
          <p:spPr>
            <a:xfrm>
              <a:off x="2184198" y="4843734"/>
              <a:ext cx="856131" cy="2269"/>
            </a:xfrm>
            <a:prstGeom prst="straightConnector1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210" name="Google Shape;210;p7" descr="underline_bas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038351" y="769939"/>
            <a:ext cx="45704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fb98bef9f_1_0"/>
          <p:cNvSpPr txBox="1"/>
          <p:nvPr>
            <p:ph type="subTitle" idx="1"/>
          </p:nvPr>
        </p:nvSpPr>
        <p:spPr>
          <a:xfrm>
            <a:off x="1524000" y="20282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HTTP is STATELESS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fb98bef9f_1_5"/>
          <p:cNvSpPr txBox="1"/>
          <p:nvPr>
            <p:ph type="title"/>
          </p:nvPr>
        </p:nvSpPr>
        <p:spPr>
          <a:xfrm>
            <a:off x="798691" y="379879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22" name="Google Shape;222;g3bfb98bef9f_1_5"/>
          <p:cNvSpPr txBox="1"/>
          <p:nvPr/>
        </p:nvSpPr>
        <p:spPr>
          <a:xfrm>
            <a:off x="751523" y="1368109"/>
            <a:ext cx="5877900" cy="48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  HTTP GET/response interaction is </a:t>
            </a:r>
            <a:r>
              <a:rPr lang="en-US" sz="32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lang="en-US" sz="3200" b="0" i="1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notion of multi-step exchanges of HTTP messages to complete a Web “transaction” 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track “state” of multi-step exchange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HTTP requests are independent of each other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“recover” from a partially-completed-but-never-completely-completed transaction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bfb98bef9f_1_5"/>
          <p:cNvSpPr txBox="1"/>
          <p:nvPr/>
        </p:nvSpPr>
        <p:spPr>
          <a:xfrm>
            <a:off x="7777183" y="1266045"/>
            <a:ext cx="3347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 stateful protocol: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makes two changes to X, or none at all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g3bfb98bef9f_1_5"/>
          <p:cNvCxnSpPr/>
          <p:nvPr/>
        </p:nvCxnSpPr>
        <p:spPr>
          <a:xfrm>
            <a:off x="8211743" y="2818375"/>
            <a:ext cx="0" cy="2832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25" name="Google Shape;225;g3bfb98bef9f_1_5"/>
          <p:cNvCxnSpPr/>
          <p:nvPr/>
        </p:nvCxnSpPr>
        <p:spPr>
          <a:xfrm>
            <a:off x="9902430" y="2812025"/>
            <a:ext cx="0" cy="2881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226" name="Google Shape;226;g3bfb98bef9f_1_5"/>
          <p:cNvSpPr txBox="1"/>
          <p:nvPr/>
        </p:nvSpPr>
        <p:spPr>
          <a:xfrm>
            <a:off x="7986318" y="5664762"/>
            <a:ext cx="5196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lang="en-US" sz="1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fb98bef9f_1_5"/>
          <p:cNvSpPr txBox="1"/>
          <p:nvPr/>
        </p:nvSpPr>
        <p:spPr>
          <a:xfrm>
            <a:off x="9664305" y="5647300"/>
            <a:ext cx="51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lang="en-US" sz="1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g3bfb98bef9f_1_5"/>
          <p:cNvGrpSpPr/>
          <p:nvPr/>
        </p:nvGrpSpPr>
        <p:grpSpPr>
          <a:xfrm>
            <a:off x="9702405" y="2045262"/>
            <a:ext cx="422066" cy="685355"/>
            <a:chOff x="4140" y="429"/>
            <a:chExt cx="1419" cy="2400"/>
          </a:xfrm>
        </p:grpSpPr>
        <p:sp>
          <p:nvSpPr>
            <p:cNvPr id="229" name="Google Shape;229;g3bfb98bef9f_1_5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bfb98bef9f_1_5"/>
            <p:cNvSpPr/>
            <p:nvPr/>
          </p:nvSpPr>
          <p:spPr>
            <a:xfrm>
              <a:off x="4204" y="429"/>
              <a:ext cx="12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bfb98bef9f_1_5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g3bfb98bef9f_1_5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g3bfb98bef9f_1_5"/>
            <p:cNvSpPr/>
            <p:nvPr/>
          </p:nvSpPr>
          <p:spPr>
            <a:xfrm>
              <a:off x="4209" y="69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4" name="Google Shape;234;g3bfb98bef9f_1_5"/>
            <p:cNvGrpSpPr/>
            <p:nvPr/>
          </p:nvGrpSpPr>
          <p:grpSpPr>
            <a:xfrm>
              <a:off x="4748" y="668"/>
              <a:ext cx="492" cy="17"/>
              <a:chOff x="613" y="2568"/>
              <a:chExt cx="614" cy="16"/>
            </a:xfrm>
          </p:grpSpPr>
          <p:sp>
            <p:nvSpPr>
              <p:cNvPr id="235" name="Google Shape;235;g3bfb98bef9f_1_5"/>
              <p:cNvSpPr/>
              <p:nvPr/>
            </p:nvSpPr>
            <p:spPr>
              <a:xfrm>
                <a:off x="613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g3bfb98bef9f_1_5"/>
              <p:cNvSpPr/>
              <p:nvPr/>
            </p:nvSpPr>
            <p:spPr>
              <a:xfrm>
                <a:off x="627" y="2584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" name="Google Shape;237;g3bfb98bef9f_1_5"/>
            <p:cNvSpPr/>
            <p:nvPr/>
          </p:nvSpPr>
          <p:spPr>
            <a:xfrm>
              <a:off x="4225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8" name="Google Shape;238;g3bfb98bef9f_1_5"/>
            <p:cNvGrpSpPr/>
            <p:nvPr/>
          </p:nvGrpSpPr>
          <p:grpSpPr>
            <a:xfrm>
              <a:off x="4749" y="996"/>
              <a:ext cx="491" cy="16"/>
              <a:chOff x="616" y="2570"/>
              <a:chExt cx="613" cy="17"/>
            </a:xfrm>
          </p:grpSpPr>
          <p:sp>
            <p:nvSpPr>
              <p:cNvPr id="239" name="Google Shape;239;g3bfb98bef9f_1_5"/>
              <p:cNvSpPr/>
              <p:nvPr/>
            </p:nvSpPr>
            <p:spPr>
              <a:xfrm>
                <a:off x="616" y="2570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g3bfb98bef9f_1_5"/>
              <p:cNvSpPr/>
              <p:nvPr/>
            </p:nvSpPr>
            <p:spPr>
              <a:xfrm>
                <a:off x="629" y="2587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" name="Google Shape;241;g3bfb98bef9f_1_5"/>
            <p:cNvSpPr/>
            <p:nvPr/>
          </p:nvSpPr>
          <p:spPr>
            <a:xfrm>
              <a:off x="4215" y="13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bfb98bef9f_1_5"/>
            <p:cNvSpPr/>
            <p:nvPr/>
          </p:nvSpPr>
          <p:spPr>
            <a:xfrm>
              <a:off x="4225" y="165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" name="Google Shape;243;g3bfb98bef9f_1_5"/>
            <p:cNvGrpSpPr/>
            <p:nvPr/>
          </p:nvGrpSpPr>
          <p:grpSpPr>
            <a:xfrm>
              <a:off x="4733" y="1641"/>
              <a:ext cx="492" cy="5"/>
              <a:chOff x="611" y="2581"/>
              <a:chExt cx="613" cy="5"/>
            </a:xfrm>
          </p:grpSpPr>
          <p:sp>
            <p:nvSpPr>
              <p:cNvPr id="244" name="Google Shape;244;g3bfb98bef9f_1_5"/>
              <p:cNvSpPr/>
              <p:nvPr/>
            </p:nvSpPr>
            <p:spPr>
              <a:xfrm>
                <a:off x="611" y="2581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g3bfb98bef9f_1_5"/>
              <p:cNvSpPr/>
              <p:nvPr/>
            </p:nvSpPr>
            <p:spPr>
              <a:xfrm>
                <a:off x="624" y="2586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" name="Google Shape;246;g3bfb98bef9f_1_5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" name="Google Shape;247;g3bfb98bef9f_1_5"/>
            <p:cNvGrpSpPr/>
            <p:nvPr/>
          </p:nvGrpSpPr>
          <p:grpSpPr>
            <a:xfrm>
              <a:off x="4737" y="1335"/>
              <a:ext cx="493" cy="11"/>
              <a:chOff x="612" y="2576"/>
              <a:chExt cx="614" cy="11"/>
            </a:xfrm>
          </p:grpSpPr>
          <p:sp>
            <p:nvSpPr>
              <p:cNvPr id="248" name="Google Shape;248;g3bfb98bef9f_1_5"/>
              <p:cNvSpPr/>
              <p:nvPr/>
            </p:nvSpPr>
            <p:spPr>
              <a:xfrm>
                <a:off x="612" y="257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g3bfb98bef9f_1_5"/>
              <p:cNvSpPr/>
              <p:nvPr/>
            </p:nvSpPr>
            <p:spPr>
              <a:xfrm>
                <a:off x="626" y="2587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0" name="Google Shape;250;g3bfb98bef9f_1_5"/>
            <p:cNvSpPr/>
            <p:nvPr/>
          </p:nvSpPr>
          <p:spPr>
            <a:xfrm>
              <a:off x="5250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g3bfb98bef9f_1_5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g3bfb98bef9f_1_5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g3bfb98bef9f_1_5"/>
            <p:cNvSpPr/>
            <p:nvPr/>
          </p:nvSpPr>
          <p:spPr>
            <a:xfrm>
              <a:off x="5517" y="2614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g3bfb98bef9f_1_5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bfb98bef9f_1_5"/>
            <p:cNvSpPr/>
            <p:nvPr/>
          </p:nvSpPr>
          <p:spPr>
            <a:xfrm>
              <a:off x="4140" y="2680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g3bfb98bef9f_1_5"/>
            <p:cNvSpPr/>
            <p:nvPr/>
          </p:nvSpPr>
          <p:spPr>
            <a:xfrm>
              <a:off x="4204" y="2708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g3bfb98bef9f_1_5"/>
            <p:cNvSpPr/>
            <p:nvPr/>
          </p:nvSpPr>
          <p:spPr>
            <a:xfrm>
              <a:off x="4305" y="2380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g3bfb98bef9f_1_5"/>
            <p:cNvSpPr/>
            <p:nvPr/>
          </p:nvSpPr>
          <p:spPr>
            <a:xfrm>
              <a:off x="4487" y="2386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bfb98bef9f_1_5"/>
            <p:cNvSpPr/>
            <p:nvPr/>
          </p:nvSpPr>
          <p:spPr>
            <a:xfrm>
              <a:off x="4663" y="2380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g3bfb98bef9f_1_5"/>
            <p:cNvSpPr/>
            <p:nvPr/>
          </p:nvSpPr>
          <p:spPr>
            <a:xfrm>
              <a:off x="5063" y="1835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g3bfb98bef9f_1_5"/>
          <p:cNvGrpSpPr/>
          <p:nvPr/>
        </p:nvGrpSpPr>
        <p:grpSpPr>
          <a:xfrm>
            <a:off x="7700568" y="2067487"/>
            <a:ext cx="698500" cy="709640"/>
            <a:chOff x="-44" y="1473"/>
            <a:chExt cx="981" cy="1105"/>
          </a:xfrm>
        </p:grpSpPr>
        <p:pic>
          <p:nvPicPr>
            <p:cNvPr id="262" name="Google Shape;262;g3bfb98bef9f_1_5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g3bfb98bef9f_1_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g3bfb98bef9f_1_5"/>
          <p:cNvGrpSpPr/>
          <p:nvPr/>
        </p:nvGrpSpPr>
        <p:grpSpPr>
          <a:xfrm>
            <a:off x="8211868" y="3940716"/>
            <a:ext cx="1673100" cy="370800"/>
            <a:chOff x="8211868" y="3940716"/>
            <a:chExt cx="1673100" cy="370800"/>
          </a:xfrm>
        </p:grpSpPr>
        <p:cxnSp>
          <p:nvCxnSpPr>
            <p:cNvPr id="265" name="Google Shape;265;g3bfb98bef9f_1_5"/>
            <p:cNvCxnSpPr/>
            <p:nvPr/>
          </p:nvCxnSpPr>
          <p:spPr>
            <a:xfrm flipH="1">
              <a:off x="8211868" y="3942941"/>
              <a:ext cx="1673100" cy="24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6" name="Google Shape;266;g3bfb98bef9f_1_5"/>
            <p:cNvSpPr txBox="1"/>
            <p:nvPr/>
          </p:nvSpPr>
          <p:spPr>
            <a:xfrm rot="-495067">
              <a:off x="9382309" y="3972277"/>
              <a:ext cx="461982" cy="3076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g3bfb98bef9f_1_5"/>
          <p:cNvGrpSpPr/>
          <p:nvPr/>
        </p:nvGrpSpPr>
        <p:grpSpPr>
          <a:xfrm>
            <a:off x="8220690" y="4622615"/>
            <a:ext cx="1673100" cy="370800"/>
            <a:chOff x="8220690" y="4622615"/>
            <a:chExt cx="1673100" cy="370800"/>
          </a:xfrm>
        </p:grpSpPr>
        <p:cxnSp>
          <p:nvCxnSpPr>
            <p:cNvPr id="268" name="Google Shape;268;g3bfb98bef9f_1_5"/>
            <p:cNvCxnSpPr/>
            <p:nvPr/>
          </p:nvCxnSpPr>
          <p:spPr>
            <a:xfrm flipH="1">
              <a:off x="8220690" y="4655320"/>
              <a:ext cx="1673100" cy="24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9" name="Google Shape;269;g3bfb98bef9f_1_5"/>
            <p:cNvSpPr txBox="1"/>
            <p:nvPr/>
          </p:nvSpPr>
          <p:spPr>
            <a:xfrm rot="-495067">
              <a:off x="9360651" y="4654176"/>
              <a:ext cx="461982" cy="3076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g3bfb98bef9f_1_5"/>
          <p:cNvGrpSpPr/>
          <p:nvPr/>
        </p:nvGrpSpPr>
        <p:grpSpPr>
          <a:xfrm>
            <a:off x="8226030" y="4807288"/>
            <a:ext cx="1684200" cy="455400"/>
            <a:chOff x="8226030" y="4807288"/>
            <a:chExt cx="1684200" cy="455400"/>
          </a:xfrm>
        </p:grpSpPr>
        <p:cxnSp>
          <p:nvCxnSpPr>
            <p:cNvPr id="271" name="Google Shape;271;g3bfb98bef9f_1_5"/>
            <p:cNvCxnSpPr/>
            <p:nvPr/>
          </p:nvCxnSpPr>
          <p:spPr>
            <a:xfrm>
              <a:off x="8226030" y="4990711"/>
              <a:ext cx="1684200" cy="234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2" name="Google Shape;272;g3bfb98bef9f_1_5"/>
            <p:cNvSpPr txBox="1"/>
            <p:nvPr/>
          </p:nvSpPr>
          <p:spPr>
            <a:xfrm rot="459851">
              <a:off x="8601375" y="4881060"/>
              <a:ext cx="1126967" cy="307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unlock </a:t>
              </a:r>
              <a:r>
                <a:rPr lang="en-US" sz="1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g3bfb98bef9f_1_5"/>
          <p:cNvGrpSpPr/>
          <p:nvPr/>
        </p:nvGrpSpPr>
        <p:grpSpPr>
          <a:xfrm>
            <a:off x="8211868" y="5251175"/>
            <a:ext cx="1673100" cy="370800"/>
            <a:chOff x="8211868" y="5251175"/>
            <a:chExt cx="1673100" cy="370800"/>
          </a:xfrm>
        </p:grpSpPr>
        <p:cxnSp>
          <p:nvCxnSpPr>
            <p:cNvPr id="274" name="Google Shape;274;g3bfb98bef9f_1_5"/>
            <p:cNvCxnSpPr/>
            <p:nvPr/>
          </p:nvCxnSpPr>
          <p:spPr>
            <a:xfrm flipH="1">
              <a:off x="8211868" y="5253900"/>
              <a:ext cx="1673100" cy="24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5" name="Google Shape;275;g3bfb98bef9f_1_5"/>
            <p:cNvSpPr txBox="1"/>
            <p:nvPr/>
          </p:nvSpPr>
          <p:spPr>
            <a:xfrm rot="-495067">
              <a:off x="9373750" y="5282736"/>
              <a:ext cx="461982" cy="3076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g3bfb98bef9f_1_5"/>
          <p:cNvGrpSpPr/>
          <p:nvPr/>
        </p:nvGrpSpPr>
        <p:grpSpPr>
          <a:xfrm>
            <a:off x="8226030" y="3488161"/>
            <a:ext cx="1710707" cy="483000"/>
            <a:chOff x="8226030" y="3488161"/>
            <a:chExt cx="1710707" cy="483000"/>
          </a:xfrm>
        </p:grpSpPr>
        <p:cxnSp>
          <p:nvCxnSpPr>
            <p:cNvPr id="277" name="Google Shape;277;g3bfb98bef9f_1_5"/>
            <p:cNvCxnSpPr/>
            <p:nvPr/>
          </p:nvCxnSpPr>
          <p:spPr>
            <a:xfrm>
              <a:off x="8226030" y="3679752"/>
              <a:ext cx="1684200" cy="234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8" name="Google Shape;278;g3bfb98bef9f_1_5"/>
            <p:cNvSpPr txBox="1"/>
            <p:nvPr/>
          </p:nvSpPr>
          <p:spPr>
            <a:xfrm rot="460229">
              <a:off x="8589324" y="3575733"/>
              <a:ext cx="1332826" cy="307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lang="en-US" sz="1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</a:t>
              </a:r>
              <a:endPara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9" name="Google Shape;279;g3bfb98bef9f_1_5"/>
            <p:cNvCxnSpPr/>
            <p:nvPr/>
          </p:nvCxnSpPr>
          <p:spPr>
            <a:xfrm rot="10800000">
              <a:off x="9331473" y="3750559"/>
              <a:ext cx="221700" cy="282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280" name="Google Shape;280;g3bfb98bef9f_1_5"/>
          <p:cNvGrpSpPr/>
          <p:nvPr/>
        </p:nvGrpSpPr>
        <p:grpSpPr>
          <a:xfrm>
            <a:off x="8234852" y="4177252"/>
            <a:ext cx="1684200" cy="472800"/>
            <a:chOff x="8234852" y="4177252"/>
            <a:chExt cx="1684200" cy="472800"/>
          </a:xfrm>
        </p:grpSpPr>
        <p:cxnSp>
          <p:nvCxnSpPr>
            <p:cNvPr id="281" name="Google Shape;281;g3bfb98bef9f_1_5"/>
            <p:cNvCxnSpPr/>
            <p:nvPr/>
          </p:nvCxnSpPr>
          <p:spPr>
            <a:xfrm>
              <a:off x="8234852" y="4392131"/>
              <a:ext cx="1684200" cy="234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2" name="Google Shape;282;g3bfb98bef9f_1_5"/>
            <p:cNvSpPr txBox="1"/>
            <p:nvPr/>
          </p:nvSpPr>
          <p:spPr>
            <a:xfrm rot="459961">
              <a:off x="8600610" y="4259724"/>
              <a:ext cx="1257136" cy="307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lang="en-US" sz="1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X’’</a:t>
              </a:r>
              <a:endPara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3" name="Google Shape;283;g3bfb98bef9f_1_5"/>
            <p:cNvCxnSpPr/>
            <p:nvPr/>
          </p:nvCxnSpPr>
          <p:spPr>
            <a:xfrm rot="10800000">
              <a:off x="9340061" y="4436060"/>
              <a:ext cx="221700" cy="282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284" name="Google Shape;284;g3bfb98bef9f_1_5"/>
          <p:cNvGrpSpPr/>
          <p:nvPr/>
        </p:nvGrpSpPr>
        <p:grpSpPr>
          <a:xfrm>
            <a:off x="8226030" y="2717763"/>
            <a:ext cx="1684200" cy="513300"/>
            <a:chOff x="8226030" y="2717763"/>
            <a:chExt cx="1684200" cy="513300"/>
          </a:xfrm>
        </p:grpSpPr>
        <p:sp>
          <p:nvSpPr>
            <p:cNvPr id="285" name="Google Shape;285;g3bfb98bef9f_1_5"/>
            <p:cNvSpPr txBox="1"/>
            <p:nvPr/>
          </p:nvSpPr>
          <p:spPr>
            <a:xfrm rot="459958">
              <a:off x="8283878" y="2820485"/>
              <a:ext cx="1560749" cy="307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lock data record </a:t>
              </a:r>
              <a:r>
                <a:rPr lang="en-US" sz="1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6" name="Google Shape;286;g3bfb98bef9f_1_5"/>
            <p:cNvCxnSpPr/>
            <p:nvPr/>
          </p:nvCxnSpPr>
          <p:spPr>
            <a:xfrm>
              <a:off x="8226030" y="2948551"/>
              <a:ext cx="1684200" cy="234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87" name="Google Shape;287;g3bfb98bef9f_1_5"/>
          <p:cNvGrpSpPr/>
          <p:nvPr/>
        </p:nvGrpSpPr>
        <p:grpSpPr>
          <a:xfrm>
            <a:off x="8211868" y="3198603"/>
            <a:ext cx="1673100" cy="370800"/>
            <a:chOff x="8211868" y="3198603"/>
            <a:chExt cx="1673100" cy="370800"/>
          </a:xfrm>
        </p:grpSpPr>
        <p:cxnSp>
          <p:nvCxnSpPr>
            <p:cNvPr id="288" name="Google Shape;288;g3bfb98bef9f_1_5"/>
            <p:cNvCxnSpPr/>
            <p:nvPr/>
          </p:nvCxnSpPr>
          <p:spPr>
            <a:xfrm flipH="1">
              <a:off x="8211868" y="3211740"/>
              <a:ext cx="1673100" cy="24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9" name="Google Shape;289;g3bfb98bef9f_1_5"/>
            <p:cNvSpPr txBox="1"/>
            <p:nvPr/>
          </p:nvSpPr>
          <p:spPr>
            <a:xfrm rot="-495067">
              <a:off x="9368031" y="3230164"/>
              <a:ext cx="461982" cy="3076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g3bfb98bef9f_1_5"/>
          <p:cNvGrpSpPr/>
          <p:nvPr/>
        </p:nvGrpSpPr>
        <p:grpSpPr>
          <a:xfrm>
            <a:off x="10136156" y="2957082"/>
            <a:ext cx="522565" cy="400200"/>
            <a:chOff x="10136156" y="2957082"/>
            <a:chExt cx="522565" cy="400200"/>
          </a:xfrm>
        </p:grpSpPr>
        <p:sp>
          <p:nvSpPr>
            <p:cNvPr id="291" name="Google Shape;291;g3bfb98bef9f_1_5"/>
            <p:cNvSpPr/>
            <p:nvPr/>
          </p:nvSpPr>
          <p:spPr>
            <a:xfrm>
              <a:off x="10138333" y="2957082"/>
              <a:ext cx="510000" cy="400200"/>
            </a:xfrm>
            <a:prstGeom prst="can">
              <a:avLst>
                <a:gd name="adj" fmla="val 31004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292" name="Google Shape;292;g3bfb98bef9f_1_5"/>
            <p:cNvSpPr txBox="1"/>
            <p:nvPr/>
          </p:nvSpPr>
          <p:spPr>
            <a:xfrm>
              <a:off x="10364121" y="3049415"/>
              <a:ext cx="294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3" name="Google Shape;293;g3bfb98bef9f_1_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136156" y="2995160"/>
              <a:ext cx="307779" cy="3077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4" name="Google Shape;294;g3bfb98bef9f_1_5"/>
          <p:cNvSpPr/>
          <p:nvPr/>
        </p:nvSpPr>
        <p:spPr>
          <a:xfrm>
            <a:off x="10157378" y="2195369"/>
            <a:ext cx="510000" cy="400200"/>
          </a:xfrm>
          <a:prstGeom prst="can">
            <a:avLst>
              <a:gd name="adj" fmla="val 31004"/>
            </a:avLst>
          </a:prstGeom>
          <a:gradFill>
            <a:gsLst>
              <a:gs pos="0">
                <a:srgbClr val="2E75B5"/>
              </a:gs>
              <a:gs pos="100000">
                <a:srgbClr val="FFFFF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95" name="Google Shape;295;g3bfb98bef9f_1_5"/>
          <p:cNvSpPr txBox="1"/>
          <p:nvPr/>
        </p:nvSpPr>
        <p:spPr>
          <a:xfrm>
            <a:off x="10383166" y="2287702"/>
            <a:ext cx="29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n-US"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g3bfb98bef9f_1_5"/>
          <p:cNvGrpSpPr/>
          <p:nvPr/>
        </p:nvGrpSpPr>
        <p:grpSpPr>
          <a:xfrm>
            <a:off x="10132163" y="3702128"/>
            <a:ext cx="592465" cy="400200"/>
            <a:chOff x="10136156" y="2957082"/>
            <a:chExt cx="592465" cy="400200"/>
          </a:xfrm>
        </p:grpSpPr>
        <p:sp>
          <p:nvSpPr>
            <p:cNvPr id="297" name="Google Shape;297;g3bfb98bef9f_1_5"/>
            <p:cNvSpPr/>
            <p:nvPr/>
          </p:nvSpPr>
          <p:spPr>
            <a:xfrm>
              <a:off x="10138333" y="2957082"/>
              <a:ext cx="510000" cy="400200"/>
            </a:xfrm>
            <a:prstGeom prst="can">
              <a:avLst>
                <a:gd name="adj" fmla="val 31004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298" name="Google Shape;298;g3bfb98bef9f_1_5"/>
            <p:cNvSpPr txBox="1"/>
            <p:nvPr/>
          </p:nvSpPr>
          <p:spPr>
            <a:xfrm>
              <a:off x="10364121" y="3049415"/>
              <a:ext cx="364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</a:t>
              </a:r>
              <a:endPara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9" name="Google Shape;299;g3bfb98bef9f_1_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136156" y="2995160"/>
              <a:ext cx="307779" cy="3077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0" name="Google Shape;300;g3bfb98bef9f_1_5"/>
          <p:cNvGrpSpPr/>
          <p:nvPr/>
        </p:nvGrpSpPr>
        <p:grpSpPr>
          <a:xfrm>
            <a:off x="10128170" y="4447174"/>
            <a:ext cx="592465" cy="400200"/>
            <a:chOff x="10136156" y="2957082"/>
            <a:chExt cx="592465" cy="400200"/>
          </a:xfrm>
        </p:grpSpPr>
        <p:sp>
          <p:nvSpPr>
            <p:cNvPr id="301" name="Google Shape;301;g3bfb98bef9f_1_5"/>
            <p:cNvSpPr/>
            <p:nvPr/>
          </p:nvSpPr>
          <p:spPr>
            <a:xfrm>
              <a:off x="10138333" y="2957082"/>
              <a:ext cx="510000" cy="400200"/>
            </a:xfrm>
            <a:prstGeom prst="can">
              <a:avLst>
                <a:gd name="adj" fmla="val 31004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302" name="Google Shape;302;g3bfb98bef9f_1_5"/>
            <p:cNvSpPr txBox="1"/>
            <p:nvPr/>
          </p:nvSpPr>
          <p:spPr>
            <a:xfrm>
              <a:off x="10364121" y="3049415"/>
              <a:ext cx="364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3" name="Google Shape;303;g3bfb98bef9f_1_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136156" y="2995160"/>
              <a:ext cx="307779" cy="3077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" name="Google Shape;304;g3bfb98bef9f_1_5"/>
          <p:cNvGrpSpPr/>
          <p:nvPr/>
        </p:nvGrpSpPr>
        <p:grpSpPr>
          <a:xfrm>
            <a:off x="10126354" y="5192220"/>
            <a:ext cx="726188" cy="400200"/>
            <a:chOff x="10138333" y="2957082"/>
            <a:chExt cx="726188" cy="400200"/>
          </a:xfrm>
        </p:grpSpPr>
        <p:sp>
          <p:nvSpPr>
            <p:cNvPr id="305" name="Google Shape;305;g3bfb98bef9f_1_5"/>
            <p:cNvSpPr/>
            <p:nvPr/>
          </p:nvSpPr>
          <p:spPr>
            <a:xfrm>
              <a:off x="10138333" y="2957082"/>
              <a:ext cx="510000" cy="400200"/>
            </a:xfrm>
            <a:prstGeom prst="can">
              <a:avLst>
                <a:gd name="adj" fmla="val 31004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306" name="Google Shape;306;g3bfb98bef9f_1_5"/>
            <p:cNvSpPr txBox="1"/>
            <p:nvPr/>
          </p:nvSpPr>
          <p:spPr>
            <a:xfrm>
              <a:off x="10364121" y="3049415"/>
              <a:ext cx="500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g3bfb98bef9f_1_5"/>
          <p:cNvSpPr txBox="1"/>
          <p:nvPr/>
        </p:nvSpPr>
        <p:spPr>
          <a:xfrm>
            <a:off x="7895870" y="4140346"/>
            <a:ext cx="41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t’</a:t>
            </a:r>
            <a:endParaRPr sz="16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bfb98bef9f_1_5"/>
          <p:cNvSpPr txBox="1"/>
          <p:nvPr/>
        </p:nvSpPr>
        <p:spPr>
          <a:xfrm>
            <a:off x="7384517" y="5969340"/>
            <a:ext cx="4115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network connection or client crashes at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t’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bfb98bef9f_1_5"/>
          <p:cNvSpPr txBox="1"/>
          <p:nvPr>
            <p:ph type="sldNum" idx="4294967295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fb98bef9f_1_98"/>
          <p:cNvSpPr txBox="1"/>
          <p:nvPr>
            <p:ph type="title"/>
          </p:nvPr>
        </p:nvSpPr>
        <p:spPr>
          <a:xfrm>
            <a:off x="798691" y="379879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316" name="Google Shape;316;g3bfb98bef9f_1_98"/>
          <p:cNvSpPr txBox="1"/>
          <p:nvPr/>
        </p:nvSpPr>
        <p:spPr>
          <a:xfrm>
            <a:off x="622608" y="1452389"/>
            <a:ext cx="6335400" cy="48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sites and client browser  use </a:t>
            </a:r>
            <a:r>
              <a:rPr lang="en-US" sz="32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cookies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maintain some state between transactions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four components:</a:t>
            </a:r>
            <a:endParaRPr lang="en-US" sz="3200" b="0" i="1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cookie header line of HTTP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cookie header line in next HTTP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cookie file kept on user’s host, managed by user’s browser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back-end database at Web site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bfb98bef9f_1_98"/>
          <p:cNvSpPr txBox="1"/>
          <p:nvPr/>
        </p:nvSpPr>
        <p:spPr>
          <a:xfrm>
            <a:off x="7599363" y="1452389"/>
            <a:ext cx="4363500" cy="5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" marR="0" lvl="0" indent="1079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lang="en-US" sz="2800" b="0" i="0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045" marR="0" lvl="0" indent="-23304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Susan uses browser on laptop, visits specific e-commerce site for first time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045" marR="0" lvl="0" indent="-23304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initial HTTP requests arrives at site, site creates: 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ID (aka “cookie”)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in backend database for ID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requests from Susan to this site will contain cookie ID value, allowing site to “identify” Susan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bfb98bef9f_1_98"/>
          <p:cNvSpPr txBox="1"/>
          <p:nvPr>
            <p:ph type="sldNum" idx="4294967295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fb98bef9f_1_106"/>
          <p:cNvSpPr txBox="1"/>
          <p:nvPr>
            <p:ph type="title"/>
          </p:nvPr>
        </p:nvSpPr>
        <p:spPr>
          <a:xfrm>
            <a:off x="798691" y="379879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325" name="Google Shape;325;g3bfb98bef9f_1_106"/>
          <p:cNvSpPr txBox="1"/>
          <p:nvPr/>
        </p:nvSpPr>
        <p:spPr>
          <a:xfrm>
            <a:off x="2092674" y="1266659"/>
            <a:ext cx="87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bfb98bef9f_1_106"/>
          <p:cNvSpPr txBox="1"/>
          <p:nvPr/>
        </p:nvSpPr>
        <p:spPr>
          <a:xfrm>
            <a:off x="7045557" y="1520844"/>
            <a:ext cx="205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Amazon server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g3bfb98bef9f_1_106"/>
          <p:cNvGrpSpPr/>
          <p:nvPr/>
        </p:nvGrpSpPr>
        <p:grpSpPr>
          <a:xfrm>
            <a:off x="3060306" y="4057653"/>
            <a:ext cx="3810000" cy="550863"/>
            <a:chOff x="1454" y="2657"/>
            <a:chExt cx="2400" cy="347"/>
          </a:xfrm>
        </p:grpSpPr>
        <p:cxnSp>
          <p:nvCxnSpPr>
            <p:cNvPr id="328" name="Google Shape;328;g3bfb98bef9f_1_106"/>
            <p:cNvCxnSpPr/>
            <p:nvPr/>
          </p:nvCxnSpPr>
          <p:spPr>
            <a:xfrm flipH="1">
              <a:off x="1454" y="2657"/>
              <a:ext cx="24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329" name="Google Shape;329;g3bfb98bef9f_1_106"/>
            <p:cNvGrpSpPr/>
            <p:nvPr/>
          </p:nvGrpSpPr>
          <p:grpSpPr>
            <a:xfrm>
              <a:off x="1553" y="2694"/>
              <a:ext cx="1814" cy="310"/>
              <a:chOff x="3268" y="2846"/>
              <a:chExt cx="1814" cy="310"/>
            </a:xfrm>
          </p:grpSpPr>
          <p:sp>
            <p:nvSpPr>
              <p:cNvPr id="330" name="Google Shape;330;g3bfb98bef9f_1_106"/>
              <p:cNvSpPr/>
              <p:nvPr/>
            </p:nvSpPr>
            <p:spPr>
              <a:xfrm>
                <a:off x="3282" y="2856"/>
                <a:ext cx="1800" cy="3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g3bfb98bef9f_1_106"/>
              <p:cNvSpPr txBox="1"/>
              <p:nvPr/>
            </p:nvSpPr>
            <p:spPr>
              <a:xfrm>
                <a:off x="3268" y="2846"/>
                <a:ext cx="1800" cy="3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usual HTTP response msg</a:t>
                </a: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2" name="Google Shape;332;g3bfb98bef9f_1_106"/>
          <p:cNvGrpSpPr/>
          <p:nvPr/>
        </p:nvGrpSpPr>
        <p:grpSpPr>
          <a:xfrm>
            <a:off x="3051644" y="5867498"/>
            <a:ext cx="3810000" cy="539749"/>
            <a:chOff x="1423" y="3579"/>
            <a:chExt cx="2400" cy="340"/>
          </a:xfrm>
        </p:grpSpPr>
        <p:cxnSp>
          <p:nvCxnSpPr>
            <p:cNvPr id="333" name="Google Shape;333;g3bfb98bef9f_1_106"/>
            <p:cNvCxnSpPr/>
            <p:nvPr/>
          </p:nvCxnSpPr>
          <p:spPr>
            <a:xfrm flipH="1">
              <a:off x="1423" y="3579"/>
              <a:ext cx="24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4" name="Google Shape;334;g3bfb98bef9f_1_106"/>
            <p:cNvSpPr txBox="1"/>
            <p:nvPr/>
          </p:nvSpPr>
          <p:spPr>
            <a:xfrm>
              <a:off x="1598" y="3619"/>
              <a:ext cx="1800" cy="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msg</a:t>
              </a: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g3bfb98bef9f_1_106"/>
          <p:cNvSpPr txBox="1"/>
          <p:nvPr/>
        </p:nvSpPr>
        <p:spPr>
          <a:xfrm>
            <a:off x="1733156" y="2293935"/>
            <a:ext cx="178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 file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bfb98bef9f_1_106"/>
          <p:cNvSpPr txBox="1"/>
          <p:nvPr/>
        </p:nvSpPr>
        <p:spPr>
          <a:xfrm>
            <a:off x="1550772" y="4672055"/>
            <a:ext cx="181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week later:</a:t>
            </a:r>
            <a:endParaRPr lang="en-US" sz="20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g3bfb98bef9f_1_106"/>
          <p:cNvGrpSpPr/>
          <p:nvPr/>
        </p:nvGrpSpPr>
        <p:grpSpPr>
          <a:xfrm>
            <a:off x="2998327" y="3429000"/>
            <a:ext cx="6704132" cy="1065213"/>
            <a:chOff x="1411" y="2261"/>
            <a:chExt cx="3495" cy="671"/>
          </a:xfrm>
        </p:grpSpPr>
        <p:cxnSp>
          <p:nvCxnSpPr>
            <p:cNvPr id="338" name="Google Shape;338;g3bfb98bef9f_1_106"/>
            <p:cNvCxnSpPr/>
            <p:nvPr/>
          </p:nvCxnSpPr>
          <p:spPr>
            <a:xfrm>
              <a:off x="1411" y="2361"/>
              <a:ext cx="21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9" name="Google Shape;339;g3bfb98bef9f_1_106"/>
            <p:cNvSpPr txBox="1"/>
            <p:nvPr/>
          </p:nvSpPr>
          <p:spPr>
            <a:xfrm>
              <a:off x="1548" y="2261"/>
              <a:ext cx="1800" cy="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g3bfb98bef9f_1_106"/>
            <p:cNvSpPr txBox="1"/>
            <p:nvPr/>
          </p:nvSpPr>
          <p:spPr>
            <a:xfrm>
              <a:off x="3549" y="233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1" name="Google Shape;341;g3bfb98bef9f_1_106"/>
            <p:cNvCxnSpPr/>
            <p:nvPr/>
          </p:nvCxnSpPr>
          <p:spPr>
            <a:xfrm rot="10800000" flipH="1">
              <a:off x="4252" y="2336"/>
              <a:ext cx="600" cy="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342" name="Google Shape;342;g3bfb98bef9f_1_106"/>
            <p:cNvGrpSpPr/>
            <p:nvPr/>
          </p:nvGrpSpPr>
          <p:grpSpPr>
            <a:xfrm>
              <a:off x="4306" y="2363"/>
              <a:ext cx="600" cy="300"/>
              <a:chOff x="4306" y="2273"/>
              <a:chExt cx="600" cy="300"/>
            </a:xfrm>
          </p:grpSpPr>
          <p:sp>
            <p:nvSpPr>
              <p:cNvPr id="343" name="Google Shape;343;g3bfb98bef9f_1_106"/>
              <p:cNvSpPr/>
              <p:nvPr/>
            </p:nvSpPr>
            <p:spPr>
              <a:xfrm>
                <a:off x="4409" y="2365"/>
                <a:ext cx="300" cy="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g3bfb98bef9f_1_106"/>
              <p:cNvSpPr txBox="1"/>
              <p:nvPr/>
            </p:nvSpPr>
            <p:spPr>
              <a:xfrm>
                <a:off x="4306" y="2273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access</a:t>
                </a:r>
                <a:endPara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5" name="Google Shape;345;g3bfb98bef9f_1_106"/>
          <p:cNvGrpSpPr/>
          <p:nvPr/>
        </p:nvGrpSpPr>
        <p:grpSpPr>
          <a:xfrm>
            <a:off x="1704581" y="1762123"/>
            <a:ext cx="1154140" cy="697716"/>
            <a:chOff x="527" y="1047"/>
            <a:chExt cx="925" cy="600"/>
          </a:xfrm>
        </p:grpSpPr>
        <p:sp>
          <p:nvSpPr>
            <p:cNvPr id="346" name="Google Shape;346;g3bfb98bef9f_1_106"/>
            <p:cNvSpPr/>
            <p:nvPr/>
          </p:nvSpPr>
          <p:spPr>
            <a:xfrm>
              <a:off x="527" y="1047"/>
              <a:ext cx="900" cy="600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g3bfb98bef9f_1_106"/>
            <p:cNvSpPr txBox="1"/>
            <p:nvPr/>
          </p:nvSpPr>
          <p:spPr>
            <a:xfrm>
              <a:off x="552" y="1193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g3bfb98bef9f_1_106"/>
          <p:cNvGrpSpPr/>
          <p:nvPr/>
        </p:nvGrpSpPr>
        <p:grpSpPr>
          <a:xfrm>
            <a:off x="2952356" y="1946272"/>
            <a:ext cx="6886552" cy="1257299"/>
            <a:chOff x="1386" y="1327"/>
            <a:chExt cx="3684" cy="792"/>
          </a:xfrm>
        </p:grpSpPr>
        <p:cxnSp>
          <p:nvCxnSpPr>
            <p:cNvPr id="349" name="Google Shape;349;g3bfb98bef9f_1_106"/>
            <p:cNvCxnSpPr/>
            <p:nvPr/>
          </p:nvCxnSpPr>
          <p:spPr>
            <a:xfrm>
              <a:off x="1386" y="1355"/>
              <a:ext cx="21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50" name="Google Shape;350;g3bfb98bef9f_1_106"/>
            <p:cNvSpPr txBox="1"/>
            <p:nvPr/>
          </p:nvSpPr>
          <p:spPr>
            <a:xfrm>
              <a:off x="1554" y="1327"/>
              <a:ext cx="1800" cy="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g3bfb98bef9f_1_106"/>
            <p:cNvSpPr txBox="1"/>
            <p:nvPr/>
          </p:nvSpPr>
          <p:spPr>
            <a:xfrm>
              <a:off x="3460" y="1390"/>
              <a:ext cx="9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Amazon server</a:t>
              </a:r>
              <a:endParaRPr lang="en-US" sz="1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creates ID</a:t>
              </a:r>
              <a:endParaRPr lang="en-US" sz="1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1678 for user</a:t>
              </a:r>
              <a:endParaRPr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2" name="Google Shape;352;g3bfb98bef9f_1_106"/>
            <p:cNvGrpSpPr/>
            <p:nvPr/>
          </p:nvGrpSpPr>
          <p:grpSpPr>
            <a:xfrm>
              <a:off x="4377" y="1730"/>
              <a:ext cx="693" cy="389"/>
              <a:chOff x="4377" y="1640"/>
              <a:chExt cx="693" cy="389"/>
            </a:xfrm>
          </p:grpSpPr>
          <p:cxnSp>
            <p:nvCxnSpPr>
              <p:cNvPr id="353" name="Google Shape;353;g3bfb98bef9f_1_106"/>
              <p:cNvCxnSpPr/>
              <p:nvPr/>
            </p:nvCxnSpPr>
            <p:spPr>
              <a:xfrm>
                <a:off x="4377" y="1640"/>
                <a:ext cx="600" cy="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54" name="Google Shape;354;g3bfb98bef9f_1_106"/>
              <p:cNvSpPr/>
              <p:nvPr/>
            </p:nvSpPr>
            <p:spPr>
              <a:xfrm>
                <a:off x="4470" y="1729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g3bfb98bef9f_1_106"/>
              <p:cNvSpPr txBox="1"/>
              <p:nvPr/>
            </p:nvSpPr>
            <p:spPr>
              <a:xfrm>
                <a:off x="4381" y="1702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create</a:t>
                </a:r>
                <a:endPara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entry</a:t>
                </a:r>
                <a:endPara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6" name="Google Shape;356;g3bfb98bef9f_1_106"/>
          <p:cNvGrpSpPr/>
          <p:nvPr/>
        </p:nvGrpSpPr>
        <p:grpSpPr>
          <a:xfrm>
            <a:off x="1655287" y="2474086"/>
            <a:ext cx="5171871" cy="1031425"/>
            <a:chOff x="448" y="1603"/>
            <a:chExt cx="3564" cy="833"/>
          </a:xfrm>
        </p:grpSpPr>
        <p:cxnSp>
          <p:nvCxnSpPr>
            <p:cNvPr id="357" name="Google Shape;357;g3bfb98bef9f_1_106"/>
            <p:cNvCxnSpPr/>
            <p:nvPr/>
          </p:nvCxnSpPr>
          <p:spPr>
            <a:xfrm flipH="1">
              <a:off x="1312" y="1603"/>
              <a:ext cx="27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58" name="Google Shape;358;g3bfb98bef9f_1_106"/>
            <p:cNvSpPr txBox="1"/>
            <p:nvPr/>
          </p:nvSpPr>
          <p:spPr>
            <a:xfrm>
              <a:off x="1552" y="1650"/>
              <a:ext cx="1800" cy="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set-cookie: 1678 </a:t>
              </a:r>
              <a:endPara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" name="Google Shape;359;g3bfb98bef9f_1_106"/>
            <p:cNvGrpSpPr/>
            <p:nvPr/>
          </p:nvGrpSpPr>
          <p:grpSpPr>
            <a:xfrm>
              <a:off x="448" y="1836"/>
              <a:ext cx="816" cy="600"/>
              <a:chOff x="673" y="1746"/>
              <a:chExt cx="816" cy="600"/>
            </a:xfrm>
          </p:grpSpPr>
          <p:sp>
            <p:nvSpPr>
              <p:cNvPr id="360" name="Google Shape;360;g3bfb98bef9f_1_106"/>
              <p:cNvSpPr/>
              <p:nvPr/>
            </p:nvSpPr>
            <p:spPr>
              <a:xfrm>
                <a:off x="702" y="1746"/>
                <a:ext cx="600" cy="600"/>
              </a:xfrm>
              <a:prstGeom prst="can">
                <a:avLst>
                  <a:gd name="adj" fmla="val 25000"/>
                </a:avLst>
              </a:prstGeom>
              <a:solidFill>
                <a:srgbClr val="3333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g3bfb98bef9f_1_106"/>
              <p:cNvSpPr txBox="1"/>
              <p:nvPr/>
            </p:nvSpPr>
            <p:spPr>
              <a:xfrm>
                <a:off x="673" y="1912"/>
                <a:ext cx="816" cy="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ebay 8734</a:t>
                </a:r>
                <a:endParaRPr lang="en-US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1678</a:t>
                </a:r>
                <a:endParaRPr lang="en-US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2" name="Google Shape;362;g3bfb98bef9f_1_106"/>
          <p:cNvGrpSpPr/>
          <p:nvPr/>
        </p:nvGrpSpPr>
        <p:grpSpPr>
          <a:xfrm>
            <a:off x="2994226" y="4303441"/>
            <a:ext cx="6996248" cy="2000251"/>
            <a:chOff x="1406" y="2602"/>
            <a:chExt cx="3675" cy="1260"/>
          </a:xfrm>
        </p:grpSpPr>
        <p:cxnSp>
          <p:nvCxnSpPr>
            <p:cNvPr id="363" name="Google Shape;363;g3bfb98bef9f_1_106"/>
            <p:cNvCxnSpPr/>
            <p:nvPr/>
          </p:nvCxnSpPr>
          <p:spPr>
            <a:xfrm>
              <a:off x="1406" y="3293"/>
              <a:ext cx="21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4" name="Google Shape;364;g3bfb98bef9f_1_106"/>
            <p:cNvSpPr txBox="1"/>
            <p:nvPr/>
          </p:nvSpPr>
          <p:spPr>
            <a:xfrm>
              <a:off x="1561" y="3171"/>
              <a:ext cx="1800" cy="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g3bfb98bef9f_1_106"/>
            <p:cNvSpPr txBox="1"/>
            <p:nvPr/>
          </p:nvSpPr>
          <p:spPr>
            <a:xfrm>
              <a:off x="3579" y="326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6" name="Google Shape;366;g3bfb98bef9f_1_106"/>
            <p:cNvCxnSpPr/>
            <p:nvPr/>
          </p:nvCxnSpPr>
          <p:spPr>
            <a:xfrm rot="10800000" flipH="1">
              <a:off x="4181" y="2602"/>
              <a:ext cx="900" cy="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7" name="Google Shape;367;g3bfb98bef9f_1_106"/>
            <p:cNvSpPr txBox="1"/>
            <p:nvPr/>
          </p:nvSpPr>
          <p:spPr>
            <a:xfrm>
              <a:off x="4287" y="2939"/>
              <a:ext cx="600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g3bfb98bef9f_1_106"/>
          <p:cNvGrpSpPr/>
          <p:nvPr/>
        </p:nvGrpSpPr>
        <p:grpSpPr>
          <a:xfrm>
            <a:off x="1655687" y="5113066"/>
            <a:ext cx="1290832" cy="782689"/>
            <a:chOff x="702" y="1746"/>
            <a:chExt cx="933" cy="600"/>
          </a:xfrm>
        </p:grpSpPr>
        <p:sp>
          <p:nvSpPr>
            <p:cNvPr id="369" name="Google Shape;369;g3bfb98bef9f_1_106"/>
            <p:cNvSpPr/>
            <p:nvPr/>
          </p:nvSpPr>
          <p:spPr>
            <a:xfrm>
              <a:off x="735" y="1746"/>
              <a:ext cx="900" cy="600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g3bfb98bef9f_1_106"/>
            <p:cNvSpPr txBox="1"/>
            <p:nvPr/>
          </p:nvSpPr>
          <p:spPr>
            <a:xfrm>
              <a:off x="702" y="1851"/>
              <a:ext cx="779" cy="3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amazon 1678</a:t>
              </a: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g3bfb98bef9f_1_106"/>
          <p:cNvSpPr txBox="1"/>
          <p:nvPr/>
        </p:nvSpPr>
        <p:spPr>
          <a:xfrm>
            <a:off x="9834880" y="2581910"/>
            <a:ext cx="1706245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bfb98bef9f_1_106"/>
          <p:cNvSpPr/>
          <p:nvPr/>
        </p:nvSpPr>
        <p:spPr>
          <a:xfrm>
            <a:off x="10104838" y="3202824"/>
            <a:ext cx="592200" cy="908100"/>
          </a:xfrm>
          <a:prstGeom prst="can">
            <a:avLst>
              <a:gd name="adj" fmla="val 31004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3" name="Google Shape;373;g3bfb98bef9f_1_106"/>
          <p:cNvGrpSpPr/>
          <p:nvPr/>
        </p:nvGrpSpPr>
        <p:grpSpPr>
          <a:xfrm>
            <a:off x="6709231" y="1274501"/>
            <a:ext cx="349622" cy="611415"/>
            <a:chOff x="4140" y="429"/>
            <a:chExt cx="1419" cy="2400"/>
          </a:xfrm>
        </p:grpSpPr>
        <p:sp>
          <p:nvSpPr>
            <p:cNvPr id="374" name="Google Shape;374;g3bfb98bef9f_1_106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g3bfb98bef9f_1_106"/>
            <p:cNvSpPr/>
            <p:nvPr/>
          </p:nvSpPr>
          <p:spPr>
            <a:xfrm>
              <a:off x="4206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g3bfb98bef9f_1_106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g3bfb98bef9f_1_106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g3bfb98bef9f_1_106"/>
            <p:cNvSpPr/>
            <p:nvPr/>
          </p:nvSpPr>
          <p:spPr>
            <a:xfrm>
              <a:off x="4212" y="695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9" name="Google Shape;379;g3bfb98bef9f_1_106"/>
            <p:cNvGrpSpPr/>
            <p:nvPr/>
          </p:nvGrpSpPr>
          <p:grpSpPr>
            <a:xfrm>
              <a:off x="4751" y="666"/>
              <a:ext cx="492" cy="15"/>
              <a:chOff x="616" y="2566"/>
              <a:chExt cx="614" cy="14"/>
            </a:xfrm>
          </p:grpSpPr>
          <p:sp>
            <p:nvSpPr>
              <p:cNvPr id="380" name="Google Shape;380;g3bfb98bef9f_1_106"/>
              <p:cNvSpPr/>
              <p:nvPr/>
            </p:nvSpPr>
            <p:spPr>
              <a:xfrm>
                <a:off x="616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g3bfb98bef9f_1_106"/>
              <p:cNvSpPr/>
              <p:nvPr/>
            </p:nvSpPr>
            <p:spPr>
              <a:xfrm>
                <a:off x="630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2" name="Google Shape;382;g3bfb98bef9f_1_106"/>
            <p:cNvSpPr/>
            <p:nvPr/>
          </p:nvSpPr>
          <p:spPr>
            <a:xfrm>
              <a:off x="4223" y="1021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3" name="Google Shape;383;g3bfb98bef9f_1_106"/>
            <p:cNvGrpSpPr/>
            <p:nvPr/>
          </p:nvGrpSpPr>
          <p:grpSpPr>
            <a:xfrm>
              <a:off x="4745" y="996"/>
              <a:ext cx="491" cy="14"/>
              <a:chOff x="612" y="2570"/>
              <a:chExt cx="613" cy="15"/>
            </a:xfrm>
          </p:grpSpPr>
          <p:sp>
            <p:nvSpPr>
              <p:cNvPr id="384" name="Google Shape;384;g3bfb98bef9f_1_106"/>
              <p:cNvSpPr/>
              <p:nvPr/>
            </p:nvSpPr>
            <p:spPr>
              <a:xfrm>
                <a:off x="612" y="2570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g3bfb98bef9f_1_106"/>
              <p:cNvSpPr/>
              <p:nvPr/>
            </p:nvSpPr>
            <p:spPr>
              <a:xfrm>
                <a:off x="625" y="2585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6" name="Google Shape;386;g3bfb98bef9f_1_106"/>
            <p:cNvSpPr/>
            <p:nvPr/>
          </p:nvSpPr>
          <p:spPr>
            <a:xfrm>
              <a:off x="4217" y="1356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g3bfb98bef9f_1_106"/>
            <p:cNvSpPr/>
            <p:nvPr/>
          </p:nvSpPr>
          <p:spPr>
            <a:xfrm>
              <a:off x="4228" y="1657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8" name="Google Shape;388;g3bfb98bef9f_1_106"/>
            <p:cNvGrpSpPr/>
            <p:nvPr/>
          </p:nvGrpSpPr>
          <p:grpSpPr>
            <a:xfrm>
              <a:off x="4734" y="1627"/>
              <a:ext cx="493" cy="20"/>
              <a:chOff x="613" y="2568"/>
              <a:chExt cx="614" cy="18"/>
            </a:xfrm>
          </p:grpSpPr>
          <p:sp>
            <p:nvSpPr>
              <p:cNvPr id="389" name="Google Shape;389;g3bfb98bef9f_1_106"/>
              <p:cNvSpPr/>
              <p:nvPr/>
            </p:nvSpPr>
            <p:spPr>
              <a:xfrm>
                <a:off x="613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g3bfb98bef9f_1_106"/>
              <p:cNvSpPr/>
              <p:nvPr/>
            </p:nvSpPr>
            <p:spPr>
              <a:xfrm>
                <a:off x="627" y="2586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1" name="Google Shape;391;g3bfb98bef9f_1_106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2" name="Google Shape;392;g3bfb98bef9f_1_106"/>
            <p:cNvGrpSpPr/>
            <p:nvPr/>
          </p:nvGrpSpPr>
          <p:grpSpPr>
            <a:xfrm>
              <a:off x="4740" y="1326"/>
              <a:ext cx="493" cy="15"/>
              <a:chOff x="615" y="2567"/>
              <a:chExt cx="614" cy="15"/>
            </a:xfrm>
          </p:grpSpPr>
          <p:sp>
            <p:nvSpPr>
              <p:cNvPr id="393" name="Google Shape;393;g3bfb98bef9f_1_106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g3bfb98bef9f_1_106"/>
              <p:cNvSpPr/>
              <p:nvPr/>
            </p:nvSpPr>
            <p:spPr>
              <a:xfrm>
                <a:off x="629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5" name="Google Shape;395;g3bfb98bef9f_1_106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g3bfb98bef9f_1_106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g3bfb98bef9f_1_106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g3bfb98bef9f_1_106"/>
            <p:cNvSpPr/>
            <p:nvPr/>
          </p:nvSpPr>
          <p:spPr>
            <a:xfrm>
              <a:off x="5515" y="2613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g3bfb98bef9f_1_106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g3bfb98bef9f_1_106"/>
            <p:cNvSpPr/>
            <p:nvPr/>
          </p:nvSpPr>
          <p:spPr>
            <a:xfrm>
              <a:off x="4140" y="2677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g3bfb98bef9f_1_106"/>
            <p:cNvSpPr/>
            <p:nvPr/>
          </p:nvSpPr>
          <p:spPr>
            <a:xfrm>
              <a:off x="4206" y="2712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g3bfb98bef9f_1_106"/>
            <p:cNvSpPr/>
            <p:nvPr/>
          </p:nvSpPr>
          <p:spPr>
            <a:xfrm>
              <a:off x="4311" y="2381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g3bfb98bef9f_1_106"/>
            <p:cNvSpPr/>
            <p:nvPr/>
          </p:nvSpPr>
          <p:spPr>
            <a:xfrm>
              <a:off x="4487" y="2386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g3bfb98bef9f_1_106"/>
            <p:cNvSpPr/>
            <p:nvPr/>
          </p:nvSpPr>
          <p:spPr>
            <a:xfrm>
              <a:off x="4663" y="2381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g3bfb98bef9f_1_106"/>
            <p:cNvSpPr/>
            <p:nvPr/>
          </p:nvSpPr>
          <p:spPr>
            <a:xfrm>
              <a:off x="5064" y="1834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g3bfb98bef9f_1_106"/>
          <p:cNvGrpSpPr/>
          <p:nvPr/>
        </p:nvGrpSpPr>
        <p:grpSpPr>
          <a:xfrm>
            <a:off x="2734523" y="1369488"/>
            <a:ext cx="667783" cy="586070"/>
            <a:chOff x="-44" y="1473"/>
            <a:chExt cx="981" cy="1105"/>
          </a:xfrm>
        </p:grpSpPr>
        <p:pic>
          <p:nvPicPr>
            <p:cNvPr id="407" name="Google Shape;407;g3bfb98bef9f_1_106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g3bfb98bef9f_1_10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9" name="Google Shape;409;g3bfb98bef9f_1_106"/>
          <p:cNvCxnSpPr/>
          <p:nvPr/>
        </p:nvCxnSpPr>
        <p:spPr>
          <a:xfrm flipH="1">
            <a:off x="2999807" y="1993139"/>
            <a:ext cx="600" cy="4465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410" name="Google Shape;410;g3bfb98bef9f_1_106"/>
          <p:cNvSpPr txBox="1"/>
          <p:nvPr/>
        </p:nvSpPr>
        <p:spPr>
          <a:xfrm>
            <a:off x="2746707" y="6459827"/>
            <a:ext cx="5196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lang="en-US" sz="1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g3bfb98bef9f_1_106"/>
          <p:cNvCxnSpPr/>
          <p:nvPr/>
        </p:nvCxnSpPr>
        <p:spPr>
          <a:xfrm flipH="1">
            <a:off x="6867262" y="2001551"/>
            <a:ext cx="600" cy="4465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412" name="Google Shape;412;g3bfb98bef9f_1_106"/>
          <p:cNvSpPr txBox="1"/>
          <p:nvPr/>
        </p:nvSpPr>
        <p:spPr>
          <a:xfrm>
            <a:off x="6614162" y="6468239"/>
            <a:ext cx="5196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lang="en-US" sz="1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bfb98bef9f_1_106"/>
          <p:cNvSpPr txBox="1"/>
          <p:nvPr>
            <p:ph type="sldNum" idx="4294967295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fb98bef9f_1_200"/>
          <p:cNvSpPr txBox="1"/>
          <p:nvPr>
            <p:ph type="title"/>
          </p:nvPr>
        </p:nvSpPr>
        <p:spPr>
          <a:xfrm>
            <a:off x="798691" y="379879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 cookies: comments</a:t>
            </a:r>
            <a:endParaRPr sz="4400"/>
          </a:p>
        </p:txBody>
      </p:sp>
      <p:sp>
        <p:nvSpPr>
          <p:cNvPr id="420" name="Google Shape;420;g3bfb98bef9f_1_200"/>
          <p:cNvSpPr txBox="1"/>
          <p:nvPr/>
        </p:nvSpPr>
        <p:spPr>
          <a:xfrm>
            <a:off x="648049" y="1556443"/>
            <a:ext cx="6034800" cy="26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cookies can be used for</a:t>
            </a: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en-US" sz="28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shopping carts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session state (Web e-mail)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bfb98bef9f_1_200"/>
          <p:cNvSpPr/>
          <p:nvPr/>
        </p:nvSpPr>
        <p:spPr>
          <a:xfrm>
            <a:off x="7504291" y="1568189"/>
            <a:ext cx="3810000" cy="3553500"/>
          </a:xfrm>
          <a:prstGeom prst="rect">
            <a:avLst/>
          </a:prstGeom>
          <a:noFill/>
          <a:ln w="19050" cap="flat" cmpd="sng">
            <a:solidFill>
              <a:srgbClr val="0000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cookies and privacy:</a:t>
            </a:r>
            <a:endParaRPr lang="en-US" sz="24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permit sites to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lot about you on their site.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party persistent cookies (tracking cookies) allow common identity (cookie value) to be tracked across multiple web sites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bfb98bef9f_1_200"/>
          <p:cNvSpPr txBox="1"/>
          <p:nvPr/>
        </p:nvSpPr>
        <p:spPr>
          <a:xfrm>
            <a:off x="10149568" y="1325611"/>
            <a:ext cx="8388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aside</a:t>
            </a:r>
            <a:endParaRPr lang="en-US" sz="24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bfb98bef9f_1_200"/>
          <p:cNvSpPr/>
          <p:nvPr/>
        </p:nvSpPr>
        <p:spPr>
          <a:xfrm>
            <a:off x="721562" y="3980757"/>
            <a:ext cx="6267000" cy="26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How to keep state?</a:t>
            </a:r>
            <a:endParaRPr lang="en-US" sz="3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1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at protocol endpoints: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maintain state at sender/receiver over multiple transactions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1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 messages: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in HTTP messages carry state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bfb98bef9f_1_200"/>
          <p:cNvSpPr txBox="1"/>
          <p:nvPr>
            <p:ph type="sldNum" idx="4294967295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b98bef9f_1_210"/>
          <p:cNvSpPr txBox="1"/>
          <p:nvPr/>
        </p:nvSpPr>
        <p:spPr>
          <a:xfrm>
            <a:off x="360491" y="261258"/>
            <a:ext cx="9806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Example:  displaying a NY Times web page</a:t>
            </a:r>
            <a:endParaRPr sz="3600" b="0" i="0" u="none" strike="noStrike" cap="non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g3bfb98bef9f_1_210"/>
          <p:cNvGrpSpPr/>
          <p:nvPr/>
        </p:nvGrpSpPr>
        <p:grpSpPr>
          <a:xfrm>
            <a:off x="4421414" y="1364343"/>
            <a:ext cx="517112" cy="1098477"/>
            <a:chOff x="4140" y="429"/>
            <a:chExt cx="1419" cy="2400"/>
          </a:xfrm>
        </p:grpSpPr>
        <p:sp>
          <p:nvSpPr>
            <p:cNvPr id="432" name="Google Shape;432;g3bfb98bef9f_1_210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g3bfb98bef9f_1_210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g3bfb98bef9f_1_210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g3bfb98bef9f_1_21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g3bfb98bef9f_1_210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" name="Google Shape;437;g3bfb98bef9f_1_210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438" name="Google Shape;438;g3bfb98bef9f_1_21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g3bfb98bef9f_1_210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" name="Google Shape;440;g3bfb98bef9f_1_210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1" name="Google Shape;441;g3bfb98bef9f_1_210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442" name="Google Shape;442;g3bfb98bef9f_1_210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g3bfb98bef9f_1_210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4" name="Google Shape;444;g3bfb98bef9f_1_210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g3bfb98bef9f_1_210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6" name="Google Shape;446;g3bfb98bef9f_1_210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447" name="Google Shape;447;g3bfb98bef9f_1_210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g3bfb98bef9f_1_210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9" name="Google Shape;449;g3bfb98bef9f_1_21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0" name="Google Shape;450;g3bfb98bef9f_1_210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451" name="Google Shape;451;g3bfb98bef9f_1_21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g3bfb98bef9f_1_210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3" name="Google Shape;453;g3bfb98bef9f_1_210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g3bfb98bef9f_1_21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g3bfb98bef9f_1_21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g3bfb98bef9f_1_210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g3bfb98bef9f_1_21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g3bfb98bef9f_1_210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g3bfb98bef9f_1_210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g3bfb98bef9f_1_210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g3bfb98bef9f_1_210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g3bfb98bef9f_1_210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g3bfb98bef9f_1_210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4" name="Google Shape;464;g3bfb98bef9f_1_2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3bfb98bef9f_1_2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057" y="4524829"/>
            <a:ext cx="1783443" cy="2496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g3bfb98bef9f_1_210"/>
          <p:cNvGrpSpPr/>
          <p:nvPr/>
        </p:nvGrpSpPr>
        <p:grpSpPr>
          <a:xfrm>
            <a:off x="8178799" y="4820558"/>
            <a:ext cx="517112" cy="1098477"/>
            <a:chOff x="4140" y="429"/>
            <a:chExt cx="1419" cy="2400"/>
          </a:xfrm>
        </p:grpSpPr>
        <p:sp>
          <p:nvSpPr>
            <p:cNvPr id="467" name="Google Shape;467;g3bfb98bef9f_1_210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g3bfb98bef9f_1_210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g3bfb98bef9f_1_210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g3bfb98bef9f_1_21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g3bfb98bef9f_1_210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2" name="Google Shape;472;g3bfb98bef9f_1_210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473" name="Google Shape;473;g3bfb98bef9f_1_21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g3bfb98bef9f_1_210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5" name="Google Shape;475;g3bfb98bef9f_1_210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6" name="Google Shape;476;g3bfb98bef9f_1_210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477" name="Google Shape;477;g3bfb98bef9f_1_210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g3bfb98bef9f_1_210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9" name="Google Shape;479;g3bfb98bef9f_1_210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g3bfb98bef9f_1_210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g3bfb98bef9f_1_210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482" name="Google Shape;482;g3bfb98bef9f_1_210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g3bfb98bef9f_1_210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4" name="Google Shape;484;g3bfb98bef9f_1_21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5" name="Google Shape;485;g3bfb98bef9f_1_210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486" name="Google Shape;486;g3bfb98bef9f_1_21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g3bfb98bef9f_1_210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8" name="Google Shape;488;g3bfb98bef9f_1_210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g3bfb98bef9f_1_21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g3bfb98bef9f_1_21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g3bfb98bef9f_1_210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g3bfb98bef9f_1_21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g3bfb98bef9f_1_210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g3bfb98bef9f_1_210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g3bfb98bef9f_1_210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g3bfb98bef9f_1_210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g3bfb98bef9f_1_210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g3bfb98bef9f_1_210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g3bfb98bef9f_1_210"/>
          <p:cNvGrpSpPr/>
          <p:nvPr/>
        </p:nvGrpSpPr>
        <p:grpSpPr>
          <a:xfrm>
            <a:off x="3586046" y="4406221"/>
            <a:ext cx="1432267" cy="1301573"/>
            <a:chOff x="2718817" y="3255963"/>
            <a:chExt cx="1432267" cy="1301573"/>
          </a:xfrm>
        </p:grpSpPr>
        <p:grpSp>
          <p:nvGrpSpPr>
            <p:cNvPr id="500" name="Google Shape;500;g3bfb98bef9f_1_210"/>
            <p:cNvGrpSpPr/>
            <p:nvPr/>
          </p:nvGrpSpPr>
          <p:grpSpPr>
            <a:xfrm>
              <a:off x="2718817" y="3255963"/>
              <a:ext cx="1432267" cy="1301573"/>
              <a:chOff x="-44" y="1473"/>
              <a:chExt cx="981" cy="1105"/>
            </a:xfrm>
          </p:grpSpPr>
          <p:pic>
            <p:nvPicPr>
              <p:cNvPr id="501" name="Google Shape;501;g3bfb98bef9f_1_210" descr="desktop_computer_stylized_medium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2" name="Google Shape;502;g3bfb98bef9f_1_21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503" name="Google Shape;503;g3bfb98bef9f_1_210" descr="Icon&#10;&#10;Description automatically generated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3251200" y="3436256"/>
              <a:ext cx="870860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4" name="Google Shape;504;g3bfb98bef9f_1_210"/>
          <p:cNvSpPr txBox="1"/>
          <p:nvPr/>
        </p:nvSpPr>
        <p:spPr>
          <a:xfrm>
            <a:off x="4352471" y="2398486"/>
            <a:ext cx="1798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bfb98bef9f_1_210"/>
          <p:cNvSpPr txBox="1"/>
          <p:nvPr/>
        </p:nvSpPr>
        <p:spPr>
          <a:xfrm>
            <a:off x="8095344" y="5878285"/>
            <a:ext cx="122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g3bfb98bef9f_1_2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09242" y="1223204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bfb98bef9f_1_2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211457" y="4524829"/>
            <a:ext cx="1788365" cy="250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8" name="Google Shape;508;g3bfb98bef9f_1_210"/>
          <p:cNvGrpSpPr/>
          <p:nvPr/>
        </p:nvGrpSpPr>
        <p:grpSpPr>
          <a:xfrm>
            <a:off x="4051300" y="2946500"/>
            <a:ext cx="965200" cy="1308000"/>
            <a:chOff x="4051300" y="2946500"/>
            <a:chExt cx="965200" cy="1308000"/>
          </a:xfrm>
        </p:grpSpPr>
        <p:grpSp>
          <p:nvGrpSpPr>
            <p:cNvPr id="509" name="Google Shape;509;g3bfb98bef9f_1_210"/>
            <p:cNvGrpSpPr/>
            <p:nvPr/>
          </p:nvGrpSpPr>
          <p:grpSpPr>
            <a:xfrm>
              <a:off x="4673600" y="2946500"/>
              <a:ext cx="342900" cy="1308000"/>
              <a:chOff x="4673600" y="2946500"/>
              <a:chExt cx="342900" cy="1308000"/>
            </a:xfrm>
          </p:grpSpPr>
          <p:cxnSp>
            <p:nvCxnSpPr>
              <p:cNvPr id="510" name="Google Shape;510;g3bfb98bef9f_1_210"/>
              <p:cNvCxnSpPr/>
              <p:nvPr/>
            </p:nvCxnSpPr>
            <p:spPr>
              <a:xfrm rot="10800000">
                <a:off x="4851400" y="2946500"/>
                <a:ext cx="0" cy="130800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511" name="Google Shape;511;g3bfb98bef9f_1_210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g3bfb98bef9f_1_210"/>
              <p:cNvSpPr txBox="1"/>
              <p:nvPr/>
            </p:nvSpPr>
            <p:spPr>
              <a:xfrm>
                <a:off x="4711700" y="34290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3" name="Google Shape;513;g3bfb98bef9f_1_210"/>
            <p:cNvSpPr txBox="1"/>
            <p:nvPr/>
          </p:nvSpPr>
          <p:spPr>
            <a:xfrm>
              <a:off x="4051300" y="3378200"/>
              <a:ext cx="736500" cy="5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GET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4" name="Google Shape;514;g3bfb98bef9f_1_210"/>
          <p:cNvGrpSpPr/>
          <p:nvPr/>
        </p:nvGrpSpPr>
        <p:grpSpPr>
          <a:xfrm>
            <a:off x="5143500" y="2959200"/>
            <a:ext cx="990500" cy="1308000"/>
            <a:chOff x="5143500" y="2959200"/>
            <a:chExt cx="990500" cy="1308000"/>
          </a:xfrm>
        </p:grpSpPr>
        <p:grpSp>
          <p:nvGrpSpPr>
            <p:cNvPr id="515" name="Google Shape;515;g3bfb98bef9f_1_210"/>
            <p:cNvGrpSpPr/>
            <p:nvPr/>
          </p:nvGrpSpPr>
          <p:grpSpPr>
            <a:xfrm>
              <a:off x="5143500" y="2959200"/>
              <a:ext cx="342900" cy="1308000"/>
              <a:chOff x="4673600" y="2946500"/>
              <a:chExt cx="342900" cy="1308000"/>
            </a:xfrm>
          </p:grpSpPr>
          <p:cxnSp>
            <p:nvCxnSpPr>
              <p:cNvPr id="516" name="Google Shape;516;g3bfb98bef9f_1_210"/>
              <p:cNvCxnSpPr/>
              <p:nvPr/>
            </p:nvCxnSpPr>
            <p:spPr>
              <a:xfrm rot="10800000">
                <a:off x="4851400" y="2946500"/>
                <a:ext cx="0" cy="130800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517" name="Google Shape;517;g3bfb98bef9f_1_210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g3bfb98bef9f_1_210"/>
              <p:cNvSpPr txBox="1"/>
              <p:nvPr/>
            </p:nvSpPr>
            <p:spPr>
              <a:xfrm>
                <a:off x="4711700" y="34290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9" name="Google Shape;519;g3bfb98bef9f_1_210"/>
            <p:cNvSpPr txBox="1"/>
            <p:nvPr/>
          </p:nvSpPr>
          <p:spPr>
            <a:xfrm>
              <a:off x="5397500" y="3403600"/>
              <a:ext cx="736500" cy="5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reply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g3bfb98bef9f_1_210"/>
          <p:cNvGrpSpPr/>
          <p:nvPr/>
        </p:nvGrpSpPr>
        <p:grpSpPr>
          <a:xfrm>
            <a:off x="6261100" y="4914900"/>
            <a:ext cx="1854300" cy="369300"/>
            <a:chOff x="3721100" y="3429000"/>
            <a:chExt cx="1854300" cy="369300"/>
          </a:xfrm>
        </p:grpSpPr>
        <p:cxnSp>
          <p:nvCxnSpPr>
            <p:cNvPr id="521" name="Google Shape;521;g3bfb98bef9f_1_210"/>
            <p:cNvCxnSpPr/>
            <p:nvPr/>
          </p:nvCxnSpPr>
          <p:spPr>
            <a:xfrm>
              <a:off x="3721100" y="3594100"/>
              <a:ext cx="1854300" cy="0"/>
            </a:xfrm>
            <a:prstGeom prst="straightConnector1">
              <a:avLst/>
            </a:prstGeom>
            <a:noFill/>
            <a:ln w="25400" cap="flat" cmpd="sng">
              <a:solidFill>
                <a:srgbClr val="0E01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22" name="Google Shape;522;g3bfb98bef9f_1_210"/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E01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g3bfb98bef9f_1_210"/>
            <p:cNvSpPr txBox="1"/>
            <p:nvPr/>
          </p:nvSpPr>
          <p:spPr>
            <a:xfrm>
              <a:off x="4686300" y="3429000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g3bfb98bef9f_1_210"/>
          <p:cNvGrpSpPr/>
          <p:nvPr/>
        </p:nvGrpSpPr>
        <p:grpSpPr>
          <a:xfrm>
            <a:off x="4749800" y="4826000"/>
            <a:ext cx="342900" cy="369300"/>
            <a:chOff x="2857500" y="6540500"/>
            <a:chExt cx="342900" cy="369300"/>
          </a:xfrm>
        </p:grpSpPr>
        <p:sp>
          <p:nvSpPr>
            <p:cNvPr id="525" name="Google Shape;525;g3bfb98bef9f_1_210"/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E01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g3bfb98bef9f_1_210"/>
            <p:cNvSpPr txBox="1"/>
            <p:nvPr/>
          </p:nvSpPr>
          <p:spPr>
            <a:xfrm>
              <a:off x="2895600" y="6540500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g3bfb98bef9f_1_210"/>
          <p:cNvGrpSpPr/>
          <p:nvPr/>
        </p:nvGrpSpPr>
        <p:grpSpPr>
          <a:xfrm>
            <a:off x="6273800" y="5308600"/>
            <a:ext cx="1841400" cy="369300"/>
            <a:chOff x="3721100" y="3429000"/>
            <a:chExt cx="1841400" cy="369300"/>
          </a:xfrm>
        </p:grpSpPr>
        <p:cxnSp>
          <p:nvCxnSpPr>
            <p:cNvPr id="528" name="Google Shape;528;g3bfb98bef9f_1_210"/>
            <p:cNvCxnSpPr/>
            <p:nvPr/>
          </p:nvCxnSpPr>
          <p:spPr>
            <a:xfrm>
              <a:off x="3721100" y="3594100"/>
              <a:ext cx="1841400" cy="0"/>
            </a:xfrm>
            <a:prstGeom prst="straightConnector1">
              <a:avLst/>
            </a:prstGeom>
            <a:noFill/>
            <a:ln w="25400" cap="flat" cmpd="sng">
              <a:solidFill>
                <a:srgbClr val="0E01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sp>
          <p:nvSpPr>
            <p:cNvPr id="529" name="Google Shape;529;g3bfb98bef9f_1_210"/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E01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g3bfb98bef9f_1_210"/>
            <p:cNvSpPr txBox="1"/>
            <p:nvPr/>
          </p:nvSpPr>
          <p:spPr>
            <a:xfrm>
              <a:off x="4686300" y="3429000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g3bfb98bef9f_1_210"/>
          <p:cNvGrpSpPr/>
          <p:nvPr/>
        </p:nvGrpSpPr>
        <p:grpSpPr>
          <a:xfrm>
            <a:off x="4775200" y="5207000"/>
            <a:ext cx="342900" cy="369300"/>
            <a:chOff x="2857500" y="6540500"/>
            <a:chExt cx="342900" cy="369300"/>
          </a:xfrm>
        </p:grpSpPr>
        <p:sp>
          <p:nvSpPr>
            <p:cNvPr id="532" name="Google Shape;532;g3bfb98bef9f_1_210"/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E01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g3bfb98bef9f_1_210"/>
            <p:cNvSpPr txBox="1"/>
            <p:nvPr/>
          </p:nvSpPr>
          <p:spPr>
            <a:xfrm>
              <a:off x="2895600" y="6540500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4" name="Google Shape;534;g3bfb98bef9f_1_210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016500" y="4394023"/>
            <a:ext cx="1790699" cy="1295577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bfb98bef9f_1_210"/>
          <p:cNvSpPr txBox="1"/>
          <p:nvPr/>
        </p:nvSpPr>
        <p:spPr>
          <a:xfrm>
            <a:off x="1917701" y="5803900"/>
            <a:ext cx="2425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 page with embedded ad displayed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" name="Google Shape;536;g3bfb98bef9f_1_210"/>
          <p:cNvGrpSpPr/>
          <p:nvPr/>
        </p:nvGrpSpPr>
        <p:grpSpPr>
          <a:xfrm>
            <a:off x="584200" y="1511300"/>
            <a:ext cx="3403600" cy="831000"/>
            <a:chOff x="584200" y="1511300"/>
            <a:chExt cx="3403600" cy="831000"/>
          </a:xfrm>
        </p:grpSpPr>
        <p:sp>
          <p:nvSpPr>
            <p:cNvPr id="537" name="Google Shape;537;g3bfb98bef9f_1_210"/>
            <p:cNvSpPr txBox="1"/>
            <p:nvPr/>
          </p:nvSpPr>
          <p:spPr>
            <a:xfrm>
              <a:off x="1016000" y="1511300"/>
              <a:ext cx="29718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50800" marR="0" lvl="0" indent="-127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base html file from nytimes.com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8" name="Google Shape;538;g3bfb98bef9f_1_210"/>
            <p:cNvGrpSpPr/>
            <p:nvPr/>
          </p:nvGrpSpPr>
          <p:grpSpPr>
            <a:xfrm>
              <a:off x="584200" y="1574800"/>
              <a:ext cx="304800" cy="369300"/>
              <a:chOff x="8953500" y="1841500"/>
              <a:chExt cx="304800" cy="369300"/>
            </a:xfrm>
          </p:grpSpPr>
          <p:sp>
            <p:nvSpPr>
              <p:cNvPr id="539" name="Google Shape;539;g3bfb98bef9f_1_210"/>
              <p:cNvSpPr/>
              <p:nvPr/>
            </p:nvSpPr>
            <p:spPr>
              <a:xfrm>
                <a:off x="8953500" y="1879600"/>
                <a:ext cx="304800" cy="2922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A14A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g3bfb98bef9f_1_210"/>
              <p:cNvSpPr txBox="1"/>
              <p:nvPr/>
            </p:nvSpPr>
            <p:spPr>
              <a:xfrm>
                <a:off x="8953500" y="18415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1" name="Google Shape;541;g3bfb98bef9f_1_210"/>
            <p:cNvGrpSpPr/>
            <p:nvPr/>
          </p:nvGrpSpPr>
          <p:grpSpPr>
            <a:xfrm>
              <a:off x="736600" y="1778000"/>
              <a:ext cx="314500" cy="369300"/>
              <a:chOff x="8953500" y="1841500"/>
              <a:chExt cx="314500" cy="369300"/>
            </a:xfrm>
          </p:grpSpPr>
          <p:sp>
            <p:nvSpPr>
              <p:cNvPr id="542" name="Google Shape;542;g3bfb98bef9f_1_210"/>
              <p:cNvSpPr/>
              <p:nvPr/>
            </p:nvSpPr>
            <p:spPr>
              <a:xfrm>
                <a:off x="8953500" y="1879600"/>
                <a:ext cx="304800" cy="2922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A14A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g3bfb98bef9f_1_210"/>
              <p:cNvSpPr txBox="1"/>
              <p:nvPr/>
            </p:nvSpPr>
            <p:spPr>
              <a:xfrm>
                <a:off x="8966200" y="18415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" name="Google Shape;544;g3bfb98bef9f_1_210"/>
          <p:cNvGrpSpPr/>
          <p:nvPr/>
        </p:nvGrpSpPr>
        <p:grpSpPr>
          <a:xfrm>
            <a:off x="546100" y="2527300"/>
            <a:ext cx="3162300" cy="831000"/>
            <a:chOff x="546100" y="2527300"/>
            <a:chExt cx="3162300" cy="831000"/>
          </a:xfrm>
        </p:grpSpPr>
        <p:sp>
          <p:nvSpPr>
            <p:cNvPr id="545" name="Google Shape;545;g3bfb98bef9f_1_210"/>
            <p:cNvSpPr txBox="1"/>
            <p:nvPr/>
          </p:nvSpPr>
          <p:spPr>
            <a:xfrm>
              <a:off x="1041400" y="2527300"/>
              <a:ext cx="26670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fetch ad from AdX.com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6" name="Google Shape;546;g3bfb98bef9f_1_210"/>
            <p:cNvGrpSpPr/>
            <p:nvPr/>
          </p:nvGrpSpPr>
          <p:grpSpPr>
            <a:xfrm>
              <a:off x="546100" y="2590800"/>
              <a:ext cx="304800" cy="369300"/>
              <a:chOff x="8953500" y="1841500"/>
              <a:chExt cx="304800" cy="369300"/>
            </a:xfrm>
          </p:grpSpPr>
          <p:sp>
            <p:nvSpPr>
              <p:cNvPr id="547" name="Google Shape;547;g3bfb98bef9f_1_210"/>
              <p:cNvSpPr/>
              <p:nvPr/>
            </p:nvSpPr>
            <p:spPr>
              <a:xfrm>
                <a:off x="8953500" y="1879600"/>
                <a:ext cx="304800" cy="2922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A14A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g3bfb98bef9f_1_210"/>
              <p:cNvSpPr txBox="1"/>
              <p:nvPr/>
            </p:nvSpPr>
            <p:spPr>
              <a:xfrm>
                <a:off x="8953500" y="18415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9" name="Google Shape;549;g3bfb98bef9f_1_210"/>
            <p:cNvGrpSpPr/>
            <p:nvPr/>
          </p:nvGrpSpPr>
          <p:grpSpPr>
            <a:xfrm>
              <a:off x="698500" y="2794000"/>
              <a:ext cx="314500" cy="369300"/>
              <a:chOff x="8953500" y="1841500"/>
              <a:chExt cx="314500" cy="369300"/>
            </a:xfrm>
          </p:grpSpPr>
          <p:sp>
            <p:nvSpPr>
              <p:cNvPr id="550" name="Google Shape;550;g3bfb98bef9f_1_210"/>
              <p:cNvSpPr/>
              <p:nvPr/>
            </p:nvSpPr>
            <p:spPr>
              <a:xfrm>
                <a:off x="8953500" y="1879600"/>
                <a:ext cx="304800" cy="2922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A14A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g3bfb98bef9f_1_210"/>
              <p:cNvSpPr txBox="1"/>
              <p:nvPr/>
            </p:nvSpPr>
            <p:spPr>
              <a:xfrm>
                <a:off x="8966200" y="18415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" name="Google Shape;552;g3bfb98bef9f_1_210"/>
          <p:cNvGrpSpPr/>
          <p:nvPr/>
        </p:nvGrpSpPr>
        <p:grpSpPr>
          <a:xfrm>
            <a:off x="635000" y="3556000"/>
            <a:ext cx="3060700" cy="831000"/>
            <a:chOff x="635000" y="3556000"/>
            <a:chExt cx="3060700" cy="831000"/>
          </a:xfrm>
        </p:grpSpPr>
        <p:sp>
          <p:nvSpPr>
            <p:cNvPr id="553" name="Google Shape;553;g3bfb98bef9f_1_210"/>
            <p:cNvSpPr txBox="1"/>
            <p:nvPr/>
          </p:nvSpPr>
          <p:spPr>
            <a:xfrm>
              <a:off x="1028700" y="3556000"/>
              <a:ext cx="26670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display composed page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4" name="Google Shape;554;g3bfb98bef9f_1_210"/>
            <p:cNvGrpSpPr/>
            <p:nvPr/>
          </p:nvGrpSpPr>
          <p:grpSpPr>
            <a:xfrm>
              <a:off x="635000" y="3619500"/>
              <a:ext cx="314500" cy="369300"/>
              <a:chOff x="8953500" y="1841500"/>
              <a:chExt cx="314500" cy="369300"/>
            </a:xfrm>
          </p:grpSpPr>
          <p:sp>
            <p:nvSpPr>
              <p:cNvPr id="555" name="Google Shape;555;g3bfb98bef9f_1_210"/>
              <p:cNvSpPr/>
              <p:nvPr/>
            </p:nvSpPr>
            <p:spPr>
              <a:xfrm>
                <a:off x="8953500" y="1879600"/>
                <a:ext cx="304800" cy="2922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A14A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g3bfb98bef9f_1_210"/>
              <p:cNvSpPr txBox="1"/>
              <p:nvPr/>
            </p:nvSpPr>
            <p:spPr>
              <a:xfrm>
                <a:off x="8966200" y="18415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g3bfb98bef9f_1_341"/>
          <p:cNvGrpSpPr/>
          <p:nvPr/>
        </p:nvGrpSpPr>
        <p:grpSpPr>
          <a:xfrm>
            <a:off x="6946938" y="1524032"/>
            <a:ext cx="711249" cy="1016052"/>
            <a:chOff x="1282700" y="2006600"/>
            <a:chExt cx="2603400" cy="3263900"/>
          </a:xfrm>
        </p:grpSpPr>
        <p:sp>
          <p:nvSpPr>
            <p:cNvPr id="563" name="Google Shape;563;g3bfb98bef9f_1_341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g3bfb98bef9f_1_341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g3bfb98bef9f_1_341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g3bfb98bef9f_1_341"/>
          <p:cNvGrpSpPr/>
          <p:nvPr/>
        </p:nvGrpSpPr>
        <p:grpSpPr>
          <a:xfrm>
            <a:off x="4622838" y="5626132"/>
            <a:ext cx="711249" cy="1016052"/>
            <a:chOff x="1282700" y="2006600"/>
            <a:chExt cx="2603400" cy="3263900"/>
          </a:xfrm>
        </p:grpSpPr>
        <p:sp>
          <p:nvSpPr>
            <p:cNvPr id="567" name="Google Shape;567;g3bfb98bef9f_1_341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g3bfb98bef9f_1_341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g3bfb98bef9f_1_341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0" name="Google Shape;570;g3bfb98bef9f_1_341"/>
          <p:cNvGrpSpPr/>
          <p:nvPr/>
        </p:nvGrpSpPr>
        <p:grpSpPr>
          <a:xfrm>
            <a:off x="4421414" y="1364343"/>
            <a:ext cx="517112" cy="1098477"/>
            <a:chOff x="4140" y="429"/>
            <a:chExt cx="1419" cy="2400"/>
          </a:xfrm>
        </p:grpSpPr>
        <p:sp>
          <p:nvSpPr>
            <p:cNvPr id="571" name="Google Shape;571;g3bfb98bef9f_1_341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g3bfb98bef9f_1_341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g3bfb98bef9f_1_341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g3bfb98bef9f_1_341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g3bfb98bef9f_1_341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6" name="Google Shape;576;g3bfb98bef9f_1_341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577" name="Google Shape;577;g3bfb98bef9f_1_341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g3bfb98bef9f_1_341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9" name="Google Shape;579;g3bfb98bef9f_1_341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0" name="Google Shape;580;g3bfb98bef9f_1_341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581" name="Google Shape;581;g3bfb98bef9f_1_341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g3bfb98bef9f_1_341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3" name="Google Shape;583;g3bfb98bef9f_1_341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g3bfb98bef9f_1_341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5" name="Google Shape;585;g3bfb98bef9f_1_341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586" name="Google Shape;586;g3bfb98bef9f_1_341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g3bfb98bef9f_1_341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8" name="Google Shape;588;g3bfb98bef9f_1_341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9" name="Google Shape;589;g3bfb98bef9f_1_341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590" name="Google Shape;590;g3bfb98bef9f_1_341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g3bfb98bef9f_1_341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2" name="Google Shape;592;g3bfb98bef9f_1_341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g3bfb98bef9f_1_341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g3bfb98bef9f_1_341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g3bfb98bef9f_1_341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g3bfb98bef9f_1_34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g3bfb98bef9f_1_341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g3bfb98bef9f_1_341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g3bfb98bef9f_1_341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g3bfb98bef9f_1_341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g3bfb98bef9f_1_341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g3bfb98bef9f_1_341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3" name="Google Shape;603;g3bfb98bef9f_1_34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bfb98bef9f_1_34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057" y="4524829"/>
            <a:ext cx="1783443" cy="2496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g3bfb98bef9f_1_341"/>
          <p:cNvGrpSpPr/>
          <p:nvPr/>
        </p:nvGrpSpPr>
        <p:grpSpPr>
          <a:xfrm>
            <a:off x="8178799" y="4820558"/>
            <a:ext cx="517112" cy="1098477"/>
            <a:chOff x="4140" y="429"/>
            <a:chExt cx="1419" cy="2400"/>
          </a:xfrm>
        </p:grpSpPr>
        <p:sp>
          <p:nvSpPr>
            <p:cNvPr id="606" name="Google Shape;606;g3bfb98bef9f_1_341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g3bfb98bef9f_1_341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g3bfb98bef9f_1_341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g3bfb98bef9f_1_341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g3bfb98bef9f_1_341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1" name="Google Shape;611;g3bfb98bef9f_1_341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612" name="Google Shape;612;g3bfb98bef9f_1_341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g3bfb98bef9f_1_341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4" name="Google Shape;614;g3bfb98bef9f_1_341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5" name="Google Shape;615;g3bfb98bef9f_1_341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616" name="Google Shape;616;g3bfb98bef9f_1_341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g3bfb98bef9f_1_341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8" name="Google Shape;618;g3bfb98bef9f_1_341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g3bfb98bef9f_1_341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0" name="Google Shape;620;g3bfb98bef9f_1_341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621" name="Google Shape;621;g3bfb98bef9f_1_341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g3bfb98bef9f_1_341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3" name="Google Shape;623;g3bfb98bef9f_1_341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4" name="Google Shape;624;g3bfb98bef9f_1_341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625" name="Google Shape;625;g3bfb98bef9f_1_341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g3bfb98bef9f_1_341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7" name="Google Shape;627;g3bfb98bef9f_1_341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g3bfb98bef9f_1_341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g3bfb98bef9f_1_341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g3bfb98bef9f_1_341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g3bfb98bef9f_1_34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g3bfb98bef9f_1_341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g3bfb98bef9f_1_341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g3bfb98bef9f_1_341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g3bfb98bef9f_1_341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g3bfb98bef9f_1_341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g3bfb98bef9f_1_341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8" name="Google Shape;638;g3bfb98bef9f_1_341"/>
          <p:cNvGrpSpPr/>
          <p:nvPr/>
        </p:nvGrpSpPr>
        <p:grpSpPr>
          <a:xfrm>
            <a:off x="3586046" y="4406221"/>
            <a:ext cx="1432267" cy="1301573"/>
            <a:chOff x="2718817" y="3255963"/>
            <a:chExt cx="1432267" cy="1301573"/>
          </a:xfrm>
        </p:grpSpPr>
        <p:grpSp>
          <p:nvGrpSpPr>
            <p:cNvPr id="639" name="Google Shape;639;g3bfb98bef9f_1_341"/>
            <p:cNvGrpSpPr/>
            <p:nvPr/>
          </p:nvGrpSpPr>
          <p:grpSpPr>
            <a:xfrm>
              <a:off x="2718817" y="3255963"/>
              <a:ext cx="1432267" cy="1301573"/>
              <a:chOff x="-44" y="1473"/>
              <a:chExt cx="981" cy="1105"/>
            </a:xfrm>
          </p:grpSpPr>
          <p:pic>
            <p:nvPicPr>
              <p:cNvPr id="640" name="Google Shape;640;g3bfb98bef9f_1_341" descr="desktop_computer_stylized_medium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1" name="Google Shape;641;g3bfb98bef9f_1_34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642" name="Google Shape;642;g3bfb98bef9f_1_341" descr="Icon&#10;&#10;Description automatically generated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3251200" y="3436256"/>
              <a:ext cx="870860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3" name="Google Shape;643;g3bfb98bef9f_1_341"/>
          <p:cNvSpPr txBox="1"/>
          <p:nvPr/>
        </p:nvSpPr>
        <p:spPr>
          <a:xfrm>
            <a:off x="4352471" y="2398486"/>
            <a:ext cx="25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 (sports)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3bfb98bef9f_1_341"/>
          <p:cNvSpPr txBox="1"/>
          <p:nvPr/>
        </p:nvSpPr>
        <p:spPr>
          <a:xfrm>
            <a:off x="8095344" y="5878285"/>
            <a:ext cx="122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bfb98bef9f_1_341"/>
          <p:cNvSpPr txBox="1"/>
          <p:nvPr/>
        </p:nvSpPr>
        <p:spPr>
          <a:xfrm>
            <a:off x="6997700" y="1778000"/>
            <a:ext cx="2047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6" name="Google Shape;646;g3bfb98bef9f_1_341"/>
          <p:cNvGrpSpPr/>
          <p:nvPr/>
        </p:nvGrpSpPr>
        <p:grpSpPr>
          <a:xfrm>
            <a:off x="9182138" y="4902232"/>
            <a:ext cx="711249" cy="1016052"/>
            <a:chOff x="1282700" y="2006600"/>
            <a:chExt cx="2603400" cy="3263900"/>
          </a:xfrm>
        </p:grpSpPr>
        <p:sp>
          <p:nvSpPr>
            <p:cNvPr id="647" name="Google Shape;647;g3bfb98bef9f_1_341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g3bfb98bef9f_1_341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g3bfb98bef9f_1_341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0" name="Google Shape;650;g3bfb98bef9f_1_341"/>
          <p:cNvSpPr txBox="1"/>
          <p:nvPr/>
        </p:nvSpPr>
        <p:spPr>
          <a:xfrm>
            <a:off x="4229100" y="5867400"/>
            <a:ext cx="15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sz="16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3bfb98bef9f_1_341"/>
          <p:cNvSpPr txBox="1"/>
          <p:nvPr/>
        </p:nvSpPr>
        <p:spPr>
          <a:xfrm>
            <a:off x="9226009" y="5181600"/>
            <a:ext cx="28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2" name="Google Shape;652;g3bfb98bef9f_1_341"/>
          <p:cNvGrpSpPr/>
          <p:nvPr/>
        </p:nvGrpSpPr>
        <p:grpSpPr>
          <a:xfrm>
            <a:off x="5029200" y="2971900"/>
            <a:ext cx="1866900" cy="1308000"/>
            <a:chOff x="5232400" y="2959200"/>
            <a:chExt cx="1866900" cy="1308000"/>
          </a:xfrm>
        </p:grpSpPr>
        <p:cxnSp>
          <p:nvCxnSpPr>
            <p:cNvPr id="653" name="Google Shape;653;g3bfb98bef9f_1_341"/>
            <p:cNvCxnSpPr/>
            <p:nvPr/>
          </p:nvCxnSpPr>
          <p:spPr>
            <a:xfrm rot="10800000">
              <a:off x="5321300" y="2959200"/>
              <a:ext cx="0" cy="1308000"/>
            </a:xfrm>
            <a:prstGeom prst="straightConnector1">
              <a:avLst/>
            </a:prstGeom>
            <a:noFill/>
            <a:ln w="25400" cap="flat" cmpd="sng">
              <a:solidFill>
                <a:srgbClr val="0E01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grpSp>
          <p:nvGrpSpPr>
            <p:cNvPr id="654" name="Google Shape;654;g3bfb98bef9f_1_341"/>
            <p:cNvGrpSpPr/>
            <p:nvPr/>
          </p:nvGrpSpPr>
          <p:grpSpPr>
            <a:xfrm>
              <a:off x="5232400" y="3289300"/>
              <a:ext cx="1866900" cy="758600"/>
              <a:chOff x="6464300" y="3225800"/>
              <a:chExt cx="1866900" cy="758600"/>
            </a:xfrm>
          </p:grpSpPr>
          <p:sp>
            <p:nvSpPr>
              <p:cNvPr id="655" name="Google Shape;655;g3bfb98bef9f_1_341"/>
              <p:cNvSpPr txBox="1"/>
              <p:nvPr/>
            </p:nvSpPr>
            <p:spPr>
              <a:xfrm>
                <a:off x="6540500" y="3225800"/>
                <a:ext cx="736500" cy="53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g3bfb98bef9f_1_341"/>
              <p:cNvSpPr txBox="1"/>
              <p:nvPr/>
            </p:nvSpPr>
            <p:spPr>
              <a:xfrm>
                <a:off x="6464300" y="3670300"/>
                <a:ext cx="18669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lang="en-US" sz="1800" b="0" i="0" u="none" strike="noStrike" cap="non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1634</a:t>
                </a:r>
                <a:endParaRPr lang="en-US" sz="1800" b="0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57" name="Google Shape;657;g3bfb98bef9f_1_341"/>
          <p:cNvGrpSpPr/>
          <p:nvPr/>
        </p:nvGrpSpPr>
        <p:grpSpPr>
          <a:xfrm>
            <a:off x="5829300" y="4457700"/>
            <a:ext cx="2565400" cy="826500"/>
            <a:chOff x="5829300" y="4457700"/>
            <a:chExt cx="2565400" cy="826500"/>
          </a:xfrm>
        </p:grpSpPr>
        <p:grpSp>
          <p:nvGrpSpPr>
            <p:cNvPr id="658" name="Google Shape;658;g3bfb98bef9f_1_341"/>
            <p:cNvGrpSpPr/>
            <p:nvPr/>
          </p:nvGrpSpPr>
          <p:grpSpPr>
            <a:xfrm>
              <a:off x="6261100" y="4914900"/>
              <a:ext cx="1854300" cy="369300"/>
              <a:chOff x="3721100" y="3429000"/>
              <a:chExt cx="1854300" cy="369300"/>
            </a:xfrm>
          </p:grpSpPr>
          <p:cxnSp>
            <p:nvCxnSpPr>
              <p:cNvPr id="659" name="Google Shape;659;g3bfb98bef9f_1_341"/>
              <p:cNvCxnSpPr/>
              <p:nvPr/>
            </p:nvCxnSpPr>
            <p:spPr>
              <a:xfrm>
                <a:off x="3721100" y="3594100"/>
                <a:ext cx="18543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660" name="Google Shape;660;g3bfb98bef9f_1_341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g3bfb98bef9f_1_341"/>
              <p:cNvSpPr txBox="1"/>
              <p:nvPr/>
            </p:nvSpPr>
            <p:spPr>
              <a:xfrm>
                <a:off x="4686300" y="34290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2" name="Google Shape;662;g3bfb98bef9f_1_341"/>
            <p:cNvGrpSpPr/>
            <p:nvPr/>
          </p:nvGrpSpPr>
          <p:grpSpPr>
            <a:xfrm>
              <a:off x="5829300" y="4457700"/>
              <a:ext cx="2565400" cy="517800"/>
              <a:chOff x="6667500" y="3098800"/>
              <a:chExt cx="2565400" cy="517800"/>
            </a:xfrm>
          </p:grpSpPr>
          <p:sp>
            <p:nvSpPr>
              <p:cNvPr id="663" name="Google Shape;663;g3bfb98bef9f_1_341"/>
              <p:cNvSpPr txBox="1"/>
              <p:nvPr/>
            </p:nvSpPr>
            <p:spPr>
              <a:xfrm>
                <a:off x="6667500" y="3098800"/>
                <a:ext cx="14733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g3bfb98bef9f_1_341"/>
              <p:cNvSpPr txBox="1"/>
              <p:nvPr/>
            </p:nvSpPr>
            <p:spPr>
              <a:xfrm>
                <a:off x="6718300" y="3327400"/>
                <a:ext cx="2514600" cy="28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NY Times Sports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65" name="Google Shape;665;g3bfb98bef9f_1_341"/>
          <p:cNvGrpSpPr/>
          <p:nvPr/>
        </p:nvGrpSpPr>
        <p:grpSpPr>
          <a:xfrm>
            <a:off x="6032500" y="5308600"/>
            <a:ext cx="2641600" cy="835300"/>
            <a:chOff x="6032500" y="5308600"/>
            <a:chExt cx="2641600" cy="835300"/>
          </a:xfrm>
        </p:grpSpPr>
        <p:grpSp>
          <p:nvGrpSpPr>
            <p:cNvPr id="666" name="Google Shape;666;g3bfb98bef9f_1_341"/>
            <p:cNvGrpSpPr/>
            <p:nvPr/>
          </p:nvGrpSpPr>
          <p:grpSpPr>
            <a:xfrm>
              <a:off x="6273800" y="5308600"/>
              <a:ext cx="1841400" cy="369300"/>
              <a:chOff x="3721100" y="3429000"/>
              <a:chExt cx="1841400" cy="369300"/>
            </a:xfrm>
          </p:grpSpPr>
          <p:cxnSp>
            <p:nvCxnSpPr>
              <p:cNvPr id="667" name="Google Shape;667;g3bfb98bef9f_1_341"/>
              <p:cNvCxnSpPr/>
              <p:nvPr/>
            </p:nvCxnSpPr>
            <p:spPr>
              <a:xfrm>
                <a:off x="3721100" y="3594100"/>
                <a:ext cx="18414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668" name="Google Shape;668;g3bfb98bef9f_1_341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g3bfb98bef9f_1_341"/>
              <p:cNvSpPr txBox="1"/>
              <p:nvPr/>
            </p:nvSpPr>
            <p:spPr>
              <a:xfrm>
                <a:off x="4686300" y="34290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" name="Google Shape;670;g3bfb98bef9f_1_341"/>
            <p:cNvGrpSpPr/>
            <p:nvPr/>
          </p:nvGrpSpPr>
          <p:grpSpPr>
            <a:xfrm>
              <a:off x="6032500" y="5600700"/>
              <a:ext cx="2641600" cy="543200"/>
              <a:chOff x="6680200" y="3187700"/>
              <a:chExt cx="2641600" cy="543200"/>
            </a:xfrm>
          </p:grpSpPr>
          <p:sp>
            <p:nvSpPr>
              <p:cNvPr id="671" name="Google Shape;671;g3bfb98bef9f_1_341"/>
              <p:cNvSpPr txBox="1"/>
              <p:nvPr/>
            </p:nvSpPr>
            <p:spPr>
              <a:xfrm>
                <a:off x="6680200" y="3187700"/>
                <a:ext cx="14733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g3bfb98bef9f_1_341"/>
              <p:cNvSpPr txBox="1"/>
              <p:nvPr/>
            </p:nvSpPr>
            <p:spPr>
              <a:xfrm>
                <a:off x="6807200" y="3441700"/>
                <a:ext cx="2514600" cy="28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lang="en-US" sz="1600" b="0" i="0" u="none" strike="noStrike" cap="non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sz="1800" b="0" i="0" u="none" strike="noStrike" cap="non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g3bfb98bef9f_1_341"/>
          <p:cNvGrpSpPr/>
          <p:nvPr/>
        </p:nvGrpSpPr>
        <p:grpSpPr>
          <a:xfrm>
            <a:off x="3771900" y="2946500"/>
            <a:ext cx="1473300" cy="1308000"/>
            <a:chOff x="3771900" y="2946500"/>
            <a:chExt cx="1473300" cy="1308000"/>
          </a:xfrm>
        </p:grpSpPr>
        <p:cxnSp>
          <p:nvCxnSpPr>
            <p:cNvPr id="674" name="Google Shape;674;g3bfb98bef9f_1_341"/>
            <p:cNvCxnSpPr/>
            <p:nvPr/>
          </p:nvCxnSpPr>
          <p:spPr>
            <a:xfrm rot="10800000">
              <a:off x="4851400" y="2946500"/>
              <a:ext cx="0" cy="1308000"/>
            </a:xfrm>
            <a:prstGeom prst="straightConnector1">
              <a:avLst/>
            </a:prstGeom>
            <a:noFill/>
            <a:ln w="25400" cap="flat" cmpd="sng">
              <a:solidFill>
                <a:srgbClr val="0E01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75" name="Google Shape;675;g3bfb98bef9f_1_341"/>
            <p:cNvSpPr txBox="1"/>
            <p:nvPr/>
          </p:nvSpPr>
          <p:spPr>
            <a:xfrm>
              <a:off x="3771900" y="3276600"/>
              <a:ext cx="1473300" cy="5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6" name="Google Shape;676;g3bfb98bef9f_1_341"/>
          <p:cNvSpPr txBox="1"/>
          <p:nvPr/>
        </p:nvSpPr>
        <p:spPr>
          <a:xfrm>
            <a:off x="4660900" y="6121400"/>
            <a:ext cx="108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sz="16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bfb98bef9f_1_341"/>
          <p:cNvSpPr txBox="1"/>
          <p:nvPr/>
        </p:nvSpPr>
        <p:spPr>
          <a:xfrm>
            <a:off x="360491" y="261258"/>
            <a:ext cx="8853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lang="en-US" sz="36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lang="en-US" sz="3600" b="0" i="0" u="none" strike="noStrike" cap="non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8" name="Google Shape;678;g3bfb98bef9f_1_341"/>
          <p:cNvGrpSpPr/>
          <p:nvPr/>
        </p:nvGrpSpPr>
        <p:grpSpPr>
          <a:xfrm>
            <a:off x="5670403" y="2112579"/>
            <a:ext cx="5759535" cy="3920266"/>
            <a:chOff x="5670403" y="2112579"/>
            <a:chExt cx="5759535" cy="3920266"/>
          </a:xfrm>
        </p:grpSpPr>
        <p:sp>
          <p:nvSpPr>
            <p:cNvPr id="679" name="Google Shape;679;g3bfb98bef9f_1_341"/>
            <p:cNvSpPr txBox="1"/>
            <p:nvPr/>
          </p:nvSpPr>
          <p:spPr>
            <a:xfrm>
              <a:off x="8623738" y="2427890"/>
              <a:ext cx="28062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lang="en-US" sz="2000" b="0" i="1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“first party” cookie </a:t>
              </a:r>
              <a:r>
                <a:rPr lang="en-US" sz="20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– from website you chose to visit (provides base html file)</a:t>
              </a:r>
              <a:endPara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80" name="Google Shape;680;g3bfb98bef9f_1_341"/>
            <p:cNvCxnSpPr/>
            <p:nvPr/>
          </p:nvCxnSpPr>
          <p:spPr>
            <a:xfrm rot="10800000">
              <a:off x="7425703" y="2112579"/>
              <a:ext cx="1213800" cy="457200"/>
            </a:xfrm>
            <a:prstGeom prst="straightConnector1">
              <a:avLst/>
            </a:prstGeom>
            <a:noFill/>
            <a:ln w="158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1" name="Google Shape;681;g3bfb98bef9f_1_341"/>
            <p:cNvCxnSpPr/>
            <p:nvPr/>
          </p:nvCxnSpPr>
          <p:spPr>
            <a:xfrm flipH="1">
              <a:off x="5670403" y="2585545"/>
              <a:ext cx="2969100" cy="3447300"/>
            </a:xfrm>
            <a:prstGeom prst="straightConnector1">
              <a:avLst/>
            </a:prstGeom>
            <a:noFill/>
            <a:ln w="158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82" name="Google Shape;682;g3bfb98bef9f_1_341"/>
          <p:cNvGrpSpPr/>
          <p:nvPr/>
        </p:nvGrpSpPr>
        <p:grpSpPr>
          <a:xfrm>
            <a:off x="814558" y="5481147"/>
            <a:ext cx="3877874" cy="1015800"/>
            <a:chOff x="9112474" y="3373822"/>
            <a:chExt cx="3877874" cy="1015800"/>
          </a:xfrm>
        </p:grpSpPr>
        <p:sp>
          <p:nvSpPr>
            <p:cNvPr id="683" name="Google Shape;683;g3bfb98bef9f_1_341"/>
            <p:cNvSpPr txBox="1"/>
            <p:nvPr/>
          </p:nvSpPr>
          <p:spPr>
            <a:xfrm>
              <a:off x="9112474" y="3373822"/>
              <a:ext cx="2806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lang="en-US" sz="2000" b="0" i="1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“third party” cookie </a:t>
              </a:r>
              <a:r>
                <a:rPr lang="en-US" sz="20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– from website you did </a:t>
              </a:r>
              <a:r>
                <a:rPr lang="en-US" sz="2000" b="0" i="1" u="sng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lang="en-US" sz="20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choose to visit</a:t>
              </a:r>
              <a:endPara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84" name="Google Shape;684;g3bfb98bef9f_1_341"/>
            <p:cNvCxnSpPr/>
            <p:nvPr/>
          </p:nvCxnSpPr>
          <p:spPr>
            <a:xfrm flipH="1">
              <a:off x="10804548" y="4198741"/>
              <a:ext cx="2185800" cy="10800"/>
            </a:xfrm>
            <a:prstGeom prst="straightConnector1">
              <a:avLst/>
            </a:prstGeom>
            <a:noFill/>
            <a:ln w="158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g3bfb98bef9f_1_468"/>
          <p:cNvGrpSpPr/>
          <p:nvPr/>
        </p:nvGrpSpPr>
        <p:grpSpPr>
          <a:xfrm>
            <a:off x="6946938" y="1524032"/>
            <a:ext cx="711249" cy="1016052"/>
            <a:chOff x="1282700" y="2006600"/>
            <a:chExt cx="2603400" cy="3263900"/>
          </a:xfrm>
        </p:grpSpPr>
        <p:sp>
          <p:nvSpPr>
            <p:cNvPr id="691" name="Google Shape;691;g3bfb98bef9f_1_468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g3bfb98bef9f_1_468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g3bfb98bef9f_1_468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4" name="Google Shape;694;g3bfb98bef9f_1_468"/>
          <p:cNvGrpSpPr/>
          <p:nvPr/>
        </p:nvGrpSpPr>
        <p:grpSpPr>
          <a:xfrm>
            <a:off x="4622838" y="5626132"/>
            <a:ext cx="711249" cy="1016052"/>
            <a:chOff x="1282700" y="2006600"/>
            <a:chExt cx="2603400" cy="3263900"/>
          </a:xfrm>
        </p:grpSpPr>
        <p:sp>
          <p:nvSpPr>
            <p:cNvPr id="695" name="Google Shape;695;g3bfb98bef9f_1_468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g3bfb98bef9f_1_468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g3bfb98bef9f_1_468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8" name="Google Shape;698;g3bfb98bef9f_1_468"/>
          <p:cNvSpPr txBox="1"/>
          <p:nvPr/>
        </p:nvSpPr>
        <p:spPr>
          <a:xfrm>
            <a:off x="360491" y="261258"/>
            <a:ext cx="8853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lang="en-US" sz="36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lang="en-US" sz="3600" b="0" i="0" u="none" strike="noStrike" cap="non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9" name="Google Shape;699;g3bfb98bef9f_1_468"/>
          <p:cNvGrpSpPr/>
          <p:nvPr/>
        </p:nvGrpSpPr>
        <p:grpSpPr>
          <a:xfrm>
            <a:off x="4421414" y="1364343"/>
            <a:ext cx="517112" cy="1098477"/>
            <a:chOff x="4140" y="429"/>
            <a:chExt cx="1419" cy="2400"/>
          </a:xfrm>
        </p:grpSpPr>
        <p:sp>
          <p:nvSpPr>
            <p:cNvPr id="700" name="Google Shape;700;g3bfb98bef9f_1_468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g3bfb98bef9f_1_468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g3bfb98bef9f_1_468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g3bfb98bef9f_1_46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g3bfb98bef9f_1_468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5" name="Google Shape;705;g3bfb98bef9f_1_468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706" name="Google Shape;706;g3bfb98bef9f_1_468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g3bfb98bef9f_1_468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8" name="Google Shape;708;g3bfb98bef9f_1_468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9" name="Google Shape;709;g3bfb98bef9f_1_468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710" name="Google Shape;710;g3bfb98bef9f_1_468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g3bfb98bef9f_1_468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2" name="Google Shape;712;g3bfb98bef9f_1_468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g3bfb98bef9f_1_468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4" name="Google Shape;714;g3bfb98bef9f_1_468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715" name="Google Shape;715;g3bfb98bef9f_1_468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g3bfb98bef9f_1_468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7" name="Google Shape;717;g3bfb98bef9f_1_46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8" name="Google Shape;718;g3bfb98bef9f_1_468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719" name="Google Shape;719;g3bfb98bef9f_1_468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g3bfb98bef9f_1_468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1" name="Google Shape;721;g3bfb98bef9f_1_468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g3bfb98bef9f_1_46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g3bfb98bef9f_1_46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g3bfb98bef9f_1_468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g3bfb98bef9f_1_46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g3bfb98bef9f_1_468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g3bfb98bef9f_1_468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g3bfb98bef9f_1_468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g3bfb98bef9f_1_468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g3bfb98bef9f_1_468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g3bfb98bef9f_1_468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32" name="Google Shape;732;g3bfb98bef9f_1_46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3" name="Google Shape;733;g3bfb98bef9f_1_468"/>
          <p:cNvGrpSpPr/>
          <p:nvPr/>
        </p:nvGrpSpPr>
        <p:grpSpPr>
          <a:xfrm>
            <a:off x="8178799" y="4820558"/>
            <a:ext cx="517112" cy="1098477"/>
            <a:chOff x="4140" y="429"/>
            <a:chExt cx="1419" cy="2400"/>
          </a:xfrm>
        </p:grpSpPr>
        <p:sp>
          <p:nvSpPr>
            <p:cNvPr id="734" name="Google Shape;734;g3bfb98bef9f_1_468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g3bfb98bef9f_1_468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g3bfb98bef9f_1_468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g3bfb98bef9f_1_46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g3bfb98bef9f_1_468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9" name="Google Shape;739;g3bfb98bef9f_1_468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740" name="Google Shape;740;g3bfb98bef9f_1_468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g3bfb98bef9f_1_468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2" name="Google Shape;742;g3bfb98bef9f_1_468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3" name="Google Shape;743;g3bfb98bef9f_1_468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744" name="Google Shape;744;g3bfb98bef9f_1_468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g3bfb98bef9f_1_468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6" name="Google Shape;746;g3bfb98bef9f_1_468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g3bfb98bef9f_1_468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8" name="Google Shape;748;g3bfb98bef9f_1_468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749" name="Google Shape;749;g3bfb98bef9f_1_468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g3bfb98bef9f_1_468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1" name="Google Shape;751;g3bfb98bef9f_1_46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2" name="Google Shape;752;g3bfb98bef9f_1_468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753" name="Google Shape;753;g3bfb98bef9f_1_468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g3bfb98bef9f_1_468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5" name="Google Shape;755;g3bfb98bef9f_1_468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g3bfb98bef9f_1_46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g3bfb98bef9f_1_46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g3bfb98bef9f_1_468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g3bfb98bef9f_1_46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g3bfb98bef9f_1_468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g3bfb98bef9f_1_468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g3bfb98bef9f_1_468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g3bfb98bef9f_1_468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g3bfb98bef9f_1_468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g3bfb98bef9f_1_468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6" name="Google Shape;766;g3bfb98bef9f_1_468"/>
          <p:cNvGrpSpPr/>
          <p:nvPr/>
        </p:nvGrpSpPr>
        <p:grpSpPr>
          <a:xfrm>
            <a:off x="3586046" y="4406221"/>
            <a:ext cx="1432267" cy="1301573"/>
            <a:chOff x="2718817" y="3255963"/>
            <a:chExt cx="1432267" cy="1301573"/>
          </a:xfrm>
        </p:grpSpPr>
        <p:grpSp>
          <p:nvGrpSpPr>
            <p:cNvPr id="767" name="Google Shape;767;g3bfb98bef9f_1_468"/>
            <p:cNvGrpSpPr/>
            <p:nvPr/>
          </p:nvGrpSpPr>
          <p:grpSpPr>
            <a:xfrm>
              <a:off x="2718817" y="3255963"/>
              <a:ext cx="1432267" cy="1301573"/>
              <a:chOff x="-44" y="1473"/>
              <a:chExt cx="981" cy="1105"/>
            </a:xfrm>
          </p:grpSpPr>
          <p:pic>
            <p:nvPicPr>
              <p:cNvPr id="768" name="Google Shape;768;g3bfb98bef9f_1_468" descr="desktop_computer_stylized_medium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9" name="Google Shape;769;g3bfb98bef9f_1_4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770" name="Google Shape;770;g3bfb98bef9f_1_468" descr="Icon&#10;&#10;Description automatically generated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3251200" y="3436256"/>
              <a:ext cx="870860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1" name="Google Shape;771;g3bfb98bef9f_1_468"/>
          <p:cNvSpPr txBox="1"/>
          <p:nvPr/>
        </p:nvSpPr>
        <p:spPr>
          <a:xfrm>
            <a:off x="4352471" y="2398486"/>
            <a:ext cx="1798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bfb98bef9f_1_468"/>
          <p:cNvSpPr txBox="1"/>
          <p:nvPr/>
        </p:nvSpPr>
        <p:spPr>
          <a:xfrm>
            <a:off x="8095344" y="5878285"/>
            <a:ext cx="122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bfb98bef9f_1_468"/>
          <p:cNvSpPr txBox="1"/>
          <p:nvPr/>
        </p:nvSpPr>
        <p:spPr>
          <a:xfrm>
            <a:off x="6997700" y="1778000"/>
            <a:ext cx="2047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4" name="Google Shape;774;g3bfb98bef9f_1_468"/>
          <p:cNvGrpSpPr/>
          <p:nvPr/>
        </p:nvGrpSpPr>
        <p:grpSpPr>
          <a:xfrm>
            <a:off x="9182138" y="4902232"/>
            <a:ext cx="711249" cy="1016052"/>
            <a:chOff x="1282700" y="2006600"/>
            <a:chExt cx="2603400" cy="3263900"/>
          </a:xfrm>
        </p:grpSpPr>
        <p:sp>
          <p:nvSpPr>
            <p:cNvPr id="775" name="Google Shape;775;g3bfb98bef9f_1_468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g3bfb98bef9f_1_468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g3bfb98bef9f_1_468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8" name="Google Shape;778;g3bfb98bef9f_1_468"/>
          <p:cNvSpPr txBox="1"/>
          <p:nvPr/>
        </p:nvSpPr>
        <p:spPr>
          <a:xfrm>
            <a:off x="4229100" y="5867400"/>
            <a:ext cx="15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sz="16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bfb98bef9f_1_468"/>
          <p:cNvSpPr txBox="1"/>
          <p:nvPr/>
        </p:nvSpPr>
        <p:spPr>
          <a:xfrm>
            <a:off x="9226009" y="5181600"/>
            <a:ext cx="28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3bfb98bef9f_1_468"/>
          <p:cNvSpPr txBox="1"/>
          <p:nvPr/>
        </p:nvSpPr>
        <p:spPr>
          <a:xfrm>
            <a:off x="4660900" y="6121400"/>
            <a:ext cx="108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sz="16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1" name="Google Shape;781;g3bfb98bef9f_1_468"/>
          <p:cNvGrpSpPr/>
          <p:nvPr/>
        </p:nvGrpSpPr>
        <p:grpSpPr>
          <a:xfrm>
            <a:off x="2478314" y="1935843"/>
            <a:ext cx="517112" cy="1098477"/>
            <a:chOff x="4140" y="429"/>
            <a:chExt cx="1419" cy="2400"/>
          </a:xfrm>
        </p:grpSpPr>
        <p:sp>
          <p:nvSpPr>
            <p:cNvPr id="782" name="Google Shape;782;g3bfb98bef9f_1_468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g3bfb98bef9f_1_468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g3bfb98bef9f_1_468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g3bfb98bef9f_1_46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g3bfb98bef9f_1_468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7" name="Google Shape;787;g3bfb98bef9f_1_468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788" name="Google Shape;788;g3bfb98bef9f_1_468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g3bfb98bef9f_1_468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0" name="Google Shape;790;g3bfb98bef9f_1_468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1" name="Google Shape;791;g3bfb98bef9f_1_468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792" name="Google Shape;792;g3bfb98bef9f_1_468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g3bfb98bef9f_1_468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4" name="Google Shape;794;g3bfb98bef9f_1_468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g3bfb98bef9f_1_468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6" name="Google Shape;796;g3bfb98bef9f_1_468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797" name="Google Shape;797;g3bfb98bef9f_1_468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g3bfb98bef9f_1_468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9" name="Google Shape;799;g3bfb98bef9f_1_46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g3bfb98bef9f_1_468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801" name="Google Shape;801;g3bfb98bef9f_1_468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g3bfb98bef9f_1_468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3" name="Google Shape;803;g3bfb98bef9f_1_468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g3bfb98bef9f_1_46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g3bfb98bef9f_1_46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g3bfb98bef9f_1_468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g3bfb98bef9f_1_46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g3bfb98bef9f_1_468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g3bfb98bef9f_1_468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g3bfb98bef9f_1_468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g3bfb98bef9f_1_468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g3bfb98bef9f_1_468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g3bfb98bef9f_1_468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4" name="Google Shape;814;g3bfb98bef9f_1_468"/>
          <p:cNvSpPr txBox="1"/>
          <p:nvPr/>
        </p:nvSpPr>
        <p:spPr>
          <a:xfrm>
            <a:off x="1482271" y="2995386"/>
            <a:ext cx="142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5" name="Google Shape;815;g3bfb98bef9f_1_46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41300" y="1492250"/>
            <a:ext cx="2197100" cy="1572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6" name="Google Shape;816;g3bfb98bef9f_1_468"/>
          <p:cNvGrpSpPr/>
          <p:nvPr/>
        </p:nvGrpSpPr>
        <p:grpSpPr>
          <a:xfrm>
            <a:off x="2372221" y="2590272"/>
            <a:ext cx="2335421" cy="2386319"/>
            <a:chOff x="2372221" y="2590272"/>
            <a:chExt cx="2335421" cy="2386319"/>
          </a:xfrm>
        </p:grpSpPr>
        <p:grpSp>
          <p:nvGrpSpPr>
            <p:cNvPr id="817" name="Google Shape;817;g3bfb98bef9f_1_468"/>
            <p:cNvGrpSpPr/>
            <p:nvPr/>
          </p:nvGrpSpPr>
          <p:grpSpPr>
            <a:xfrm rot="-3246799">
              <a:off x="2722979" y="3447604"/>
              <a:ext cx="1039606" cy="1396879"/>
              <a:chOff x="4060852" y="2857659"/>
              <a:chExt cx="1039578" cy="1396841"/>
            </a:xfrm>
          </p:grpSpPr>
          <p:grpSp>
            <p:nvGrpSpPr>
              <p:cNvPr id="818" name="Google Shape;818;g3bfb98bef9f_1_468"/>
              <p:cNvGrpSpPr/>
              <p:nvPr/>
            </p:nvGrpSpPr>
            <p:grpSpPr>
              <a:xfrm>
                <a:off x="4624630" y="2946500"/>
                <a:ext cx="475800" cy="1308000"/>
                <a:chOff x="4624630" y="2946500"/>
                <a:chExt cx="475800" cy="1308000"/>
              </a:xfrm>
            </p:grpSpPr>
            <p:cxnSp>
              <p:nvCxnSpPr>
                <p:cNvPr id="819" name="Google Shape;819;g3bfb98bef9f_1_468"/>
                <p:cNvCxnSpPr/>
                <p:nvPr/>
              </p:nvCxnSpPr>
              <p:spPr>
                <a:xfrm rot="10800000">
                  <a:off x="4851400" y="2946500"/>
                  <a:ext cx="0" cy="1308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rgbClr val="0E01A0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sp>
              <p:nvSpPr>
                <p:cNvPr id="820" name="Google Shape;820;g3bfb98bef9f_1_468"/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lt1"/>
                </a:solidFill>
                <a:ln w="19050" cap="flat" cmpd="sng">
                  <a:solidFill>
                    <a:srgbClr val="0E01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g3bfb98bef9f_1_468"/>
                <p:cNvSpPr txBox="1"/>
                <p:nvPr/>
              </p:nvSpPr>
              <p:spPr>
                <a:xfrm rot="3248663">
                  <a:off x="4711696" y="3429111"/>
                  <a:ext cx="301667" cy="369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lang="en-US"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</a:t>
                  </a:r>
                  <a:endPara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2" name="Google Shape;822;g3bfb98bef9f_1_468"/>
              <p:cNvSpPr txBox="1"/>
              <p:nvPr/>
            </p:nvSpPr>
            <p:spPr>
              <a:xfrm rot="3246903">
                <a:off x="4125358" y="3045209"/>
                <a:ext cx="736489" cy="5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3" name="Google Shape;823;g3bfb98bef9f_1_468"/>
            <p:cNvGrpSpPr/>
            <p:nvPr/>
          </p:nvGrpSpPr>
          <p:grpSpPr>
            <a:xfrm rot="-3246799">
              <a:off x="3370240" y="2698220"/>
              <a:ext cx="976397" cy="1389893"/>
              <a:chOff x="5094530" y="2877345"/>
              <a:chExt cx="976370" cy="1389855"/>
            </a:xfrm>
          </p:grpSpPr>
          <p:grpSp>
            <p:nvGrpSpPr>
              <p:cNvPr id="824" name="Google Shape;824;g3bfb98bef9f_1_468"/>
              <p:cNvGrpSpPr/>
              <p:nvPr/>
            </p:nvGrpSpPr>
            <p:grpSpPr>
              <a:xfrm>
                <a:off x="5094530" y="2959200"/>
                <a:ext cx="475800" cy="1308000"/>
                <a:chOff x="4624630" y="2946500"/>
                <a:chExt cx="475800" cy="1308000"/>
              </a:xfrm>
            </p:grpSpPr>
            <p:cxnSp>
              <p:nvCxnSpPr>
                <p:cNvPr id="825" name="Google Shape;825;g3bfb98bef9f_1_468"/>
                <p:cNvCxnSpPr/>
                <p:nvPr/>
              </p:nvCxnSpPr>
              <p:spPr>
                <a:xfrm rot="10800000">
                  <a:off x="4851400" y="2946500"/>
                  <a:ext cx="0" cy="1308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rgbClr val="0E01A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</p:cxnSp>
            <p:sp>
              <p:nvSpPr>
                <p:cNvPr id="826" name="Google Shape;826;g3bfb98bef9f_1_468"/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lt1"/>
                </a:solidFill>
                <a:ln w="19050" cap="flat" cmpd="sng">
                  <a:solidFill>
                    <a:srgbClr val="0E01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g3bfb98bef9f_1_468"/>
                <p:cNvSpPr txBox="1"/>
                <p:nvPr/>
              </p:nvSpPr>
              <p:spPr>
                <a:xfrm rot="3248663">
                  <a:off x="4711696" y="3429111"/>
                  <a:ext cx="301667" cy="369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lang="en-US"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8" name="Google Shape;828;g3bfb98bef9f_1_468"/>
              <p:cNvSpPr txBox="1"/>
              <p:nvPr/>
            </p:nvSpPr>
            <p:spPr>
              <a:xfrm rot="3076913">
                <a:off x="5263199" y="3064465"/>
                <a:ext cx="736703" cy="535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9" name="Google Shape;829;g3bfb98bef9f_1_468"/>
          <p:cNvGrpSpPr/>
          <p:nvPr/>
        </p:nvGrpSpPr>
        <p:grpSpPr>
          <a:xfrm>
            <a:off x="5130800" y="4368800"/>
            <a:ext cx="3136800" cy="890000"/>
            <a:chOff x="5461000" y="4394200"/>
            <a:chExt cx="3136800" cy="890000"/>
          </a:xfrm>
        </p:grpSpPr>
        <p:grpSp>
          <p:nvGrpSpPr>
            <p:cNvPr id="830" name="Google Shape;830;g3bfb98bef9f_1_468"/>
            <p:cNvGrpSpPr/>
            <p:nvPr/>
          </p:nvGrpSpPr>
          <p:grpSpPr>
            <a:xfrm>
              <a:off x="6261100" y="4914900"/>
              <a:ext cx="1854300" cy="369300"/>
              <a:chOff x="3721100" y="3429000"/>
              <a:chExt cx="1854300" cy="369300"/>
            </a:xfrm>
          </p:grpSpPr>
          <p:cxnSp>
            <p:nvCxnSpPr>
              <p:cNvPr id="831" name="Google Shape;831;g3bfb98bef9f_1_468"/>
              <p:cNvCxnSpPr/>
              <p:nvPr/>
            </p:nvCxnSpPr>
            <p:spPr>
              <a:xfrm>
                <a:off x="3721100" y="3594100"/>
                <a:ext cx="18543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832" name="Google Shape;832;g3bfb98bef9f_1_468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g3bfb98bef9f_1_468"/>
              <p:cNvSpPr txBox="1"/>
              <p:nvPr/>
            </p:nvSpPr>
            <p:spPr>
              <a:xfrm>
                <a:off x="4686300" y="34290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4" name="Google Shape;834;g3bfb98bef9f_1_468"/>
            <p:cNvGrpSpPr/>
            <p:nvPr/>
          </p:nvGrpSpPr>
          <p:grpSpPr>
            <a:xfrm>
              <a:off x="5461000" y="4394200"/>
              <a:ext cx="3136800" cy="530500"/>
              <a:chOff x="6299200" y="3035300"/>
              <a:chExt cx="3136800" cy="530500"/>
            </a:xfrm>
          </p:grpSpPr>
          <p:sp>
            <p:nvSpPr>
              <p:cNvPr id="835" name="Google Shape;835;g3bfb98bef9f_1_468"/>
              <p:cNvSpPr txBox="1"/>
              <p:nvPr/>
            </p:nvSpPr>
            <p:spPr>
              <a:xfrm>
                <a:off x="6299200" y="3035300"/>
                <a:ext cx="14733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g3bfb98bef9f_1_468"/>
              <p:cNvSpPr txBox="1"/>
              <p:nvPr/>
            </p:nvSpPr>
            <p:spPr>
              <a:xfrm>
                <a:off x="6413500" y="3276600"/>
                <a:ext cx="3022500" cy="28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socks.com, cookie: 7493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7" name="Google Shape;837;g3bfb98bef9f_1_468"/>
          <p:cNvGrpSpPr/>
          <p:nvPr/>
        </p:nvGrpSpPr>
        <p:grpSpPr>
          <a:xfrm>
            <a:off x="5651500" y="5346700"/>
            <a:ext cx="2641600" cy="835300"/>
            <a:chOff x="6032500" y="5308600"/>
            <a:chExt cx="2641600" cy="835300"/>
          </a:xfrm>
        </p:grpSpPr>
        <p:grpSp>
          <p:nvGrpSpPr>
            <p:cNvPr id="838" name="Google Shape;838;g3bfb98bef9f_1_468"/>
            <p:cNvGrpSpPr/>
            <p:nvPr/>
          </p:nvGrpSpPr>
          <p:grpSpPr>
            <a:xfrm>
              <a:off x="6273800" y="5308600"/>
              <a:ext cx="1841400" cy="369300"/>
              <a:chOff x="3721100" y="3429000"/>
              <a:chExt cx="1841400" cy="369300"/>
            </a:xfrm>
          </p:grpSpPr>
          <p:cxnSp>
            <p:nvCxnSpPr>
              <p:cNvPr id="839" name="Google Shape;839;g3bfb98bef9f_1_468"/>
              <p:cNvCxnSpPr/>
              <p:nvPr/>
            </p:nvCxnSpPr>
            <p:spPr>
              <a:xfrm>
                <a:off x="3721100" y="3594100"/>
                <a:ext cx="18414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840" name="Google Shape;840;g3bfb98bef9f_1_468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g3bfb98bef9f_1_468"/>
              <p:cNvSpPr txBox="1"/>
              <p:nvPr/>
            </p:nvSpPr>
            <p:spPr>
              <a:xfrm>
                <a:off x="4686300" y="34290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2" name="Google Shape;842;g3bfb98bef9f_1_468"/>
            <p:cNvGrpSpPr/>
            <p:nvPr/>
          </p:nvGrpSpPr>
          <p:grpSpPr>
            <a:xfrm>
              <a:off x="6032500" y="5600700"/>
              <a:ext cx="2641600" cy="543200"/>
              <a:chOff x="6680200" y="3187700"/>
              <a:chExt cx="2641600" cy="543200"/>
            </a:xfrm>
          </p:grpSpPr>
          <p:sp>
            <p:nvSpPr>
              <p:cNvPr id="843" name="Google Shape;843;g3bfb98bef9f_1_468"/>
              <p:cNvSpPr txBox="1"/>
              <p:nvPr/>
            </p:nvSpPr>
            <p:spPr>
              <a:xfrm>
                <a:off x="6680200" y="3187700"/>
                <a:ext cx="14733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g3bfb98bef9f_1_468"/>
              <p:cNvSpPr txBox="1"/>
              <p:nvPr/>
            </p:nvSpPr>
            <p:spPr>
              <a:xfrm>
                <a:off x="6807200" y="3441700"/>
                <a:ext cx="2514600" cy="28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lang="en-US" sz="1600" b="0" i="0" u="none" strike="noStrike" cap="non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sz="1800" b="0" i="0" u="none" strike="noStrike" cap="non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5" name="Google Shape;845;g3bfb98bef9f_1_468"/>
          <p:cNvSpPr txBox="1"/>
          <p:nvPr/>
        </p:nvSpPr>
        <p:spPr>
          <a:xfrm>
            <a:off x="9238709" y="5397500"/>
            <a:ext cx="238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socks.com, 2/16/22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g3bfb98bef9f_1_468"/>
          <p:cNvSpPr/>
          <p:nvPr/>
        </p:nvSpPr>
        <p:spPr>
          <a:xfrm>
            <a:off x="4216838" y="1104901"/>
            <a:ext cx="4737000" cy="1828800"/>
          </a:xfrm>
          <a:prstGeom prst="rect">
            <a:avLst/>
          </a:prstGeom>
          <a:solidFill>
            <a:schemeClr val="lt1">
              <a:alpha val="670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g3bfb98bef9f_1_468"/>
          <p:cNvSpPr txBox="1"/>
          <p:nvPr/>
        </p:nvSpPr>
        <p:spPr>
          <a:xfrm>
            <a:off x="7973060" y="2425700"/>
            <a:ext cx="3886200" cy="2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tracks my web browsing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 sites with AdX ads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return targeted ads based on browsing history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3" name="Google Shape;853;g3bfb98bef9f_1_630"/>
          <p:cNvGrpSpPr/>
          <p:nvPr/>
        </p:nvGrpSpPr>
        <p:grpSpPr>
          <a:xfrm>
            <a:off x="6946938" y="1524032"/>
            <a:ext cx="711249" cy="1016052"/>
            <a:chOff x="1282700" y="2006600"/>
            <a:chExt cx="2603400" cy="3263900"/>
          </a:xfrm>
        </p:grpSpPr>
        <p:sp>
          <p:nvSpPr>
            <p:cNvPr id="854" name="Google Shape;854;g3bfb98bef9f_1_630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g3bfb98bef9f_1_630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g3bfb98bef9f_1_630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7" name="Google Shape;857;g3bfb98bef9f_1_630"/>
          <p:cNvGrpSpPr/>
          <p:nvPr/>
        </p:nvGrpSpPr>
        <p:grpSpPr>
          <a:xfrm>
            <a:off x="4622838" y="5626132"/>
            <a:ext cx="711249" cy="1016052"/>
            <a:chOff x="1282700" y="2006600"/>
            <a:chExt cx="2603400" cy="3263900"/>
          </a:xfrm>
        </p:grpSpPr>
        <p:sp>
          <p:nvSpPr>
            <p:cNvPr id="858" name="Google Shape;858;g3bfb98bef9f_1_630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g3bfb98bef9f_1_630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g3bfb98bef9f_1_630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1" name="Google Shape;861;g3bfb98bef9f_1_630"/>
          <p:cNvSpPr txBox="1"/>
          <p:nvPr/>
        </p:nvSpPr>
        <p:spPr>
          <a:xfrm>
            <a:off x="360491" y="261258"/>
            <a:ext cx="1106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lang="en-US" sz="36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 </a:t>
            </a:r>
            <a:r>
              <a:rPr lang="en-US" sz="24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(one day later)</a:t>
            </a:r>
            <a:endParaRPr sz="3600" b="0" i="0" u="none" strike="noStrike" cap="non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2" name="Google Shape;862;g3bfb98bef9f_1_630"/>
          <p:cNvGrpSpPr/>
          <p:nvPr/>
        </p:nvGrpSpPr>
        <p:grpSpPr>
          <a:xfrm>
            <a:off x="4421414" y="1364343"/>
            <a:ext cx="517112" cy="1098477"/>
            <a:chOff x="4140" y="429"/>
            <a:chExt cx="1419" cy="2400"/>
          </a:xfrm>
        </p:grpSpPr>
        <p:sp>
          <p:nvSpPr>
            <p:cNvPr id="863" name="Google Shape;863;g3bfb98bef9f_1_630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g3bfb98bef9f_1_630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g3bfb98bef9f_1_630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g3bfb98bef9f_1_63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g3bfb98bef9f_1_630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8" name="Google Shape;868;g3bfb98bef9f_1_630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869" name="Google Shape;869;g3bfb98bef9f_1_63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g3bfb98bef9f_1_630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1" name="Google Shape;871;g3bfb98bef9f_1_630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2" name="Google Shape;872;g3bfb98bef9f_1_630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873" name="Google Shape;873;g3bfb98bef9f_1_630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g3bfb98bef9f_1_630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5" name="Google Shape;875;g3bfb98bef9f_1_630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g3bfb98bef9f_1_630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7" name="Google Shape;877;g3bfb98bef9f_1_630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878" name="Google Shape;878;g3bfb98bef9f_1_630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g3bfb98bef9f_1_630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0" name="Google Shape;880;g3bfb98bef9f_1_63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1" name="Google Shape;881;g3bfb98bef9f_1_630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882" name="Google Shape;882;g3bfb98bef9f_1_63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g3bfb98bef9f_1_630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" name="Google Shape;884;g3bfb98bef9f_1_630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g3bfb98bef9f_1_63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g3bfb98bef9f_1_63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g3bfb98bef9f_1_630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g3bfb98bef9f_1_63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g3bfb98bef9f_1_630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g3bfb98bef9f_1_630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g3bfb98bef9f_1_630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g3bfb98bef9f_1_630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g3bfb98bef9f_1_630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g3bfb98bef9f_1_630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5" name="Google Shape;895;g3bfb98bef9f_1_6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6" name="Google Shape;896;g3bfb98bef9f_1_630"/>
          <p:cNvGrpSpPr/>
          <p:nvPr/>
        </p:nvGrpSpPr>
        <p:grpSpPr>
          <a:xfrm>
            <a:off x="8178799" y="4820558"/>
            <a:ext cx="517112" cy="1098477"/>
            <a:chOff x="4140" y="429"/>
            <a:chExt cx="1419" cy="2400"/>
          </a:xfrm>
        </p:grpSpPr>
        <p:sp>
          <p:nvSpPr>
            <p:cNvPr id="897" name="Google Shape;897;g3bfb98bef9f_1_630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g3bfb98bef9f_1_630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g3bfb98bef9f_1_630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g3bfb98bef9f_1_63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g3bfb98bef9f_1_630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2" name="Google Shape;902;g3bfb98bef9f_1_630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903" name="Google Shape;903;g3bfb98bef9f_1_63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g3bfb98bef9f_1_630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5" name="Google Shape;905;g3bfb98bef9f_1_630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6" name="Google Shape;906;g3bfb98bef9f_1_630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907" name="Google Shape;907;g3bfb98bef9f_1_630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g3bfb98bef9f_1_630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9" name="Google Shape;909;g3bfb98bef9f_1_630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g3bfb98bef9f_1_630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1" name="Google Shape;911;g3bfb98bef9f_1_630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912" name="Google Shape;912;g3bfb98bef9f_1_630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g3bfb98bef9f_1_630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4" name="Google Shape;914;g3bfb98bef9f_1_63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5" name="Google Shape;915;g3bfb98bef9f_1_630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916" name="Google Shape;916;g3bfb98bef9f_1_63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g3bfb98bef9f_1_630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8" name="Google Shape;918;g3bfb98bef9f_1_630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g3bfb98bef9f_1_63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g3bfb98bef9f_1_63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g3bfb98bef9f_1_630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g3bfb98bef9f_1_63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g3bfb98bef9f_1_630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g3bfb98bef9f_1_630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g3bfb98bef9f_1_630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g3bfb98bef9f_1_630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g3bfb98bef9f_1_630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g3bfb98bef9f_1_630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9" name="Google Shape;929;g3bfb98bef9f_1_630"/>
          <p:cNvGrpSpPr/>
          <p:nvPr/>
        </p:nvGrpSpPr>
        <p:grpSpPr>
          <a:xfrm>
            <a:off x="3586046" y="4406221"/>
            <a:ext cx="1432267" cy="1301573"/>
            <a:chOff x="2718817" y="3255963"/>
            <a:chExt cx="1432267" cy="1301573"/>
          </a:xfrm>
        </p:grpSpPr>
        <p:grpSp>
          <p:nvGrpSpPr>
            <p:cNvPr id="930" name="Google Shape;930;g3bfb98bef9f_1_630"/>
            <p:cNvGrpSpPr/>
            <p:nvPr/>
          </p:nvGrpSpPr>
          <p:grpSpPr>
            <a:xfrm>
              <a:off x="2718817" y="3255963"/>
              <a:ext cx="1432267" cy="1301573"/>
              <a:chOff x="-44" y="1473"/>
              <a:chExt cx="981" cy="1105"/>
            </a:xfrm>
          </p:grpSpPr>
          <p:pic>
            <p:nvPicPr>
              <p:cNvPr id="931" name="Google Shape;931;g3bfb98bef9f_1_630" descr="desktop_computer_stylized_medium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2" name="Google Shape;932;g3bfb98bef9f_1_63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933" name="Google Shape;933;g3bfb98bef9f_1_630" descr="Icon&#10;&#10;Description automatically generated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3251200" y="3436256"/>
              <a:ext cx="870860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4" name="Google Shape;934;g3bfb98bef9f_1_630"/>
          <p:cNvSpPr txBox="1"/>
          <p:nvPr/>
        </p:nvSpPr>
        <p:spPr>
          <a:xfrm>
            <a:off x="4352471" y="2398486"/>
            <a:ext cx="234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 (arts)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3bfb98bef9f_1_630"/>
          <p:cNvSpPr txBox="1"/>
          <p:nvPr/>
        </p:nvSpPr>
        <p:spPr>
          <a:xfrm>
            <a:off x="8095344" y="5878285"/>
            <a:ext cx="122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bfb98bef9f_1_630"/>
          <p:cNvSpPr txBox="1"/>
          <p:nvPr/>
        </p:nvSpPr>
        <p:spPr>
          <a:xfrm>
            <a:off x="6997700" y="1778000"/>
            <a:ext cx="2047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7" name="Google Shape;937;g3bfb98bef9f_1_630"/>
          <p:cNvGrpSpPr/>
          <p:nvPr/>
        </p:nvGrpSpPr>
        <p:grpSpPr>
          <a:xfrm>
            <a:off x="9182138" y="4902232"/>
            <a:ext cx="711249" cy="1016052"/>
            <a:chOff x="1282700" y="2006600"/>
            <a:chExt cx="2603400" cy="3263900"/>
          </a:xfrm>
        </p:grpSpPr>
        <p:sp>
          <p:nvSpPr>
            <p:cNvPr id="938" name="Google Shape;938;g3bfb98bef9f_1_630"/>
            <p:cNvSpPr/>
            <p:nvPr/>
          </p:nvSpPr>
          <p:spPr>
            <a:xfrm>
              <a:off x="1282700" y="2755900"/>
              <a:ext cx="2603400" cy="2514600"/>
            </a:xfrm>
            <a:prstGeom prst="roundRect">
              <a:avLst>
                <a:gd name="adj" fmla="val 16667"/>
              </a:avLst>
            </a:prstGeom>
            <a:solidFill>
              <a:srgbClr val="DDEAF6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g3bfb98bef9f_1_630"/>
            <p:cNvSpPr/>
            <p:nvPr/>
          </p:nvSpPr>
          <p:spPr>
            <a:xfrm>
              <a:off x="1727200" y="2552700"/>
              <a:ext cx="1765200" cy="177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g3bfb98bef9f_1_630"/>
            <p:cNvSpPr/>
            <p:nvPr/>
          </p:nvSpPr>
          <p:spPr>
            <a:xfrm>
              <a:off x="1524000" y="2006600"/>
              <a:ext cx="2209800" cy="520800"/>
            </a:xfrm>
            <a:prstGeom prst="roundRect">
              <a:avLst>
                <a:gd name="adj" fmla="val 16667"/>
              </a:avLst>
            </a:prstGeom>
            <a:solidFill>
              <a:srgbClr val="EDEDED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1" name="Google Shape;941;g3bfb98bef9f_1_630"/>
          <p:cNvSpPr txBox="1"/>
          <p:nvPr/>
        </p:nvSpPr>
        <p:spPr>
          <a:xfrm>
            <a:off x="4229100" y="5867400"/>
            <a:ext cx="163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lang="en-US" sz="18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3bfb98bef9f_1_630"/>
          <p:cNvSpPr txBox="1"/>
          <p:nvPr/>
        </p:nvSpPr>
        <p:spPr>
          <a:xfrm>
            <a:off x="9226009" y="5181600"/>
            <a:ext cx="28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3bfb98bef9f_1_630"/>
          <p:cNvSpPr txBox="1"/>
          <p:nvPr/>
        </p:nvSpPr>
        <p:spPr>
          <a:xfrm>
            <a:off x="4660900" y="6121400"/>
            <a:ext cx="108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sz="16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4" name="Google Shape;944;g3bfb98bef9f_1_630"/>
          <p:cNvGrpSpPr/>
          <p:nvPr/>
        </p:nvGrpSpPr>
        <p:grpSpPr>
          <a:xfrm>
            <a:off x="2478314" y="1935843"/>
            <a:ext cx="517112" cy="1098477"/>
            <a:chOff x="4140" y="429"/>
            <a:chExt cx="1419" cy="2400"/>
          </a:xfrm>
        </p:grpSpPr>
        <p:sp>
          <p:nvSpPr>
            <p:cNvPr id="945" name="Google Shape;945;g3bfb98bef9f_1_630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g3bfb98bef9f_1_630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g3bfb98bef9f_1_630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g3bfb98bef9f_1_63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g3bfb98bef9f_1_630"/>
            <p:cNvSpPr/>
            <p:nvPr/>
          </p:nvSpPr>
          <p:spPr>
            <a:xfrm>
              <a:off x="4213" y="691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0" name="Google Shape;950;g3bfb98bef9f_1_630"/>
            <p:cNvGrpSpPr/>
            <p:nvPr/>
          </p:nvGrpSpPr>
          <p:grpSpPr>
            <a:xfrm>
              <a:off x="4747" y="666"/>
              <a:ext cx="491" cy="15"/>
              <a:chOff x="612" y="2566"/>
              <a:chExt cx="613" cy="14"/>
            </a:xfrm>
          </p:grpSpPr>
          <p:sp>
            <p:nvSpPr>
              <p:cNvPr id="951" name="Google Shape;951;g3bfb98bef9f_1_63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g3bfb98bef9f_1_630"/>
              <p:cNvSpPr/>
              <p:nvPr/>
            </p:nvSpPr>
            <p:spPr>
              <a:xfrm>
                <a:off x="625" y="2580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3" name="Google Shape;953;g3bfb98bef9f_1_630"/>
            <p:cNvSpPr/>
            <p:nvPr/>
          </p:nvSpPr>
          <p:spPr>
            <a:xfrm>
              <a:off x="4224" y="1018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4" name="Google Shape;954;g3bfb98bef9f_1_630"/>
            <p:cNvGrpSpPr/>
            <p:nvPr/>
          </p:nvGrpSpPr>
          <p:grpSpPr>
            <a:xfrm>
              <a:off x="4748" y="993"/>
              <a:ext cx="491" cy="14"/>
              <a:chOff x="615" y="2567"/>
              <a:chExt cx="613" cy="15"/>
            </a:xfrm>
          </p:grpSpPr>
          <p:sp>
            <p:nvSpPr>
              <p:cNvPr id="955" name="Google Shape;955;g3bfb98bef9f_1_630"/>
              <p:cNvSpPr/>
              <p:nvPr/>
            </p:nvSpPr>
            <p:spPr>
              <a:xfrm>
                <a:off x="615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g3bfb98bef9f_1_630"/>
              <p:cNvSpPr/>
              <p:nvPr/>
            </p:nvSpPr>
            <p:spPr>
              <a:xfrm>
                <a:off x="628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7" name="Google Shape;957;g3bfb98bef9f_1_630"/>
            <p:cNvSpPr/>
            <p:nvPr/>
          </p:nvSpPr>
          <p:spPr>
            <a:xfrm>
              <a:off x="4219" y="1360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g3bfb98bef9f_1_630"/>
            <p:cNvSpPr/>
            <p:nvPr/>
          </p:nvSpPr>
          <p:spPr>
            <a:xfrm>
              <a:off x="4229" y="1657"/>
              <a:ext cx="600" cy="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9" name="Google Shape;959;g3bfb98bef9f_1_630"/>
            <p:cNvGrpSpPr/>
            <p:nvPr/>
          </p:nvGrpSpPr>
          <p:grpSpPr>
            <a:xfrm>
              <a:off x="4737" y="1627"/>
              <a:ext cx="492" cy="15"/>
              <a:chOff x="617" y="2568"/>
              <a:chExt cx="613" cy="14"/>
            </a:xfrm>
          </p:grpSpPr>
          <p:sp>
            <p:nvSpPr>
              <p:cNvPr id="960" name="Google Shape;960;g3bfb98bef9f_1_630"/>
              <p:cNvSpPr/>
              <p:nvPr/>
            </p:nvSpPr>
            <p:spPr>
              <a:xfrm>
                <a:off x="617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g3bfb98bef9f_1_630"/>
              <p:cNvSpPr/>
              <p:nvPr/>
            </p:nvSpPr>
            <p:spPr>
              <a:xfrm>
                <a:off x="630" y="2582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2" name="Google Shape;962;g3bfb98bef9f_1_63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3" name="Google Shape;963;g3bfb98bef9f_1_630"/>
            <p:cNvGrpSpPr/>
            <p:nvPr/>
          </p:nvGrpSpPr>
          <p:grpSpPr>
            <a:xfrm>
              <a:off x="4737" y="1325"/>
              <a:ext cx="492" cy="15"/>
              <a:chOff x="612" y="2566"/>
              <a:chExt cx="613" cy="15"/>
            </a:xfrm>
          </p:grpSpPr>
          <p:sp>
            <p:nvSpPr>
              <p:cNvPr id="964" name="Google Shape;964;g3bfb98bef9f_1_630"/>
              <p:cNvSpPr/>
              <p:nvPr/>
            </p:nvSpPr>
            <p:spPr>
              <a:xfrm>
                <a:off x="612" y="2566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g3bfb98bef9f_1_630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6" name="Google Shape;966;g3bfb98bef9f_1_630"/>
            <p:cNvSpPr/>
            <p:nvPr/>
          </p:nvSpPr>
          <p:spPr>
            <a:xfrm>
              <a:off x="5251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g3bfb98bef9f_1_63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g3bfb98bef9f_1_63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g3bfb98bef9f_1_630"/>
            <p:cNvSpPr/>
            <p:nvPr/>
          </p:nvSpPr>
          <p:spPr>
            <a:xfrm>
              <a:off x="5518" y="2609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g3bfb98bef9f_1_63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g3bfb98bef9f_1_630"/>
            <p:cNvSpPr/>
            <p:nvPr/>
          </p:nvSpPr>
          <p:spPr>
            <a:xfrm>
              <a:off x="4140" y="2679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g3bfb98bef9f_1_630"/>
            <p:cNvSpPr/>
            <p:nvPr/>
          </p:nvSpPr>
          <p:spPr>
            <a:xfrm>
              <a:off x="4208" y="2709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g3bfb98bef9f_1_630"/>
            <p:cNvSpPr/>
            <p:nvPr/>
          </p:nvSpPr>
          <p:spPr>
            <a:xfrm>
              <a:off x="430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g3bfb98bef9f_1_630"/>
            <p:cNvSpPr/>
            <p:nvPr/>
          </p:nvSpPr>
          <p:spPr>
            <a:xfrm>
              <a:off x="4486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g3bfb98bef9f_1_630"/>
            <p:cNvSpPr/>
            <p:nvPr/>
          </p:nvSpPr>
          <p:spPr>
            <a:xfrm>
              <a:off x="4664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g3bfb98bef9f_1_630"/>
            <p:cNvSpPr/>
            <p:nvPr/>
          </p:nvSpPr>
          <p:spPr>
            <a:xfrm>
              <a:off x="5062" y="1833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7" name="Google Shape;977;g3bfb98bef9f_1_630"/>
          <p:cNvSpPr txBox="1"/>
          <p:nvPr/>
        </p:nvSpPr>
        <p:spPr>
          <a:xfrm>
            <a:off x="1482271" y="2995386"/>
            <a:ext cx="142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8" name="Google Shape;978;g3bfb98bef9f_1_63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41300" y="1492250"/>
            <a:ext cx="2197100" cy="1572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9" name="Google Shape;979;g3bfb98bef9f_1_630"/>
          <p:cNvGrpSpPr/>
          <p:nvPr/>
        </p:nvGrpSpPr>
        <p:grpSpPr>
          <a:xfrm>
            <a:off x="4978400" y="4381500"/>
            <a:ext cx="3536500" cy="877300"/>
            <a:chOff x="5308600" y="4406900"/>
            <a:chExt cx="3536500" cy="877300"/>
          </a:xfrm>
        </p:grpSpPr>
        <p:grpSp>
          <p:nvGrpSpPr>
            <p:cNvPr id="980" name="Google Shape;980;g3bfb98bef9f_1_630"/>
            <p:cNvGrpSpPr/>
            <p:nvPr/>
          </p:nvGrpSpPr>
          <p:grpSpPr>
            <a:xfrm>
              <a:off x="6261100" y="4914900"/>
              <a:ext cx="1854300" cy="369300"/>
              <a:chOff x="3721100" y="3429000"/>
              <a:chExt cx="1854300" cy="369300"/>
            </a:xfrm>
          </p:grpSpPr>
          <p:cxnSp>
            <p:nvCxnSpPr>
              <p:cNvPr id="981" name="Google Shape;981;g3bfb98bef9f_1_630"/>
              <p:cNvCxnSpPr/>
              <p:nvPr/>
            </p:nvCxnSpPr>
            <p:spPr>
              <a:xfrm>
                <a:off x="3721100" y="3594100"/>
                <a:ext cx="18543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982" name="Google Shape;982;g3bfb98bef9f_1_630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g3bfb98bef9f_1_630"/>
              <p:cNvSpPr txBox="1"/>
              <p:nvPr/>
            </p:nvSpPr>
            <p:spPr>
              <a:xfrm>
                <a:off x="4686300" y="34290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4" name="Google Shape;984;g3bfb98bef9f_1_630"/>
            <p:cNvGrpSpPr/>
            <p:nvPr/>
          </p:nvGrpSpPr>
          <p:grpSpPr>
            <a:xfrm>
              <a:off x="5308600" y="4406900"/>
              <a:ext cx="3536500" cy="542699"/>
              <a:chOff x="6146800" y="3048000"/>
              <a:chExt cx="3536500" cy="542699"/>
            </a:xfrm>
          </p:grpSpPr>
          <p:sp>
            <p:nvSpPr>
              <p:cNvPr id="985" name="Google Shape;985;g3bfb98bef9f_1_630"/>
              <p:cNvSpPr txBox="1"/>
              <p:nvPr/>
            </p:nvSpPr>
            <p:spPr>
              <a:xfrm>
                <a:off x="6146800" y="3048000"/>
                <a:ext cx="14733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g3bfb98bef9f_1_630"/>
              <p:cNvSpPr txBox="1"/>
              <p:nvPr/>
            </p:nvSpPr>
            <p:spPr>
              <a:xfrm>
                <a:off x="6273800" y="3276599"/>
                <a:ext cx="34095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nytimes.com, cookie: </a:t>
                </a:r>
                <a:r>
                  <a:rPr lang="en-US" sz="1800" b="0" i="0" u="none" strike="noStrike" cap="non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lang="en-US" sz="1800" b="0" i="0" u="none" strike="noStrike" cap="non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7" name="Google Shape;987;g3bfb98bef9f_1_630"/>
          <p:cNvGrpSpPr/>
          <p:nvPr/>
        </p:nvGrpSpPr>
        <p:grpSpPr>
          <a:xfrm>
            <a:off x="5626100" y="5346700"/>
            <a:ext cx="2641600" cy="860200"/>
            <a:chOff x="6007100" y="5308600"/>
            <a:chExt cx="2641600" cy="860200"/>
          </a:xfrm>
        </p:grpSpPr>
        <p:grpSp>
          <p:nvGrpSpPr>
            <p:cNvPr id="988" name="Google Shape;988;g3bfb98bef9f_1_630"/>
            <p:cNvGrpSpPr/>
            <p:nvPr/>
          </p:nvGrpSpPr>
          <p:grpSpPr>
            <a:xfrm>
              <a:off x="6273800" y="5308600"/>
              <a:ext cx="1841400" cy="369300"/>
              <a:chOff x="3721100" y="3429000"/>
              <a:chExt cx="1841400" cy="369300"/>
            </a:xfrm>
          </p:grpSpPr>
          <p:cxnSp>
            <p:nvCxnSpPr>
              <p:cNvPr id="989" name="Google Shape;989;g3bfb98bef9f_1_630"/>
              <p:cNvCxnSpPr/>
              <p:nvPr/>
            </p:nvCxnSpPr>
            <p:spPr>
              <a:xfrm>
                <a:off x="3721100" y="3594100"/>
                <a:ext cx="18414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990" name="Google Shape;990;g3bfb98bef9f_1_630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rgbClr val="0E01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g3bfb98bef9f_1_630"/>
              <p:cNvSpPr txBox="1"/>
              <p:nvPr/>
            </p:nvSpPr>
            <p:spPr>
              <a:xfrm>
                <a:off x="4686300" y="3429000"/>
                <a:ext cx="30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2" name="Google Shape;992;g3bfb98bef9f_1_630"/>
            <p:cNvGrpSpPr/>
            <p:nvPr/>
          </p:nvGrpSpPr>
          <p:grpSpPr>
            <a:xfrm>
              <a:off x="6007100" y="5600700"/>
              <a:ext cx="2641600" cy="568100"/>
              <a:chOff x="6654800" y="3187700"/>
              <a:chExt cx="2641600" cy="568100"/>
            </a:xfrm>
          </p:grpSpPr>
          <p:sp>
            <p:nvSpPr>
              <p:cNvPr id="993" name="Google Shape;993;g3bfb98bef9f_1_630"/>
              <p:cNvSpPr txBox="1"/>
              <p:nvPr/>
            </p:nvSpPr>
            <p:spPr>
              <a:xfrm>
                <a:off x="6654800" y="3187700"/>
                <a:ext cx="14733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g3bfb98bef9f_1_630"/>
              <p:cNvSpPr txBox="1"/>
              <p:nvPr/>
            </p:nvSpPr>
            <p:spPr>
              <a:xfrm>
                <a:off x="6781800" y="3441700"/>
                <a:ext cx="25146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lang="en-US" sz="1800" b="0" i="0" u="none" strike="noStrike" cap="non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lang="en-US" sz="1800" b="0" i="0" u="none" strike="noStrike" cap="non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5" name="Google Shape;995;g3bfb98bef9f_1_630"/>
          <p:cNvSpPr txBox="1"/>
          <p:nvPr/>
        </p:nvSpPr>
        <p:spPr>
          <a:xfrm>
            <a:off x="9238709" y="5397500"/>
            <a:ext cx="238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socks.com, 2/16/22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bfb98bef9f_1_630"/>
          <p:cNvSpPr/>
          <p:nvPr/>
        </p:nvSpPr>
        <p:spPr>
          <a:xfrm>
            <a:off x="152400" y="1257300"/>
            <a:ext cx="3035400" cy="2273400"/>
          </a:xfrm>
          <a:prstGeom prst="rect">
            <a:avLst/>
          </a:prstGeom>
          <a:solidFill>
            <a:schemeClr val="lt1">
              <a:alpha val="670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g3bfb98bef9f_1_630"/>
          <p:cNvSpPr/>
          <p:nvPr/>
        </p:nvSpPr>
        <p:spPr>
          <a:xfrm>
            <a:off x="5041900" y="1663700"/>
            <a:ext cx="1676400" cy="82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8" name="Google Shape;998;g3bfb98bef9f_1_630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168900" y="1705046"/>
            <a:ext cx="1447798" cy="777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9" name="Google Shape;999;g3bfb98bef9f_1_630"/>
          <p:cNvGrpSpPr/>
          <p:nvPr/>
        </p:nvGrpSpPr>
        <p:grpSpPr>
          <a:xfrm>
            <a:off x="2946400" y="2946500"/>
            <a:ext cx="3797300" cy="1333400"/>
            <a:chOff x="2946400" y="2946500"/>
            <a:chExt cx="3797300" cy="1333400"/>
          </a:xfrm>
        </p:grpSpPr>
        <p:sp>
          <p:nvSpPr>
            <p:cNvPr id="1000" name="Google Shape;1000;g3bfb98bef9f_1_630"/>
            <p:cNvSpPr txBox="1"/>
            <p:nvPr/>
          </p:nvSpPr>
          <p:spPr>
            <a:xfrm>
              <a:off x="2946400" y="3733800"/>
              <a:ext cx="1866900" cy="31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</a:t>
              </a:r>
              <a:r>
                <a:rPr lang="en-US" sz="1800" b="0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1634</a:t>
              </a:r>
              <a:endPara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1" name="Google Shape;1001;g3bfb98bef9f_1_630"/>
            <p:cNvGrpSpPr/>
            <p:nvPr/>
          </p:nvGrpSpPr>
          <p:grpSpPr>
            <a:xfrm>
              <a:off x="3771900" y="2946500"/>
              <a:ext cx="2971800" cy="1333400"/>
              <a:chOff x="3771900" y="2946500"/>
              <a:chExt cx="2971800" cy="1333400"/>
            </a:xfrm>
          </p:grpSpPr>
          <p:cxnSp>
            <p:nvCxnSpPr>
              <p:cNvPr id="1002" name="Google Shape;1002;g3bfb98bef9f_1_630"/>
              <p:cNvCxnSpPr/>
              <p:nvPr/>
            </p:nvCxnSpPr>
            <p:spPr>
              <a:xfrm rot="10800000">
                <a:off x="5118100" y="2971900"/>
                <a:ext cx="0" cy="130800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E01A0"/>
                </a:solidFill>
                <a:prstDash val="solid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1003" name="Google Shape;1003;g3bfb98bef9f_1_630"/>
              <p:cNvSpPr txBox="1"/>
              <p:nvPr/>
            </p:nvSpPr>
            <p:spPr>
              <a:xfrm>
                <a:off x="5105400" y="3302000"/>
                <a:ext cx="736500" cy="53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4" name="Google Shape;1004;g3bfb98bef9f_1_630"/>
              <p:cNvGrpSpPr/>
              <p:nvPr/>
            </p:nvGrpSpPr>
            <p:grpSpPr>
              <a:xfrm>
                <a:off x="3771900" y="2946500"/>
                <a:ext cx="1473300" cy="1308000"/>
                <a:chOff x="3771900" y="2946500"/>
                <a:chExt cx="1473300" cy="1308000"/>
              </a:xfrm>
            </p:grpSpPr>
            <p:cxnSp>
              <p:nvCxnSpPr>
                <p:cNvPr id="1005" name="Google Shape;1005;g3bfb98bef9f_1_630"/>
                <p:cNvCxnSpPr/>
                <p:nvPr/>
              </p:nvCxnSpPr>
              <p:spPr>
                <a:xfrm rot="10800000">
                  <a:off x="4851400" y="2946500"/>
                  <a:ext cx="0" cy="1308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rgbClr val="0E01A0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sp>
              <p:nvSpPr>
                <p:cNvPr id="1006" name="Google Shape;1006;g3bfb98bef9f_1_630"/>
                <p:cNvSpPr txBox="1"/>
                <p:nvPr/>
              </p:nvSpPr>
              <p:spPr>
                <a:xfrm>
                  <a:off x="3771900" y="3276600"/>
                  <a:ext cx="1473300" cy="53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lang="en-US"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HTTP </a:t>
                  </a:r>
                  <a:endPara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marL="0" marR="0" lvl="0" indent="0" algn="ctr" rtl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lang="en-US"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GET</a:t>
                  </a:r>
                  <a:endPara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07" name="Google Shape;1007;g3bfb98bef9f_1_630"/>
              <p:cNvSpPr txBox="1"/>
              <p:nvPr/>
            </p:nvSpPr>
            <p:spPr>
              <a:xfrm>
                <a:off x="4876800" y="3746500"/>
                <a:ext cx="18669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lang="en-US" sz="1800" b="0" i="0" u="none" strike="noStrike" cap="non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1634</a:t>
                </a:r>
                <a:endParaRPr lang="en-US" sz="1800" b="0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08" name="Google Shape;1008;g3bfb98bef9f_1_630"/>
          <p:cNvSpPr txBox="1"/>
          <p:nvPr/>
        </p:nvSpPr>
        <p:spPr>
          <a:xfrm>
            <a:off x="7010400" y="2019300"/>
            <a:ext cx="1848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arts, 2/17/22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g3bfb98bef9f_1_630"/>
          <p:cNvSpPr txBox="1"/>
          <p:nvPr/>
        </p:nvSpPr>
        <p:spPr>
          <a:xfrm>
            <a:off x="9251409" y="5626100"/>
            <a:ext cx="266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arts, 2/15/22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3bfb98bef9f_1_630"/>
          <p:cNvSpPr txBox="1"/>
          <p:nvPr/>
        </p:nvSpPr>
        <p:spPr>
          <a:xfrm>
            <a:off x="5753100" y="6108700"/>
            <a:ext cx="226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Returned ad for socks!</a:t>
            </a:r>
            <a:endParaRPr lang="en-US" sz="1800" b="0" i="1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bfb98bef9f_1_792"/>
          <p:cNvSpPr txBox="1"/>
          <p:nvPr/>
        </p:nvSpPr>
        <p:spPr>
          <a:xfrm>
            <a:off x="360680" y="260985"/>
            <a:ext cx="11362690" cy="84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5400"/>
              <a:buFont typeface="Calibri"/>
              <a:buNone/>
            </a:pPr>
            <a:r>
              <a:rPr lang="en-US" sz="40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lang="en-US" sz="4000" b="0" i="0" u="none" strike="noStrike" cap="non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lang="en-US" sz="4000" b="0" i="0" u="none" strike="noStrike" cap="non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g3bfb98bef9f_1_792"/>
          <p:cNvSpPr txBox="1"/>
          <p:nvPr>
            <p:ph type="body" idx="1"/>
          </p:nvPr>
        </p:nvSpPr>
        <p:spPr>
          <a:xfrm>
            <a:off x="613410" y="1386840"/>
            <a:ext cx="10515600" cy="46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Cookies can be used to TRACK: </a:t>
            </a:r>
            <a:endParaRPr sz="3200"/>
          </a:p>
          <a:p>
            <a:pPr marL="463550" lvl="0" indent="-22669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user behavior on a given website (</a:t>
            </a:r>
            <a:r>
              <a:rPr lang="en-US">
                <a:solidFill>
                  <a:srgbClr val="C00000"/>
                </a:solidFill>
              </a:rPr>
              <a:t>first party cookies</a:t>
            </a:r>
            <a:r>
              <a:rPr lang="en-US"/>
              <a:t>)</a:t>
            </a:r>
            <a:endParaRPr lang="en-US"/>
          </a:p>
          <a:p>
            <a:pPr marL="463550" lvl="0" indent="-22669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user behavior across multiple websites (</a:t>
            </a:r>
            <a:r>
              <a:rPr lang="en-US">
                <a:solidFill>
                  <a:srgbClr val="C00000"/>
                </a:solidFill>
              </a:rPr>
              <a:t>third party cookies</a:t>
            </a:r>
            <a:r>
              <a:rPr lang="en-US"/>
              <a:t>) without user ever choosing to visit tracker site (!)</a:t>
            </a:r>
            <a:endParaRPr lang="en-US"/>
          </a:p>
          <a:p>
            <a:pPr marL="463550" lvl="0" indent="-22669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tracking may be </a:t>
            </a:r>
            <a:r>
              <a:rPr lang="en-US" i="1"/>
              <a:t>invisible</a:t>
            </a:r>
            <a:r>
              <a:rPr lang="en-US"/>
              <a:t> to user:</a:t>
            </a:r>
            <a:endParaRPr lang="en-US"/>
          </a:p>
          <a:p>
            <a:pPr marL="860425" lvl="1" indent="-168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14A3"/>
              </a:buClr>
              <a:buSzPts val="2400"/>
              <a:buChar char="•"/>
            </a:pPr>
            <a:r>
              <a:rPr lang="en-US"/>
              <a:t>rather than displayed ad triggering HTTP GET to tracker, could be an invisible link</a:t>
            </a:r>
            <a:endParaRPr lang="en-US"/>
          </a:p>
          <a:p>
            <a:pPr marL="920750" lvl="1" indent="-7429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14A3"/>
              </a:buClr>
              <a:buSzPts val="2400"/>
              <a:buFont typeface="Noto Sans Symbols"/>
              <a:buNone/>
            </a:pPr>
          </a:p>
          <a:p>
            <a:pPr marL="23622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None/>
            </a:pPr>
            <a:r>
              <a:rPr lang="en-US"/>
              <a:t>third party tracking via cookies:</a:t>
            </a:r>
            <a:endParaRPr lang="en-US"/>
          </a:p>
          <a:p>
            <a:pPr marL="692150" lvl="0" indent="-34099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disabled by default in Firefox, Safari browsers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5813</Words>
  <Application>WPS Presentation</Application>
  <PresentationFormat/>
  <Paragraphs>436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Helvetica Neue</vt:lpstr>
      <vt:lpstr>Noto Sans Symbols</vt:lpstr>
      <vt:lpstr>Tahoma</vt:lpstr>
      <vt:lpstr>Times New Roman</vt:lpstr>
      <vt:lpstr>Gill Sans</vt:lpstr>
      <vt:lpstr>Comic Sans MS</vt:lpstr>
      <vt:lpstr>Microsoft YaHei</vt:lpstr>
      <vt:lpstr>汉仪旗黑</vt:lpstr>
      <vt:lpstr>Arial Unicode MS</vt:lpstr>
      <vt:lpstr>Thonburi</vt:lpstr>
      <vt:lpstr>宋体-简</vt:lpstr>
      <vt:lpstr>Office Theme</vt:lpstr>
      <vt:lpstr>IT694 Computer Networks</vt:lpstr>
      <vt:lpstr>Socket programming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Maintaining user/server state: cookies</vt:lpstr>
      <vt:lpstr>Maintaining user/server state: cookies</vt:lpstr>
      <vt:lpstr>Maintaining user/server state: cookies</vt:lpstr>
      <vt:lpstr>HTTP cookies: comments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Kalyan Subbu</dc:creator>
  <cp:lastModifiedBy>2025 12100</cp:lastModifiedBy>
  <cp:revision>3</cp:revision>
  <dcterms:created xsi:type="dcterms:W3CDTF">2026-02-12T03:00:39Z</dcterms:created>
  <dcterms:modified xsi:type="dcterms:W3CDTF">2026-02-12T03:00:39Z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4495DB79276C25848E9C8C6935D85EF5_42</vt:lpwstr>
  </property>
  <property fmtid="{D5CDD505-2E9C-101B-9397-08002B2CF9AE}" pid="3" name="KSOProductBuildVer">
    <vt:lpwstr>1033-12.1.23155.23155</vt:lpwstr>
  </property>
</Properties>
</file>