
<file path=[Content_Types].xml><?xml version="1.0" encoding="utf-8"?>
<Types xmlns="http://schemas.openxmlformats.org/package/2006/content-types">
  <Default Extension="xml" ContentType="application/xml"/>
  <Default Extension="jpeg" ContentType="image/jpeg"/>
  <Default Extension="png" ContentType="image/pn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1"/>
    <p:restoredTop sz="96154"/>
  </p:normalViewPr>
  <p:slideViewPr>
    <p:cSldViewPr snapToGrid="0" snapToObjects="1">
      <p:cViewPr varScale="1">
        <p:scale>
          <a:sx n="116" d="100"/>
          <a:sy n="116" d="100"/>
        </p:scale>
        <p:origin x="52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F64B4-5701-E246-87C5-38A4BE7FD42F}" type="datetimeFigureOut">
              <a:rPr lang="en-US" smtClean="0"/>
              <a:t>4/13/26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40515-D9A9-F845-80D6-6ED1DE699F74}" type="slidenum">
              <a:rPr lang="en-US" smtClean="0"/>
              <a:t>‹#›</a:t>
            </a:fld>
            <a:endParaRPr lang="en-US"/>
          </a:p>
        </p:txBody>
      </p:sp>
    </p:spTree>
    <p:extLst>
      <p:ext uri="{BB962C8B-B14F-4D97-AF65-F5344CB8AC3E}">
        <p14:creationId xmlns:p14="http://schemas.microsoft.com/office/powerpoint/2010/main" val="34019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dirty="0"/>
          </a:p>
        </p:txBody>
      </p:sp>
    </p:spTree>
    <p:extLst>
      <p:ext uri="{BB962C8B-B14F-4D97-AF65-F5344CB8AC3E}">
        <p14:creationId xmlns:p14="http://schemas.microsoft.com/office/powerpoint/2010/main" val="539439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997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kumimoji="0" lang="en-US" sz="1200" b="0" i="0" u="none" strike="noStrike" kern="1200" cap="none" spc="0" normalizeH="0" baseline="0" noProof="0" dirty="0">
                <a:ln>
                  <a:noFill/>
                </a:ln>
                <a:solidFill>
                  <a:srgbClr val="C00000"/>
                </a:solidFill>
                <a:effectLst/>
                <a:uLnTx/>
                <a:uFillTx/>
                <a:latin typeface="Calibri" panose="020F0502020204030204"/>
                <a:ea typeface="+mn-ea"/>
                <a:cs typeface="+mn-cs"/>
              </a:rPr>
              <a:t>reliable delivery between adjacent nodes</a:t>
            </a:r>
          </a:p>
          <a:p>
            <a:pPr marL="171450" indent="-171450">
              <a:buFontTx/>
              <a:buChar char="-"/>
            </a:pPr>
            <a:r>
              <a:rPr lang="en-US" dirty="0"/>
              <a:t>Not always</a:t>
            </a:r>
          </a:p>
          <a:p>
            <a:pPr marL="171450" indent="-171450">
              <a:buFontTx/>
              <a:buChar char="-"/>
            </a:pPr>
            <a:r>
              <a:rPr lang="en-US" dirty="0"/>
              <a:t>Rdt likes we studied in transport layer</a:t>
            </a:r>
          </a:p>
          <a:p>
            <a:pPr marL="171450" indent="-171450">
              <a:buFontTx/>
              <a:buChar char="-"/>
            </a:pPr>
            <a:r>
              <a:rPr lang="en-US" dirty="0"/>
              <a:t>Reliable is not as important is correctness.  How is correctness assured?</a:t>
            </a:r>
          </a:p>
          <a:p>
            <a:pPr marL="171450" indent="-171450">
              <a:buFontTx/>
              <a:buChar char="-"/>
            </a:pPr>
            <a:endParaRPr lang="en-US" dirty="0"/>
          </a:p>
          <a:p>
            <a:pPr marL="171450" indent="-171450">
              <a:buFontTx/>
              <a:buChar char="-"/>
            </a:pPr>
            <a:r>
              <a:rPr lang="en-US" dirty="0"/>
              <a:t>Wireless is subjected to noise, interference and has high bit error rate.</a:t>
            </a:r>
          </a:p>
          <a:p>
            <a:pPr marL="171450" indent="-171450">
              <a:buFontTx/>
              <a:buChar char="-"/>
            </a:pPr>
            <a:r>
              <a:rPr lang="en-US" dirty="0"/>
              <a:t>Why </a:t>
            </a:r>
          </a:p>
          <a:p>
            <a:pPr marL="171450" indent="-171450">
              <a:buFontTx/>
              <a:buChar char="-"/>
            </a:pPr>
            <a:endParaRPr lang="en-US" dirty="0"/>
          </a:p>
          <a:p>
            <a:pPr marL="171450" indent="-171450">
              <a:buFontTx/>
              <a:buChar char="-"/>
            </a:pPr>
            <a:endParaRPr lang="en-US" dirty="0"/>
          </a:p>
        </p:txBody>
      </p:sp>
      <p:sp>
        <p:nvSpPr>
          <p:cNvPr id="5" name="Slide Number Placeholder 4">
            <a:extLst>
              <a:ext uri="{FF2B5EF4-FFF2-40B4-BE49-F238E27FC236}">
                <a16:creationId xmlns:a16="http://schemas.microsoft.com/office/drawing/2014/main" xmlns="" id="{9043B1B1-B190-B6BB-B5BB-D51D963662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6335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The Ethernet capabilities are either integrated into the motherboard chipset or implemented via a low-cost dedicated Ethernet chip. For the most part, the link layer is implemented on a chip called the </a:t>
            </a:r>
            <a:r>
              <a:rPr lang="en-US" sz="1800" b="1" dirty="0">
                <a:effectLst/>
                <a:latin typeface="TimesLTPro"/>
              </a:rPr>
              <a:t>network adapter</a:t>
            </a:r>
            <a:r>
              <a:rPr lang="en-US" sz="1800" dirty="0">
                <a:effectLst/>
                <a:latin typeface="TimesLTPro"/>
              </a:rPr>
              <a:t>, also sometimes known as a </a:t>
            </a:r>
            <a:r>
              <a:rPr lang="en-US" sz="1800" b="1" dirty="0">
                <a:effectLst/>
                <a:latin typeface="TimesLTPro"/>
              </a:rPr>
              <a:t>network interface controller (NIC)</a:t>
            </a:r>
            <a:r>
              <a:rPr lang="en-US" sz="1800" dirty="0">
                <a:effectLst/>
                <a:latin typeface="TimesLTPro"/>
              </a:rPr>
              <a:t>. The network adapter implements many link layer services including framing, link access, error detection, and so on. Thus, much of a link-layer controller’s functionality is implemented in hardware. For example, Intel’s 700 series adapters [Intel 2020] implements the Ethernet protocols we’ll study in Section 6.5; the Atheros AR5006 [Atheros 2020] controller implements the 802.11 WiFi protocols we’ll study in Chapter 7. </a:t>
            </a:r>
            <a:endParaRPr lang="en-US"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Figure 6.2 shows that while most of the link layer is implemented in hardware, part of the link layer is implemented in software that runs on the host’s CPU. The software components of the link layer implement higher-level link-layer functionality such as assembling link-layer addressing information and activating the controller hardware. On the receiving side, link-layer software responds to con- troller interrupts (for example, due to the receipt of one or more frames), handling error conditions and passing a datagram up to the network layer. Thus, the link layer is a combination of hardware and software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5" name="Slide Number Placeholder 4">
            <a:extLst>
              <a:ext uri="{FF2B5EF4-FFF2-40B4-BE49-F238E27FC236}">
                <a16:creationId xmlns:a16="http://schemas.microsoft.com/office/drawing/2014/main" xmlns="" id="{5FC0B56E-1933-678B-BFC9-57C5523AB0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4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70E5216A-12E6-9573-1D59-3C5954ED68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1604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920FE225-C86D-9F24-799B-3EBAAF8EB29B}"/>
              </a:ext>
            </a:extLst>
          </p:cNvPr>
          <p:cNvSpPr>
            <a:spLocks noGrp="1"/>
          </p:cNvSpPr>
          <p:nvPr>
            <p:ph type="sldNum" sz="quarter" idx="5"/>
          </p:nvPr>
        </p:nvSpPr>
        <p:spPr/>
        <p:txBody>
          <a:bodyPr/>
          <a:lstStyle/>
          <a:p>
            <a:fld id="{D16EA1AD-6EA3-1049-AB4E-FC15F4DC35F9}" type="slidenum">
              <a:rPr lang="en-US" smtClean="0"/>
              <a:t>7</a:t>
            </a:fld>
            <a:endParaRPr lang="en-US" dirty="0"/>
          </a:p>
        </p:txBody>
      </p:sp>
    </p:spTree>
    <p:extLst>
      <p:ext uri="{BB962C8B-B14F-4D97-AF65-F5344CB8AC3E}">
        <p14:creationId xmlns:p14="http://schemas.microsoft.com/office/powerpoint/2010/main" val="1743959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9DE73137-0C63-196B-975B-3F8C95B7DB8C}"/>
              </a:ext>
            </a:extLst>
          </p:cNvPr>
          <p:cNvSpPr>
            <a:spLocks noGrp="1"/>
          </p:cNvSpPr>
          <p:nvPr>
            <p:ph type="sldNum" sz="quarter" idx="5"/>
          </p:nvPr>
        </p:nvSpPr>
        <p:spPr/>
        <p:txBody>
          <a:bodyPr/>
          <a:lstStyle/>
          <a:p>
            <a:fld id="{D16EA1AD-6EA3-1049-AB4E-FC15F4DC35F9}" type="slidenum">
              <a:rPr lang="en-US" smtClean="0"/>
              <a:t>8</a:t>
            </a:fld>
            <a:endParaRPr lang="en-US" dirty="0"/>
          </a:p>
        </p:txBody>
      </p:sp>
    </p:spTree>
    <p:extLst>
      <p:ext uri="{BB962C8B-B14F-4D97-AF65-F5344CB8AC3E}">
        <p14:creationId xmlns:p14="http://schemas.microsoft.com/office/powerpoint/2010/main" val="2018550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FC7CBC83-90C1-02AE-EA84-69F7209B6F0E}"/>
              </a:ext>
            </a:extLst>
          </p:cNvPr>
          <p:cNvSpPr>
            <a:spLocks noGrp="1"/>
          </p:cNvSpPr>
          <p:nvPr>
            <p:ph type="sldNum" sz="quarter" idx="5"/>
          </p:nvPr>
        </p:nvSpPr>
        <p:spPr/>
        <p:txBody>
          <a:bodyPr/>
          <a:lstStyle/>
          <a:p>
            <a:fld id="{D16EA1AD-6EA3-1049-AB4E-FC15F4DC35F9}" type="slidenum">
              <a:rPr lang="en-US" smtClean="0"/>
              <a:t>9</a:t>
            </a:fld>
            <a:endParaRPr lang="en-US" dirty="0"/>
          </a:p>
        </p:txBody>
      </p:sp>
    </p:spTree>
    <p:extLst>
      <p:ext uri="{BB962C8B-B14F-4D97-AF65-F5344CB8AC3E}">
        <p14:creationId xmlns:p14="http://schemas.microsoft.com/office/powerpoint/2010/main" val="642755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1AFDE8D3-D90F-DBF5-4547-EC48D940F1E0}"/>
              </a:ext>
            </a:extLst>
          </p:cNvPr>
          <p:cNvSpPr>
            <a:spLocks noGrp="1"/>
          </p:cNvSpPr>
          <p:nvPr>
            <p:ph type="sldNum" sz="quarter" idx="5"/>
          </p:nvPr>
        </p:nvSpPr>
        <p:spPr/>
        <p:txBody>
          <a:bodyPr/>
          <a:lstStyle/>
          <a:p>
            <a:fld id="{D16EA1AD-6EA3-1049-AB4E-FC15F4DC35F9}" type="slidenum">
              <a:rPr lang="en-US" smtClean="0"/>
              <a:t>10</a:t>
            </a:fld>
            <a:endParaRPr lang="en-US" dirty="0"/>
          </a:p>
        </p:txBody>
      </p:sp>
    </p:spTree>
    <p:extLst>
      <p:ext uri="{BB962C8B-B14F-4D97-AF65-F5344CB8AC3E}">
        <p14:creationId xmlns:p14="http://schemas.microsoft.com/office/powerpoint/2010/main" val="76256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F5E7247F-6B15-1E02-6A8F-A943DBFDB00A}"/>
              </a:ext>
            </a:extLst>
          </p:cNvPr>
          <p:cNvSpPr>
            <a:spLocks noGrp="1"/>
          </p:cNvSpPr>
          <p:nvPr>
            <p:ph type="sldNum" sz="quarter" idx="5"/>
          </p:nvPr>
        </p:nvSpPr>
        <p:spPr/>
        <p:txBody>
          <a:bodyPr/>
          <a:lstStyle/>
          <a:p>
            <a:fld id="{D16EA1AD-6EA3-1049-AB4E-FC15F4DC35F9}" type="slidenum">
              <a:rPr lang="en-US" smtClean="0"/>
              <a:t>11</a:t>
            </a:fld>
            <a:endParaRPr lang="en-US" dirty="0"/>
          </a:p>
        </p:txBody>
      </p:sp>
    </p:spTree>
    <p:extLst>
      <p:ext uri="{BB962C8B-B14F-4D97-AF65-F5344CB8AC3E}">
        <p14:creationId xmlns:p14="http://schemas.microsoft.com/office/powerpoint/2010/main" val="508813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B95A51E7-CB89-D2FC-5F14-BDBDF78C968A}"/>
              </a:ext>
            </a:extLst>
          </p:cNvPr>
          <p:cNvSpPr>
            <a:spLocks noGrp="1"/>
          </p:cNvSpPr>
          <p:nvPr>
            <p:ph type="sldNum" sz="quarter" idx="5"/>
          </p:nvPr>
        </p:nvSpPr>
        <p:spPr/>
        <p:txBody>
          <a:bodyPr/>
          <a:lstStyle/>
          <a:p>
            <a:fld id="{D16EA1AD-6EA3-1049-AB4E-FC15F4DC35F9}" type="slidenum">
              <a:rPr lang="en-US" smtClean="0"/>
              <a:t>12</a:t>
            </a:fld>
            <a:endParaRPr lang="en-US" dirty="0"/>
          </a:p>
        </p:txBody>
      </p:sp>
    </p:spTree>
    <p:extLst>
      <p:ext uri="{BB962C8B-B14F-4D97-AF65-F5344CB8AC3E}">
        <p14:creationId xmlns:p14="http://schemas.microsoft.com/office/powerpoint/2010/main" val="959105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9779274C-B81B-C57D-0EA0-1F10E8CADBFD}"/>
              </a:ext>
            </a:extLst>
          </p:cNvPr>
          <p:cNvSpPr>
            <a:spLocks noGrp="1"/>
          </p:cNvSpPr>
          <p:nvPr>
            <p:ph type="sldNum" sz="quarter" idx="5"/>
          </p:nvPr>
        </p:nvSpPr>
        <p:spPr/>
        <p:txBody>
          <a:bodyPr/>
          <a:lstStyle/>
          <a:p>
            <a:fld id="{D16EA1AD-6EA3-1049-AB4E-FC15F4DC35F9}" type="slidenum">
              <a:rPr lang="en-US" smtClean="0"/>
              <a:t>13</a:t>
            </a:fld>
            <a:endParaRPr lang="en-US" dirty="0"/>
          </a:p>
        </p:txBody>
      </p:sp>
    </p:spTree>
    <p:extLst>
      <p:ext uri="{BB962C8B-B14F-4D97-AF65-F5344CB8AC3E}">
        <p14:creationId xmlns:p14="http://schemas.microsoft.com/office/powerpoint/2010/main" val="1479360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xmlns="" id="{937CF943-307D-BA84-05D8-67BDE8E49107}"/>
              </a:ext>
            </a:extLst>
          </p:cNvPr>
          <p:cNvSpPr>
            <a:spLocks noGrp="1"/>
          </p:cNvSpPr>
          <p:nvPr>
            <p:ph type="sldNum" sz="quarter" idx="5"/>
          </p:nvPr>
        </p:nvSpPr>
        <p:spPr/>
        <p:txBody>
          <a:bodyPr/>
          <a:lstStyle/>
          <a:p>
            <a:fld id="{D16EA1AD-6EA3-1049-AB4E-FC15F4DC35F9}" type="slidenum">
              <a:rPr lang="en-US" smtClean="0"/>
              <a:t>14</a:t>
            </a:fld>
            <a:endParaRPr lang="en-US" dirty="0"/>
          </a:p>
        </p:txBody>
      </p:sp>
    </p:spTree>
    <p:extLst>
      <p:ext uri="{BB962C8B-B14F-4D97-AF65-F5344CB8AC3E}">
        <p14:creationId xmlns:p14="http://schemas.microsoft.com/office/powerpoint/2010/main" val="902015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DA8D8D-B91A-3045-92D0-D21F0161E9D9}"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49176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DA8D8D-B91A-3045-92D0-D21F0161E9D9}"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152141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6DA8D8D-B91A-3045-92D0-D21F0161E9D9}"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332036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D6DA8D8D-B91A-3045-92D0-D21F0161E9D9}"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1368268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DA8D8D-B91A-3045-92D0-D21F0161E9D9}" type="datetimeFigureOut">
              <a:rPr lang="en-US" smtClean="0"/>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1228997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DA8D8D-B91A-3045-92D0-D21F0161E9D9}" type="datetimeFigureOut">
              <a:rPr lang="en-US" smtClean="0"/>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126207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A8D8D-B91A-3045-92D0-D21F0161E9D9}" type="datetimeFigureOut">
              <a:rPr lang="en-US" smtClean="0"/>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954122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DA8D8D-B91A-3045-92D0-D21F0161E9D9}"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679490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6DA8D8D-B91A-3045-92D0-D21F0161E9D9}"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2028147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DA8D8D-B91A-3045-92D0-D21F0161E9D9}"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75137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DA8D8D-B91A-3045-92D0-D21F0161E9D9}"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ACB963-3A1A-2948-8D54-602A229BD27D}" type="slidenum">
              <a:rPr lang="en-US" smtClean="0"/>
              <a:t>‹#›</a:t>
            </a:fld>
            <a:endParaRPr lang="en-US"/>
          </a:p>
        </p:txBody>
      </p:sp>
    </p:spTree>
    <p:extLst>
      <p:ext uri="{BB962C8B-B14F-4D97-AF65-F5344CB8AC3E}">
        <p14:creationId xmlns:p14="http://schemas.microsoft.com/office/powerpoint/2010/main" val="11414946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DA8D8D-B91A-3045-92D0-D21F0161E9D9}" type="datetimeFigureOut">
              <a:rPr lang="en-US" smtClean="0"/>
              <a:t>4/13/26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ACB963-3A1A-2948-8D54-602A229BD27D}" type="slidenum">
              <a:rPr lang="en-US" smtClean="0"/>
              <a:t>‹#›</a:t>
            </a:fld>
            <a:endParaRPr lang="en-US"/>
          </a:p>
        </p:txBody>
      </p:sp>
    </p:spTree>
    <p:extLst>
      <p:ext uri="{BB962C8B-B14F-4D97-AF65-F5344CB8AC3E}">
        <p14:creationId xmlns:p14="http://schemas.microsoft.com/office/powerpoint/2010/main" val="215582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9" Type="http://schemas.openxmlformats.org/officeDocument/2006/relationships/image" Target="../media/image7.png"/><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image" Target="../media/image20.png"/><Relationship Id="rId23" Type="http://schemas.openxmlformats.org/officeDocument/2006/relationships/image" Target="../media/image21.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6.png"/><Relationship Id="rId8" Type="http://schemas.openxmlformats.org/officeDocument/2006/relationships/image" Target="../media/image2.png"/><Relationship Id="rId9" Type="http://schemas.openxmlformats.org/officeDocument/2006/relationships/image" Target="../media/image4.png"/><Relationship Id="rId10" Type="http://schemas.openxmlformats.org/officeDocument/2006/relationships/image" Target="../media/image22.png"/><Relationship Id="rId11" Type="http://schemas.openxmlformats.org/officeDocument/2006/relationships/image" Target="../media/image23.png"/><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jpeg"/><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1" Type="http://schemas.openxmlformats.org/officeDocument/2006/relationships/image" Target="../media/image6.png"/><Relationship Id="rId12" Type="http://schemas.openxmlformats.org/officeDocument/2006/relationships/image" Target="../media/image7.png"/><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7.gif"/><Relationship Id="rId4" Type="http://schemas.openxmlformats.org/officeDocument/2006/relationships/image" Target="../media/image28.jpeg"/><Relationship Id="rId5" Type="http://schemas.openxmlformats.org/officeDocument/2006/relationships/image" Target="../media/image29.png"/><Relationship Id="rId6"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image" Target="../media/image30.png"/><Relationship Id="rId9" Type="http://schemas.openxmlformats.org/officeDocument/2006/relationships/image" Target="../media/image20.png"/><Relationship Id="rId10"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0.png"/><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IT694</a:t>
            </a:r>
            <a:br>
              <a:rPr lang="en-US" dirty="0" smtClean="0"/>
            </a:br>
            <a:r>
              <a:rPr lang="en-US" dirty="0" smtClean="0"/>
              <a:t>Computer Networks</a:t>
            </a:r>
            <a:endParaRPr lang="en-US" dirty="0"/>
          </a:p>
        </p:txBody>
      </p:sp>
      <p:sp>
        <p:nvSpPr>
          <p:cNvPr id="3" name="Subtitle 2"/>
          <p:cNvSpPr>
            <a:spLocks noGrp="1"/>
          </p:cNvSpPr>
          <p:nvPr>
            <p:ph type="subTitle" idx="1"/>
          </p:nvPr>
        </p:nvSpPr>
        <p:spPr/>
        <p:txBody>
          <a:bodyPr/>
          <a:lstStyle/>
          <a:p>
            <a:r>
              <a:rPr lang="en-US" dirty="0" smtClean="0"/>
              <a:t>Week13_Lec1</a:t>
            </a:r>
            <a:endParaRPr lang="en-US" dirty="0"/>
          </a:p>
        </p:txBody>
      </p:sp>
    </p:spTree>
    <p:extLst>
      <p:ext uri="{BB962C8B-B14F-4D97-AF65-F5344CB8AC3E}">
        <p14:creationId xmlns:p14="http://schemas.microsoft.com/office/powerpoint/2010/main" val="807228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Link layer, LANs: roadmap</a:t>
            </a:r>
            <a:endParaRPr lang="en-US" sz="4400" dirty="0"/>
          </a:p>
        </p:txBody>
      </p:sp>
      <p:sp>
        <p:nvSpPr>
          <p:cNvPr id="10" name="Rectangle 4">
            <a:extLst>
              <a:ext uri="{FF2B5EF4-FFF2-40B4-BE49-F238E27FC236}">
                <a16:creationId xmlns:a16="http://schemas.microsoft.com/office/drawing/2014/main" xmlns="" id="{2935D8EE-730D-3846-8ED3-CF147CA4A373}"/>
              </a:ext>
            </a:extLst>
          </p:cNvPr>
          <p:cNvSpPr txBox="1">
            <a:spLocks noChangeArrowheads="1"/>
          </p:cNvSpPr>
          <p:nvPr/>
        </p:nvSpPr>
        <p:spPr>
          <a:xfrm>
            <a:off x="980265" y="1388119"/>
            <a:ext cx="5571867" cy="503918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74638">
              <a:spcBef>
                <a:spcPts val="600"/>
              </a:spcBef>
              <a:buClr>
                <a:srgbClr val="0000A8"/>
              </a:buClr>
            </a:pPr>
            <a:r>
              <a:rPr lang="en-US" altLang="en-US" sz="3600" dirty="0">
                <a:solidFill>
                  <a:srgbClr val="C00000"/>
                </a:solidFill>
                <a:latin typeface="+mj-lt"/>
                <a:ea typeface="ＭＳ Ｐゴシック" panose="020B0600070205080204" pitchFamily="34" charset="-128"/>
                <a:cs typeface="Arial" panose="020B0604020202020204" pitchFamily="34" charset="0"/>
              </a:rPr>
              <a:t>introduction</a:t>
            </a:r>
          </a:p>
          <a:p>
            <a:pPr marL="285750" indent="-274638">
              <a:spcBef>
                <a:spcPts val="600"/>
              </a:spcBef>
              <a:buClr>
                <a:srgbClr val="0000A8"/>
              </a:buClr>
            </a:pPr>
            <a:r>
              <a:rPr lang="en-US" altLang="en-US" dirty="0">
                <a:latin typeface="+mj-lt"/>
                <a:ea typeface="ＭＳ Ｐゴシック" panose="020B0600070205080204" pitchFamily="34" charset="-128"/>
                <a:cs typeface="Arial" panose="020B0604020202020204" pitchFamily="34" charset="0"/>
              </a:rPr>
              <a:t>error detection, correction </a:t>
            </a:r>
          </a:p>
          <a:p>
            <a:pPr marL="285750" indent="-274638">
              <a:spcBef>
                <a:spcPts val="600"/>
              </a:spcBef>
              <a:buClr>
                <a:srgbClr val="0000A8"/>
              </a:buClr>
            </a:pPr>
            <a:r>
              <a:rPr lang="en-US" altLang="en-US" dirty="0">
                <a:latin typeface="+mj-lt"/>
                <a:ea typeface="ＭＳ Ｐゴシック" panose="020B0600070205080204" pitchFamily="34" charset="-128"/>
                <a:cs typeface="Arial" panose="020B0604020202020204" pitchFamily="34" charset="0"/>
              </a:rPr>
              <a:t>multiple access protocols</a:t>
            </a:r>
          </a:p>
          <a:p>
            <a:pPr marL="285750" indent="-274638">
              <a:spcBef>
                <a:spcPts val="600"/>
              </a:spcBef>
              <a:buClr>
                <a:srgbClr val="0000A8"/>
              </a:buClr>
            </a:pPr>
            <a:r>
              <a:rPr lang="en-US" altLang="en-US" dirty="0">
                <a:latin typeface="+mj-lt"/>
                <a:ea typeface="ＭＳ Ｐゴシック" panose="020B0600070205080204" pitchFamily="34" charset="-128"/>
                <a:cs typeface="Arial" panose="020B0604020202020204" pitchFamily="34" charset="0"/>
              </a:rPr>
              <a:t>LANs</a:t>
            </a:r>
          </a:p>
          <a:p>
            <a:pPr marL="628650" lvl="1" indent="-274638">
              <a:spcBef>
                <a:spcPts val="600"/>
              </a:spcBef>
            </a:pPr>
            <a:r>
              <a:rPr lang="en-US" altLang="en-US" sz="2800" dirty="0">
                <a:latin typeface="+mj-lt"/>
                <a:ea typeface="ＭＳ Ｐゴシック" panose="020B0600070205080204" pitchFamily="34" charset="-128"/>
                <a:cs typeface="Arial" panose="020B0604020202020204" pitchFamily="34" charset="0"/>
              </a:rPr>
              <a:t>addressing, ARP</a:t>
            </a:r>
          </a:p>
          <a:p>
            <a:pPr marL="628650" lvl="1" indent="-274638">
              <a:spcBef>
                <a:spcPts val="600"/>
              </a:spcBef>
            </a:pPr>
            <a:r>
              <a:rPr lang="en-US" altLang="en-US" sz="2800" dirty="0">
                <a:latin typeface="+mj-lt"/>
                <a:ea typeface="ＭＳ Ｐゴシック" panose="020B0600070205080204" pitchFamily="34" charset="-128"/>
                <a:cs typeface="Arial" panose="020B0604020202020204" pitchFamily="34" charset="0"/>
              </a:rPr>
              <a:t>Ethernet</a:t>
            </a:r>
          </a:p>
          <a:p>
            <a:pPr marL="628650" lvl="1" indent="-274638">
              <a:spcBef>
                <a:spcPts val="600"/>
              </a:spcBef>
            </a:pPr>
            <a:r>
              <a:rPr lang="en-US" altLang="en-US" sz="2800" dirty="0">
                <a:latin typeface="+mj-lt"/>
                <a:ea typeface="ＭＳ Ｐゴシック" panose="020B0600070205080204" pitchFamily="34" charset="-128"/>
                <a:cs typeface="Arial" panose="020B0604020202020204" pitchFamily="34" charset="0"/>
              </a:rPr>
              <a:t>switches</a:t>
            </a:r>
          </a:p>
          <a:p>
            <a:pPr marL="628650" lvl="1" indent="-274638">
              <a:spcBef>
                <a:spcPts val="600"/>
              </a:spcBef>
            </a:pPr>
            <a:r>
              <a:rPr lang="en-US" altLang="en-US" sz="2800" dirty="0">
                <a:latin typeface="+mj-lt"/>
                <a:ea typeface="ＭＳ Ｐゴシック" panose="020B0600070205080204" pitchFamily="34" charset="-128"/>
                <a:cs typeface="Arial" panose="020B0604020202020204" pitchFamily="34" charset="0"/>
              </a:rPr>
              <a:t>VLANs</a:t>
            </a:r>
          </a:p>
          <a:p>
            <a:pPr marL="285750" indent="-274638">
              <a:spcBef>
                <a:spcPts val="600"/>
              </a:spcBef>
            </a:pPr>
            <a:endParaRPr lang="en-US" altLang="en-US" sz="3200" dirty="0">
              <a:latin typeface="+mj-lt"/>
              <a:ea typeface="ＭＳ Ｐゴシック" panose="020B0600070205080204" pitchFamily="34" charset="-128"/>
              <a:cs typeface="Arial" panose="020B0604020202020204" pitchFamily="34" charset="0"/>
            </a:endParaRPr>
          </a:p>
          <a:p>
            <a:pPr marL="628650" lvl="1" indent="-274638">
              <a:spcBef>
                <a:spcPts val="600"/>
              </a:spcBef>
            </a:pPr>
            <a:endParaRPr lang="en-US" altLang="en-US" sz="2800" dirty="0">
              <a:latin typeface="+mj-lt"/>
              <a:ea typeface="ＭＳ Ｐゴシック" panose="020B0600070205080204" pitchFamily="34" charset="-128"/>
              <a:cs typeface="Arial" panose="020B0604020202020204" pitchFamily="34" charset="0"/>
            </a:endParaRPr>
          </a:p>
        </p:txBody>
      </p:sp>
      <p:sp>
        <p:nvSpPr>
          <p:cNvPr id="8" name="Slide Number Placeholder 4">
            <a:extLst>
              <a:ext uri="{FF2B5EF4-FFF2-40B4-BE49-F238E27FC236}">
                <a16:creationId xmlns:a16="http://schemas.microsoft.com/office/drawing/2014/main" xmlns="" id="{F90A139B-CE82-0E4E-86EB-4685C7EAFE35}"/>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6-</a:t>
            </a:r>
            <a:fld id="{C4204591-24BD-A542-B9D5-F8D8A88D2FEE}" type="slidenum">
              <a:rPr lang="en-US" smtClean="0"/>
              <a:pPr/>
              <a:t>2</a:t>
            </a:fld>
            <a:endParaRPr lang="en-US" dirty="0"/>
          </a:p>
        </p:txBody>
      </p:sp>
    </p:spTree>
    <p:extLst>
      <p:ext uri="{BB962C8B-B14F-4D97-AF65-F5344CB8AC3E}">
        <p14:creationId xmlns:p14="http://schemas.microsoft.com/office/powerpoint/2010/main" val="64883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1104900" y="362678"/>
            <a:ext cx="10515600" cy="894622"/>
          </a:xfrm>
        </p:spPr>
        <p:txBody>
          <a:bodyPr>
            <a:normAutofit/>
          </a:bodyPr>
          <a:lstStyle/>
          <a:p>
            <a:r>
              <a:rPr lang="en-US" altLang="en-US" dirty="0">
                <a:cs typeface="Calibri" panose="020F0502020204030204" pitchFamily="34" charset="0"/>
              </a:rPr>
              <a:t>Link layer: introduction</a:t>
            </a:r>
            <a:endParaRPr lang="en-US" sz="4400" dirty="0"/>
          </a:p>
        </p:txBody>
      </p:sp>
      <p:sp>
        <p:nvSpPr>
          <p:cNvPr id="6" name="Rectangle 3">
            <a:extLst>
              <a:ext uri="{FF2B5EF4-FFF2-40B4-BE49-F238E27FC236}">
                <a16:creationId xmlns:a16="http://schemas.microsoft.com/office/drawing/2014/main" xmlns="" id="{B81DCC24-3FE7-E745-BC17-3886FB241095}"/>
              </a:ext>
            </a:extLst>
          </p:cNvPr>
          <p:cNvSpPr txBox="1">
            <a:spLocks noChangeArrowheads="1"/>
          </p:cNvSpPr>
          <p:nvPr/>
        </p:nvSpPr>
        <p:spPr>
          <a:xfrm>
            <a:off x="1104900" y="1257300"/>
            <a:ext cx="5622601" cy="415340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3"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0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terminology:</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hosts, routers: </a:t>
            </a:r>
            <a:r>
              <a:rPr kumimoji="0" lang="en-US" altLang="en-US" sz="2800" b="0" i="0" u="none" strike="noStrike" kern="1200" cap="none" spc="0" normalizeH="0" baseline="0" noProof="0" dirty="0">
                <a:ln>
                  <a:noFill/>
                </a:ln>
                <a:solidFill>
                  <a:srgbClr val="0013A3"/>
                </a:solidFill>
                <a:effectLst/>
                <a:uLnTx/>
                <a:uFillTx/>
                <a:latin typeface="+mj-lt"/>
                <a:ea typeface="ＭＳ Ｐゴシック" panose="020B0600070205080204" pitchFamily="34" charset="-128"/>
                <a:cs typeface="ＭＳ Ｐゴシック" panose="020B0600070205080204" pitchFamily="34" charset="-128"/>
              </a:rPr>
              <a:t>nodes</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communication channels that connect </a:t>
            </a:r>
            <a:r>
              <a:rPr kumimoji="0" lang="en-US" altLang="en-US" sz="2800" b="0" i="0" u="none" strike="noStrike" kern="1200" cap="none" spc="0" normalizeH="0" baseline="0" noProof="0" dirty="0">
                <a:ln>
                  <a:noFill/>
                </a:ln>
                <a:solidFill>
                  <a:srgbClr val="C00000"/>
                </a:solidFill>
                <a:effectLst/>
                <a:uLnTx/>
                <a:uFillTx/>
                <a:latin typeface="+mj-lt"/>
                <a:ea typeface="ＭＳ Ｐゴシック" panose="020B0600070205080204" pitchFamily="34" charset="-128"/>
                <a:cs typeface="ＭＳ Ｐゴシック" panose="020B0600070205080204" pitchFamily="34" charset="-128"/>
              </a:rPr>
              <a:t>adjacent</a:t>
            </a: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 nodes along communication path: </a:t>
            </a:r>
            <a:r>
              <a:rPr kumimoji="0" lang="en-US" altLang="en-US" sz="2800" b="0" i="0" u="none" strike="noStrike" kern="1200" cap="none" spc="0" normalizeH="0" baseline="0" noProof="0" dirty="0">
                <a:ln>
                  <a:noFill/>
                </a:ln>
                <a:solidFill>
                  <a:srgbClr val="0013A3"/>
                </a:solidFill>
                <a:effectLst/>
                <a:uLnTx/>
                <a:uFillTx/>
                <a:latin typeface="+mj-lt"/>
                <a:ea typeface="ＭＳ Ｐゴシック" panose="020B0600070205080204" pitchFamily="34" charset="-128"/>
                <a:cs typeface="ＭＳ Ｐゴシック" panose="020B0600070205080204" pitchFamily="34" charset="-128"/>
              </a:rPr>
              <a:t>links</a:t>
            </a:r>
          </a:p>
          <a:p>
            <a:pPr marL="747713" marR="0" lvl="1" indent="-274638"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wired , wireless </a:t>
            </a:r>
          </a:p>
          <a:p>
            <a:pPr marL="747713" marR="0" lvl="1" indent="-274638"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LANs</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layer-2 packet: </a:t>
            </a:r>
            <a:r>
              <a:rPr kumimoji="0" lang="en-US" altLang="en-US" sz="2800" b="0" i="1" u="none" strike="noStrike" kern="1200" cap="none" spc="0" normalizeH="0" baseline="0" noProof="0" dirty="0">
                <a:ln>
                  <a:noFill/>
                </a:ln>
                <a:solidFill>
                  <a:srgbClr val="0000A8"/>
                </a:solidFill>
                <a:effectLst/>
                <a:uLnTx/>
                <a:uFillTx/>
                <a:latin typeface="+mj-lt"/>
                <a:ea typeface="ＭＳ Ｐゴシック" panose="020B0600070205080204" pitchFamily="34" charset="-128"/>
                <a:cs typeface="ＭＳ Ｐゴシック" panose="020B0600070205080204" pitchFamily="34" charset="-128"/>
              </a:rPr>
              <a:t>frame</a:t>
            </a:r>
            <a:r>
              <a:rPr kumimoji="0" lang="en-US" altLang="en-US" sz="2800" b="0" i="0" u="none" strike="noStrike" kern="1200" cap="none" spc="0" normalizeH="0" baseline="0" noProof="0" dirty="0">
                <a:ln>
                  <a:noFill/>
                </a:ln>
                <a:solidFill>
                  <a:prstClr val="black"/>
                </a:solidFill>
                <a:effectLst/>
                <a:uLnTx/>
                <a:uFillTx/>
                <a:latin typeface="+mj-lt"/>
                <a:ea typeface="ＭＳ Ｐゴシック" panose="020B0600070205080204" pitchFamily="34" charset="-128"/>
                <a:cs typeface="ＭＳ Ｐゴシック" panose="020B0600070205080204" pitchFamily="34" charset="-128"/>
              </a:rPr>
              <a:t>, encapsulates datagram</a:t>
            </a:r>
          </a:p>
        </p:txBody>
      </p:sp>
      <p:sp>
        <p:nvSpPr>
          <p:cNvPr id="10" name="Freeform 9">
            <a:extLst>
              <a:ext uri="{FF2B5EF4-FFF2-40B4-BE49-F238E27FC236}">
                <a16:creationId xmlns:a16="http://schemas.microsoft.com/office/drawing/2014/main" xmlns=""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xmlns=""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xmlns=""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xmlns=""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xmlns=""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xmlns=""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xmlns=""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xmlns=""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xmlns=""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xmlns=""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xmlns=""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xmlns=""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xmlns=""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xmlns=""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xmlns=""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xmlns=""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xmlns=""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xmlns=""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xmlns=""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xmlns=""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xmlns=""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xmlns=""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xmlns=""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xmlns=""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xmlns=""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xmlns=""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xmlns=""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xmlns=""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xmlns=""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xmlns="" id="{959284F2-2C3E-6B49-83BE-150EADA93824}"/>
              </a:ext>
            </a:extLst>
          </p:cNvPr>
          <p:cNvCxnSpPr>
            <a:cxnSpLocks/>
          </p:cNvCxnSpPr>
          <p:nvPr/>
        </p:nvCxnSpPr>
        <p:spPr>
          <a:xfrm flipH="1" flipV="1">
            <a:off x="10559920" y="3580125"/>
            <a:ext cx="412964" cy="63712"/>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91AEFAB6-4248-8846-A79A-BF9D6164DE76}"/>
              </a:ext>
            </a:extLst>
          </p:cNvPr>
          <p:cNvCxnSpPr>
            <a:cxnSpLocks/>
          </p:cNvCxnSpPr>
          <p:nvPr/>
        </p:nvCxnSpPr>
        <p:spPr>
          <a:xfrm flipH="1" flipV="1">
            <a:off x="10660835" y="3640684"/>
            <a:ext cx="345866" cy="738975"/>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ED0D3269-0EC2-2640-AC07-B881868275F8}"/>
              </a:ext>
            </a:extLst>
          </p:cNvPr>
          <p:cNvCxnSpPr>
            <a:cxnSpLocks/>
          </p:cNvCxnSpPr>
          <p:nvPr/>
        </p:nvCxnSpPr>
        <p:spPr>
          <a:xfrm flipV="1">
            <a:off x="10636897" y="3633421"/>
            <a:ext cx="335987" cy="39534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DD0311E5-76D3-2C44-A6A8-22CB01ADCF02}"/>
              </a:ext>
            </a:extLst>
          </p:cNvPr>
          <p:cNvCxnSpPr>
            <a:cxnSpLocks/>
          </p:cNvCxnSpPr>
          <p:nvPr/>
        </p:nvCxnSpPr>
        <p:spPr>
          <a:xfrm flipH="1" flipV="1">
            <a:off x="10550620" y="4071642"/>
            <a:ext cx="508543" cy="348647"/>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xmlns="" id="{1939BF82-EFED-E140-BFC2-23D3688C2CB7}"/>
              </a:ext>
            </a:extLst>
          </p:cNvPr>
          <p:cNvCxnSpPr>
            <a:cxnSpLocks/>
          </p:cNvCxnSpPr>
          <p:nvPr/>
        </p:nvCxnSpPr>
        <p:spPr>
          <a:xfrm flipH="1">
            <a:off x="9895195"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56E47AF2-94A8-0243-8795-936020048815}"/>
              </a:ext>
            </a:extLst>
          </p:cNvPr>
          <p:cNvCxnSpPr>
            <a:cxnSpLocks/>
          </p:cNvCxnSpPr>
          <p:nvPr/>
        </p:nvCxnSpPr>
        <p:spPr>
          <a:xfrm flipH="1">
            <a:off x="9219616"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AD648A8C-238E-7045-A29E-EDD4DA54C3A4}"/>
              </a:ext>
            </a:extLst>
          </p:cNvPr>
          <p:cNvCxnSpPr>
            <a:cxnSpLocks/>
          </p:cNvCxnSpPr>
          <p:nvPr/>
        </p:nvCxnSpPr>
        <p:spPr>
          <a:xfrm flipH="1">
            <a:off x="9276868" y="3507672"/>
            <a:ext cx="382424" cy="51705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xmlns="" id="{1F8AD327-3BC9-7D46-A7E7-D0F90B60A252}"/>
              </a:ext>
            </a:extLst>
          </p:cNvPr>
          <p:cNvCxnSpPr>
            <a:cxnSpLocks/>
          </p:cNvCxnSpPr>
          <p:nvPr/>
        </p:nvCxnSpPr>
        <p:spPr>
          <a:xfrm>
            <a:off x="9733069" y="3507672"/>
            <a:ext cx="0" cy="540294"/>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217C26C3-84F1-C149-AC22-6F1EB6629DA9}"/>
              </a:ext>
            </a:extLst>
          </p:cNvPr>
          <p:cNvCxnSpPr/>
          <p:nvPr/>
        </p:nvCxnSpPr>
        <p:spPr>
          <a:xfrm>
            <a:off x="10137668" y="2754692"/>
            <a:ext cx="488174" cy="839333"/>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xmlns="" id="{E0F05EFE-FD3D-3C4D-8F4F-0AC6B112D1A2}"/>
              </a:ext>
            </a:extLst>
          </p:cNvPr>
          <p:cNvCxnSpPr>
            <a:cxnSpLocks/>
          </p:cNvCxnSpPr>
          <p:nvPr/>
        </p:nvCxnSpPr>
        <p:spPr>
          <a:xfrm flipH="1">
            <a:off x="9798719" y="2695013"/>
            <a:ext cx="380432" cy="694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62" name="Line 428">
            <a:extLst>
              <a:ext uri="{FF2B5EF4-FFF2-40B4-BE49-F238E27FC236}">
                <a16:creationId xmlns:a16="http://schemas.microsoft.com/office/drawing/2014/main" xmlns="" id="{16F1973E-A8F0-6E4E-9510-49D75998F4A8}"/>
              </a:ext>
            </a:extLst>
          </p:cNvPr>
          <p:cNvSpPr>
            <a:spLocks noChangeShapeType="1"/>
          </p:cNvSpPr>
          <p:nvPr/>
        </p:nvSpPr>
        <p:spPr bwMode="auto">
          <a:xfrm rot="16200000" flipV="1">
            <a:off x="9789609" y="5251739"/>
            <a:ext cx="388062" cy="756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xmlns="" id="{CAB72423-2D43-1046-869C-9EDAEA5E40C1}"/>
              </a:ext>
            </a:extLst>
          </p:cNvPr>
          <p:cNvSpPr>
            <a:spLocks noChangeShapeType="1"/>
          </p:cNvSpPr>
          <p:nvPr/>
        </p:nvSpPr>
        <p:spPr bwMode="auto">
          <a:xfrm rot="16200000">
            <a:off x="10209926" y="5405286"/>
            <a:ext cx="0" cy="1143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xmlns="" id="{99BD1088-D56F-3A42-8E44-483A32BEDA49}"/>
              </a:ext>
            </a:extLst>
          </p:cNvPr>
          <p:cNvSpPr>
            <a:spLocks noChangeShapeType="1"/>
          </p:cNvSpPr>
          <p:nvPr/>
        </p:nvSpPr>
        <p:spPr bwMode="auto">
          <a:xfrm>
            <a:off x="9432959" y="4838517"/>
            <a:ext cx="524483" cy="261537"/>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xmlns="" id="{8A75CF99-7455-B74F-8BAD-3AD43E03F473}"/>
              </a:ext>
            </a:extLst>
          </p:cNvPr>
          <p:cNvSpPr>
            <a:spLocks noChangeShapeType="1"/>
          </p:cNvSpPr>
          <p:nvPr/>
        </p:nvSpPr>
        <p:spPr bwMode="auto">
          <a:xfrm flipV="1">
            <a:off x="8850066" y="4838517"/>
            <a:ext cx="569255" cy="24626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xmlns="" id="{FC542B29-675E-3D46-80C8-75565CBAE29A}"/>
              </a:ext>
            </a:extLst>
          </p:cNvPr>
          <p:cNvSpPr>
            <a:spLocks noChangeShapeType="1"/>
          </p:cNvSpPr>
          <p:nvPr/>
        </p:nvSpPr>
        <p:spPr bwMode="auto">
          <a:xfrm flipV="1">
            <a:off x="8821744" y="5108876"/>
            <a:ext cx="1030502"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xmlns="" id="{2B974C3D-5280-D849-8D04-7FDDEF66CF86}"/>
              </a:ext>
            </a:extLst>
          </p:cNvPr>
          <p:cNvSpPr>
            <a:spLocks noChangeShapeType="1"/>
          </p:cNvSpPr>
          <p:nvPr/>
        </p:nvSpPr>
        <p:spPr bwMode="auto">
          <a:xfrm>
            <a:off x="8210207" y="5117334"/>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xmlns="" id="{05391238-AE6D-D14C-8C1F-CD07E40328C7}"/>
              </a:ext>
            </a:extLst>
          </p:cNvPr>
          <p:cNvSpPr>
            <a:spLocks noChangeShapeType="1"/>
          </p:cNvSpPr>
          <p:nvPr/>
        </p:nvSpPr>
        <p:spPr bwMode="auto">
          <a:xfrm flipV="1">
            <a:off x="7948367" y="5290470"/>
            <a:ext cx="412750" cy="1270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xmlns="" id="{F0B33890-F38E-9948-851E-64C7E965F08B}"/>
              </a:ext>
            </a:extLst>
          </p:cNvPr>
          <p:cNvSpPr>
            <a:spLocks noChangeShapeType="1"/>
          </p:cNvSpPr>
          <p:nvPr/>
        </p:nvSpPr>
        <p:spPr bwMode="auto">
          <a:xfrm flipH="1">
            <a:off x="8373817" y="5282252"/>
            <a:ext cx="68080" cy="29396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xmlns="" id="{A6F6A7F9-E45C-124D-AC6C-F4101DAE4B5F}"/>
              </a:ext>
            </a:extLst>
          </p:cNvPr>
          <p:cNvSpPr>
            <a:spLocks noChangeShapeType="1"/>
          </p:cNvSpPr>
          <p:nvPr/>
        </p:nvSpPr>
        <p:spPr bwMode="auto">
          <a:xfrm flipH="1" flipV="1">
            <a:off x="8488731" y="5307931"/>
            <a:ext cx="280374" cy="26987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xmlns="" id="{AD8346D7-6C40-1348-A196-CC99EDB76C75}"/>
              </a:ext>
            </a:extLst>
          </p:cNvPr>
          <p:cNvSpPr>
            <a:spLocks noChangeShapeType="1"/>
          </p:cNvSpPr>
          <p:nvPr/>
        </p:nvSpPr>
        <p:spPr bwMode="auto">
          <a:xfrm>
            <a:off x="8488731" y="5258048"/>
            <a:ext cx="914184" cy="46862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xmlns="" id="{E2DA8AD7-F617-354E-B5AE-47F97541A8FA}"/>
              </a:ext>
            </a:extLst>
          </p:cNvPr>
          <p:cNvSpPr>
            <a:spLocks noChangeShapeType="1"/>
          </p:cNvSpPr>
          <p:nvPr/>
        </p:nvSpPr>
        <p:spPr bwMode="auto">
          <a:xfrm>
            <a:off x="8247778" y="3829970"/>
            <a:ext cx="0" cy="13176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xmlns="" id="{E873DD89-2DB7-304C-ADED-170F1F4E1A6A}"/>
              </a:ext>
            </a:extLst>
          </p:cNvPr>
          <p:cNvSpPr>
            <a:spLocks noChangeShapeType="1"/>
          </p:cNvSpPr>
          <p:nvPr/>
        </p:nvSpPr>
        <p:spPr bwMode="auto">
          <a:xfrm flipV="1">
            <a:off x="7896666" y="4041107"/>
            <a:ext cx="168275"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xmlns="" id="{56AC483A-3972-5540-9E9F-AE1FE256604E}"/>
              </a:ext>
            </a:extLst>
          </p:cNvPr>
          <p:cNvSpPr>
            <a:spLocks noChangeShapeType="1"/>
          </p:cNvSpPr>
          <p:nvPr/>
        </p:nvSpPr>
        <p:spPr bwMode="auto">
          <a:xfrm rot="16200000" flipV="1">
            <a:off x="9885545" y="5583471"/>
            <a:ext cx="366793" cy="148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xmlns="" id="{B0224379-0B0C-1343-B0E2-E62DFA482C03}"/>
              </a:ext>
            </a:extLst>
          </p:cNvPr>
          <p:cNvSpPr>
            <a:spLocks noChangeShapeType="1"/>
          </p:cNvSpPr>
          <p:nvPr/>
        </p:nvSpPr>
        <p:spPr bwMode="auto">
          <a:xfrm flipV="1">
            <a:off x="8459425" y="5036562"/>
            <a:ext cx="404236" cy="207771"/>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xmlns="" id="{1DFBDA95-16CE-D146-A4C5-C45EDEC8D34E}"/>
              </a:ext>
            </a:extLst>
          </p:cNvPr>
          <p:cNvCxnSpPr/>
          <p:nvPr/>
        </p:nvCxnSpPr>
        <p:spPr>
          <a:xfrm flipH="1">
            <a:off x="10100635" y="2169432"/>
            <a:ext cx="761467" cy="577355"/>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xmlns="" id="{A282E722-916E-234E-AC0B-E2B36A0049E1}"/>
              </a:ext>
            </a:extLst>
          </p:cNvPr>
          <p:cNvCxnSpPr/>
          <p:nvPr/>
        </p:nvCxnSpPr>
        <p:spPr>
          <a:xfrm flipH="1">
            <a:off x="10100635" y="2268313"/>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xmlns="" id="{F691F242-AF67-1B42-8D8E-F09C1EB27D39}"/>
              </a:ext>
            </a:extLst>
          </p:cNvPr>
          <p:cNvCxnSpPr/>
          <p:nvPr/>
        </p:nvCxnSpPr>
        <p:spPr>
          <a:xfrm flipH="1">
            <a:off x="10672135" y="2200506"/>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xmlns="" id="{EFE49F46-6C78-A640-A53B-1F2DCAE49B5E}"/>
              </a:ext>
            </a:extLst>
          </p:cNvPr>
          <p:cNvCxnSpPr/>
          <p:nvPr/>
        </p:nvCxnSpPr>
        <p:spPr>
          <a:xfrm flipH="1">
            <a:off x="10142166" y="2718967"/>
            <a:ext cx="574283" cy="27820"/>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xmlns="" id="{81454C82-BE7E-874F-AA28-09F795395B3E}"/>
              </a:ext>
            </a:extLst>
          </p:cNvPr>
          <p:cNvCxnSpPr/>
          <p:nvPr/>
        </p:nvCxnSpPr>
        <p:spPr>
          <a:xfrm flipH="1">
            <a:off x="10069542" y="2169432"/>
            <a:ext cx="788589" cy="98881"/>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xmlns="" id="{42F00AE0-2163-514F-B52E-CFE0592CCF07}"/>
              </a:ext>
            </a:extLst>
          </p:cNvPr>
          <p:cNvCxnSpPr/>
          <p:nvPr/>
        </p:nvCxnSpPr>
        <p:spPr>
          <a:xfrm flipH="1">
            <a:off x="10862103" y="2127325"/>
            <a:ext cx="279002" cy="421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xmlns="" id="{9E38317B-7455-F04C-9FB3-A47169171585}"/>
              </a:ext>
            </a:extLst>
          </p:cNvPr>
          <p:cNvCxnSpPr/>
          <p:nvPr/>
        </p:nvCxnSpPr>
        <p:spPr>
          <a:xfrm flipH="1" flipV="1">
            <a:off x="10681994" y="2718967"/>
            <a:ext cx="353541" cy="67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xmlns="" id="{18CD097C-75DA-B84B-B03E-371F3044C3BB}"/>
              </a:ext>
            </a:extLst>
          </p:cNvPr>
          <p:cNvCxnSpPr/>
          <p:nvPr/>
        </p:nvCxnSpPr>
        <p:spPr>
          <a:xfrm flipH="1">
            <a:off x="8769223" y="2268313"/>
            <a:ext cx="1300319" cy="606622"/>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xmlns="" id="{3EE4D6D5-1F58-604E-926E-B12AF198F926}"/>
              </a:ext>
            </a:extLst>
          </p:cNvPr>
          <p:cNvSpPr>
            <a:spLocks noChangeShapeType="1"/>
          </p:cNvSpPr>
          <p:nvPr/>
        </p:nvSpPr>
        <p:spPr bwMode="auto">
          <a:xfrm flipV="1">
            <a:off x="9378705" y="4113379"/>
            <a:ext cx="429324" cy="705603"/>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xmlns="" id="{69D11C97-9A2A-6F4A-BEC2-192440539BA8}"/>
              </a:ext>
            </a:extLst>
          </p:cNvPr>
          <p:cNvSpPr>
            <a:spLocks noChangeShapeType="1"/>
          </p:cNvSpPr>
          <p:nvPr/>
        </p:nvSpPr>
        <p:spPr bwMode="auto">
          <a:xfrm flipV="1">
            <a:off x="8244554" y="4047456"/>
            <a:ext cx="969051"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8" name="Picture 778" descr="antenna_radiation_stylized">
            <a:extLst>
              <a:ext uri="{FF2B5EF4-FFF2-40B4-BE49-F238E27FC236}">
                <a16:creationId xmlns:a16="http://schemas.microsoft.com/office/drawing/2014/main" xmlns=""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xmlns=""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xmlns=""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xmlns=""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6" name="Line 426">
            <a:extLst>
              <a:ext uri="{FF2B5EF4-FFF2-40B4-BE49-F238E27FC236}">
                <a16:creationId xmlns:a16="http://schemas.microsoft.com/office/drawing/2014/main" xmlns="" id="{390C81B6-E64F-6D4C-8D06-8F1804B7F591}"/>
              </a:ext>
            </a:extLst>
          </p:cNvPr>
          <p:cNvSpPr>
            <a:spLocks noChangeShapeType="1"/>
          </p:cNvSpPr>
          <p:nvPr/>
        </p:nvSpPr>
        <p:spPr bwMode="auto">
          <a:xfrm>
            <a:off x="8207860" y="2700359"/>
            <a:ext cx="227964" cy="17435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3" name="Picture 777" descr="access_point_stylized_small">
            <a:extLst>
              <a:ext uri="{FF2B5EF4-FFF2-40B4-BE49-F238E27FC236}">
                <a16:creationId xmlns:a16="http://schemas.microsoft.com/office/drawing/2014/main" xmlns=""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xmlns=""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1" name="Group 120">
            <a:extLst>
              <a:ext uri="{FF2B5EF4-FFF2-40B4-BE49-F238E27FC236}">
                <a16:creationId xmlns:a16="http://schemas.microsoft.com/office/drawing/2014/main" xmlns=""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xmlns=""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xmlns=""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xmlns=""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xmlns=""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xmlns=""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xmlns=""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xmlns=""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xmlns="" id="{0E1D7EA0-6DA2-8D43-8279-78C750CFC172}"/>
              </a:ext>
            </a:extLst>
          </p:cNvPr>
          <p:cNvGrpSpPr/>
          <p:nvPr/>
        </p:nvGrpSpPr>
        <p:grpSpPr>
          <a:xfrm>
            <a:off x="8311829" y="5180504"/>
            <a:ext cx="309187" cy="167750"/>
            <a:chOff x="3668110" y="2448910"/>
            <a:chExt cx="3794234" cy="2165130"/>
          </a:xfrm>
        </p:grpSpPr>
        <p:sp>
          <p:nvSpPr>
            <p:cNvPr id="130" name="Rectangle 129">
              <a:extLst>
                <a:ext uri="{FF2B5EF4-FFF2-40B4-BE49-F238E27FC236}">
                  <a16:creationId xmlns:a16="http://schemas.microsoft.com/office/drawing/2014/main" xmlns=""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xmlns=""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xmlns=""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xmlns=""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xmlns=""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xmlns=""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xmlns=""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xmlns=""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xmlns=""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xmlns=""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xmlns=""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xmlns=""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xmlns=""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xmlns=""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xmlns=""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xmlns=""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xmlns=""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xmlns=""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xmlns=""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xmlns=""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xmlns=""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xmlns=""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xmlns=""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xmlns=""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xmlns=""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xmlns=""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xmlns=""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xmlns=""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xmlns=""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xmlns=""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xmlns=""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xmlns=""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xmlns=""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xmlns=""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xmlns=""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xmlns=""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xmlns=""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xmlns=""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xmlns=""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xmlns=""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xmlns=""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xmlns=""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xmlns=""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xmlns=""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xmlns=""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xmlns=""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xmlns=""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xmlns=""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xmlns=""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xmlns=""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xmlns=""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xmlns=""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xmlns=""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xmlns=""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xmlns=""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xmlns=""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xmlns=""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xmlns=""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xmlns=""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xmlns=""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xmlns=""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xmlns=""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xmlns=""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xmlns=""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xmlns=""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xmlns=""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xmlns=""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xmlns=""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xmlns=""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xmlns=""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xmlns=""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xmlns=""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xmlns=""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xmlns=""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xmlns=""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xmlns=""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xmlns=""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xmlns=""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xmlns=""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xmlns=""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xmlns=""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xmlns=""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xmlns=""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xmlns=""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xmlns=""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xmlns=""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xmlns=""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xmlns=""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xmlns=""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xmlns=""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xmlns=""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xmlns=""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xmlns=""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xmlns=""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xmlns=""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xmlns=""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xmlns=""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xmlns=""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xmlns=""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xmlns=""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xmlns=""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xmlns=""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xmlns=""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xmlns=""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xmlns=""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xmlns=""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xmlns=""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xmlns=""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xmlns=""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xmlns=""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xmlns=""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xmlns=""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xmlns=""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xmlns=""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xmlns=""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xmlns=""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xmlns=""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xmlns=""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xmlns=""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xmlns=""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xmlns=""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xmlns=""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xmlns=""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xmlns=""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xmlns=""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xmlns=""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xmlns=""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xmlns=""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xmlns=""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xmlns=""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xmlns=""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xmlns=""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xmlns=""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xmlns=""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xmlns=""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xmlns=""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xmlns=""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xmlns=""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xmlns=""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xmlns=""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xmlns=""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xmlns=""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xmlns=""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xmlns=""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xmlns=""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xmlns=""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xmlns=""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xmlns=""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xmlns=""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xmlns="" id="{1D2297AB-8C1D-774F-89FF-8EBF734EB162}"/>
                </a:ext>
              </a:extLst>
            </p:cNvPr>
            <p:cNvGrpSpPr/>
            <p:nvPr/>
          </p:nvGrpSpPr>
          <p:grpSpPr>
            <a:xfrm>
              <a:off x="11150622" y="4159591"/>
              <a:ext cx="426399" cy="451816"/>
              <a:chOff x="5182936" y="2693365"/>
              <a:chExt cx="532434" cy="414788"/>
            </a:xfrm>
          </p:grpSpPr>
          <p:cxnSp>
            <p:nvCxnSpPr>
              <p:cNvPr id="318" name="Straight Connector 317">
                <a:extLst>
                  <a:ext uri="{FF2B5EF4-FFF2-40B4-BE49-F238E27FC236}">
                    <a16:creationId xmlns:a16="http://schemas.microsoft.com/office/drawing/2014/main" xmlns="" id="{8983DA81-C479-F849-AB06-EDCD924EF8B3}"/>
                  </a:ext>
                </a:extLst>
              </p:cNvPr>
              <p:cNvCxnSpPr>
                <a:cxnSpLocks/>
              </p:cNvCxnSpPr>
              <p:nvPr/>
            </p:nvCxnSpPr>
            <p:spPr>
              <a:xfrm>
                <a:off x="5182936" y="2914214"/>
                <a:ext cx="153344"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xmlns=""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xmlns=""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xmlns=""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xmlns=""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xmlns=""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xmlns="" id="{0B18831A-9F50-FF4A-B278-F70615A9BC25}"/>
                  </a:ext>
                </a:extLst>
              </p:cNvPr>
              <p:cNvCxnSpPr/>
              <p:nvPr/>
            </p:nvCxnSpPr>
            <p:spPr>
              <a:xfrm>
                <a:off x="5103720" y="2914214"/>
                <a:ext cx="232559"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xmlns=""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xmlns=""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xmlns=""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xmlns=""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xmlns=""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xmlns=""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xmlns=""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xmlns=""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xmlns=""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xmlns=""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xmlns=""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xmlns=""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xmlns=""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xmlns=""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xmlns=""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xmlns=""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xmlns=""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xmlns=""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xmlns=""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xmlns=""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xmlns=""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xmlns=""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xmlns=""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xmlns=""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xmlns=""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xmlns=""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xmlns=""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xmlns=""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xmlns=""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xmlns=""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xmlns=""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xmlns=""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xmlns=""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xmlns=""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xmlns=""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xmlns=""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xmlns=""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xmlns=""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xmlns=""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xmlns=""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xmlns=""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xmlns=""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xmlns=""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xmlns=""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xmlns=""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xmlns=""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xmlns=""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xmlns=""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xmlns=""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xmlns=""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xmlns=""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xmlns=""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xmlns=""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xmlns=""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xmlns=""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xmlns=""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xmlns=""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xmlns=""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xmlns=""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xmlns=""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xmlns=""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xmlns=""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xmlns=""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xmlns=""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xmlns=""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xmlns=""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xmlns=""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xmlns=""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xmlns=""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xmlns=""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xmlns=""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xmlns=""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xmlns=""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xmlns=""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xmlns=""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xmlns=""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xmlns=""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xmlns=""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xmlns=""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xmlns=""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xmlns=""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xmlns=""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xmlns=""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xmlns=""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xmlns=""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xmlns=""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xmlns=""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xmlns=""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xmlns=""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xmlns=""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xmlns=""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xmlns=""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xmlns=""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xmlns=""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xmlns=""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xmlns=""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xmlns=""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xmlns=""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xmlns=""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xmlns=""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xmlns=""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xmlns=""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xmlns=""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xmlns=""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xmlns=""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xmlns=""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xmlns=""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xmlns=""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xmlns=""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xmlns=""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xmlns=""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xmlns=""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xmlns=""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xmlns=""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xmlns=""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xmlns=""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xmlns=""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xmlns=""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xmlns=""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xmlns=""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xmlns=""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xmlns=""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xmlns=""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xmlns=""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xmlns=""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xmlns=""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xmlns=""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xmlns=""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xmlns=""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xmlns=""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xmlns=""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84" name="Group 950">
            <a:extLst>
              <a:ext uri="{FF2B5EF4-FFF2-40B4-BE49-F238E27FC236}">
                <a16:creationId xmlns:a16="http://schemas.microsoft.com/office/drawing/2014/main" xmlns=""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xmlns=""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xmlns=""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xmlns=""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xmlns=""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xmlns=""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xmlns=""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xmlns=""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xmlns=""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xmlns=""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xmlns=""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xmlns=""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xmlns=""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xmlns=""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xmlns=""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xmlns=""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xmlns=""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xmlns=""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xmlns=""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xmlns=""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xmlns=""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xmlns=""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xmlns=""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xmlns=""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xmlns=""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xmlns=""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xmlns=""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xmlns=""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xmlns=""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xmlns=""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xmlns=""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xmlns=""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xmlns=""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xmlns=""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xmlns=""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xmlns=""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xmlns=""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xmlns=""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xmlns=""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xmlns=""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xmlns=""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xmlns=""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xmlns=""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xmlns=""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xmlns=""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xmlns=""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xmlns=""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xmlns=""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xmlns=""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xmlns=""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xmlns=""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xmlns=""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xmlns=""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xmlns=""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xmlns=""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xmlns=""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xmlns=""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xmlns=""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xmlns=""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xmlns=""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xmlns=""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xmlns=""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xmlns=""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xmlns=""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xmlns=""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05" name="Group 104">
            <a:extLst>
              <a:ext uri="{FF2B5EF4-FFF2-40B4-BE49-F238E27FC236}">
                <a16:creationId xmlns:a16="http://schemas.microsoft.com/office/drawing/2014/main" xmlns=""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xmlns=""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xmlns=""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xmlns=""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xmlns=""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xmlns=""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xmlns=""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xmlns=""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47" name="Group 850">
            <a:extLst>
              <a:ext uri="{FF2B5EF4-FFF2-40B4-BE49-F238E27FC236}">
                <a16:creationId xmlns:a16="http://schemas.microsoft.com/office/drawing/2014/main" xmlns="" id="{4F552D9E-30F7-A14F-B4D6-B51A5A66BDB8}"/>
              </a:ext>
            </a:extLst>
          </p:cNvPr>
          <p:cNvGrpSpPr>
            <a:grpSpLocks/>
          </p:cNvGrpSpPr>
          <p:nvPr/>
        </p:nvGrpSpPr>
        <p:grpSpPr bwMode="auto">
          <a:xfrm>
            <a:off x="7566349" y="3812814"/>
            <a:ext cx="496588" cy="96676"/>
            <a:chOff x="2199" y="955"/>
            <a:chExt cx="2547" cy="506"/>
          </a:xfrm>
        </p:grpSpPr>
        <p:sp>
          <p:nvSpPr>
            <p:cNvPr id="548" name="Freeform 851">
              <a:extLst>
                <a:ext uri="{FF2B5EF4-FFF2-40B4-BE49-F238E27FC236}">
                  <a16:creationId xmlns:a16="http://schemas.microsoft.com/office/drawing/2014/main" xmlns="" id="{47E21BF6-929B-3A47-8266-F43071DB405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9" name="Freeform 852">
              <a:extLst>
                <a:ext uri="{FF2B5EF4-FFF2-40B4-BE49-F238E27FC236}">
                  <a16:creationId xmlns:a16="http://schemas.microsoft.com/office/drawing/2014/main" xmlns="" id="{977E0CCA-A1C1-F142-8BCA-8B6415F0037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0" name="Freeform 853">
              <a:extLst>
                <a:ext uri="{FF2B5EF4-FFF2-40B4-BE49-F238E27FC236}">
                  <a16:creationId xmlns:a16="http://schemas.microsoft.com/office/drawing/2014/main" xmlns="" id="{AFEC8E43-9448-CC47-A12E-E3D3988EA28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1" name="Freeform 854">
              <a:extLst>
                <a:ext uri="{FF2B5EF4-FFF2-40B4-BE49-F238E27FC236}">
                  <a16:creationId xmlns:a16="http://schemas.microsoft.com/office/drawing/2014/main" xmlns="" id="{9974E21E-DE2A-F14B-9EEA-8E995ACB2F4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2" name="Freeform 855">
              <a:extLst>
                <a:ext uri="{FF2B5EF4-FFF2-40B4-BE49-F238E27FC236}">
                  <a16:creationId xmlns:a16="http://schemas.microsoft.com/office/drawing/2014/main" xmlns="" id="{526B7E0C-0C34-C149-980C-9D4078DFB7F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3" name="Freeform 856">
              <a:extLst>
                <a:ext uri="{FF2B5EF4-FFF2-40B4-BE49-F238E27FC236}">
                  <a16:creationId xmlns:a16="http://schemas.microsoft.com/office/drawing/2014/main" xmlns="" id="{8F99464E-957F-4E48-BA20-3C5D8011E64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8" name="Group 850">
            <a:extLst>
              <a:ext uri="{FF2B5EF4-FFF2-40B4-BE49-F238E27FC236}">
                <a16:creationId xmlns:a16="http://schemas.microsoft.com/office/drawing/2014/main" xmlns="" id="{29210D43-18C8-0641-B681-3446080C3F9A}"/>
              </a:ext>
            </a:extLst>
          </p:cNvPr>
          <p:cNvGrpSpPr>
            <a:grpSpLocks/>
          </p:cNvGrpSpPr>
          <p:nvPr/>
        </p:nvGrpSpPr>
        <p:grpSpPr bwMode="auto">
          <a:xfrm>
            <a:off x="7801777" y="3327400"/>
            <a:ext cx="269073" cy="46492"/>
            <a:chOff x="2199" y="955"/>
            <a:chExt cx="2547" cy="506"/>
          </a:xfrm>
        </p:grpSpPr>
        <p:sp>
          <p:nvSpPr>
            <p:cNvPr id="597" name="Freeform 851">
              <a:extLst>
                <a:ext uri="{FF2B5EF4-FFF2-40B4-BE49-F238E27FC236}">
                  <a16:creationId xmlns:a16="http://schemas.microsoft.com/office/drawing/2014/main" xmlns="" id="{36DCC3D2-0891-2541-A191-1251BBEF990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8" name="Freeform 852">
              <a:extLst>
                <a:ext uri="{FF2B5EF4-FFF2-40B4-BE49-F238E27FC236}">
                  <a16:creationId xmlns:a16="http://schemas.microsoft.com/office/drawing/2014/main" xmlns="" id="{D5277460-B4E3-524F-9433-384917AEC32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9" name="Freeform 853">
              <a:extLst>
                <a:ext uri="{FF2B5EF4-FFF2-40B4-BE49-F238E27FC236}">
                  <a16:creationId xmlns:a16="http://schemas.microsoft.com/office/drawing/2014/main" xmlns="" id="{B805595D-4D0C-7944-A9AD-4D3ADF56132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0" name="Freeform 854">
              <a:extLst>
                <a:ext uri="{FF2B5EF4-FFF2-40B4-BE49-F238E27FC236}">
                  <a16:creationId xmlns:a16="http://schemas.microsoft.com/office/drawing/2014/main" xmlns="" id="{E00F00F5-C22C-9E4F-AD64-60E1AB2F49C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1" name="Freeform 855">
              <a:extLst>
                <a:ext uri="{FF2B5EF4-FFF2-40B4-BE49-F238E27FC236}">
                  <a16:creationId xmlns:a16="http://schemas.microsoft.com/office/drawing/2014/main" xmlns="" id="{91BD7366-39AE-8B41-B7C8-8425503699EC}"/>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2" name="Freeform 856">
              <a:extLst>
                <a:ext uri="{FF2B5EF4-FFF2-40B4-BE49-F238E27FC236}">
                  <a16:creationId xmlns:a16="http://schemas.microsoft.com/office/drawing/2014/main" xmlns="" id="{7FC3F21F-3A7A-BD48-A40A-00C122D9857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03" name="Group 850">
            <a:extLst>
              <a:ext uri="{FF2B5EF4-FFF2-40B4-BE49-F238E27FC236}">
                <a16:creationId xmlns:a16="http://schemas.microsoft.com/office/drawing/2014/main" xmlns="" id="{BE7F245F-72C2-A043-82DE-6C0AE3E66523}"/>
              </a:ext>
            </a:extLst>
          </p:cNvPr>
          <p:cNvGrpSpPr>
            <a:grpSpLocks/>
          </p:cNvGrpSpPr>
          <p:nvPr/>
        </p:nvGrpSpPr>
        <p:grpSpPr bwMode="auto">
          <a:xfrm>
            <a:off x="7493802" y="3422650"/>
            <a:ext cx="269073" cy="46492"/>
            <a:chOff x="2199" y="955"/>
            <a:chExt cx="2547" cy="506"/>
          </a:xfrm>
        </p:grpSpPr>
        <p:sp>
          <p:nvSpPr>
            <p:cNvPr id="604" name="Freeform 851">
              <a:extLst>
                <a:ext uri="{FF2B5EF4-FFF2-40B4-BE49-F238E27FC236}">
                  <a16:creationId xmlns:a16="http://schemas.microsoft.com/office/drawing/2014/main" xmlns="" id="{B712963A-1E2A-3643-B5C3-4E552B192EF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5" name="Freeform 852">
              <a:extLst>
                <a:ext uri="{FF2B5EF4-FFF2-40B4-BE49-F238E27FC236}">
                  <a16:creationId xmlns:a16="http://schemas.microsoft.com/office/drawing/2014/main" xmlns="" id="{470DE5CF-9167-9246-A722-9E84422744D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6" name="Freeform 853">
              <a:extLst>
                <a:ext uri="{FF2B5EF4-FFF2-40B4-BE49-F238E27FC236}">
                  <a16:creationId xmlns:a16="http://schemas.microsoft.com/office/drawing/2014/main" xmlns="" id="{BD37A15B-27DE-5640-BDCC-45492602C15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7" name="Freeform 854">
              <a:extLst>
                <a:ext uri="{FF2B5EF4-FFF2-40B4-BE49-F238E27FC236}">
                  <a16:creationId xmlns:a16="http://schemas.microsoft.com/office/drawing/2014/main" xmlns="" id="{8F353A5D-F3B9-A24E-A816-361069C5BDB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8" name="Freeform 855">
              <a:extLst>
                <a:ext uri="{FF2B5EF4-FFF2-40B4-BE49-F238E27FC236}">
                  <a16:creationId xmlns:a16="http://schemas.microsoft.com/office/drawing/2014/main" xmlns="" id="{2A37387A-9AD7-7347-9B59-5E3423DC08E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9" name="Freeform 856">
              <a:extLst>
                <a:ext uri="{FF2B5EF4-FFF2-40B4-BE49-F238E27FC236}">
                  <a16:creationId xmlns:a16="http://schemas.microsoft.com/office/drawing/2014/main" xmlns="" id="{EE58E058-DE5E-E74A-88A3-CEE247A6FBD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10" name="Group 850">
            <a:extLst>
              <a:ext uri="{FF2B5EF4-FFF2-40B4-BE49-F238E27FC236}">
                <a16:creationId xmlns:a16="http://schemas.microsoft.com/office/drawing/2014/main" xmlns="" id="{E3F84402-6524-194E-A94B-4A0A73FB3611}"/>
              </a:ext>
            </a:extLst>
          </p:cNvPr>
          <p:cNvGrpSpPr>
            <a:grpSpLocks/>
          </p:cNvGrpSpPr>
          <p:nvPr/>
        </p:nvGrpSpPr>
        <p:grpSpPr bwMode="auto">
          <a:xfrm>
            <a:off x="7439349" y="2355850"/>
            <a:ext cx="399726" cy="74090"/>
            <a:chOff x="2199" y="955"/>
            <a:chExt cx="2547" cy="506"/>
          </a:xfrm>
        </p:grpSpPr>
        <p:sp>
          <p:nvSpPr>
            <p:cNvPr id="611" name="Freeform 851">
              <a:extLst>
                <a:ext uri="{FF2B5EF4-FFF2-40B4-BE49-F238E27FC236}">
                  <a16:creationId xmlns:a16="http://schemas.microsoft.com/office/drawing/2014/main" xmlns="" id="{1E84A0F2-859D-ED43-B462-FB6DCAD4E5C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2" name="Freeform 852">
              <a:extLst>
                <a:ext uri="{FF2B5EF4-FFF2-40B4-BE49-F238E27FC236}">
                  <a16:creationId xmlns:a16="http://schemas.microsoft.com/office/drawing/2014/main" xmlns="" id="{F5ACD2B7-2AE4-D246-A087-5ECDBCFE34DA}"/>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3" name="Freeform 853">
              <a:extLst>
                <a:ext uri="{FF2B5EF4-FFF2-40B4-BE49-F238E27FC236}">
                  <a16:creationId xmlns:a16="http://schemas.microsoft.com/office/drawing/2014/main" xmlns="" id="{759F9135-879C-BF4F-AFC5-818266E3251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4" name="Freeform 854">
              <a:extLst>
                <a:ext uri="{FF2B5EF4-FFF2-40B4-BE49-F238E27FC236}">
                  <a16:creationId xmlns:a16="http://schemas.microsoft.com/office/drawing/2014/main" xmlns="" id="{6CCBF41C-B507-F94D-948A-DE3FCE8B0A1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5" name="Freeform 855">
              <a:extLst>
                <a:ext uri="{FF2B5EF4-FFF2-40B4-BE49-F238E27FC236}">
                  <a16:creationId xmlns:a16="http://schemas.microsoft.com/office/drawing/2014/main" xmlns="" id="{F49FB24E-6FA4-654E-852C-85E4BB85529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6" name="Freeform 856">
              <a:extLst>
                <a:ext uri="{FF2B5EF4-FFF2-40B4-BE49-F238E27FC236}">
                  <a16:creationId xmlns:a16="http://schemas.microsoft.com/office/drawing/2014/main" xmlns="" id="{BC5E9B76-5823-534D-A665-5761962C2BE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24" name="Group 850">
            <a:extLst>
              <a:ext uri="{FF2B5EF4-FFF2-40B4-BE49-F238E27FC236}">
                <a16:creationId xmlns:a16="http://schemas.microsoft.com/office/drawing/2014/main" xmlns="" id="{D967DD69-1C1F-4942-88FF-DBC278423524}"/>
              </a:ext>
            </a:extLst>
          </p:cNvPr>
          <p:cNvGrpSpPr>
            <a:grpSpLocks/>
          </p:cNvGrpSpPr>
          <p:nvPr/>
        </p:nvGrpSpPr>
        <p:grpSpPr bwMode="auto">
          <a:xfrm>
            <a:off x="7756849" y="1863725"/>
            <a:ext cx="399726" cy="74090"/>
            <a:chOff x="2199" y="955"/>
            <a:chExt cx="2547" cy="506"/>
          </a:xfrm>
        </p:grpSpPr>
        <p:sp>
          <p:nvSpPr>
            <p:cNvPr id="625" name="Freeform 851">
              <a:extLst>
                <a:ext uri="{FF2B5EF4-FFF2-40B4-BE49-F238E27FC236}">
                  <a16:creationId xmlns:a16="http://schemas.microsoft.com/office/drawing/2014/main" xmlns="" id="{C0A1A462-018A-7347-8CBD-7006888DF72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6" name="Freeform 852">
              <a:extLst>
                <a:ext uri="{FF2B5EF4-FFF2-40B4-BE49-F238E27FC236}">
                  <a16:creationId xmlns:a16="http://schemas.microsoft.com/office/drawing/2014/main" xmlns="" id="{22F09480-8DE6-5D4E-A19F-5BA801D7A64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7" name="Freeform 853">
              <a:extLst>
                <a:ext uri="{FF2B5EF4-FFF2-40B4-BE49-F238E27FC236}">
                  <a16:creationId xmlns:a16="http://schemas.microsoft.com/office/drawing/2014/main" xmlns="" id="{53F1DF53-28BC-264A-BBA0-4D802EB0297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8" name="Freeform 854">
              <a:extLst>
                <a:ext uri="{FF2B5EF4-FFF2-40B4-BE49-F238E27FC236}">
                  <a16:creationId xmlns:a16="http://schemas.microsoft.com/office/drawing/2014/main" xmlns="" id="{61608420-02E2-254C-ACD1-27ABB5ED166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9" name="Freeform 855">
              <a:extLst>
                <a:ext uri="{FF2B5EF4-FFF2-40B4-BE49-F238E27FC236}">
                  <a16:creationId xmlns:a16="http://schemas.microsoft.com/office/drawing/2014/main" xmlns="" id="{0670B0D6-0581-E44E-ADBE-91BB69BB57B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0" name="Freeform 856">
              <a:extLst>
                <a:ext uri="{FF2B5EF4-FFF2-40B4-BE49-F238E27FC236}">
                  <a16:creationId xmlns:a16="http://schemas.microsoft.com/office/drawing/2014/main" xmlns="" id="{AD6F69E6-2C1F-CC46-A5B9-D1AC96F68C8C}"/>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1" name="Group 850">
            <a:extLst>
              <a:ext uri="{FF2B5EF4-FFF2-40B4-BE49-F238E27FC236}">
                <a16:creationId xmlns:a16="http://schemas.microsoft.com/office/drawing/2014/main" xmlns="" id="{62F6DC99-EDA6-6948-A435-6A965BBBDC7F}"/>
              </a:ext>
            </a:extLst>
          </p:cNvPr>
          <p:cNvGrpSpPr>
            <a:grpSpLocks/>
          </p:cNvGrpSpPr>
          <p:nvPr/>
        </p:nvGrpSpPr>
        <p:grpSpPr bwMode="auto">
          <a:xfrm>
            <a:off x="8709349" y="2057400"/>
            <a:ext cx="399726" cy="74090"/>
            <a:chOff x="2199" y="955"/>
            <a:chExt cx="2547" cy="506"/>
          </a:xfrm>
        </p:grpSpPr>
        <p:sp>
          <p:nvSpPr>
            <p:cNvPr id="632" name="Freeform 851">
              <a:extLst>
                <a:ext uri="{FF2B5EF4-FFF2-40B4-BE49-F238E27FC236}">
                  <a16:creationId xmlns:a16="http://schemas.microsoft.com/office/drawing/2014/main" xmlns="" id="{9E06E7BD-A2EF-5A4E-A34B-606CF638590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3" name="Freeform 852">
              <a:extLst>
                <a:ext uri="{FF2B5EF4-FFF2-40B4-BE49-F238E27FC236}">
                  <a16:creationId xmlns:a16="http://schemas.microsoft.com/office/drawing/2014/main" xmlns="" id="{A8B52BE3-CB73-904C-84C5-EB4ED34708C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4" name="Freeform 853">
              <a:extLst>
                <a:ext uri="{FF2B5EF4-FFF2-40B4-BE49-F238E27FC236}">
                  <a16:creationId xmlns:a16="http://schemas.microsoft.com/office/drawing/2014/main" xmlns="" id="{13C0497F-B26E-6347-8A3D-7B1091C04AA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5" name="Freeform 854">
              <a:extLst>
                <a:ext uri="{FF2B5EF4-FFF2-40B4-BE49-F238E27FC236}">
                  <a16:creationId xmlns:a16="http://schemas.microsoft.com/office/drawing/2014/main" xmlns="" id="{D5A7D90C-8586-EC4C-B8AE-53ADC2C0E8A6}"/>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6" name="Freeform 855">
              <a:extLst>
                <a:ext uri="{FF2B5EF4-FFF2-40B4-BE49-F238E27FC236}">
                  <a16:creationId xmlns:a16="http://schemas.microsoft.com/office/drawing/2014/main" xmlns="" id="{C7871F0A-571C-A942-9C96-20D90FBDB413}"/>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7" name="Freeform 856">
              <a:extLst>
                <a:ext uri="{FF2B5EF4-FFF2-40B4-BE49-F238E27FC236}">
                  <a16:creationId xmlns:a16="http://schemas.microsoft.com/office/drawing/2014/main" xmlns="" id="{A1A01D86-638D-3644-B20B-066BDFC4123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8" name="Group 850">
            <a:extLst>
              <a:ext uri="{FF2B5EF4-FFF2-40B4-BE49-F238E27FC236}">
                <a16:creationId xmlns:a16="http://schemas.microsoft.com/office/drawing/2014/main" xmlns="" id="{C59EF036-7544-CD4B-98C5-190F592891A5}"/>
              </a:ext>
            </a:extLst>
          </p:cNvPr>
          <p:cNvGrpSpPr>
            <a:grpSpLocks/>
          </p:cNvGrpSpPr>
          <p:nvPr/>
        </p:nvGrpSpPr>
        <p:grpSpPr bwMode="auto">
          <a:xfrm>
            <a:off x="8639499" y="2320925"/>
            <a:ext cx="399726" cy="74090"/>
            <a:chOff x="2199" y="955"/>
            <a:chExt cx="2547" cy="506"/>
          </a:xfrm>
        </p:grpSpPr>
        <p:sp>
          <p:nvSpPr>
            <p:cNvPr id="639" name="Freeform 851">
              <a:extLst>
                <a:ext uri="{FF2B5EF4-FFF2-40B4-BE49-F238E27FC236}">
                  <a16:creationId xmlns:a16="http://schemas.microsoft.com/office/drawing/2014/main" xmlns="" id="{F5A6E6AF-D117-5E41-8785-04B0EC2CA4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0" name="Freeform 852">
              <a:extLst>
                <a:ext uri="{FF2B5EF4-FFF2-40B4-BE49-F238E27FC236}">
                  <a16:creationId xmlns:a16="http://schemas.microsoft.com/office/drawing/2014/main" xmlns="" id="{8595B388-6685-8E4F-BDEB-FA923F29148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1" name="Freeform 853">
              <a:extLst>
                <a:ext uri="{FF2B5EF4-FFF2-40B4-BE49-F238E27FC236}">
                  <a16:creationId xmlns:a16="http://schemas.microsoft.com/office/drawing/2014/main" xmlns="" id="{C4382DCB-82DC-E84A-BABC-A28B22D16FE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2" name="Freeform 854">
              <a:extLst>
                <a:ext uri="{FF2B5EF4-FFF2-40B4-BE49-F238E27FC236}">
                  <a16:creationId xmlns:a16="http://schemas.microsoft.com/office/drawing/2014/main" xmlns="" id="{8582F608-341E-2B44-81DA-A22C72A0DE9B}"/>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3" name="Freeform 855">
              <a:extLst>
                <a:ext uri="{FF2B5EF4-FFF2-40B4-BE49-F238E27FC236}">
                  <a16:creationId xmlns:a16="http://schemas.microsoft.com/office/drawing/2014/main" xmlns="" id="{E9219FD5-AC73-0E49-9022-036371064B5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4" name="Freeform 856">
              <a:extLst>
                <a:ext uri="{FF2B5EF4-FFF2-40B4-BE49-F238E27FC236}">
                  <a16:creationId xmlns:a16="http://schemas.microsoft.com/office/drawing/2014/main" xmlns="" id="{FF2B6185-8996-9D4A-95D8-B325E76BC00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45" name="Group 850">
            <a:extLst>
              <a:ext uri="{FF2B5EF4-FFF2-40B4-BE49-F238E27FC236}">
                <a16:creationId xmlns:a16="http://schemas.microsoft.com/office/drawing/2014/main" xmlns="" id="{C8198E09-7653-3F45-A431-F592CB853548}"/>
              </a:ext>
            </a:extLst>
          </p:cNvPr>
          <p:cNvGrpSpPr>
            <a:grpSpLocks/>
          </p:cNvGrpSpPr>
          <p:nvPr/>
        </p:nvGrpSpPr>
        <p:grpSpPr bwMode="auto">
          <a:xfrm>
            <a:off x="9245924" y="5476874"/>
            <a:ext cx="450526" cy="96315"/>
            <a:chOff x="2199" y="955"/>
            <a:chExt cx="2547" cy="506"/>
          </a:xfrm>
        </p:grpSpPr>
        <p:sp>
          <p:nvSpPr>
            <p:cNvPr id="646" name="Freeform 851">
              <a:extLst>
                <a:ext uri="{FF2B5EF4-FFF2-40B4-BE49-F238E27FC236}">
                  <a16:creationId xmlns:a16="http://schemas.microsoft.com/office/drawing/2014/main" xmlns="" id="{6E92E888-DA5C-8D45-96AD-D6A2E116446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7" name="Freeform 852">
              <a:extLst>
                <a:ext uri="{FF2B5EF4-FFF2-40B4-BE49-F238E27FC236}">
                  <a16:creationId xmlns:a16="http://schemas.microsoft.com/office/drawing/2014/main" xmlns="" id="{2754A16A-D74F-2C40-93DA-A9EAC7806B6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8" name="Freeform 853">
              <a:extLst>
                <a:ext uri="{FF2B5EF4-FFF2-40B4-BE49-F238E27FC236}">
                  <a16:creationId xmlns:a16="http://schemas.microsoft.com/office/drawing/2014/main" xmlns="" id="{B78947A0-D91C-E742-8A54-40B58A0EA73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9" name="Freeform 854">
              <a:extLst>
                <a:ext uri="{FF2B5EF4-FFF2-40B4-BE49-F238E27FC236}">
                  <a16:creationId xmlns:a16="http://schemas.microsoft.com/office/drawing/2014/main" xmlns="" id="{A3BC268E-C50E-F64F-A6DD-8829085043E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0" name="Freeform 855">
              <a:extLst>
                <a:ext uri="{FF2B5EF4-FFF2-40B4-BE49-F238E27FC236}">
                  <a16:creationId xmlns:a16="http://schemas.microsoft.com/office/drawing/2014/main" xmlns="" id="{C609CF41-4A74-014E-A94A-F5C707D3150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1" name="Freeform 856">
              <a:extLst>
                <a:ext uri="{FF2B5EF4-FFF2-40B4-BE49-F238E27FC236}">
                  <a16:creationId xmlns:a16="http://schemas.microsoft.com/office/drawing/2014/main" xmlns="" id="{6E8FDB88-4766-E44A-8E83-FA0CEA8287A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2" name="Group 850">
            <a:extLst>
              <a:ext uri="{FF2B5EF4-FFF2-40B4-BE49-F238E27FC236}">
                <a16:creationId xmlns:a16="http://schemas.microsoft.com/office/drawing/2014/main" xmlns="" id="{D8195E5E-B336-324B-8B0B-ACC4CA2C6E80}"/>
              </a:ext>
            </a:extLst>
          </p:cNvPr>
          <p:cNvGrpSpPr>
            <a:grpSpLocks/>
          </p:cNvGrpSpPr>
          <p:nvPr/>
        </p:nvGrpSpPr>
        <p:grpSpPr bwMode="auto">
          <a:xfrm>
            <a:off x="9195602" y="5857875"/>
            <a:ext cx="230973" cy="45719"/>
            <a:chOff x="2199" y="955"/>
            <a:chExt cx="2547" cy="506"/>
          </a:xfrm>
        </p:grpSpPr>
        <p:sp>
          <p:nvSpPr>
            <p:cNvPr id="653" name="Freeform 851">
              <a:extLst>
                <a:ext uri="{FF2B5EF4-FFF2-40B4-BE49-F238E27FC236}">
                  <a16:creationId xmlns:a16="http://schemas.microsoft.com/office/drawing/2014/main" xmlns="" id="{D70C4FD5-7449-EB41-AE91-674A29E480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852">
              <a:extLst>
                <a:ext uri="{FF2B5EF4-FFF2-40B4-BE49-F238E27FC236}">
                  <a16:creationId xmlns:a16="http://schemas.microsoft.com/office/drawing/2014/main" xmlns="" id="{A43D749A-E763-1A49-ABFC-3F8866DC1D6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853">
              <a:extLst>
                <a:ext uri="{FF2B5EF4-FFF2-40B4-BE49-F238E27FC236}">
                  <a16:creationId xmlns:a16="http://schemas.microsoft.com/office/drawing/2014/main" xmlns="" id="{1984E37F-68A6-AE44-9F93-DD410B4FBD8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854">
              <a:extLst>
                <a:ext uri="{FF2B5EF4-FFF2-40B4-BE49-F238E27FC236}">
                  <a16:creationId xmlns:a16="http://schemas.microsoft.com/office/drawing/2014/main" xmlns="" id="{F1E5C680-79A8-FE44-84E3-2153EA20005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855">
              <a:extLst>
                <a:ext uri="{FF2B5EF4-FFF2-40B4-BE49-F238E27FC236}">
                  <a16:creationId xmlns:a16="http://schemas.microsoft.com/office/drawing/2014/main" xmlns="" id="{10AB1C0F-439F-734D-9512-EB095894FAE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856">
              <a:extLst>
                <a:ext uri="{FF2B5EF4-FFF2-40B4-BE49-F238E27FC236}">
                  <a16:creationId xmlns:a16="http://schemas.microsoft.com/office/drawing/2014/main" xmlns="" id="{E674261C-9C74-1045-A006-34903B78C01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9" name="Group 850">
            <a:extLst>
              <a:ext uri="{FF2B5EF4-FFF2-40B4-BE49-F238E27FC236}">
                <a16:creationId xmlns:a16="http://schemas.microsoft.com/office/drawing/2014/main" xmlns="" id="{085C02C9-1A7F-0642-B79C-6EDB2FE9C908}"/>
              </a:ext>
            </a:extLst>
          </p:cNvPr>
          <p:cNvGrpSpPr>
            <a:grpSpLocks/>
          </p:cNvGrpSpPr>
          <p:nvPr/>
        </p:nvGrpSpPr>
        <p:grpSpPr bwMode="auto">
          <a:xfrm>
            <a:off x="9538502" y="5794375"/>
            <a:ext cx="230973" cy="45719"/>
            <a:chOff x="2199" y="955"/>
            <a:chExt cx="2547" cy="506"/>
          </a:xfrm>
        </p:grpSpPr>
        <p:sp>
          <p:nvSpPr>
            <p:cNvPr id="660" name="Freeform 851">
              <a:extLst>
                <a:ext uri="{FF2B5EF4-FFF2-40B4-BE49-F238E27FC236}">
                  <a16:creationId xmlns:a16="http://schemas.microsoft.com/office/drawing/2014/main" xmlns="" id="{9C005DC5-E020-664D-90A8-D62468BEA01F}"/>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852">
              <a:extLst>
                <a:ext uri="{FF2B5EF4-FFF2-40B4-BE49-F238E27FC236}">
                  <a16:creationId xmlns:a16="http://schemas.microsoft.com/office/drawing/2014/main" xmlns="" id="{51687CFF-3135-3B4D-B333-BB62A87BF9B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853">
              <a:extLst>
                <a:ext uri="{FF2B5EF4-FFF2-40B4-BE49-F238E27FC236}">
                  <a16:creationId xmlns:a16="http://schemas.microsoft.com/office/drawing/2014/main" xmlns="" id="{C7F3B199-2EBF-AE46-B38B-543EED8CFB1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854">
              <a:extLst>
                <a:ext uri="{FF2B5EF4-FFF2-40B4-BE49-F238E27FC236}">
                  <a16:creationId xmlns:a16="http://schemas.microsoft.com/office/drawing/2014/main" xmlns="" id="{1A13A5D2-6717-724F-9FA9-7AE0BB5F67D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855">
              <a:extLst>
                <a:ext uri="{FF2B5EF4-FFF2-40B4-BE49-F238E27FC236}">
                  <a16:creationId xmlns:a16="http://schemas.microsoft.com/office/drawing/2014/main" xmlns="" id="{4E9B1CE6-94BA-CB4A-BAA3-20583CDAEF3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856">
              <a:extLst>
                <a:ext uri="{FF2B5EF4-FFF2-40B4-BE49-F238E27FC236}">
                  <a16:creationId xmlns:a16="http://schemas.microsoft.com/office/drawing/2014/main" xmlns="" id="{F15D2A24-844D-7345-AF84-FEA40BD351A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66" name="Group 817">
            <a:extLst>
              <a:ext uri="{FF2B5EF4-FFF2-40B4-BE49-F238E27FC236}">
                <a16:creationId xmlns:a16="http://schemas.microsoft.com/office/drawing/2014/main" xmlns="" id="{5B996586-264C-3643-9E41-3632345BFB87}"/>
              </a:ext>
            </a:extLst>
          </p:cNvPr>
          <p:cNvGrpSpPr>
            <a:grpSpLocks/>
          </p:cNvGrpSpPr>
          <p:nvPr/>
        </p:nvGrpSpPr>
        <p:grpSpPr bwMode="auto">
          <a:xfrm>
            <a:off x="7975063" y="2094561"/>
            <a:ext cx="466245" cy="434369"/>
            <a:chOff x="2920" y="1424"/>
            <a:chExt cx="326" cy="320"/>
          </a:xfrm>
        </p:grpSpPr>
        <p:sp>
          <p:nvSpPr>
            <p:cNvPr id="667" name="Oval 818">
              <a:extLst>
                <a:ext uri="{FF2B5EF4-FFF2-40B4-BE49-F238E27FC236}">
                  <a16:creationId xmlns:a16="http://schemas.microsoft.com/office/drawing/2014/main" xmlns="" id="{AA4661F1-54B8-A146-BC66-9B5A3CD272EA}"/>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68" name="Group 819">
              <a:extLst>
                <a:ext uri="{FF2B5EF4-FFF2-40B4-BE49-F238E27FC236}">
                  <a16:creationId xmlns:a16="http://schemas.microsoft.com/office/drawing/2014/main" xmlns="" id="{1686DBB0-11C0-D34B-972B-2CCF69324CCC}"/>
                </a:ext>
              </a:extLst>
            </p:cNvPr>
            <p:cNvGrpSpPr>
              <a:grpSpLocks/>
            </p:cNvGrpSpPr>
            <p:nvPr/>
          </p:nvGrpSpPr>
          <p:grpSpPr bwMode="auto">
            <a:xfrm>
              <a:off x="2949" y="1424"/>
              <a:ext cx="265" cy="280"/>
              <a:chOff x="2949" y="1424"/>
              <a:chExt cx="265" cy="280"/>
            </a:xfrm>
          </p:grpSpPr>
          <p:sp>
            <p:nvSpPr>
              <p:cNvPr id="670" name="Oval 820">
                <a:extLst>
                  <a:ext uri="{FF2B5EF4-FFF2-40B4-BE49-F238E27FC236}">
                    <a16:creationId xmlns:a16="http://schemas.microsoft.com/office/drawing/2014/main" xmlns="" id="{65562299-A7B0-E748-8DA9-F125E00B96FB}"/>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Oval 821">
                <a:extLst>
                  <a:ext uri="{FF2B5EF4-FFF2-40B4-BE49-F238E27FC236}">
                    <a16:creationId xmlns:a16="http://schemas.microsoft.com/office/drawing/2014/main" xmlns="" id="{4C2D7ED2-03EA-DD40-B7CA-8CF81250D4E0}"/>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2" name="Oval 822">
                <a:extLst>
                  <a:ext uri="{FF2B5EF4-FFF2-40B4-BE49-F238E27FC236}">
                    <a16:creationId xmlns:a16="http://schemas.microsoft.com/office/drawing/2014/main" xmlns="" id="{52DEB089-EF3D-7E47-9DFD-BCE7FFF4F5DD}"/>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3" name="Oval 823">
                <a:extLst>
                  <a:ext uri="{FF2B5EF4-FFF2-40B4-BE49-F238E27FC236}">
                    <a16:creationId xmlns:a16="http://schemas.microsoft.com/office/drawing/2014/main" xmlns="" id="{27812B4C-C2A3-A34E-8C48-C8022BA5CC4A}"/>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4" name="Freeform 824">
                <a:extLst>
                  <a:ext uri="{FF2B5EF4-FFF2-40B4-BE49-F238E27FC236}">
                    <a16:creationId xmlns:a16="http://schemas.microsoft.com/office/drawing/2014/main" xmlns="" id="{A83A4BD2-C0FC-0243-9444-4BE1DEF5443B}"/>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9" name="Freeform 825">
              <a:extLst>
                <a:ext uri="{FF2B5EF4-FFF2-40B4-BE49-F238E27FC236}">
                  <a16:creationId xmlns:a16="http://schemas.microsoft.com/office/drawing/2014/main" xmlns="" id="{88940FE6-2121-E047-B5D1-709EEEA5D1F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7" name="Group 783">
            <a:extLst>
              <a:ext uri="{FF2B5EF4-FFF2-40B4-BE49-F238E27FC236}">
                <a16:creationId xmlns:a16="http://schemas.microsoft.com/office/drawing/2014/main" xmlns=""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xmlns=""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xmlns=""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xmlns=""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xmlns=""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xmlns=""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xmlns=""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xmlns=""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xmlns=""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xmlns=""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xmlns=""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xmlns=""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xmlns=""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xmlns=""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xmlns=""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xmlns=""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75" name="Group 674">
            <a:extLst>
              <a:ext uri="{FF2B5EF4-FFF2-40B4-BE49-F238E27FC236}">
                <a16:creationId xmlns:a16="http://schemas.microsoft.com/office/drawing/2014/main" xmlns="" id="{CAA0DAAC-D388-5E4E-8B1F-AA359B358F91}"/>
              </a:ext>
            </a:extLst>
          </p:cNvPr>
          <p:cNvGrpSpPr/>
          <p:nvPr/>
        </p:nvGrpSpPr>
        <p:grpSpPr>
          <a:xfrm>
            <a:off x="9885167" y="5352639"/>
            <a:ext cx="309187" cy="167750"/>
            <a:chOff x="3668110" y="2448910"/>
            <a:chExt cx="3794234" cy="2165130"/>
          </a:xfrm>
        </p:grpSpPr>
        <p:sp>
          <p:nvSpPr>
            <p:cNvPr id="676" name="Rectangle 675">
              <a:extLst>
                <a:ext uri="{FF2B5EF4-FFF2-40B4-BE49-F238E27FC236}">
                  <a16:creationId xmlns:a16="http://schemas.microsoft.com/office/drawing/2014/main" xmlns="" id="{46F75940-BD62-504A-8C73-FDDA0A3399A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7" name="Freeform 676">
              <a:extLst>
                <a:ext uri="{FF2B5EF4-FFF2-40B4-BE49-F238E27FC236}">
                  <a16:creationId xmlns:a16="http://schemas.microsoft.com/office/drawing/2014/main" xmlns="" id="{B68551CE-211F-A242-AF0E-8E6622E334D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78" name="Group 677">
              <a:extLst>
                <a:ext uri="{FF2B5EF4-FFF2-40B4-BE49-F238E27FC236}">
                  <a16:creationId xmlns:a16="http://schemas.microsoft.com/office/drawing/2014/main" xmlns="" id="{074BFC43-A3A5-964D-8135-081414E76B2E}"/>
                </a:ext>
              </a:extLst>
            </p:cNvPr>
            <p:cNvGrpSpPr/>
            <p:nvPr/>
          </p:nvGrpSpPr>
          <p:grpSpPr>
            <a:xfrm>
              <a:off x="3941378" y="2603243"/>
              <a:ext cx="3202061" cy="1066110"/>
              <a:chOff x="7939341" y="3037317"/>
              <a:chExt cx="897649" cy="353919"/>
            </a:xfrm>
          </p:grpSpPr>
          <p:sp>
            <p:nvSpPr>
              <p:cNvPr id="679" name="Freeform 678">
                <a:extLst>
                  <a:ext uri="{FF2B5EF4-FFF2-40B4-BE49-F238E27FC236}">
                    <a16:creationId xmlns:a16="http://schemas.microsoft.com/office/drawing/2014/main" xmlns="" id="{1EEBCE37-5065-464B-A991-2B6D4416248C}"/>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0" name="Freeform 679">
                <a:extLst>
                  <a:ext uri="{FF2B5EF4-FFF2-40B4-BE49-F238E27FC236}">
                    <a16:creationId xmlns:a16="http://schemas.microsoft.com/office/drawing/2014/main" xmlns="" id="{1119C91B-532D-914D-A174-D49B02868A2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1" name="Freeform 680">
                <a:extLst>
                  <a:ext uri="{FF2B5EF4-FFF2-40B4-BE49-F238E27FC236}">
                    <a16:creationId xmlns:a16="http://schemas.microsoft.com/office/drawing/2014/main" xmlns="" id="{201345D5-2C2E-D144-AAB9-B54FD240A64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2" name="Freeform 681">
                <a:extLst>
                  <a:ext uri="{FF2B5EF4-FFF2-40B4-BE49-F238E27FC236}">
                    <a16:creationId xmlns:a16="http://schemas.microsoft.com/office/drawing/2014/main" xmlns="" id="{6040CCAF-188D-9140-80B6-CA6A424D689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 name="Group 2">
            <a:extLst>
              <a:ext uri="{FF2B5EF4-FFF2-40B4-BE49-F238E27FC236}">
                <a16:creationId xmlns:a16="http://schemas.microsoft.com/office/drawing/2014/main" xmlns="" id="{E7A394CC-D70F-8E43-8065-B95B6A0A5E94}"/>
              </a:ext>
            </a:extLst>
          </p:cNvPr>
          <p:cNvGrpSpPr/>
          <p:nvPr/>
        </p:nvGrpSpPr>
        <p:grpSpPr>
          <a:xfrm>
            <a:off x="1104900" y="5189517"/>
            <a:ext cx="5226627" cy="1233055"/>
            <a:chOff x="1104900" y="5320145"/>
            <a:chExt cx="5226627" cy="1233055"/>
          </a:xfrm>
        </p:grpSpPr>
        <p:sp>
          <p:nvSpPr>
            <p:cNvPr id="683" name="Text Box 467">
              <a:extLst>
                <a:ext uri="{FF2B5EF4-FFF2-40B4-BE49-F238E27FC236}">
                  <a16:creationId xmlns:a16="http://schemas.microsoft.com/office/drawing/2014/main" xmlns="" id="{1E3B9681-8FF1-EC4D-B168-3EC992789628}"/>
                </a:ext>
              </a:extLst>
            </p:cNvPr>
            <p:cNvSpPr txBox="1">
              <a:spLocks noChangeArrowheads="1"/>
            </p:cNvSpPr>
            <p:nvPr/>
          </p:nvSpPr>
          <p:spPr bwMode="auto">
            <a:xfrm>
              <a:off x="1262675" y="5424331"/>
              <a:ext cx="4933787" cy="1036887"/>
            </a:xfrm>
            <a:prstGeom prst="rect">
              <a:avLst/>
            </a:prstGeom>
            <a:noFill/>
            <a:ln w="19050">
              <a:no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mj-lt"/>
                  <a:ea typeface="ＭＳ Ｐゴシック" charset="0"/>
                  <a:cs typeface="+mn-cs"/>
                </a:rPr>
                <a:t>link layer </a:t>
              </a:r>
              <a:r>
                <a:rPr kumimoji="0" lang="en-US" sz="2400" b="0" i="1" u="none" strike="noStrike" kern="1200" cap="none" spc="0" normalizeH="0" baseline="0" noProof="0" dirty="0">
                  <a:ln>
                    <a:noFill/>
                  </a:ln>
                  <a:solidFill>
                    <a:prstClr val="black"/>
                  </a:solidFill>
                  <a:effectLst/>
                  <a:uLnTx/>
                  <a:uFillTx/>
                  <a:latin typeface="+mj-lt"/>
                  <a:ea typeface="ＭＳ Ｐゴシック" charset="0"/>
                  <a:cs typeface="+mn-cs"/>
                </a:rPr>
                <a:t>has responsibility of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mj-lt"/>
                  <a:ea typeface="ＭＳ Ｐゴシック" charset="0"/>
                  <a:cs typeface="+mn-cs"/>
                </a:rPr>
                <a:t>transferring datagram from one node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mj-lt"/>
                  <a:ea typeface="ＭＳ Ｐゴシック" charset="0"/>
                  <a:cs typeface="+mn-cs"/>
                </a:rPr>
                <a:t>to </a:t>
              </a:r>
              <a:r>
                <a:rPr kumimoji="0" lang="en-US" sz="2400" b="0" i="1" u="none" strike="noStrike" kern="1200" cap="none" spc="0" normalizeH="0" baseline="0" noProof="0" dirty="0">
                  <a:ln>
                    <a:noFill/>
                  </a:ln>
                  <a:solidFill>
                    <a:srgbClr val="C00000"/>
                  </a:solidFill>
                  <a:effectLst/>
                  <a:uLnTx/>
                  <a:uFillTx/>
                  <a:latin typeface="+mj-lt"/>
                  <a:ea typeface="ＭＳ Ｐゴシック" charset="0"/>
                  <a:cs typeface="+mn-cs"/>
                </a:rPr>
                <a:t>physically adjacent </a:t>
              </a:r>
              <a:r>
                <a:rPr kumimoji="0" lang="en-US" sz="2400" b="0" i="1" u="none" strike="noStrike" kern="1200" cap="none" spc="0" normalizeH="0" baseline="0" noProof="0" dirty="0">
                  <a:ln>
                    <a:noFill/>
                  </a:ln>
                  <a:solidFill>
                    <a:prstClr val="black"/>
                  </a:solidFill>
                  <a:effectLst/>
                  <a:uLnTx/>
                  <a:uFillTx/>
                  <a:latin typeface="+mj-lt"/>
                  <a:ea typeface="ＭＳ Ｐゴシック" charset="0"/>
                  <a:cs typeface="+mn-cs"/>
                </a:rPr>
                <a:t>node over a link</a:t>
              </a:r>
              <a:endParaRPr kumimoji="0" lang="en-US" sz="1800" b="0" i="1" u="none" strike="noStrike" kern="1200" cap="none" spc="0" normalizeH="0" baseline="0" noProof="0" dirty="0">
                <a:ln>
                  <a:noFill/>
                </a:ln>
                <a:solidFill>
                  <a:prstClr val="black"/>
                </a:solidFill>
                <a:effectLst/>
                <a:uLnTx/>
                <a:uFillTx/>
                <a:latin typeface="+mj-lt"/>
                <a:ea typeface="ＭＳ Ｐゴシック" charset="0"/>
                <a:cs typeface="+mn-cs"/>
              </a:endParaRPr>
            </a:p>
          </p:txBody>
        </p:sp>
        <p:sp>
          <p:nvSpPr>
            <p:cNvPr id="5" name="Rectangle 4">
              <a:extLst>
                <a:ext uri="{FF2B5EF4-FFF2-40B4-BE49-F238E27FC236}">
                  <a16:creationId xmlns:a16="http://schemas.microsoft.com/office/drawing/2014/main" xmlns="" id="{40D408BE-7166-1A47-AA93-D02ED37AA439}"/>
                </a:ext>
              </a:extLst>
            </p:cNvPr>
            <p:cNvSpPr/>
            <p:nvPr/>
          </p:nvSpPr>
          <p:spPr>
            <a:xfrm>
              <a:off x="1104900" y="5320145"/>
              <a:ext cx="5226627" cy="123305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9" name="Slide Number Placeholder 8">
            <a:extLst>
              <a:ext uri="{FF2B5EF4-FFF2-40B4-BE49-F238E27FC236}">
                <a16:creationId xmlns:a16="http://schemas.microsoft.com/office/drawing/2014/main" xmlns="" id="{080136AE-5E28-E527-6F11-F40D08A335DC}"/>
              </a:ext>
            </a:extLst>
          </p:cNvPr>
          <p:cNvSpPr>
            <a:spLocks noGrp="1"/>
          </p:cNvSpPr>
          <p:nvPr>
            <p:ph type="sldNum" sz="quarter" idx="4294967295"/>
          </p:nvPr>
        </p:nvSpPr>
        <p:spPr>
          <a:xfrm>
            <a:off x="9219616" y="6443089"/>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970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dissolve">
                                      <p:cBhvr>
                                        <p:cTn id="15" dur="500"/>
                                        <p:tgtEl>
                                          <p:spTgt spid="6">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dissolve">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Effect transition="in" filter="dissolve">
                                      <p:cBhvr>
                                        <p:cTn id="23" dur="500"/>
                                        <p:tgtEl>
                                          <p:spTgt spid="6">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62304" y="344016"/>
            <a:ext cx="10515600" cy="894622"/>
          </a:xfrm>
        </p:spPr>
        <p:txBody>
          <a:bodyPr>
            <a:normAutofit/>
          </a:bodyPr>
          <a:lstStyle/>
          <a:p>
            <a:r>
              <a:rPr lang="en-US" altLang="en-US" sz="5400" dirty="0">
                <a:cs typeface="Calibri" panose="020F0502020204030204" pitchFamily="34" charset="0"/>
              </a:rPr>
              <a:t>Link layer: services</a:t>
            </a:r>
            <a:endParaRPr lang="en-US" sz="5400" dirty="0"/>
          </a:p>
        </p:txBody>
      </p:sp>
      <p:sp>
        <p:nvSpPr>
          <p:cNvPr id="6" name="Rectangle 3">
            <a:extLst>
              <a:ext uri="{FF2B5EF4-FFF2-40B4-BE49-F238E27FC236}">
                <a16:creationId xmlns:a16="http://schemas.microsoft.com/office/drawing/2014/main" xmlns="" id="{8AECB38E-687E-C946-9EB7-A4D36B2DC890}"/>
              </a:ext>
            </a:extLst>
          </p:cNvPr>
          <p:cNvSpPr txBox="1">
            <a:spLocks noChangeArrowheads="1"/>
          </p:cNvSpPr>
          <p:nvPr/>
        </p:nvSpPr>
        <p:spPr>
          <a:xfrm>
            <a:off x="903304" y="1425142"/>
            <a:ext cx="6529676" cy="515576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mj-lt"/>
                <a:ea typeface="+mn-ea"/>
                <a:cs typeface="+mn-cs"/>
              </a:rPr>
              <a:t>framing, link access:</a:t>
            </a:r>
            <a:r>
              <a:rPr kumimoji="0" lang="en-US" sz="3600" b="0" i="0" u="none" strike="noStrike" kern="1200" cap="none" spc="0" normalizeH="0" baseline="0" noProof="0" dirty="0">
                <a:ln>
                  <a:noFill/>
                </a:ln>
                <a:solidFill>
                  <a:srgbClr val="C00000"/>
                </a:solidFill>
                <a:effectLst/>
                <a:uLnTx/>
                <a:uFillTx/>
                <a:latin typeface="+mj-lt"/>
                <a:ea typeface="+mn-ea"/>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encapsulate datagram into frame, adding header, trailer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channel access if shared medium</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“MAC” addresses in frame headers identify source, destination (different from IP address!)</a:t>
            </a:r>
          </a:p>
          <a:p>
            <a:pPr marL="352425" marR="0" lvl="0" indent="-284163"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C00000"/>
                </a:solidFill>
                <a:effectLst/>
                <a:uLnTx/>
                <a:uFillTx/>
                <a:latin typeface="+mj-lt"/>
                <a:ea typeface="+mn-ea"/>
                <a:cs typeface="+mn-cs"/>
              </a:rPr>
              <a:t>reliable delivery between adjacent </a:t>
            </a:r>
            <a:r>
              <a:rPr kumimoji="0" lang="en-US" sz="2800" b="0" i="0" u="none" strike="noStrike" kern="1200" cap="none" spc="0" normalizeH="0" baseline="0" noProof="0" dirty="0" smtClean="0">
                <a:ln>
                  <a:noFill/>
                </a:ln>
                <a:solidFill>
                  <a:srgbClr val="C00000"/>
                </a:solidFill>
                <a:effectLst/>
                <a:uLnTx/>
                <a:uFillTx/>
                <a:latin typeface="+mj-lt"/>
                <a:ea typeface="+mn-ea"/>
                <a:cs typeface="+mn-cs"/>
              </a:rPr>
              <a:t>nodes</a:t>
            </a:r>
            <a:endParaRPr kumimoji="0" lang="en-US" sz="2800" b="0" i="0" u="none" strike="noStrike" kern="1200" cap="none" spc="0" normalizeH="0" baseline="0" noProof="0" dirty="0">
              <a:ln>
                <a:noFill/>
              </a:ln>
              <a:solidFill>
                <a:srgbClr val="C00000"/>
              </a:solidFill>
              <a:effectLst/>
              <a:uLnTx/>
              <a:uFillTx/>
              <a:latin typeface="+mj-lt"/>
              <a:ea typeface="+mn-ea"/>
              <a:cs typeface="+mn-cs"/>
            </a:endParaRPr>
          </a:p>
        </p:txBody>
      </p:sp>
      <p:grpSp>
        <p:nvGrpSpPr>
          <p:cNvPr id="25" name="Group 24">
            <a:extLst>
              <a:ext uri="{FF2B5EF4-FFF2-40B4-BE49-F238E27FC236}">
                <a16:creationId xmlns:a16="http://schemas.microsoft.com/office/drawing/2014/main" xmlns="" id="{7D809199-2E5E-0C47-AF05-8522B171420A}"/>
              </a:ext>
            </a:extLst>
          </p:cNvPr>
          <p:cNvGrpSpPr/>
          <p:nvPr/>
        </p:nvGrpSpPr>
        <p:grpSpPr>
          <a:xfrm>
            <a:off x="7840518" y="1242873"/>
            <a:ext cx="4208607" cy="5116362"/>
            <a:chOff x="7840518" y="1242873"/>
            <a:chExt cx="4208607" cy="5116362"/>
          </a:xfrm>
        </p:grpSpPr>
        <p:grpSp>
          <p:nvGrpSpPr>
            <p:cNvPr id="5" name="Group 4">
              <a:extLst>
                <a:ext uri="{FF2B5EF4-FFF2-40B4-BE49-F238E27FC236}">
                  <a16:creationId xmlns:a16="http://schemas.microsoft.com/office/drawing/2014/main" xmlns="" id="{CC3D70D9-7861-1D4C-BBF3-3A5EAAD960EB}"/>
                </a:ext>
              </a:extLst>
            </p:cNvPr>
            <p:cNvGrpSpPr/>
            <p:nvPr/>
          </p:nvGrpSpPr>
          <p:grpSpPr>
            <a:xfrm>
              <a:off x="9022376" y="3275911"/>
              <a:ext cx="532171" cy="1016171"/>
              <a:chOff x="9022376" y="3275911"/>
              <a:chExt cx="615031" cy="1296090"/>
            </a:xfrm>
          </p:grpSpPr>
          <p:sp>
            <p:nvSpPr>
              <p:cNvPr id="99" name="Oval 800">
                <a:extLst>
                  <a:ext uri="{FF2B5EF4-FFF2-40B4-BE49-F238E27FC236}">
                    <a16:creationId xmlns:a16="http://schemas.microsoft.com/office/drawing/2014/main" xmlns="" id="{F837CB36-493B-5745-B9FD-E829379923E6}"/>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01" name="Group 817">
                <a:extLst>
                  <a:ext uri="{FF2B5EF4-FFF2-40B4-BE49-F238E27FC236}">
                    <a16:creationId xmlns:a16="http://schemas.microsoft.com/office/drawing/2014/main" xmlns="" id="{CA1E1C7E-A9E4-CF45-9133-2CC43B860D8B}"/>
                  </a:ext>
                </a:extLst>
              </p:cNvPr>
              <p:cNvGrpSpPr>
                <a:grpSpLocks/>
              </p:cNvGrpSpPr>
              <p:nvPr/>
            </p:nvGrpSpPr>
            <p:grpSpPr bwMode="auto">
              <a:xfrm>
                <a:off x="9022376" y="3275911"/>
                <a:ext cx="615031" cy="694531"/>
                <a:chOff x="2920" y="1424"/>
                <a:chExt cx="326" cy="320"/>
              </a:xfrm>
            </p:grpSpPr>
            <p:sp>
              <p:nvSpPr>
                <p:cNvPr id="102" name="Oval 818">
                  <a:extLst>
                    <a:ext uri="{FF2B5EF4-FFF2-40B4-BE49-F238E27FC236}">
                      <a16:creationId xmlns:a16="http://schemas.microsoft.com/office/drawing/2014/main" xmlns="" id="{CF63D940-213E-E04E-B278-9D3A7C64D0B1}"/>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3" name="Group 819">
                  <a:extLst>
                    <a:ext uri="{FF2B5EF4-FFF2-40B4-BE49-F238E27FC236}">
                      <a16:creationId xmlns:a16="http://schemas.microsoft.com/office/drawing/2014/main" xmlns="" id="{41FFEB08-147C-7842-AF61-E4B607AED1BF}"/>
                    </a:ext>
                  </a:extLst>
                </p:cNvPr>
                <p:cNvGrpSpPr>
                  <a:grpSpLocks/>
                </p:cNvGrpSpPr>
                <p:nvPr/>
              </p:nvGrpSpPr>
              <p:grpSpPr bwMode="auto">
                <a:xfrm>
                  <a:off x="2949" y="1424"/>
                  <a:ext cx="265" cy="280"/>
                  <a:chOff x="2949" y="1424"/>
                  <a:chExt cx="265" cy="280"/>
                </a:xfrm>
              </p:grpSpPr>
              <p:sp>
                <p:nvSpPr>
                  <p:cNvPr id="105" name="Oval 820">
                    <a:extLst>
                      <a:ext uri="{FF2B5EF4-FFF2-40B4-BE49-F238E27FC236}">
                        <a16:creationId xmlns:a16="http://schemas.microsoft.com/office/drawing/2014/main" xmlns="" id="{35CFE63C-F843-B949-AE7D-6F9539B56651}"/>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Oval 821">
                    <a:extLst>
                      <a:ext uri="{FF2B5EF4-FFF2-40B4-BE49-F238E27FC236}">
                        <a16:creationId xmlns:a16="http://schemas.microsoft.com/office/drawing/2014/main" xmlns="" id="{B892C53C-F2F4-CE4E-8F26-179F537FF29F}"/>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Oval 822">
                    <a:extLst>
                      <a:ext uri="{FF2B5EF4-FFF2-40B4-BE49-F238E27FC236}">
                        <a16:creationId xmlns:a16="http://schemas.microsoft.com/office/drawing/2014/main" xmlns="" id="{93D8ED6E-5A62-7746-B2FE-26FB2D124491}"/>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Oval 823">
                    <a:extLst>
                      <a:ext uri="{FF2B5EF4-FFF2-40B4-BE49-F238E27FC236}">
                        <a16:creationId xmlns:a16="http://schemas.microsoft.com/office/drawing/2014/main" xmlns="" id="{8B0BD3C8-F5CA-2F4E-ACAC-306F926E764D}"/>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824">
                    <a:extLst>
                      <a:ext uri="{FF2B5EF4-FFF2-40B4-BE49-F238E27FC236}">
                        <a16:creationId xmlns:a16="http://schemas.microsoft.com/office/drawing/2014/main" xmlns="" id="{FB8F1236-6E4E-714D-83A5-42A9D509C744}"/>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04" name="Freeform 825">
                  <a:extLst>
                    <a:ext uri="{FF2B5EF4-FFF2-40B4-BE49-F238E27FC236}">
                      <a16:creationId xmlns:a16="http://schemas.microsoft.com/office/drawing/2014/main" xmlns="" id="{C06E7111-B442-654D-93DE-DCB036DF81B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0" name="Group 783">
                <a:extLst>
                  <a:ext uri="{FF2B5EF4-FFF2-40B4-BE49-F238E27FC236}">
                    <a16:creationId xmlns:a16="http://schemas.microsoft.com/office/drawing/2014/main" xmlns="" id="{4E159764-D53A-B343-8E61-238FD6ACF010}"/>
                  </a:ext>
                </a:extLst>
              </p:cNvPr>
              <p:cNvGrpSpPr>
                <a:grpSpLocks/>
              </p:cNvGrpSpPr>
              <p:nvPr/>
            </p:nvGrpSpPr>
            <p:grpSpPr bwMode="auto">
              <a:xfrm>
                <a:off x="9122147" y="3619387"/>
                <a:ext cx="432400" cy="952614"/>
                <a:chOff x="3130" y="3288"/>
                <a:chExt cx="410" cy="742"/>
              </a:xfrm>
            </p:grpSpPr>
            <p:sp>
              <p:nvSpPr>
                <p:cNvPr id="111" name="Line 270">
                  <a:extLst>
                    <a:ext uri="{FF2B5EF4-FFF2-40B4-BE49-F238E27FC236}">
                      <a16:creationId xmlns:a16="http://schemas.microsoft.com/office/drawing/2014/main" xmlns="" id="{EF393024-E96E-BC4A-AFC7-770CCF687250}"/>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Line 271">
                  <a:extLst>
                    <a:ext uri="{FF2B5EF4-FFF2-40B4-BE49-F238E27FC236}">
                      <a16:creationId xmlns:a16="http://schemas.microsoft.com/office/drawing/2014/main" xmlns="" id="{97A332F8-64CC-E54E-89A8-3A66296F2728}"/>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Line 272">
                  <a:extLst>
                    <a:ext uri="{FF2B5EF4-FFF2-40B4-BE49-F238E27FC236}">
                      <a16:creationId xmlns:a16="http://schemas.microsoft.com/office/drawing/2014/main" xmlns="" id="{B89CE5D8-6AD0-234A-A17D-F831C5189113}"/>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 name="Line 273">
                  <a:extLst>
                    <a:ext uri="{FF2B5EF4-FFF2-40B4-BE49-F238E27FC236}">
                      <a16:creationId xmlns:a16="http://schemas.microsoft.com/office/drawing/2014/main" xmlns="" id="{9B5C3397-523D-9644-BC85-607D66CD109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 name="Line 274">
                  <a:extLst>
                    <a:ext uri="{FF2B5EF4-FFF2-40B4-BE49-F238E27FC236}">
                      <a16:creationId xmlns:a16="http://schemas.microsoft.com/office/drawing/2014/main" xmlns="" id="{12645991-B70B-2B48-998E-16E93B522100}"/>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Line 275">
                  <a:extLst>
                    <a:ext uri="{FF2B5EF4-FFF2-40B4-BE49-F238E27FC236}">
                      <a16:creationId xmlns:a16="http://schemas.microsoft.com/office/drawing/2014/main" xmlns="" id="{7A8C4036-0BF2-9840-B003-74195473F313}"/>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Line 276">
                  <a:extLst>
                    <a:ext uri="{FF2B5EF4-FFF2-40B4-BE49-F238E27FC236}">
                      <a16:creationId xmlns:a16="http://schemas.microsoft.com/office/drawing/2014/main" xmlns="" id="{7CDA1E43-304C-074F-9E06-E93B37E49D15}"/>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8" name="Line 277">
                  <a:extLst>
                    <a:ext uri="{FF2B5EF4-FFF2-40B4-BE49-F238E27FC236}">
                      <a16:creationId xmlns:a16="http://schemas.microsoft.com/office/drawing/2014/main" xmlns="" id="{C7C89A76-158C-7E4B-9295-D1DFF6E09B9D}"/>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9" name="Line 278">
                  <a:extLst>
                    <a:ext uri="{FF2B5EF4-FFF2-40B4-BE49-F238E27FC236}">
                      <a16:creationId xmlns:a16="http://schemas.microsoft.com/office/drawing/2014/main" xmlns="" id="{2A9734CD-5DDC-B344-9909-F9F2B88967D1}"/>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Line 279">
                  <a:extLst>
                    <a:ext uri="{FF2B5EF4-FFF2-40B4-BE49-F238E27FC236}">
                      <a16:creationId xmlns:a16="http://schemas.microsoft.com/office/drawing/2014/main" xmlns="" id="{7977226D-E060-384A-8FB2-4D4BA87F4ED0}"/>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Line 280">
                  <a:extLst>
                    <a:ext uri="{FF2B5EF4-FFF2-40B4-BE49-F238E27FC236}">
                      <a16:creationId xmlns:a16="http://schemas.microsoft.com/office/drawing/2014/main" xmlns="" id="{7BC5632D-E9C7-C34C-B3D8-2D5EDB4FD1F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Line 281">
                  <a:extLst>
                    <a:ext uri="{FF2B5EF4-FFF2-40B4-BE49-F238E27FC236}">
                      <a16:creationId xmlns:a16="http://schemas.microsoft.com/office/drawing/2014/main" xmlns="" id="{784FC5BE-6C9B-1641-8647-96A953320DBC}"/>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Line 282">
                  <a:extLst>
                    <a:ext uri="{FF2B5EF4-FFF2-40B4-BE49-F238E27FC236}">
                      <a16:creationId xmlns:a16="http://schemas.microsoft.com/office/drawing/2014/main" xmlns="" id="{112A8FA7-D02F-1C4E-928A-458AE095C8B7}"/>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Line 283">
                  <a:extLst>
                    <a:ext uri="{FF2B5EF4-FFF2-40B4-BE49-F238E27FC236}">
                      <a16:creationId xmlns:a16="http://schemas.microsoft.com/office/drawing/2014/main" xmlns="" id="{62B98988-D94E-9445-99A1-BDC64235BA77}"/>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Line 284">
                  <a:extLst>
                    <a:ext uri="{FF2B5EF4-FFF2-40B4-BE49-F238E27FC236}">
                      <a16:creationId xmlns:a16="http://schemas.microsoft.com/office/drawing/2014/main" xmlns="" id="{A9D2D73A-3D78-1145-AB93-BA57A4EAEB5B}"/>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5" name="Group 524">
              <a:extLst>
                <a:ext uri="{FF2B5EF4-FFF2-40B4-BE49-F238E27FC236}">
                  <a16:creationId xmlns:a16="http://schemas.microsoft.com/office/drawing/2014/main" xmlns="" id="{D6838F16-4A3C-DD46-9087-E9BB27216267}"/>
                </a:ext>
              </a:extLst>
            </p:cNvPr>
            <p:cNvGrpSpPr/>
            <p:nvPr/>
          </p:nvGrpSpPr>
          <p:grpSpPr>
            <a:xfrm>
              <a:off x="8405402" y="3099042"/>
              <a:ext cx="527285" cy="593983"/>
              <a:chOff x="8328836" y="2202873"/>
              <a:chExt cx="527285" cy="593983"/>
            </a:xfrm>
          </p:grpSpPr>
          <p:pic>
            <p:nvPicPr>
              <p:cNvPr id="154" name="Picture 653" descr="iphone_stylized_small">
                <a:extLst>
                  <a:ext uri="{FF2B5EF4-FFF2-40B4-BE49-F238E27FC236}">
                    <a16:creationId xmlns:a16="http://schemas.microsoft.com/office/drawing/2014/main" xmlns="" id="{FA77DB9E-F75E-434C-9D9B-6786CCA70D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 name="Group 850">
                <a:extLst>
                  <a:ext uri="{FF2B5EF4-FFF2-40B4-BE49-F238E27FC236}">
                    <a16:creationId xmlns:a16="http://schemas.microsoft.com/office/drawing/2014/main" xmlns="" id="{0DD913BC-2375-CA41-B393-8196AC67CF5D}"/>
                  </a:ext>
                </a:extLst>
              </p:cNvPr>
              <p:cNvGrpSpPr>
                <a:grpSpLocks/>
              </p:cNvGrpSpPr>
              <p:nvPr/>
            </p:nvGrpSpPr>
            <p:grpSpPr bwMode="auto">
              <a:xfrm>
                <a:off x="8328836" y="2202873"/>
                <a:ext cx="527285" cy="118466"/>
                <a:chOff x="2199" y="955"/>
                <a:chExt cx="2547" cy="506"/>
              </a:xfrm>
            </p:grpSpPr>
            <p:sp>
              <p:nvSpPr>
                <p:cNvPr id="164" name="Freeform 851">
                  <a:extLst>
                    <a:ext uri="{FF2B5EF4-FFF2-40B4-BE49-F238E27FC236}">
                      <a16:creationId xmlns:a16="http://schemas.microsoft.com/office/drawing/2014/main" xmlns="" id="{0A3B2890-63C0-1440-A3F8-44AC4E0DB90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5" name="Freeform 852">
                  <a:extLst>
                    <a:ext uri="{FF2B5EF4-FFF2-40B4-BE49-F238E27FC236}">
                      <a16:creationId xmlns:a16="http://schemas.microsoft.com/office/drawing/2014/main" xmlns="" id="{A936340B-6216-054B-ABBB-93144592513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6" name="Freeform 853">
                  <a:extLst>
                    <a:ext uri="{FF2B5EF4-FFF2-40B4-BE49-F238E27FC236}">
                      <a16:creationId xmlns:a16="http://schemas.microsoft.com/office/drawing/2014/main" xmlns="" id="{BC6D110B-6A56-E645-8A6E-0EAE48C6FB4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7" name="Freeform 854">
                  <a:extLst>
                    <a:ext uri="{FF2B5EF4-FFF2-40B4-BE49-F238E27FC236}">
                      <a16:creationId xmlns:a16="http://schemas.microsoft.com/office/drawing/2014/main" xmlns="" id="{87BB582F-47C4-C14A-97F4-E44CFD9ADD8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8" name="Freeform 855">
                  <a:extLst>
                    <a:ext uri="{FF2B5EF4-FFF2-40B4-BE49-F238E27FC236}">
                      <a16:creationId xmlns:a16="http://schemas.microsoft.com/office/drawing/2014/main" xmlns="" id="{9C57A89C-CE02-E746-A809-CF43F922127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9" name="Freeform 856">
                  <a:extLst>
                    <a:ext uri="{FF2B5EF4-FFF2-40B4-BE49-F238E27FC236}">
                      <a16:creationId xmlns:a16="http://schemas.microsoft.com/office/drawing/2014/main" xmlns="" id="{FDBAE25A-BB84-9244-B180-D26AB923745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6" name="Group 525">
              <a:extLst>
                <a:ext uri="{FF2B5EF4-FFF2-40B4-BE49-F238E27FC236}">
                  <a16:creationId xmlns:a16="http://schemas.microsoft.com/office/drawing/2014/main" xmlns="" id="{9AA7F5F4-C3F0-DE47-B448-A0D5329BF8F8}"/>
                </a:ext>
              </a:extLst>
            </p:cNvPr>
            <p:cNvGrpSpPr/>
            <p:nvPr/>
          </p:nvGrpSpPr>
          <p:grpSpPr>
            <a:xfrm>
              <a:off x="7856376" y="3838205"/>
              <a:ext cx="1062340" cy="341909"/>
              <a:chOff x="9561515" y="2748013"/>
              <a:chExt cx="1120341" cy="347863"/>
            </a:xfrm>
          </p:grpSpPr>
          <p:pic>
            <p:nvPicPr>
              <p:cNvPr id="151" name="Picture 603" descr="car_icon_small">
                <a:extLst>
                  <a:ext uri="{FF2B5EF4-FFF2-40B4-BE49-F238E27FC236}">
                    <a16:creationId xmlns:a16="http://schemas.microsoft.com/office/drawing/2014/main" xmlns="" id="{33C39A1D-A80E-064C-8859-82219AD6D5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0" name="Group 850">
                <a:extLst>
                  <a:ext uri="{FF2B5EF4-FFF2-40B4-BE49-F238E27FC236}">
                    <a16:creationId xmlns:a16="http://schemas.microsoft.com/office/drawing/2014/main" xmlns="" id="{A59911D2-E46E-9348-A949-1DF1D38ED547}"/>
                  </a:ext>
                </a:extLst>
              </p:cNvPr>
              <p:cNvGrpSpPr>
                <a:grpSpLocks/>
              </p:cNvGrpSpPr>
              <p:nvPr/>
            </p:nvGrpSpPr>
            <p:grpSpPr bwMode="auto">
              <a:xfrm>
                <a:off x="9788587" y="2748013"/>
                <a:ext cx="527285" cy="118466"/>
                <a:chOff x="2199" y="955"/>
                <a:chExt cx="2547" cy="506"/>
              </a:xfrm>
            </p:grpSpPr>
            <p:sp>
              <p:nvSpPr>
                <p:cNvPr id="171" name="Freeform 851">
                  <a:extLst>
                    <a:ext uri="{FF2B5EF4-FFF2-40B4-BE49-F238E27FC236}">
                      <a16:creationId xmlns:a16="http://schemas.microsoft.com/office/drawing/2014/main" xmlns="" id="{0C14BB78-0294-D54F-9DD1-C6F2EDA49B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Freeform 852">
                  <a:extLst>
                    <a:ext uri="{FF2B5EF4-FFF2-40B4-BE49-F238E27FC236}">
                      <a16:creationId xmlns:a16="http://schemas.microsoft.com/office/drawing/2014/main" xmlns="" id="{55BB298B-A15C-B24A-B157-0358B866008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Freeform 853">
                  <a:extLst>
                    <a:ext uri="{FF2B5EF4-FFF2-40B4-BE49-F238E27FC236}">
                      <a16:creationId xmlns:a16="http://schemas.microsoft.com/office/drawing/2014/main" xmlns="" id="{141EB67B-0F7A-374E-96B4-A369EE44897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Freeform 854">
                  <a:extLst>
                    <a:ext uri="{FF2B5EF4-FFF2-40B4-BE49-F238E27FC236}">
                      <a16:creationId xmlns:a16="http://schemas.microsoft.com/office/drawing/2014/main" xmlns="" id="{ACA4D0C6-74D9-FD45-A60A-768D9689233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5" name="Freeform 855">
                  <a:extLst>
                    <a:ext uri="{FF2B5EF4-FFF2-40B4-BE49-F238E27FC236}">
                      <a16:creationId xmlns:a16="http://schemas.microsoft.com/office/drawing/2014/main" xmlns="" id="{2C29AE09-F70C-834E-81F1-8458E86CFB60}"/>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6" name="Freeform 856">
                  <a:extLst>
                    <a:ext uri="{FF2B5EF4-FFF2-40B4-BE49-F238E27FC236}">
                      <a16:creationId xmlns:a16="http://schemas.microsoft.com/office/drawing/2014/main" xmlns="" id="{7DF8543E-A029-FF4D-8570-1F1561369C6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14" name="Straight Connector 513">
                <a:extLst>
                  <a:ext uri="{FF2B5EF4-FFF2-40B4-BE49-F238E27FC236}">
                    <a16:creationId xmlns:a16="http://schemas.microsoft.com/office/drawing/2014/main" xmlns="" id="{D836A7FE-71EF-AE45-913D-6B411C646596}"/>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7" name="Group 516">
              <a:extLst>
                <a:ext uri="{FF2B5EF4-FFF2-40B4-BE49-F238E27FC236}">
                  <a16:creationId xmlns:a16="http://schemas.microsoft.com/office/drawing/2014/main" xmlns="" id="{AEC62089-4CCC-E141-AC3C-36C166B8E09C}"/>
                </a:ext>
              </a:extLst>
            </p:cNvPr>
            <p:cNvGrpSpPr/>
            <p:nvPr/>
          </p:nvGrpSpPr>
          <p:grpSpPr>
            <a:xfrm>
              <a:off x="9731765" y="3463179"/>
              <a:ext cx="502369" cy="512348"/>
              <a:chOff x="7341491" y="2307905"/>
              <a:chExt cx="509280" cy="439573"/>
            </a:xfrm>
          </p:grpSpPr>
          <p:grpSp>
            <p:nvGrpSpPr>
              <p:cNvPr id="126" name="Group 125">
                <a:extLst>
                  <a:ext uri="{FF2B5EF4-FFF2-40B4-BE49-F238E27FC236}">
                    <a16:creationId xmlns:a16="http://schemas.microsoft.com/office/drawing/2014/main" xmlns="" id="{DD901445-2578-E74A-AB6E-D336861DE9B9}"/>
                  </a:ext>
                </a:extLst>
              </p:cNvPr>
              <p:cNvGrpSpPr/>
              <p:nvPr/>
            </p:nvGrpSpPr>
            <p:grpSpPr>
              <a:xfrm>
                <a:off x="7341491" y="2426725"/>
                <a:ext cx="509280" cy="320753"/>
                <a:chOff x="7458407" y="2414528"/>
                <a:chExt cx="509280" cy="320753"/>
              </a:xfrm>
            </p:grpSpPr>
            <p:pic>
              <p:nvPicPr>
                <p:cNvPr id="128" name="Picture 1018" descr="laptop_keyboard">
                  <a:extLst>
                    <a:ext uri="{FF2B5EF4-FFF2-40B4-BE49-F238E27FC236}">
                      <a16:creationId xmlns:a16="http://schemas.microsoft.com/office/drawing/2014/main" xmlns="" id="{27AA9BC0-B9AF-FC45-AEDF-D414C68DEB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Freeform 1019">
                  <a:extLst>
                    <a:ext uri="{FF2B5EF4-FFF2-40B4-BE49-F238E27FC236}">
                      <a16:creationId xmlns:a16="http://schemas.microsoft.com/office/drawing/2014/main" xmlns="" id="{7176C226-BF44-6649-950B-948E667590BD}"/>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0" name="Picture 1020" descr="screen">
                  <a:extLst>
                    <a:ext uri="{FF2B5EF4-FFF2-40B4-BE49-F238E27FC236}">
                      <a16:creationId xmlns:a16="http://schemas.microsoft.com/office/drawing/2014/main" xmlns="" id="{A1384515-5D36-E044-BC1F-52436C5BCA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 name="Freeform 1021">
                  <a:extLst>
                    <a:ext uri="{FF2B5EF4-FFF2-40B4-BE49-F238E27FC236}">
                      <a16:creationId xmlns:a16="http://schemas.microsoft.com/office/drawing/2014/main" xmlns="" id="{3598EC29-E280-F746-B36D-588439E6DCA9}"/>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Freeform 1022">
                  <a:extLst>
                    <a:ext uri="{FF2B5EF4-FFF2-40B4-BE49-F238E27FC236}">
                      <a16:creationId xmlns:a16="http://schemas.microsoft.com/office/drawing/2014/main" xmlns="" id="{F9DCA515-22F0-1E48-9019-A84C0C1F8085}"/>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3" name="Freeform 1023">
                  <a:extLst>
                    <a:ext uri="{FF2B5EF4-FFF2-40B4-BE49-F238E27FC236}">
                      <a16:creationId xmlns:a16="http://schemas.microsoft.com/office/drawing/2014/main" xmlns="" id="{8E442298-4994-1142-A6C6-3903018E7A64}"/>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4" name="Freeform 1024">
                  <a:extLst>
                    <a:ext uri="{FF2B5EF4-FFF2-40B4-BE49-F238E27FC236}">
                      <a16:creationId xmlns:a16="http://schemas.microsoft.com/office/drawing/2014/main" xmlns="" id="{8CC776D6-5663-BF46-A106-69B421106FE5}"/>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5" name="Freeform 1025">
                  <a:extLst>
                    <a:ext uri="{FF2B5EF4-FFF2-40B4-BE49-F238E27FC236}">
                      <a16:creationId xmlns:a16="http://schemas.microsoft.com/office/drawing/2014/main" xmlns="" id="{D55E08AE-23F1-214A-8BD5-F8705280992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6" name="Freeform 1026">
                  <a:extLst>
                    <a:ext uri="{FF2B5EF4-FFF2-40B4-BE49-F238E27FC236}">
                      <a16:creationId xmlns:a16="http://schemas.microsoft.com/office/drawing/2014/main" xmlns="" id="{8CB649A3-8BDF-E747-A414-CDEA4640130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7" name="Group 1027">
                  <a:extLst>
                    <a:ext uri="{FF2B5EF4-FFF2-40B4-BE49-F238E27FC236}">
                      <a16:creationId xmlns:a16="http://schemas.microsoft.com/office/drawing/2014/main" xmlns="" id="{8424DCB7-60B5-7949-BF2B-46C1177C8DB3}"/>
                    </a:ext>
                  </a:extLst>
                </p:cNvPr>
                <p:cNvGrpSpPr>
                  <a:grpSpLocks/>
                </p:cNvGrpSpPr>
                <p:nvPr/>
              </p:nvGrpSpPr>
              <p:grpSpPr bwMode="auto">
                <a:xfrm>
                  <a:off x="7594735" y="2642220"/>
                  <a:ext cx="98740" cy="36846"/>
                  <a:chOff x="1740" y="2642"/>
                  <a:chExt cx="752" cy="327"/>
                </a:xfrm>
              </p:grpSpPr>
              <p:sp>
                <p:nvSpPr>
                  <p:cNvPr id="144" name="Freeform 1028">
                    <a:extLst>
                      <a:ext uri="{FF2B5EF4-FFF2-40B4-BE49-F238E27FC236}">
                        <a16:creationId xmlns:a16="http://schemas.microsoft.com/office/drawing/2014/main" xmlns="" id="{2FE98928-41C9-8D41-A287-45BCF42D097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5" name="Freeform 1029">
                    <a:extLst>
                      <a:ext uri="{FF2B5EF4-FFF2-40B4-BE49-F238E27FC236}">
                        <a16:creationId xmlns:a16="http://schemas.microsoft.com/office/drawing/2014/main" xmlns="" id="{838D3DA7-E057-3346-864B-5082E4403A8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6" name="Freeform 1030">
                    <a:extLst>
                      <a:ext uri="{FF2B5EF4-FFF2-40B4-BE49-F238E27FC236}">
                        <a16:creationId xmlns:a16="http://schemas.microsoft.com/office/drawing/2014/main" xmlns="" id="{61E88B83-952F-C24F-8123-5FF21D78D06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7" name="Freeform 1031">
                    <a:extLst>
                      <a:ext uri="{FF2B5EF4-FFF2-40B4-BE49-F238E27FC236}">
                        <a16:creationId xmlns:a16="http://schemas.microsoft.com/office/drawing/2014/main" xmlns="" id="{12CA5741-2D5F-B242-8E25-CA7F3C179BD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8" name="Freeform 1032">
                    <a:extLst>
                      <a:ext uri="{FF2B5EF4-FFF2-40B4-BE49-F238E27FC236}">
                        <a16:creationId xmlns:a16="http://schemas.microsoft.com/office/drawing/2014/main" xmlns="" id="{6D94FDC2-2CEC-124C-9643-9FBD7AD07BB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9" name="Freeform 1033">
                    <a:extLst>
                      <a:ext uri="{FF2B5EF4-FFF2-40B4-BE49-F238E27FC236}">
                        <a16:creationId xmlns:a16="http://schemas.microsoft.com/office/drawing/2014/main" xmlns="" id="{D7942E49-B3B0-2945-94EE-E8F1B6FCB0F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8" name="Freeform 1034">
                  <a:extLst>
                    <a:ext uri="{FF2B5EF4-FFF2-40B4-BE49-F238E27FC236}">
                      <a16:creationId xmlns:a16="http://schemas.microsoft.com/office/drawing/2014/main" xmlns="" id="{FD3D4085-DD0A-D547-ABF1-A7510D1A4CFD}"/>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9" name="Freeform 1035">
                  <a:extLst>
                    <a:ext uri="{FF2B5EF4-FFF2-40B4-BE49-F238E27FC236}">
                      <a16:creationId xmlns:a16="http://schemas.microsoft.com/office/drawing/2014/main" xmlns="" id="{0BFDF49B-A9BF-934A-910F-F26A5134B366}"/>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0" name="Freeform 1036">
                  <a:extLst>
                    <a:ext uri="{FF2B5EF4-FFF2-40B4-BE49-F238E27FC236}">
                      <a16:creationId xmlns:a16="http://schemas.microsoft.com/office/drawing/2014/main" xmlns="" id="{21F4B59D-5D85-964E-BDDE-E5E86FF6961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Freeform 1037">
                  <a:extLst>
                    <a:ext uri="{FF2B5EF4-FFF2-40B4-BE49-F238E27FC236}">
                      <a16:creationId xmlns:a16="http://schemas.microsoft.com/office/drawing/2014/main" xmlns="" id="{298DF50A-C343-D34F-9CBE-3627C25C7211}"/>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2" name="Freeform 1038">
                  <a:extLst>
                    <a:ext uri="{FF2B5EF4-FFF2-40B4-BE49-F238E27FC236}">
                      <a16:creationId xmlns:a16="http://schemas.microsoft.com/office/drawing/2014/main" xmlns="" id="{CB753F3D-F63E-E249-8C26-0B99126FF2FD}"/>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Freeform 1039">
                  <a:extLst>
                    <a:ext uri="{FF2B5EF4-FFF2-40B4-BE49-F238E27FC236}">
                      <a16:creationId xmlns:a16="http://schemas.microsoft.com/office/drawing/2014/main" xmlns="" id="{6E91FD67-A892-364A-97CA-C6EE03DEF08C}"/>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6" name="Group 850">
                <a:extLst>
                  <a:ext uri="{FF2B5EF4-FFF2-40B4-BE49-F238E27FC236}">
                    <a16:creationId xmlns:a16="http://schemas.microsoft.com/office/drawing/2014/main" xmlns="" id="{02A8867F-D007-AE4F-B03F-660C78A1244E}"/>
                  </a:ext>
                </a:extLst>
              </p:cNvPr>
              <p:cNvGrpSpPr>
                <a:grpSpLocks/>
              </p:cNvGrpSpPr>
              <p:nvPr/>
            </p:nvGrpSpPr>
            <p:grpSpPr bwMode="auto">
              <a:xfrm>
                <a:off x="7408527" y="2307905"/>
                <a:ext cx="399726" cy="74090"/>
                <a:chOff x="2199" y="955"/>
                <a:chExt cx="2547" cy="506"/>
              </a:xfrm>
            </p:grpSpPr>
            <p:sp>
              <p:nvSpPr>
                <p:cNvPr id="157" name="Freeform 851">
                  <a:extLst>
                    <a:ext uri="{FF2B5EF4-FFF2-40B4-BE49-F238E27FC236}">
                      <a16:creationId xmlns:a16="http://schemas.microsoft.com/office/drawing/2014/main" xmlns="" id="{4460B147-19FD-ED40-A3B7-0F7EE0A57AA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8" name="Freeform 852">
                  <a:extLst>
                    <a:ext uri="{FF2B5EF4-FFF2-40B4-BE49-F238E27FC236}">
                      <a16:creationId xmlns:a16="http://schemas.microsoft.com/office/drawing/2014/main" xmlns="" id="{13E6A2E8-520D-9749-9BFE-80F719C48DEA}"/>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Freeform 853">
                  <a:extLst>
                    <a:ext uri="{FF2B5EF4-FFF2-40B4-BE49-F238E27FC236}">
                      <a16:creationId xmlns:a16="http://schemas.microsoft.com/office/drawing/2014/main" xmlns="" id="{EE3C2BDD-616C-AB4F-B41E-A0418E3456D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Freeform 854">
                  <a:extLst>
                    <a:ext uri="{FF2B5EF4-FFF2-40B4-BE49-F238E27FC236}">
                      <a16:creationId xmlns:a16="http://schemas.microsoft.com/office/drawing/2014/main" xmlns="" id="{F4D786B4-49B0-364F-BC7F-0D534B21ED7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1" name="Freeform 855">
                  <a:extLst>
                    <a:ext uri="{FF2B5EF4-FFF2-40B4-BE49-F238E27FC236}">
                      <a16:creationId xmlns:a16="http://schemas.microsoft.com/office/drawing/2014/main" xmlns="" id="{DA18CE26-E66F-7A43-901C-8DB0512D754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2" name="Freeform 856">
                  <a:extLst>
                    <a:ext uri="{FF2B5EF4-FFF2-40B4-BE49-F238E27FC236}">
                      <a16:creationId xmlns:a16="http://schemas.microsoft.com/office/drawing/2014/main" xmlns="" id="{258D91CA-3C65-0945-B397-447D80E3D21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82" name="Straight Connector 181">
                <a:extLst>
                  <a:ext uri="{FF2B5EF4-FFF2-40B4-BE49-F238E27FC236}">
                    <a16:creationId xmlns:a16="http://schemas.microsoft.com/office/drawing/2014/main" xmlns="" id="{40D64F1E-CB1A-A646-B422-FB171B402306}"/>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xmlns="" id="{88837365-7D27-2B4C-8382-E851F65D2180}"/>
                </a:ext>
              </a:extLst>
            </p:cNvPr>
            <p:cNvGrpSpPr/>
            <p:nvPr/>
          </p:nvGrpSpPr>
          <p:grpSpPr>
            <a:xfrm>
              <a:off x="10268203" y="3452676"/>
              <a:ext cx="1415984" cy="1643535"/>
              <a:chOff x="10249542" y="3676610"/>
              <a:chExt cx="1415984" cy="1643535"/>
            </a:xfrm>
          </p:grpSpPr>
          <p:sp>
            <p:nvSpPr>
              <p:cNvPr id="7" name="Line 435">
                <a:extLst>
                  <a:ext uri="{FF2B5EF4-FFF2-40B4-BE49-F238E27FC236}">
                    <a16:creationId xmlns:a16="http://schemas.microsoft.com/office/drawing/2014/main" xmlns="" id="{BDE1E373-F1A0-C247-A16F-51FD5086ACA0}"/>
                  </a:ext>
                </a:extLst>
              </p:cNvPr>
              <p:cNvSpPr>
                <a:spLocks noChangeShapeType="1"/>
              </p:cNvSpPr>
              <p:nvPr/>
            </p:nvSpPr>
            <p:spPr bwMode="auto">
              <a:xfrm flipH="1">
                <a:off x="11319747" y="4049486"/>
                <a:ext cx="7615" cy="35608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Line 436">
                <a:extLst>
                  <a:ext uri="{FF2B5EF4-FFF2-40B4-BE49-F238E27FC236}">
                    <a16:creationId xmlns:a16="http://schemas.microsoft.com/office/drawing/2014/main" xmlns="" id="{016BF512-7EEE-8E45-A51E-2C57B59762CA}"/>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439">
                <a:extLst>
                  <a:ext uri="{FF2B5EF4-FFF2-40B4-BE49-F238E27FC236}">
                    <a16:creationId xmlns:a16="http://schemas.microsoft.com/office/drawing/2014/main" xmlns="" id="{3EB85E7D-B15D-694B-9BA3-E67818C25BE0}"/>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xmlns="" id="{C4292F10-EFDE-C646-BCE0-43E3D3F0B73B}"/>
                  </a:ext>
                </a:extLst>
              </p:cNvPr>
              <p:cNvGrpSpPr/>
              <p:nvPr/>
            </p:nvGrpSpPr>
            <p:grpSpPr>
              <a:xfrm>
                <a:off x="11084522" y="4291738"/>
                <a:ext cx="581004" cy="299152"/>
                <a:chOff x="3668110" y="2448910"/>
                <a:chExt cx="3794234" cy="2165130"/>
              </a:xfrm>
            </p:grpSpPr>
            <p:sp>
              <p:nvSpPr>
                <p:cNvPr id="12" name="Rectangle 11">
                  <a:extLst>
                    <a:ext uri="{FF2B5EF4-FFF2-40B4-BE49-F238E27FC236}">
                      <a16:creationId xmlns:a16="http://schemas.microsoft.com/office/drawing/2014/main" xmlns="" id="{7072EAAC-2851-D649-B728-FC09C174985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12">
                  <a:extLst>
                    <a:ext uri="{FF2B5EF4-FFF2-40B4-BE49-F238E27FC236}">
                      <a16:creationId xmlns:a16="http://schemas.microsoft.com/office/drawing/2014/main" xmlns="" id="{13513B34-6DF2-0042-82EF-D16C2B12A3A9}"/>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xmlns="" id="{4C14FCDE-EE37-724B-91B1-B35B8FBFB9DE}"/>
                    </a:ext>
                  </a:extLst>
                </p:cNvPr>
                <p:cNvGrpSpPr/>
                <p:nvPr/>
              </p:nvGrpSpPr>
              <p:grpSpPr>
                <a:xfrm>
                  <a:off x="3941378" y="2603243"/>
                  <a:ext cx="3202061" cy="1066110"/>
                  <a:chOff x="7939341" y="3037317"/>
                  <a:chExt cx="897649" cy="353919"/>
                </a:xfrm>
              </p:grpSpPr>
              <p:sp>
                <p:nvSpPr>
                  <p:cNvPr id="15" name="Freeform 14">
                    <a:extLst>
                      <a:ext uri="{FF2B5EF4-FFF2-40B4-BE49-F238E27FC236}">
                        <a16:creationId xmlns:a16="http://schemas.microsoft.com/office/drawing/2014/main" xmlns="" id="{9D758CB1-341F-F142-A3E4-0C5D7F4A1330}"/>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Freeform 15">
                    <a:extLst>
                      <a:ext uri="{FF2B5EF4-FFF2-40B4-BE49-F238E27FC236}">
                        <a16:creationId xmlns:a16="http://schemas.microsoft.com/office/drawing/2014/main" xmlns="" id="{E96245B3-01A7-014E-9BA1-7FF47814682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Freeform 16">
                    <a:extLst>
                      <a:ext uri="{FF2B5EF4-FFF2-40B4-BE49-F238E27FC236}">
                        <a16:creationId xmlns:a16="http://schemas.microsoft.com/office/drawing/2014/main" xmlns="" id="{61DDD58F-B6AD-AD4C-B3E4-BAFA003044B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xmlns="" id="{30F6942C-3B5A-C543-85D8-24BF9990A9C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 name="Group 590">
                <a:extLst>
                  <a:ext uri="{FF2B5EF4-FFF2-40B4-BE49-F238E27FC236}">
                    <a16:creationId xmlns:a16="http://schemas.microsoft.com/office/drawing/2014/main" xmlns="" id="{303C6DB6-B1E2-884C-BBB8-EC1A99AC6277}"/>
                  </a:ext>
                </a:extLst>
              </p:cNvPr>
              <p:cNvGrpSpPr>
                <a:grpSpLocks/>
              </p:cNvGrpSpPr>
              <p:nvPr/>
            </p:nvGrpSpPr>
            <p:grpSpPr bwMode="auto">
              <a:xfrm flipH="1">
                <a:off x="10917985" y="3676610"/>
                <a:ext cx="649485" cy="571200"/>
                <a:chOff x="2839" y="3501"/>
                <a:chExt cx="755" cy="803"/>
              </a:xfrm>
            </p:grpSpPr>
            <p:pic>
              <p:nvPicPr>
                <p:cNvPr id="20" name="Picture 591" descr="desktop_computer_stylized_medium">
                  <a:extLst>
                    <a:ext uri="{FF2B5EF4-FFF2-40B4-BE49-F238E27FC236}">
                      <a16:creationId xmlns:a16="http://schemas.microsoft.com/office/drawing/2014/main" xmlns="" id="{63D2D7F9-5192-C24A-82A4-B0EA6FAD6C6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Freeform 592">
                  <a:extLst>
                    <a:ext uri="{FF2B5EF4-FFF2-40B4-BE49-F238E27FC236}">
                      <a16:creationId xmlns:a16="http://schemas.microsoft.com/office/drawing/2014/main" xmlns="" id="{CE876DBC-21CF-AE4B-919D-7AE28D5D03C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 name="Group 590">
                <a:extLst>
                  <a:ext uri="{FF2B5EF4-FFF2-40B4-BE49-F238E27FC236}">
                    <a16:creationId xmlns:a16="http://schemas.microsoft.com/office/drawing/2014/main" xmlns="" id="{91392431-0A58-5644-AA3F-947CE467E6FE}"/>
                  </a:ext>
                </a:extLst>
              </p:cNvPr>
              <p:cNvGrpSpPr>
                <a:grpSpLocks/>
              </p:cNvGrpSpPr>
              <p:nvPr/>
            </p:nvGrpSpPr>
            <p:grpSpPr bwMode="auto">
              <a:xfrm flipH="1">
                <a:off x="10249542" y="4410101"/>
                <a:ext cx="649485" cy="571200"/>
                <a:chOff x="2839" y="3501"/>
                <a:chExt cx="755" cy="803"/>
              </a:xfrm>
            </p:grpSpPr>
            <p:pic>
              <p:nvPicPr>
                <p:cNvPr id="23" name="Picture 591" descr="desktop_computer_stylized_medium">
                  <a:extLst>
                    <a:ext uri="{FF2B5EF4-FFF2-40B4-BE49-F238E27FC236}">
                      <a16:creationId xmlns:a16="http://schemas.microsoft.com/office/drawing/2014/main" xmlns="" id="{46FA0F11-EBA2-284F-8B1D-14AF3914585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592">
                  <a:extLst>
                    <a:ext uri="{FF2B5EF4-FFF2-40B4-BE49-F238E27FC236}">
                      <a16:creationId xmlns:a16="http://schemas.microsoft.com/office/drawing/2014/main" xmlns="" id="{52EF559D-DFC5-8447-AEA4-BC6B16E3FC3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86" name="Group 590">
                <a:extLst>
                  <a:ext uri="{FF2B5EF4-FFF2-40B4-BE49-F238E27FC236}">
                    <a16:creationId xmlns:a16="http://schemas.microsoft.com/office/drawing/2014/main" xmlns="" id="{F7641AD9-87D9-A44B-A42D-CB95A3432A41}"/>
                  </a:ext>
                </a:extLst>
              </p:cNvPr>
              <p:cNvGrpSpPr>
                <a:grpSpLocks/>
              </p:cNvGrpSpPr>
              <p:nvPr/>
            </p:nvGrpSpPr>
            <p:grpSpPr bwMode="auto">
              <a:xfrm flipH="1">
                <a:off x="10797829" y="4748945"/>
                <a:ext cx="649485" cy="571200"/>
                <a:chOff x="2839" y="3501"/>
                <a:chExt cx="755" cy="803"/>
              </a:xfrm>
            </p:grpSpPr>
            <p:pic>
              <p:nvPicPr>
                <p:cNvPr id="187" name="Picture 591" descr="desktop_computer_stylized_medium">
                  <a:extLst>
                    <a:ext uri="{FF2B5EF4-FFF2-40B4-BE49-F238E27FC236}">
                      <a16:creationId xmlns:a16="http://schemas.microsoft.com/office/drawing/2014/main" xmlns="" id="{30678A54-3E22-8B42-A81E-5CF5B995FA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592">
                  <a:extLst>
                    <a:ext uri="{FF2B5EF4-FFF2-40B4-BE49-F238E27FC236}">
                      <a16:creationId xmlns:a16="http://schemas.microsoft.com/office/drawing/2014/main" xmlns="" id="{6D9A530E-D982-6948-B078-2A03FF1F3B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0" name="Group 519">
              <a:extLst>
                <a:ext uri="{FF2B5EF4-FFF2-40B4-BE49-F238E27FC236}">
                  <a16:creationId xmlns:a16="http://schemas.microsoft.com/office/drawing/2014/main" xmlns="" id="{BCEAC609-53A3-DC4E-B9E6-B5176894A3B7}"/>
                </a:ext>
              </a:extLst>
            </p:cNvPr>
            <p:cNvGrpSpPr/>
            <p:nvPr/>
          </p:nvGrpSpPr>
          <p:grpSpPr>
            <a:xfrm>
              <a:off x="8229600" y="5199782"/>
              <a:ext cx="1923291" cy="1159453"/>
              <a:chOff x="9874069" y="4049856"/>
              <a:chExt cx="1165513" cy="683960"/>
            </a:xfrm>
          </p:grpSpPr>
          <p:pic>
            <p:nvPicPr>
              <p:cNvPr id="26" name="Picture 781" descr="antenna_radiation_stylized">
                <a:extLst>
                  <a:ext uri="{FF2B5EF4-FFF2-40B4-BE49-F238E27FC236}">
                    <a16:creationId xmlns:a16="http://schemas.microsoft.com/office/drawing/2014/main" xmlns="" id="{DB627E11-E099-EC41-BC25-0FB10F3B69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80" descr="access_point_stylized_small">
                <a:extLst>
                  <a:ext uri="{FF2B5EF4-FFF2-40B4-BE49-F238E27FC236}">
                    <a16:creationId xmlns:a16="http://schemas.microsoft.com/office/drawing/2014/main" xmlns="" id="{A02A91D2-3E70-F042-A5F5-5B2635BF0B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 name="Group 850">
                <a:extLst>
                  <a:ext uri="{FF2B5EF4-FFF2-40B4-BE49-F238E27FC236}">
                    <a16:creationId xmlns:a16="http://schemas.microsoft.com/office/drawing/2014/main" xmlns="" id="{57E97886-C05F-6048-B731-37159BF97094}"/>
                  </a:ext>
                </a:extLst>
              </p:cNvPr>
              <p:cNvGrpSpPr>
                <a:grpSpLocks/>
              </p:cNvGrpSpPr>
              <p:nvPr/>
            </p:nvGrpSpPr>
            <p:grpSpPr bwMode="auto">
              <a:xfrm>
                <a:off x="10257306" y="4049856"/>
                <a:ext cx="450526" cy="96315"/>
                <a:chOff x="2199" y="955"/>
                <a:chExt cx="2547" cy="506"/>
              </a:xfrm>
            </p:grpSpPr>
            <p:sp>
              <p:nvSpPr>
                <p:cNvPr id="77" name="Freeform 851">
                  <a:extLst>
                    <a:ext uri="{FF2B5EF4-FFF2-40B4-BE49-F238E27FC236}">
                      <a16:creationId xmlns:a16="http://schemas.microsoft.com/office/drawing/2014/main" xmlns="" id="{B3924299-6BE1-3843-A764-2F95D9F82A3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Freeform 852">
                  <a:extLst>
                    <a:ext uri="{FF2B5EF4-FFF2-40B4-BE49-F238E27FC236}">
                      <a16:creationId xmlns:a16="http://schemas.microsoft.com/office/drawing/2014/main" xmlns="" id="{603A533B-82A1-6445-B323-DBB29F6A36A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Freeform 853">
                  <a:extLst>
                    <a:ext uri="{FF2B5EF4-FFF2-40B4-BE49-F238E27FC236}">
                      <a16:creationId xmlns:a16="http://schemas.microsoft.com/office/drawing/2014/main" xmlns="" id="{51E5D983-ADB0-114C-9834-F8276FDAF0E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Freeform 854">
                  <a:extLst>
                    <a:ext uri="{FF2B5EF4-FFF2-40B4-BE49-F238E27FC236}">
                      <a16:creationId xmlns:a16="http://schemas.microsoft.com/office/drawing/2014/main" xmlns="" id="{AD9CC5C5-8A1B-F443-B43A-D696211E811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Freeform 855">
                  <a:extLst>
                    <a:ext uri="{FF2B5EF4-FFF2-40B4-BE49-F238E27FC236}">
                      <a16:creationId xmlns:a16="http://schemas.microsoft.com/office/drawing/2014/main" xmlns="" id="{82118053-8C1C-C841-A495-DCB0EF345542}"/>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Freeform 856">
                  <a:extLst>
                    <a:ext uri="{FF2B5EF4-FFF2-40B4-BE49-F238E27FC236}">
                      <a16:creationId xmlns:a16="http://schemas.microsoft.com/office/drawing/2014/main" xmlns="" id="{DFA74633-0451-F848-A038-52B85B120BB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0" name="Group 189">
                <a:extLst>
                  <a:ext uri="{FF2B5EF4-FFF2-40B4-BE49-F238E27FC236}">
                    <a16:creationId xmlns:a16="http://schemas.microsoft.com/office/drawing/2014/main" xmlns="" id="{04A1B945-82CF-B24C-927F-7FD13A0C24C4}"/>
                  </a:ext>
                </a:extLst>
              </p:cNvPr>
              <p:cNvGrpSpPr/>
              <p:nvPr/>
            </p:nvGrpSpPr>
            <p:grpSpPr>
              <a:xfrm>
                <a:off x="9874069" y="4284324"/>
                <a:ext cx="406937" cy="372436"/>
                <a:chOff x="7341491" y="2307905"/>
                <a:chExt cx="509280" cy="439573"/>
              </a:xfrm>
            </p:grpSpPr>
            <p:grpSp>
              <p:nvGrpSpPr>
                <p:cNvPr id="191" name="Group 190">
                  <a:extLst>
                    <a:ext uri="{FF2B5EF4-FFF2-40B4-BE49-F238E27FC236}">
                      <a16:creationId xmlns:a16="http://schemas.microsoft.com/office/drawing/2014/main" xmlns="" id="{14BD4F1A-F69B-CC4E-9ADB-754A3C888DDB}"/>
                    </a:ext>
                  </a:extLst>
                </p:cNvPr>
                <p:cNvGrpSpPr/>
                <p:nvPr/>
              </p:nvGrpSpPr>
              <p:grpSpPr>
                <a:xfrm>
                  <a:off x="7341491" y="2426725"/>
                  <a:ext cx="509280" cy="320753"/>
                  <a:chOff x="7458407" y="2414528"/>
                  <a:chExt cx="509280" cy="320753"/>
                </a:xfrm>
              </p:grpSpPr>
              <p:pic>
                <p:nvPicPr>
                  <p:cNvPr id="200" name="Picture 1018" descr="laptop_keyboard">
                    <a:extLst>
                      <a:ext uri="{FF2B5EF4-FFF2-40B4-BE49-F238E27FC236}">
                        <a16:creationId xmlns:a16="http://schemas.microsoft.com/office/drawing/2014/main" xmlns="" id="{43A4C956-16BA-2749-B63E-A0735579E8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Freeform 1019">
                    <a:extLst>
                      <a:ext uri="{FF2B5EF4-FFF2-40B4-BE49-F238E27FC236}">
                        <a16:creationId xmlns:a16="http://schemas.microsoft.com/office/drawing/2014/main" xmlns="" id="{FB9CB46A-3962-FA48-A49E-FC5678B71044}"/>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2" name="Picture 1020" descr="screen">
                    <a:extLst>
                      <a:ext uri="{FF2B5EF4-FFF2-40B4-BE49-F238E27FC236}">
                        <a16:creationId xmlns:a16="http://schemas.microsoft.com/office/drawing/2014/main" xmlns="" id="{546620B1-B43D-D44B-BDBF-CB7163856C9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Freeform 1021">
                    <a:extLst>
                      <a:ext uri="{FF2B5EF4-FFF2-40B4-BE49-F238E27FC236}">
                        <a16:creationId xmlns:a16="http://schemas.microsoft.com/office/drawing/2014/main" xmlns="" id="{3609018E-54F0-C545-8881-2F666AE77294}"/>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4" name="Freeform 1022">
                    <a:extLst>
                      <a:ext uri="{FF2B5EF4-FFF2-40B4-BE49-F238E27FC236}">
                        <a16:creationId xmlns:a16="http://schemas.microsoft.com/office/drawing/2014/main" xmlns="" id="{25B49A33-C4F2-BD48-B970-1F34E2623C4F}"/>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5" name="Freeform 1023">
                    <a:extLst>
                      <a:ext uri="{FF2B5EF4-FFF2-40B4-BE49-F238E27FC236}">
                        <a16:creationId xmlns:a16="http://schemas.microsoft.com/office/drawing/2014/main" xmlns="" id="{7A3CD4B0-7D22-AA45-8A15-E073D619536E}"/>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6" name="Freeform 1024">
                    <a:extLst>
                      <a:ext uri="{FF2B5EF4-FFF2-40B4-BE49-F238E27FC236}">
                        <a16:creationId xmlns:a16="http://schemas.microsoft.com/office/drawing/2014/main" xmlns="" id="{6A3B0A44-ABEE-F642-9AA1-40BC4C0AD4E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7" name="Freeform 1025">
                    <a:extLst>
                      <a:ext uri="{FF2B5EF4-FFF2-40B4-BE49-F238E27FC236}">
                        <a16:creationId xmlns:a16="http://schemas.microsoft.com/office/drawing/2014/main" xmlns="" id="{8E276300-85ED-F14E-BCE2-C7D4D59B3BD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 name="Freeform 1026">
                    <a:extLst>
                      <a:ext uri="{FF2B5EF4-FFF2-40B4-BE49-F238E27FC236}">
                        <a16:creationId xmlns:a16="http://schemas.microsoft.com/office/drawing/2014/main" xmlns="" id="{C5ADDBAC-F8C7-5846-8484-7E2ACCC04250}"/>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09" name="Group 1027">
                    <a:extLst>
                      <a:ext uri="{FF2B5EF4-FFF2-40B4-BE49-F238E27FC236}">
                        <a16:creationId xmlns:a16="http://schemas.microsoft.com/office/drawing/2014/main" xmlns="" id="{6244016C-85DB-4D44-A0FC-F42A9A7D3A3C}"/>
                      </a:ext>
                    </a:extLst>
                  </p:cNvPr>
                  <p:cNvGrpSpPr>
                    <a:grpSpLocks/>
                  </p:cNvGrpSpPr>
                  <p:nvPr/>
                </p:nvGrpSpPr>
                <p:grpSpPr bwMode="auto">
                  <a:xfrm>
                    <a:off x="7594735" y="2642220"/>
                    <a:ext cx="98740" cy="36846"/>
                    <a:chOff x="1740" y="2642"/>
                    <a:chExt cx="752" cy="327"/>
                  </a:xfrm>
                </p:grpSpPr>
                <p:sp>
                  <p:nvSpPr>
                    <p:cNvPr id="216" name="Freeform 1028">
                      <a:extLst>
                        <a:ext uri="{FF2B5EF4-FFF2-40B4-BE49-F238E27FC236}">
                          <a16:creationId xmlns:a16="http://schemas.microsoft.com/office/drawing/2014/main" xmlns="" id="{5AA16397-7098-9946-8BE9-C4651BB16E2B}"/>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7" name="Freeform 1029">
                      <a:extLst>
                        <a:ext uri="{FF2B5EF4-FFF2-40B4-BE49-F238E27FC236}">
                          <a16:creationId xmlns:a16="http://schemas.microsoft.com/office/drawing/2014/main" xmlns="" id="{384C7126-22CD-204D-ADC8-D47C7589576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8" name="Freeform 1030">
                      <a:extLst>
                        <a:ext uri="{FF2B5EF4-FFF2-40B4-BE49-F238E27FC236}">
                          <a16:creationId xmlns:a16="http://schemas.microsoft.com/office/drawing/2014/main" xmlns="" id="{988ADBF6-5CE8-D54F-9B1A-0CDD671EFC2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9" name="Freeform 1031">
                      <a:extLst>
                        <a:ext uri="{FF2B5EF4-FFF2-40B4-BE49-F238E27FC236}">
                          <a16:creationId xmlns:a16="http://schemas.microsoft.com/office/drawing/2014/main" xmlns="" id="{143CE67A-75D1-0648-A3F8-C441C79AD8D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0" name="Freeform 1032">
                      <a:extLst>
                        <a:ext uri="{FF2B5EF4-FFF2-40B4-BE49-F238E27FC236}">
                          <a16:creationId xmlns:a16="http://schemas.microsoft.com/office/drawing/2014/main" xmlns="" id="{D7D5A372-4E31-6F4C-AAB1-9DE01C704BF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 name="Freeform 1033">
                      <a:extLst>
                        <a:ext uri="{FF2B5EF4-FFF2-40B4-BE49-F238E27FC236}">
                          <a16:creationId xmlns:a16="http://schemas.microsoft.com/office/drawing/2014/main" xmlns="" id="{0AF2083D-846C-A943-9458-9EF7685D4DE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10" name="Freeform 1034">
                    <a:extLst>
                      <a:ext uri="{FF2B5EF4-FFF2-40B4-BE49-F238E27FC236}">
                        <a16:creationId xmlns:a16="http://schemas.microsoft.com/office/drawing/2014/main" xmlns="" id="{3B1CD3A9-2A99-D943-AB31-0016D9DD746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1" name="Freeform 1035">
                    <a:extLst>
                      <a:ext uri="{FF2B5EF4-FFF2-40B4-BE49-F238E27FC236}">
                        <a16:creationId xmlns:a16="http://schemas.microsoft.com/office/drawing/2014/main" xmlns="" id="{9DA1D7A0-F967-E74D-960A-4B56F22DD27D}"/>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2" name="Freeform 1036">
                    <a:extLst>
                      <a:ext uri="{FF2B5EF4-FFF2-40B4-BE49-F238E27FC236}">
                        <a16:creationId xmlns:a16="http://schemas.microsoft.com/office/drawing/2014/main" xmlns="" id="{950CCC8A-F414-9A41-9782-93A28378FB6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3" name="Freeform 1037">
                    <a:extLst>
                      <a:ext uri="{FF2B5EF4-FFF2-40B4-BE49-F238E27FC236}">
                        <a16:creationId xmlns:a16="http://schemas.microsoft.com/office/drawing/2014/main" xmlns="" id="{096C7422-F2A4-C441-8ACD-BCE2E662DB7A}"/>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4" name="Freeform 1038">
                    <a:extLst>
                      <a:ext uri="{FF2B5EF4-FFF2-40B4-BE49-F238E27FC236}">
                        <a16:creationId xmlns:a16="http://schemas.microsoft.com/office/drawing/2014/main" xmlns="" id="{62886C74-4755-1F49-916C-0FB17C421A31}"/>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5" name="Freeform 1039">
                    <a:extLst>
                      <a:ext uri="{FF2B5EF4-FFF2-40B4-BE49-F238E27FC236}">
                        <a16:creationId xmlns:a16="http://schemas.microsoft.com/office/drawing/2014/main" xmlns="" id="{83286882-3B59-2E4B-8F6B-0A559AFADE53}"/>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2" name="Group 850">
                  <a:extLst>
                    <a:ext uri="{FF2B5EF4-FFF2-40B4-BE49-F238E27FC236}">
                      <a16:creationId xmlns:a16="http://schemas.microsoft.com/office/drawing/2014/main" xmlns="" id="{19F8753D-AAD8-4949-A49B-6EC93DC27061}"/>
                    </a:ext>
                  </a:extLst>
                </p:cNvPr>
                <p:cNvGrpSpPr>
                  <a:grpSpLocks/>
                </p:cNvGrpSpPr>
                <p:nvPr/>
              </p:nvGrpSpPr>
              <p:grpSpPr bwMode="auto">
                <a:xfrm>
                  <a:off x="7408527" y="2307905"/>
                  <a:ext cx="399726" cy="74090"/>
                  <a:chOff x="2199" y="955"/>
                  <a:chExt cx="2547" cy="506"/>
                </a:xfrm>
              </p:grpSpPr>
              <p:sp>
                <p:nvSpPr>
                  <p:cNvPr id="194" name="Freeform 851">
                    <a:extLst>
                      <a:ext uri="{FF2B5EF4-FFF2-40B4-BE49-F238E27FC236}">
                        <a16:creationId xmlns:a16="http://schemas.microsoft.com/office/drawing/2014/main" xmlns="" id="{40AEBF74-7D40-DE48-B7FB-0E8992CB58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5" name="Freeform 852">
                    <a:extLst>
                      <a:ext uri="{FF2B5EF4-FFF2-40B4-BE49-F238E27FC236}">
                        <a16:creationId xmlns:a16="http://schemas.microsoft.com/office/drawing/2014/main" xmlns="" id="{CD6F1594-3FE4-F94F-ACC7-0D901861F35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6" name="Freeform 853">
                    <a:extLst>
                      <a:ext uri="{FF2B5EF4-FFF2-40B4-BE49-F238E27FC236}">
                        <a16:creationId xmlns:a16="http://schemas.microsoft.com/office/drawing/2014/main" xmlns="" id="{D17F9977-9E37-8741-B482-D64778F6714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7" name="Freeform 854">
                    <a:extLst>
                      <a:ext uri="{FF2B5EF4-FFF2-40B4-BE49-F238E27FC236}">
                        <a16:creationId xmlns:a16="http://schemas.microsoft.com/office/drawing/2014/main" xmlns="" id="{9CA9F277-24FA-3940-B16C-D12B7BB4F34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8" name="Freeform 855">
                    <a:extLst>
                      <a:ext uri="{FF2B5EF4-FFF2-40B4-BE49-F238E27FC236}">
                        <a16:creationId xmlns:a16="http://schemas.microsoft.com/office/drawing/2014/main" xmlns="" id="{42D0BD36-F52A-EA4F-8E56-673822F5935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9" name="Freeform 856">
                    <a:extLst>
                      <a:ext uri="{FF2B5EF4-FFF2-40B4-BE49-F238E27FC236}">
                        <a16:creationId xmlns:a16="http://schemas.microsoft.com/office/drawing/2014/main" xmlns="" id="{DE032556-7636-804E-906F-97BBD0B9C96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93" name="Straight Connector 192">
                  <a:extLst>
                    <a:ext uri="{FF2B5EF4-FFF2-40B4-BE49-F238E27FC236}">
                      <a16:creationId xmlns:a16="http://schemas.microsoft.com/office/drawing/2014/main" xmlns="" id="{E327019D-1905-154A-8E85-6EC04E77529B}"/>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xmlns="" id="{25857B5F-442D-6547-97DC-F5378BA1C438}"/>
                  </a:ext>
                </a:extLst>
              </p:cNvPr>
              <p:cNvGrpSpPr/>
              <p:nvPr/>
            </p:nvGrpSpPr>
            <p:grpSpPr>
              <a:xfrm>
                <a:off x="10632645" y="4361380"/>
                <a:ext cx="406937" cy="372436"/>
                <a:chOff x="7341491" y="2307905"/>
                <a:chExt cx="509280" cy="439573"/>
              </a:xfrm>
            </p:grpSpPr>
            <p:grpSp>
              <p:nvGrpSpPr>
                <p:cNvPr id="223" name="Group 222">
                  <a:extLst>
                    <a:ext uri="{FF2B5EF4-FFF2-40B4-BE49-F238E27FC236}">
                      <a16:creationId xmlns:a16="http://schemas.microsoft.com/office/drawing/2014/main" xmlns="" id="{76DB35A4-9E1B-4E44-8D0F-D270CF67063A}"/>
                    </a:ext>
                  </a:extLst>
                </p:cNvPr>
                <p:cNvGrpSpPr/>
                <p:nvPr/>
              </p:nvGrpSpPr>
              <p:grpSpPr>
                <a:xfrm>
                  <a:off x="7341491" y="2426725"/>
                  <a:ext cx="509280" cy="320753"/>
                  <a:chOff x="7458407" y="2414528"/>
                  <a:chExt cx="509280" cy="320753"/>
                </a:xfrm>
              </p:grpSpPr>
              <p:pic>
                <p:nvPicPr>
                  <p:cNvPr id="232" name="Picture 1018" descr="laptop_keyboard">
                    <a:extLst>
                      <a:ext uri="{FF2B5EF4-FFF2-40B4-BE49-F238E27FC236}">
                        <a16:creationId xmlns:a16="http://schemas.microsoft.com/office/drawing/2014/main" xmlns="" id="{4F4F48BB-0250-D44A-9BC4-81D3641D24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1019">
                    <a:extLst>
                      <a:ext uri="{FF2B5EF4-FFF2-40B4-BE49-F238E27FC236}">
                        <a16:creationId xmlns:a16="http://schemas.microsoft.com/office/drawing/2014/main" xmlns="" id="{2AF3E33D-CD8C-2F48-81D3-778B4B41A7D2}"/>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4" name="Picture 1020" descr="screen">
                    <a:extLst>
                      <a:ext uri="{FF2B5EF4-FFF2-40B4-BE49-F238E27FC236}">
                        <a16:creationId xmlns:a16="http://schemas.microsoft.com/office/drawing/2014/main" xmlns="" id="{8DF7014D-CFBA-C245-B0BD-DE0B172F72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 name="Freeform 1021">
                    <a:extLst>
                      <a:ext uri="{FF2B5EF4-FFF2-40B4-BE49-F238E27FC236}">
                        <a16:creationId xmlns:a16="http://schemas.microsoft.com/office/drawing/2014/main" xmlns="" id="{511E93A6-2D52-5346-8CB6-B5B1DF37F792}"/>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6" name="Freeform 1022">
                    <a:extLst>
                      <a:ext uri="{FF2B5EF4-FFF2-40B4-BE49-F238E27FC236}">
                        <a16:creationId xmlns:a16="http://schemas.microsoft.com/office/drawing/2014/main" xmlns="" id="{1D625A85-B0E0-4145-AF39-6DB0D9E0CBF4}"/>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7" name="Freeform 1023">
                    <a:extLst>
                      <a:ext uri="{FF2B5EF4-FFF2-40B4-BE49-F238E27FC236}">
                        <a16:creationId xmlns:a16="http://schemas.microsoft.com/office/drawing/2014/main" xmlns="" id="{ABD8107C-127C-8B4C-956D-D2038C947A11}"/>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8" name="Freeform 1024">
                    <a:extLst>
                      <a:ext uri="{FF2B5EF4-FFF2-40B4-BE49-F238E27FC236}">
                        <a16:creationId xmlns:a16="http://schemas.microsoft.com/office/drawing/2014/main" xmlns="" id="{523BA87F-7AE2-F34A-B701-BE0CF79FE0D6}"/>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9" name="Freeform 1025">
                    <a:extLst>
                      <a:ext uri="{FF2B5EF4-FFF2-40B4-BE49-F238E27FC236}">
                        <a16:creationId xmlns:a16="http://schemas.microsoft.com/office/drawing/2014/main" xmlns="" id="{F6F11968-F7C7-7148-A094-57D4B6F7A6AE}"/>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0" name="Freeform 1026">
                    <a:extLst>
                      <a:ext uri="{FF2B5EF4-FFF2-40B4-BE49-F238E27FC236}">
                        <a16:creationId xmlns:a16="http://schemas.microsoft.com/office/drawing/2014/main" xmlns="" id="{9CE419CC-6653-D64F-826C-2A3B663DD5E5}"/>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1" name="Group 1027">
                    <a:extLst>
                      <a:ext uri="{FF2B5EF4-FFF2-40B4-BE49-F238E27FC236}">
                        <a16:creationId xmlns:a16="http://schemas.microsoft.com/office/drawing/2014/main" xmlns="" id="{B79A86C8-03B9-3742-B3E1-C3C4870A9B65}"/>
                      </a:ext>
                    </a:extLst>
                  </p:cNvPr>
                  <p:cNvGrpSpPr>
                    <a:grpSpLocks/>
                  </p:cNvGrpSpPr>
                  <p:nvPr/>
                </p:nvGrpSpPr>
                <p:grpSpPr bwMode="auto">
                  <a:xfrm>
                    <a:off x="7594735" y="2642220"/>
                    <a:ext cx="98740" cy="36846"/>
                    <a:chOff x="1740" y="2642"/>
                    <a:chExt cx="752" cy="327"/>
                  </a:xfrm>
                </p:grpSpPr>
                <p:sp>
                  <p:nvSpPr>
                    <p:cNvPr id="248" name="Freeform 1028">
                      <a:extLst>
                        <a:ext uri="{FF2B5EF4-FFF2-40B4-BE49-F238E27FC236}">
                          <a16:creationId xmlns:a16="http://schemas.microsoft.com/office/drawing/2014/main" xmlns="" id="{294DD880-2083-8645-945D-9844B406081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9" name="Freeform 1029">
                      <a:extLst>
                        <a:ext uri="{FF2B5EF4-FFF2-40B4-BE49-F238E27FC236}">
                          <a16:creationId xmlns:a16="http://schemas.microsoft.com/office/drawing/2014/main" xmlns="" id="{AE3490FA-748F-B64C-A3DB-5C327A8281B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0" name="Freeform 1030">
                      <a:extLst>
                        <a:ext uri="{FF2B5EF4-FFF2-40B4-BE49-F238E27FC236}">
                          <a16:creationId xmlns:a16="http://schemas.microsoft.com/office/drawing/2014/main" xmlns="" id="{2A46627B-BBEF-1943-8288-EC0F71CA7D3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1" name="Freeform 1031">
                      <a:extLst>
                        <a:ext uri="{FF2B5EF4-FFF2-40B4-BE49-F238E27FC236}">
                          <a16:creationId xmlns:a16="http://schemas.microsoft.com/office/drawing/2014/main" xmlns="" id="{6DF5FBDA-FAE1-B241-90C6-B93B7090DBE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2" name="Freeform 1032">
                      <a:extLst>
                        <a:ext uri="{FF2B5EF4-FFF2-40B4-BE49-F238E27FC236}">
                          <a16:creationId xmlns:a16="http://schemas.microsoft.com/office/drawing/2014/main" xmlns="" id="{7FA684E5-78AC-0C46-8D3D-012C1F74500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3" name="Freeform 1033">
                      <a:extLst>
                        <a:ext uri="{FF2B5EF4-FFF2-40B4-BE49-F238E27FC236}">
                          <a16:creationId xmlns:a16="http://schemas.microsoft.com/office/drawing/2014/main" xmlns="" id="{B3FCEF67-D6F1-984D-8779-21AC52CA9C5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2" name="Freeform 1034">
                    <a:extLst>
                      <a:ext uri="{FF2B5EF4-FFF2-40B4-BE49-F238E27FC236}">
                        <a16:creationId xmlns:a16="http://schemas.microsoft.com/office/drawing/2014/main" xmlns="" id="{236DF0FE-8B0C-254C-9AE3-B73153B830A0}"/>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3" name="Freeform 1035">
                    <a:extLst>
                      <a:ext uri="{FF2B5EF4-FFF2-40B4-BE49-F238E27FC236}">
                        <a16:creationId xmlns:a16="http://schemas.microsoft.com/office/drawing/2014/main" xmlns="" id="{CD69B965-4D92-7C44-AB07-D51C40C35600}"/>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4" name="Freeform 1036">
                    <a:extLst>
                      <a:ext uri="{FF2B5EF4-FFF2-40B4-BE49-F238E27FC236}">
                        <a16:creationId xmlns:a16="http://schemas.microsoft.com/office/drawing/2014/main" xmlns="" id="{7F88CD3B-8D3F-944F-93A0-3272A6EC0FC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5" name="Freeform 1037">
                    <a:extLst>
                      <a:ext uri="{FF2B5EF4-FFF2-40B4-BE49-F238E27FC236}">
                        <a16:creationId xmlns:a16="http://schemas.microsoft.com/office/drawing/2014/main" xmlns="" id="{96F1BC2D-3CA4-2C4F-9D40-5E252F8EF9BC}"/>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6" name="Freeform 1038">
                    <a:extLst>
                      <a:ext uri="{FF2B5EF4-FFF2-40B4-BE49-F238E27FC236}">
                        <a16:creationId xmlns:a16="http://schemas.microsoft.com/office/drawing/2014/main" xmlns="" id="{0907C174-E6C0-5642-A505-58A08DD18AB9}"/>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7" name="Freeform 1039">
                    <a:extLst>
                      <a:ext uri="{FF2B5EF4-FFF2-40B4-BE49-F238E27FC236}">
                        <a16:creationId xmlns:a16="http://schemas.microsoft.com/office/drawing/2014/main" xmlns="" id="{1CDC6E2D-A772-3B49-8439-D3D891518374}"/>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4" name="Group 850">
                  <a:extLst>
                    <a:ext uri="{FF2B5EF4-FFF2-40B4-BE49-F238E27FC236}">
                      <a16:creationId xmlns:a16="http://schemas.microsoft.com/office/drawing/2014/main" xmlns="" id="{C7FC9F56-C4B9-CB4F-871F-27598301F431}"/>
                    </a:ext>
                  </a:extLst>
                </p:cNvPr>
                <p:cNvGrpSpPr>
                  <a:grpSpLocks/>
                </p:cNvGrpSpPr>
                <p:nvPr/>
              </p:nvGrpSpPr>
              <p:grpSpPr bwMode="auto">
                <a:xfrm>
                  <a:off x="7408527" y="2307905"/>
                  <a:ext cx="399726" cy="74090"/>
                  <a:chOff x="2199" y="955"/>
                  <a:chExt cx="2547" cy="506"/>
                </a:xfrm>
              </p:grpSpPr>
              <p:sp>
                <p:nvSpPr>
                  <p:cNvPr id="226" name="Freeform 851">
                    <a:extLst>
                      <a:ext uri="{FF2B5EF4-FFF2-40B4-BE49-F238E27FC236}">
                        <a16:creationId xmlns:a16="http://schemas.microsoft.com/office/drawing/2014/main" xmlns="" id="{C78362AD-12BA-544F-9449-4E99CFE45F8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7" name="Freeform 852">
                    <a:extLst>
                      <a:ext uri="{FF2B5EF4-FFF2-40B4-BE49-F238E27FC236}">
                        <a16:creationId xmlns:a16="http://schemas.microsoft.com/office/drawing/2014/main" xmlns="" id="{D7D5F371-6CB2-754F-B423-4A735A9DB5C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8" name="Freeform 853">
                    <a:extLst>
                      <a:ext uri="{FF2B5EF4-FFF2-40B4-BE49-F238E27FC236}">
                        <a16:creationId xmlns:a16="http://schemas.microsoft.com/office/drawing/2014/main" xmlns="" id="{8BA4DE9D-2F75-6549-9A25-7FB763FE554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9" name="Freeform 854">
                    <a:extLst>
                      <a:ext uri="{FF2B5EF4-FFF2-40B4-BE49-F238E27FC236}">
                        <a16:creationId xmlns:a16="http://schemas.microsoft.com/office/drawing/2014/main" xmlns="" id="{9C6E88C6-1471-3640-9C83-836DB2672C7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0" name="Freeform 855">
                    <a:extLst>
                      <a:ext uri="{FF2B5EF4-FFF2-40B4-BE49-F238E27FC236}">
                        <a16:creationId xmlns:a16="http://schemas.microsoft.com/office/drawing/2014/main" xmlns="" id="{CDF7241E-AB35-CB4E-AC37-D40F82656D3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1" name="Freeform 856">
                    <a:extLst>
                      <a:ext uri="{FF2B5EF4-FFF2-40B4-BE49-F238E27FC236}">
                        <a16:creationId xmlns:a16="http://schemas.microsoft.com/office/drawing/2014/main" xmlns="" id="{1F147BC7-3E05-0248-B4B8-53FE858D23E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225" name="Straight Connector 224">
                  <a:extLst>
                    <a:ext uri="{FF2B5EF4-FFF2-40B4-BE49-F238E27FC236}">
                      <a16:creationId xmlns:a16="http://schemas.microsoft.com/office/drawing/2014/main" xmlns="" id="{3BA573AA-F2AE-334C-B328-9F37A8FF4532}"/>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28" name="Group 527">
              <a:extLst>
                <a:ext uri="{FF2B5EF4-FFF2-40B4-BE49-F238E27FC236}">
                  <a16:creationId xmlns:a16="http://schemas.microsoft.com/office/drawing/2014/main" xmlns="" id="{B503E439-945A-A344-AB60-2A65A7023FC4}"/>
                </a:ext>
              </a:extLst>
            </p:cNvPr>
            <p:cNvGrpSpPr/>
            <p:nvPr/>
          </p:nvGrpSpPr>
          <p:grpSpPr>
            <a:xfrm>
              <a:off x="7840518" y="1242873"/>
              <a:ext cx="4037013" cy="1377421"/>
              <a:chOff x="7785100" y="730250"/>
              <a:chExt cx="4037013" cy="1377421"/>
            </a:xfrm>
          </p:grpSpPr>
          <p:grpSp>
            <p:nvGrpSpPr>
              <p:cNvPr id="273" name="Group 117">
                <a:extLst>
                  <a:ext uri="{FF2B5EF4-FFF2-40B4-BE49-F238E27FC236}">
                    <a16:creationId xmlns:a16="http://schemas.microsoft.com/office/drawing/2014/main" xmlns="" id="{D45AA40C-B22D-9946-9473-ECEF602BD97D}"/>
                  </a:ext>
                </a:extLst>
              </p:cNvPr>
              <p:cNvGrpSpPr>
                <a:grpSpLocks/>
              </p:cNvGrpSpPr>
              <p:nvPr/>
            </p:nvGrpSpPr>
            <p:grpSpPr bwMode="auto">
              <a:xfrm>
                <a:off x="7785100" y="736600"/>
                <a:ext cx="850900" cy="527050"/>
                <a:chOff x="-490" y="1664"/>
                <a:chExt cx="1429" cy="842"/>
              </a:xfrm>
            </p:grpSpPr>
            <p:sp>
              <p:nvSpPr>
                <p:cNvPr id="274" name="AutoShape 111">
                  <a:extLst>
                    <a:ext uri="{FF2B5EF4-FFF2-40B4-BE49-F238E27FC236}">
                      <a16:creationId xmlns:a16="http://schemas.microsoft.com/office/drawing/2014/main" xmlns="" id="{19FECEC5-DE0E-784A-9583-2B6FFC9B7B03}"/>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75" name="Group 116">
                  <a:extLst>
                    <a:ext uri="{FF2B5EF4-FFF2-40B4-BE49-F238E27FC236}">
                      <a16:creationId xmlns:a16="http://schemas.microsoft.com/office/drawing/2014/main" xmlns="" id="{CB83F8A1-1FC2-3B4D-8C09-DF5C80183588}"/>
                    </a:ext>
                  </a:extLst>
                </p:cNvPr>
                <p:cNvGrpSpPr>
                  <a:grpSpLocks/>
                </p:cNvGrpSpPr>
                <p:nvPr/>
              </p:nvGrpSpPr>
              <p:grpSpPr bwMode="auto">
                <a:xfrm>
                  <a:off x="-427" y="1737"/>
                  <a:ext cx="1217" cy="769"/>
                  <a:chOff x="-427" y="1737"/>
                  <a:chExt cx="1217" cy="769"/>
                </a:xfrm>
              </p:grpSpPr>
              <p:sp>
                <p:nvSpPr>
                  <p:cNvPr id="276" name="Rectangle 99">
                    <a:extLst>
                      <a:ext uri="{FF2B5EF4-FFF2-40B4-BE49-F238E27FC236}">
                        <a16:creationId xmlns:a16="http://schemas.microsoft.com/office/drawing/2014/main" xmlns="" id="{A2734C67-F9AC-2F44-B35F-38E877473CE5}"/>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7" name="Line 7">
                    <a:extLst>
                      <a:ext uri="{FF2B5EF4-FFF2-40B4-BE49-F238E27FC236}">
                        <a16:creationId xmlns:a16="http://schemas.microsoft.com/office/drawing/2014/main" xmlns="" id="{C66E4941-F9C5-1E4F-8B84-AFF95C6698DA}"/>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78" name="Group 103">
                    <a:extLst>
                      <a:ext uri="{FF2B5EF4-FFF2-40B4-BE49-F238E27FC236}">
                        <a16:creationId xmlns:a16="http://schemas.microsoft.com/office/drawing/2014/main" xmlns="" id="{7CB4606E-327A-1A44-A907-2660A56372FA}"/>
                      </a:ext>
                    </a:extLst>
                  </p:cNvPr>
                  <p:cNvGrpSpPr>
                    <a:grpSpLocks/>
                  </p:cNvGrpSpPr>
                  <p:nvPr/>
                </p:nvGrpSpPr>
                <p:grpSpPr bwMode="auto">
                  <a:xfrm>
                    <a:off x="68" y="2192"/>
                    <a:ext cx="387" cy="139"/>
                    <a:chOff x="322" y="890"/>
                    <a:chExt cx="872" cy="339"/>
                  </a:xfrm>
                </p:grpSpPr>
                <p:sp>
                  <p:nvSpPr>
                    <p:cNvPr id="284" name="Rectangle 104">
                      <a:extLst>
                        <a:ext uri="{FF2B5EF4-FFF2-40B4-BE49-F238E27FC236}">
                          <a16:creationId xmlns:a16="http://schemas.microsoft.com/office/drawing/2014/main" xmlns="" id="{A99A3752-5DF1-1C4E-BD45-602755ADFAE1}"/>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5" name="Rectangle 105">
                      <a:extLst>
                        <a:ext uri="{FF2B5EF4-FFF2-40B4-BE49-F238E27FC236}">
                          <a16:creationId xmlns:a16="http://schemas.microsoft.com/office/drawing/2014/main" xmlns="" id="{AC49E6EB-2EDA-8B47-AE75-BB9901D4F95E}"/>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6" name="Rectangle 106">
                      <a:extLst>
                        <a:ext uri="{FF2B5EF4-FFF2-40B4-BE49-F238E27FC236}">
                          <a16:creationId xmlns:a16="http://schemas.microsoft.com/office/drawing/2014/main" xmlns="" id="{651CC5C2-CB72-6C43-B103-BE4D703728D0}"/>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7" name="Rectangle 107">
                      <a:extLst>
                        <a:ext uri="{FF2B5EF4-FFF2-40B4-BE49-F238E27FC236}">
                          <a16:creationId xmlns:a16="http://schemas.microsoft.com/office/drawing/2014/main" xmlns="" id="{1DE97946-179C-8D42-A61A-D83CE594619F}"/>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8" name="Rectangle 108">
                      <a:extLst>
                        <a:ext uri="{FF2B5EF4-FFF2-40B4-BE49-F238E27FC236}">
                          <a16:creationId xmlns:a16="http://schemas.microsoft.com/office/drawing/2014/main" xmlns="" id="{04A1C1EF-E526-1F41-A47F-D1260D32ED04}"/>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9" name="AutoShape 109">
                      <a:extLst>
                        <a:ext uri="{FF2B5EF4-FFF2-40B4-BE49-F238E27FC236}">
                          <a16:creationId xmlns:a16="http://schemas.microsoft.com/office/drawing/2014/main" xmlns="" id="{DAE4B7E4-EF46-4D47-BE30-6BDF7FC9D9FC}"/>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79" name="Picture 110" descr="desktop_computer_stylized_small">
                    <a:extLst>
                      <a:ext uri="{FF2B5EF4-FFF2-40B4-BE49-F238E27FC236}">
                        <a16:creationId xmlns:a16="http://schemas.microsoft.com/office/drawing/2014/main" xmlns="" id="{DDDBC1EE-FFD8-AA47-90A3-58C691D12C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 name="Rectangle 112">
                    <a:extLst>
                      <a:ext uri="{FF2B5EF4-FFF2-40B4-BE49-F238E27FC236}">
                        <a16:creationId xmlns:a16="http://schemas.microsoft.com/office/drawing/2014/main" xmlns="" id="{1ABA220B-E12D-014F-A57E-FF99A7E82320}"/>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1" name="Freeform 113">
                    <a:extLst>
                      <a:ext uri="{FF2B5EF4-FFF2-40B4-BE49-F238E27FC236}">
                        <a16:creationId xmlns:a16="http://schemas.microsoft.com/office/drawing/2014/main" xmlns="" id="{D421ED9C-7EE2-4245-A767-1000693F38B4}"/>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3" name="Picture 115" descr="tv">
                    <a:extLst>
                      <a:ext uri="{FF2B5EF4-FFF2-40B4-BE49-F238E27FC236}">
                        <a16:creationId xmlns:a16="http://schemas.microsoft.com/office/drawing/2014/main" xmlns="" id="{DA3CD424-6F2B-A64F-BB99-BFCEFC77DB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41" name="Line 169">
                <a:extLst>
                  <a:ext uri="{FF2B5EF4-FFF2-40B4-BE49-F238E27FC236}">
                    <a16:creationId xmlns:a16="http://schemas.microsoft.com/office/drawing/2014/main" xmlns="" id="{0ED8CDDF-16E6-9949-AE23-AEA42EA9F9D5}"/>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9" name="Text Box 204">
                <a:extLst>
                  <a:ext uri="{FF2B5EF4-FFF2-40B4-BE49-F238E27FC236}">
                    <a16:creationId xmlns:a16="http://schemas.microsoft.com/office/drawing/2014/main" xmlns="" id="{9EB94DD9-4B0C-9F40-A9C8-055FEE1AEF50}"/>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524" name="Group 523">
                <a:extLst>
                  <a:ext uri="{FF2B5EF4-FFF2-40B4-BE49-F238E27FC236}">
                    <a16:creationId xmlns:a16="http://schemas.microsoft.com/office/drawing/2014/main" xmlns="" id="{94702E13-DA68-4543-AB4F-AD4BC76B53EB}"/>
                  </a:ext>
                </a:extLst>
              </p:cNvPr>
              <p:cNvGrpSpPr/>
              <p:nvPr/>
            </p:nvGrpSpPr>
            <p:grpSpPr>
              <a:xfrm>
                <a:off x="7872413" y="1479550"/>
                <a:ext cx="850900" cy="623888"/>
                <a:chOff x="7872413" y="1479550"/>
                <a:chExt cx="850900" cy="623888"/>
              </a:xfrm>
            </p:grpSpPr>
            <p:grpSp>
              <p:nvGrpSpPr>
                <p:cNvPr id="307" name="Group 135">
                  <a:extLst>
                    <a:ext uri="{FF2B5EF4-FFF2-40B4-BE49-F238E27FC236}">
                      <a16:creationId xmlns:a16="http://schemas.microsoft.com/office/drawing/2014/main" xmlns="" id="{18C2718F-6489-3842-866B-C6083D9124ED}"/>
                    </a:ext>
                  </a:extLst>
                </p:cNvPr>
                <p:cNvGrpSpPr>
                  <a:grpSpLocks/>
                </p:cNvGrpSpPr>
                <p:nvPr/>
              </p:nvGrpSpPr>
              <p:grpSpPr bwMode="auto">
                <a:xfrm>
                  <a:off x="7872413" y="1576388"/>
                  <a:ext cx="850900" cy="527050"/>
                  <a:chOff x="-490" y="1664"/>
                  <a:chExt cx="1429" cy="842"/>
                </a:xfrm>
              </p:grpSpPr>
              <p:sp>
                <p:nvSpPr>
                  <p:cNvPr id="308" name="AutoShape 136">
                    <a:extLst>
                      <a:ext uri="{FF2B5EF4-FFF2-40B4-BE49-F238E27FC236}">
                        <a16:creationId xmlns:a16="http://schemas.microsoft.com/office/drawing/2014/main" xmlns="" id="{06A4920B-716F-6440-A4A4-D28120C1641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09" name="Group 137">
                    <a:extLst>
                      <a:ext uri="{FF2B5EF4-FFF2-40B4-BE49-F238E27FC236}">
                        <a16:creationId xmlns:a16="http://schemas.microsoft.com/office/drawing/2014/main" xmlns="" id="{D5BBEB23-7774-4344-9031-57B565E6285C}"/>
                      </a:ext>
                    </a:extLst>
                  </p:cNvPr>
                  <p:cNvGrpSpPr>
                    <a:grpSpLocks/>
                  </p:cNvGrpSpPr>
                  <p:nvPr/>
                </p:nvGrpSpPr>
                <p:grpSpPr bwMode="auto">
                  <a:xfrm>
                    <a:off x="-427" y="1737"/>
                    <a:ext cx="1217" cy="769"/>
                    <a:chOff x="-427" y="1737"/>
                    <a:chExt cx="1217" cy="769"/>
                  </a:xfrm>
                </p:grpSpPr>
                <p:sp>
                  <p:nvSpPr>
                    <p:cNvPr id="310" name="Rectangle 138">
                      <a:extLst>
                        <a:ext uri="{FF2B5EF4-FFF2-40B4-BE49-F238E27FC236}">
                          <a16:creationId xmlns:a16="http://schemas.microsoft.com/office/drawing/2014/main" xmlns="" id="{8FC71A6F-1303-3A46-848F-ED88E09D463E}"/>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1" name="Line 7">
                      <a:extLst>
                        <a:ext uri="{FF2B5EF4-FFF2-40B4-BE49-F238E27FC236}">
                          <a16:creationId xmlns:a16="http://schemas.microsoft.com/office/drawing/2014/main" xmlns="" id="{74A21E63-C3A9-BE46-B55D-249D7B73ACE3}"/>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12" name="Group 140">
                      <a:extLst>
                        <a:ext uri="{FF2B5EF4-FFF2-40B4-BE49-F238E27FC236}">
                          <a16:creationId xmlns:a16="http://schemas.microsoft.com/office/drawing/2014/main" xmlns="" id="{F6600432-E3DE-234E-9D32-F2444455478A}"/>
                        </a:ext>
                      </a:extLst>
                    </p:cNvPr>
                    <p:cNvGrpSpPr>
                      <a:grpSpLocks/>
                    </p:cNvGrpSpPr>
                    <p:nvPr/>
                  </p:nvGrpSpPr>
                  <p:grpSpPr bwMode="auto">
                    <a:xfrm>
                      <a:off x="68" y="2192"/>
                      <a:ext cx="387" cy="139"/>
                      <a:chOff x="322" y="890"/>
                      <a:chExt cx="872" cy="339"/>
                    </a:xfrm>
                  </p:grpSpPr>
                  <p:sp>
                    <p:nvSpPr>
                      <p:cNvPr id="318" name="Rectangle 141">
                        <a:extLst>
                          <a:ext uri="{FF2B5EF4-FFF2-40B4-BE49-F238E27FC236}">
                            <a16:creationId xmlns:a16="http://schemas.microsoft.com/office/drawing/2014/main" xmlns="" id="{0AC9502F-C0FF-034A-B159-81DCA48F8147}"/>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9" name="Rectangle 142">
                        <a:extLst>
                          <a:ext uri="{FF2B5EF4-FFF2-40B4-BE49-F238E27FC236}">
                            <a16:creationId xmlns:a16="http://schemas.microsoft.com/office/drawing/2014/main" xmlns="" id="{1836D0E5-A637-3645-ADFC-9E3F1C73445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143">
                        <a:extLst>
                          <a:ext uri="{FF2B5EF4-FFF2-40B4-BE49-F238E27FC236}">
                            <a16:creationId xmlns:a16="http://schemas.microsoft.com/office/drawing/2014/main" xmlns="" id="{033C6F2A-0F65-6040-8A3C-BAD90C628B94}"/>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1" name="Rectangle 144">
                        <a:extLst>
                          <a:ext uri="{FF2B5EF4-FFF2-40B4-BE49-F238E27FC236}">
                            <a16:creationId xmlns:a16="http://schemas.microsoft.com/office/drawing/2014/main" xmlns="" id="{513E5FB6-D7F9-9343-82C8-9BB80CB7FF95}"/>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2" name="Rectangle 145">
                        <a:extLst>
                          <a:ext uri="{FF2B5EF4-FFF2-40B4-BE49-F238E27FC236}">
                            <a16:creationId xmlns:a16="http://schemas.microsoft.com/office/drawing/2014/main" xmlns="" id="{700456BA-BDB8-784C-999D-644E2C79FCD6}"/>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3" name="AutoShape 146">
                        <a:extLst>
                          <a:ext uri="{FF2B5EF4-FFF2-40B4-BE49-F238E27FC236}">
                            <a16:creationId xmlns:a16="http://schemas.microsoft.com/office/drawing/2014/main" xmlns="" id="{902212FC-7256-754F-AFD4-8BD64D83D2D9}"/>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13" name="Picture 147" descr="desktop_computer_stylized_small">
                      <a:extLst>
                        <a:ext uri="{FF2B5EF4-FFF2-40B4-BE49-F238E27FC236}">
                          <a16:creationId xmlns:a16="http://schemas.microsoft.com/office/drawing/2014/main" xmlns="" id="{6749D4B2-638E-3247-895E-C38F81C6A1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4" name="Rectangle 148">
                      <a:extLst>
                        <a:ext uri="{FF2B5EF4-FFF2-40B4-BE49-F238E27FC236}">
                          <a16:creationId xmlns:a16="http://schemas.microsoft.com/office/drawing/2014/main" xmlns="" id="{11D92BD6-CE36-634D-9F1B-6CBED16DB88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5" name="Freeform 149">
                      <a:extLst>
                        <a:ext uri="{FF2B5EF4-FFF2-40B4-BE49-F238E27FC236}">
                          <a16:creationId xmlns:a16="http://schemas.microsoft.com/office/drawing/2014/main" xmlns="" id="{FA61DEAA-1D6D-3A4B-9DD2-2633E3EF3298}"/>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7" name="Picture 151" descr="tv">
                      <a:extLst>
                        <a:ext uri="{FF2B5EF4-FFF2-40B4-BE49-F238E27FC236}">
                          <a16:creationId xmlns:a16="http://schemas.microsoft.com/office/drawing/2014/main" xmlns="" id="{94763A90-FA83-6D43-A436-F13917DEDD5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64" name="Freeform 209">
                  <a:extLst>
                    <a:ext uri="{FF2B5EF4-FFF2-40B4-BE49-F238E27FC236}">
                      <a16:creationId xmlns:a16="http://schemas.microsoft.com/office/drawing/2014/main" xmlns="" id="{EFB2345E-45BF-0345-9876-16ED4A0CBD60}"/>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65" name="Rectangle 44">
                <a:extLst>
                  <a:ext uri="{FF2B5EF4-FFF2-40B4-BE49-F238E27FC236}">
                    <a16:creationId xmlns:a16="http://schemas.microsoft.com/office/drawing/2014/main" xmlns="" id="{7ABEC7AC-0CF9-7740-88E7-0E43CF01748F}"/>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67" name="Freeform 216">
                <a:extLst>
                  <a:ext uri="{FF2B5EF4-FFF2-40B4-BE49-F238E27FC236}">
                    <a16:creationId xmlns:a16="http://schemas.microsoft.com/office/drawing/2014/main" xmlns="" id="{D74A0656-120C-2348-A152-8E46A643DE11}"/>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217">
                <a:extLst>
                  <a:ext uri="{FF2B5EF4-FFF2-40B4-BE49-F238E27FC236}">
                    <a16:creationId xmlns:a16="http://schemas.microsoft.com/office/drawing/2014/main" xmlns="" id="{B21EE085-803A-FB4A-83BD-700B68E7F645}"/>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Line 218">
                <a:extLst>
                  <a:ext uri="{FF2B5EF4-FFF2-40B4-BE49-F238E27FC236}">
                    <a16:creationId xmlns:a16="http://schemas.microsoft.com/office/drawing/2014/main" xmlns="" id="{662CF9DC-48CB-3C4D-B5DD-565FE580BE40}"/>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0" name="Line 219">
                <a:extLst>
                  <a:ext uri="{FF2B5EF4-FFF2-40B4-BE49-F238E27FC236}">
                    <a16:creationId xmlns:a16="http://schemas.microsoft.com/office/drawing/2014/main" xmlns="" id="{7C5780A1-D001-8344-837A-3397C4576A2A}"/>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1" name="Freeform 220">
                <a:extLst>
                  <a:ext uri="{FF2B5EF4-FFF2-40B4-BE49-F238E27FC236}">
                    <a16:creationId xmlns:a16="http://schemas.microsoft.com/office/drawing/2014/main" xmlns="" id="{6C59CA65-50C3-0443-8B37-EE986EE2D328}"/>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221">
                <a:extLst>
                  <a:ext uri="{FF2B5EF4-FFF2-40B4-BE49-F238E27FC236}">
                    <a16:creationId xmlns:a16="http://schemas.microsoft.com/office/drawing/2014/main" xmlns="" id="{7556E69F-3BCD-2B4F-A17A-81BBDE0EEFC2}"/>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AutoShape 225">
                <a:extLst>
                  <a:ext uri="{FF2B5EF4-FFF2-40B4-BE49-F238E27FC236}">
                    <a16:creationId xmlns:a16="http://schemas.microsoft.com/office/drawing/2014/main" xmlns="" id="{9DD28501-C345-2745-849B-87EB75970D3E}"/>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523" name="Group 522">
                <a:extLst>
                  <a:ext uri="{FF2B5EF4-FFF2-40B4-BE49-F238E27FC236}">
                    <a16:creationId xmlns:a16="http://schemas.microsoft.com/office/drawing/2014/main" xmlns="" id="{983BDABC-49F0-F642-9544-FC51657A2E15}"/>
                  </a:ext>
                </a:extLst>
              </p:cNvPr>
              <p:cNvGrpSpPr/>
              <p:nvPr/>
            </p:nvGrpSpPr>
            <p:grpSpPr>
              <a:xfrm>
                <a:off x="8699500" y="730250"/>
                <a:ext cx="850900" cy="755650"/>
                <a:chOff x="8699500" y="730250"/>
                <a:chExt cx="850900" cy="755650"/>
              </a:xfrm>
            </p:grpSpPr>
            <p:grpSp>
              <p:nvGrpSpPr>
                <p:cNvPr id="393" name="Group 117">
                  <a:extLst>
                    <a:ext uri="{FF2B5EF4-FFF2-40B4-BE49-F238E27FC236}">
                      <a16:creationId xmlns:a16="http://schemas.microsoft.com/office/drawing/2014/main" xmlns="" id="{D54CFC43-9C44-9741-8C04-D80CE4756997}"/>
                    </a:ext>
                  </a:extLst>
                </p:cNvPr>
                <p:cNvGrpSpPr>
                  <a:grpSpLocks/>
                </p:cNvGrpSpPr>
                <p:nvPr/>
              </p:nvGrpSpPr>
              <p:grpSpPr bwMode="auto">
                <a:xfrm>
                  <a:off x="8699500" y="730250"/>
                  <a:ext cx="850900" cy="527050"/>
                  <a:chOff x="-490" y="1664"/>
                  <a:chExt cx="1429" cy="842"/>
                </a:xfrm>
              </p:grpSpPr>
              <p:sp>
                <p:nvSpPr>
                  <p:cNvPr id="394" name="AutoShape 111">
                    <a:extLst>
                      <a:ext uri="{FF2B5EF4-FFF2-40B4-BE49-F238E27FC236}">
                        <a16:creationId xmlns:a16="http://schemas.microsoft.com/office/drawing/2014/main" xmlns="" id="{97DF7804-CC88-1F42-B8F9-051351FE8089}"/>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95" name="Group 116">
                    <a:extLst>
                      <a:ext uri="{FF2B5EF4-FFF2-40B4-BE49-F238E27FC236}">
                        <a16:creationId xmlns:a16="http://schemas.microsoft.com/office/drawing/2014/main" xmlns="" id="{62D463CD-C41B-EB42-B714-BE7DEB8C5A05}"/>
                      </a:ext>
                    </a:extLst>
                  </p:cNvPr>
                  <p:cNvGrpSpPr>
                    <a:grpSpLocks/>
                  </p:cNvGrpSpPr>
                  <p:nvPr/>
                </p:nvGrpSpPr>
                <p:grpSpPr bwMode="auto">
                  <a:xfrm>
                    <a:off x="-427" y="1737"/>
                    <a:ext cx="1217" cy="769"/>
                    <a:chOff x="-427" y="1737"/>
                    <a:chExt cx="1217" cy="769"/>
                  </a:xfrm>
                </p:grpSpPr>
                <p:sp>
                  <p:nvSpPr>
                    <p:cNvPr id="396" name="Rectangle 99">
                      <a:extLst>
                        <a:ext uri="{FF2B5EF4-FFF2-40B4-BE49-F238E27FC236}">
                          <a16:creationId xmlns:a16="http://schemas.microsoft.com/office/drawing/2014/main" xmlns="" id="{C882ED75-ED21-974A-90AC-D2ADE1E07E38}"/>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7" name="Line 7">
                      <a:extLst>
                        <a:ext uri="{FF2B5EF4-FFF2-40B4-BE49-F238E27FC236}">
                          <a16:creationId xmlns:a16="http://schemas.microsoft.com/office/drawing/2014/main" xmlns="" id="{1BB2D968-610B-184F-A2CF-14B33B3A9572}"/>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8" name="Group 103">
                      <a:extLst>
                        <a:ext uri="{FF2B5EF4-FFF2-40B4-BE49-F238E27FC236}">
                          <a16:creationId xmlns:a16="http://schemas.microsoft.com/office/drawing/2014/main" xmlns="" id="{4D4CE61C-8983-B647-864F-F470C03A070F}"/>
                        </a:ext>
                      </a:extLst>
                    </p:cNvPr>
                    <p:cNvGrpSpPr>
                      <a:grpSpLocks/>
                    </p:cNvGrpSpPr>
                    <p:nvPr/>
                  </p:nvGrpSpPr>
                  <p:grpSpPr bwMode="auto">
                    <a:xfrm>
                      <a:off x="68" y="2192"/>
                      <a:ext cx="387" cy="139"/>
                      <a:chOff x="322" y="890"/>
                      <a:chExt cx="872" cy="339"/>
                    </a:xfrm>
                  </p:grpSpPr>
                  <p:sp>
                    <p:nvSpPr>
                      <p:cNvPr id="403" name="Rectangle 104">
                        <a:extLst>
                          <a:ext uri="{FF2B5EF4-FFF2-40B4-BE49-F238E27FC236}">
                            <a16:creationId xmlns:a16="http://schemas.microsoft.com/office/drawing/2014/main" xmlns="" id="{F0C7BF96-DC9B-8F46-A1CD-DF23ED3B114D}"/>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105">
                        <a:extLst>
                          <a:ext uri="{FF2B5EF4-FFF2-40B4-BE49-F238E27FC236}">
                            <a16:creationId xmlns:a16="http://schemas.microsoft.com/office/drawing/2014/main" xmlns="" id="{31A36EA8-D658-AB47-BE82-801AA588F5B0}"/>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5" name="Rectangle 106">
                        <a:extLst>
                          <a:ext uri="{FF2B5EF4-FFF2-40B4-BE49-F238E27FC236}">
                            <a16:creationId xmlns:a16="http://schemas.microsoft.com/office/drawing/2014/main" xmlns="" id="{5DDEAC47-056C-384C-B89F-5A42C8379AD9}"/>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6" name="Rectangle 107">
                        <a:extLst>
                          <a:ext uri="{FF2B5EF4-FFF2-40B4-BE49-F238E27FC236}">
                            <a16:creationId xmlns:a16="http://schemas.microsoft.com/office/drawing/2014/main" xmlns="" id="{5FAEA790-B08D-2741-A24E-F6C8966DFA2D}"/>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7" name="Rectangle 108">
                        <a:extLst>
                          <a:ext uri="{FF2B5EF4-FFF2-40B4-BE49-F238E27FC236}">
                            <a16:creationId xmlns:a16="http://schemas.microsoft.com/office/drawing/2014/main" xmlns="" id="{C8681A97-C9D1-FE48-BB82-818A99CB0B4D}"/>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8" name="AutoShape 109">
                        <a:extLst>
                          <a:ext uri="{FF2B5EF4-FFF2-40B4-BE49-F238E27FC236}">
                            <a16:creationId xmlns:a16="http://schemas.microsoft.com/office/drawing/2014/main" xmlns="" id="{CFB36D93-5244-FD4C-BD34-FB641007F596}"/>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99" name="Picture 110" descr="desktop_computer_stylized_small">
                      <a:extLst>
                        <a:ext uri="{FF2B5EF4-FFF2-40B4-BE49-F238E27FC236}">
                          <a16:creationId xmlns:a16="http://schemas.microsoft.com/office/drawing/2014/main" xmlns="" id="{9B404C1F-048E-7044-BE69-14D8C09F81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 name="Rectangle 112">
                      <a:extLst>
                        <a:ext uri="{FF2B5EF4-FFF2-40B4-BE49-F238E27FC236}">
                          <a16:creationId xmlns:a16="http://schemas.microsoft.com/office/drawing/2014/main" xmlns="" id="{93620211-30D2-A74F-85D8-3CCB3BB54C2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1" name="Freeform 113">
                      <a:extLst>
                        <a:ext uri="{FF2B5EF4-FFF2-40B4-BE49-F238E27FC236}">
                          <a16:creationId xmlns:a16="http://schemas.microsoft.com/office/drawing/2014/main" xmlns="" id="{EAB132C2-BF16-0F4B-B306-8B5A4C1C07A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2" name="Picture 115" descr="tv">
                      <a:extLst>
                        <a:ext uri="{FF2B5EF4-FFF2-40B4-BE49-F238E27FC236}">
                          <a16:creationId xmlns:a16="http://schemas.microsoft.com/office/drawing/2014/main" xmlns="" id="{E56F1C09-456F-6945-AACA-76354A8314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22" name="Straight Connector 521">
                  <a:extLst>
                    <a:ext uri="{FF2B5EF4-FFF2-40B4-BE49-F238E27FC236}">
                      <a16:creationId xmlns:a16="http://schemas.microsoft.com/office/drawing/2014/main" xmlns="" id="{CEADDDE2-F07E-2048-90F3-56476774EC97}"/>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412" name="Straight Connector 411">
                <a:extLst>
                  <a:ext uri="{FF2B5EF4-FFF2-40B4-BE49-F238E27FC236}">
                    <a16:creationId xmlns:a16="http://schemas.microsoft.com/office/drawing/2014/main" xmlns="" id="{2E6A914D-56E6-6144-8A5D-B26042233D49}"/>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415" name="Group 414">
                <a:extLst>
                  <a:ext uri="{FF2B5EF4-FFF2-40B4-BE49-F238E27FC236}">
                    <a16:creationId xmlns:a16="http://schemas.microsoft.com/office/drawing/2014/main" xmlns="" id="{EA667DB5-3322-4A46-B5FA-A070FD5DC154}"/>
                  </a:ext>
                </a:extLst>
              </p:cNvPr>
              <p:cNvGrpSpPr/>
              <p:nvPr/>
            </p:nvGrpSpPr>
            <p:grpSpPr>
              <a:xfrm>
                <a:off x="8795279" y="1483783"/>
                <a:ext cx="850900" cy="623888"/>
                <a:chOff x="7872413" y="1479550"/>
                <a:chExt cx="850900" cy="623888"/>
              </a:xfrm>
            </p:grpSpPr>
            <p:grpSp>
              <p:nvGrpSpPr>
                <p:cNvPr id="416" name="Group 135">
                  <a:extLst>
                    <a:ext uri="{FF2B5EF4-FFF2-40B4-BE49-F238E27FC236}">
                      <a16:creationId xmlns:a16="http://schemas.microsoft.com/office/drawing/2014/main" xmlns="" id="{85DFD946-B194-774B-88CB-2C0D2F0CAAAB}"/>
                    </a:ext>
                  </a:extLst>
                </p:cNvPr>
                <p:cNvGrpSpPr>
                  <a:grpSpLocks/>
                </p:cNvGrpSpPr>
                <p:nvPr/>
              </p:nvGrpSpPr>
              <p:grpSpPr bwMode="auto">
                <a:xfrm>
                  <a:off x="7872413" y="1576388"/>
                  <a:ext cx="850900" cy="527050"/>
                  <a:chOff x="-490" y="1664"/>
                  <a:chExt cx="1429" cy="842"/>
                </a:xfrm>
              </p:grpSpPr>
              <p:sp>
                <p:nvSpPr>
                  <p:cNvPr id="418" name="AutoShape 136">
                    <a:extLst>
                      <a:ext uri="{FF2B5EF4-FFF2-40B4-BE49-F238E27FC236}">
                        <a16:creationId xmlns:a16="http://schemas.microsoft.com/office/drawing/2014/main" xmlns="" id="{F297B945-74B3-CB4B-878C-7C02A4889F1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419" name="Group 137">
                    <a:extLst>
                      <a:ext uri="{FF2B5EF4-FFF2-40B4-BE49-F238E27FC236}">
                        <a16:creationId xmlns:a16="http://schemas.microsoft.com/office/drawing/2014/main" xmlns="" id="{E4CF7180-96A2-CD40-B8A0-45AE98BA1F1E}"/>
                      </a:ext>
                    </a:extLst>
                  </p:cNvPr>
                  <p:cNvGrpSpPr>
                    <a:grpSpLocks/>
                  </p:cNvGrpSpPr>
                  <p:nvPr/>
                </p:nvGrpSpPr>
                <p:grpSpPr bwMode="auto">
                  <a:xfrm>
                    <a:off x="-427" y="1737"/>
                    <a:ext cx="1217" cy="769"/>
                    <a:chOff x="-427" y="1737"/>
                    <a:chExt cx="1217" cy="769"/>
                  </a:xfrm>
                </p:grpSpPr>
                <p:sp>
                  <p:nvSpPr>
                    <p:cNvPr id="420" name="Rectangle 138">
                      <a:extLst>
                        <a:ext uri="{FF2B5EF4-FFF2-40B4-BE49-F238E27FC236}">
                          <a16:creationId xmlns:a16="http://schemas.microsoft.com/office/drawing/2014/main" xmlns="" id="{E728FEDA-C496-A141-8FEA-14AAB825DF0A}"/>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1" name="Line 7">
                      <a:extLst>
                        <a:ext uri="{FF2B5EF4-FFF2-40B4-BE49-F238E27FC236}">
                          <a16:creationId xmlns:a16="http://schemas.microsoft.com/office/drawing/2014/main" xmlns="" id="{94947D33-1E0B-FE40-8CAB-CBBDC0D6E22A}"/>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22" name="Group 140">
                      <a:extLst>
                        <a:ext uri="{FF2B5EF4-FFF2-40B4-BE49-F238E27FC236}">
                          <a16:creationId xmlns:a16="http://schemas.microsoft.com/office/drawing/2014/main" xmlns="" id="{394E883E-EC3D-5D4A-AEA2-4725F7F2DBF7}"/>
                        </a:ext>
                      </a:extLst>
                    </p:cNvPr>
                    <p:cNvGrpSpPr>
                      <a:grpSpLocks/>
                    </p:cNvGrpSpPr>
                    <p:nvPr/>
                  </p:nvGrpSpPr>
                  <p:grpSpPr bwMode="auto">
                    <a:xfrm>
                      <a:off x="68" y="2192"/>
                      <a:ext cx="387" cy="139"/>
                      <a:chOff x="322" y="890"/>
                      <a:chExt cx="872" cy="339"/>
                    </a:xfrm>
                  </p:grpSpPr>
                  <p:sp>
                    <p:nvSpPr>
                      <p:cNvPr id="427" name="Rectangle 141">
                        <a:extLst>
                          <a:ext uri="{FF2B5EF4-FFF2-40B4-BE49-F238E27FC236}">
                            <a16:creationId xmlns:a16="http://schemas.microsoft.com/office/drawing/2014/main" xmlns="" id="{448655B1-0992-6F4B-815F-913E06606CB8}"/>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8" name="Rectangle 142">
                        <a:extLst>
                          <a:ext uri="{FF2B5EF4-FFF2-40B4-BE49-F238E27FC236}">
                            <a16:creationId xmlns:a16="http://schemas.microsoft.com/office/drawing/2014/main" xmlns="" id="{968409F2-F7DA-2446-B315-0CF4D05EAD1C}"/>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143">
                        <a:extLst>
                          <a:ext uri="{FF2B5EF4-FFF2-40B4-BE49-F238E27FC236}">
                            <a16:creationId xmlns:a16="http://schemas.microsoft.com/office/drawing/2014/main" xmlns="" id="{0362FF3B-ADD9-5744-8ACA-3EFADB83225A}"/>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0" name="Rectangle 144">
                        <a:extLst>
                          <a:ext uri="{FF2B5EF4-FFF2-40B4-BE49-F238E27FC236}">
                            <a16:creationId xmlns:a16="http://schemas.microsoft.com/office/drawing/2014/main" xmlns="" id="{C40AA11A-DFD4-8F42-897F-82FED599B22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1" name="Rectangle 145">
                        <a:extLst>
                          <a:ext uri="{FF2B5EF4-FFF2-40B4-BE49-F238E27FC236}">
                            <a16:creationId xmlns:a16="http://schemas.microsoft.com/office/drawing/2014/main" xmlns="" id="{8A810F1B-6E62-5742-8139-F7E89D3E1CE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2" name="AutoShape 146">
                        <a:extLst>
                          <a:ext uri="{FF2B5EF4-FFF2-40B4-BE49-F238E27FC236}">
                            <a16:creationId xmlns:a16="http://schemas.microsoft.com/office/drawing/2014/main" xmlns="" id="{F9E0BEC6-A98D-274B-80FC-89A044339232}"/>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23" name="Picture 147" descr="desktop_computer_stylized_small">
                      <a:extLst>
                        <a:ext uri="{FF2B5EF4-FFF2-40B4-BE49-F238E27FC236}">
                          <a16:creationId xmlns:a16="http://schemas.microsoft.com/office/drawing/2014/main" xmlns="" id="{0A91A55F-2043-9E4B-99F9-AFA78F5A81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4" name="Rectangle 148">
                      <a:extLst>
                        <a:ext uri="{FF2B5EF4-FFF2-40B4-BE49-F238E27FC236}">
                          <a16:creationId xmlns:a16="http://schemas.microsoft.com/office/drawing/2014/main" xmlns="" id="{F8AF0B05-119A-0146-852E-B3BD3225EC1D}"/>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5" name="Freeform 149">
                      <a:extLst>
                        <a:ext uri="{FF2B5EF4-FFF2-40B4-BE49-F238E27FC236}">
                          <a16:creationId xmlns:a16="http://schemas.microsoft.com/office/drawing/2014/main" xmlns="" id="{AB1B2319-3B1A-4844-AE46-5CB41DCFDC2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26" name="Picture 151" descr="tv">
                      <a:extLst>
                        <a:ext uri="{FF2B5EF4-FFF2-40B4-BE49-F238E27FC236}">
                          <a16:creationId xmlns:a16="http://schemas.microsoft.com/office/drawing/2014/main" xmlns="" id="{FBF03B14-5AED-7E49-8E18-C9D52DD0666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417" name="Freeform 209">
                  <a:extLst>
                    <a:ext uri="{FF2B5EF4-FFF2-40B4-BE49-F238E27FC236}">
                      <a16:creationId xmlns:a16="http://schemas.microsoft.com/office/drawing/2014/main" xmlns="" id="{0B7484A0-57B4-9D4F-88D9-C1C31B000066}"/>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33" name="Text Box 204">
                <a:extLst>
                  <a:ext uri="{FF2B5EF4-FFF2-40B4-BE49-F238E27FC236}">
                    <a16:creationId xmlns:a16="http://schemas.microsoft.com/office/drawing/2014/main" xmlns="" id="{3C38ADF6-8694-1144-9C3F-327CA8736409}"/>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sp>
          <p:nvSpPr>
            <p:cNvPr id="4" name="Rectangle 3">
              <a:extLst>
                <a:ext uri="{FF2B5EF4-FFF2-40B4-BE49-F238E27FC236}">
                  <a16:creationId xmlns:a16="http://schemas.microsoft.com/office/drawing/2014/main" xmlns="" id="{9FF01AC7-2E5B-D84F-AB90-A83570071E30}"/>
                </a:ext>
              </a:extLst>
            </p:cNvPr>
            <p:cNvSpPr/>
            <p:nvPr/>
          </p:nvSpPr>
          <p:spPr>
            <a:xfrm>
              <a:off x="9880298" y="2315290"/>
              <a:ext cx="149592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Cable access</a:t>
              </a:r>
            </a:p>
          </p:txBody>
        </p:sp>
        <p:sp>
          <p:nvSpPr>
            <p:cNvPr id="262" name="Rectangle 261">
              <a:extLst>
                <a:ext uri="{FF2B5EF4-FFF2-40B4-BE49-F238E27FC236}">
                  <a16:creationId xmlns:a16="http://schemas.microsoft.com/office/drawing/2014/main" xmlns="" id="{459E104B-0656-AD45-8B15-E06794D0179B}"/>
                </a:ext>
              </a:extLst>
            </p:cNvPr>
            <p:cNvSpPr/>
            <p:nvPr/>
          </p:nvSpPr>
          <p:spPr>
            <a:xfrm>
              <a:off x="8838380" y="4315152"/>
              <a:ext cx="94769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cellular</a:t>
              </a:r>
            </a:p>
          </p:txBody>
        </p:sp>
        <p:sp>
          <p:nvSpPr>
            <p:cNvPr id="263" name="Rectangle 262">
              <a:extLst>
                <a:ext uri="{FF2B5EF4-FFF2-40B4-BE49-F238E27FC236}">
                  <a16:creationId xmlns:a16="http://schemas.microsoft.com/office/drawing/2014/main" xmlns="" id="{23043AC6-1FBA-CA4A-90DB-571BBB799190}"/>
                </a:ext>
              </a:extLst>
            </p:cNvPr>
            <p:cNvSpPr/>
            <p:nvPr/>
          </p:nvSpPr>
          <p:spPr>
            <a:xfrm>
              <a:off x="8860151" y="5885806"/>
              <a:ext cx="64953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WiFi</a:t>
              </a:r>
            </a:p>
          </p:txBody>
        </p:sp>
        <p:sp>
          <p:nvSpPr>
            <p:cNvPr id="265" name="Rectangle 264">
              <a:extLst>
                <a:ext uri="{FF2B5EF4-FFF2-40B4-BE49-F238E27FC236}">
                  <a16:creationId xmlns:a16="http://schemas.microsoft.com/office/drawing/2014/main" xmlns="" id="{26AA65EC-3CE2-F045-85D4-2A946CC3BFE5}"/>
                </a:ext>
              </a:extLst>
            </p:cNvPr>
            <p:cNvSpPr/>
            <p:nvPr/>
          </p:nvSpPr>
          <p:spPr>
            <a:xfrm>
              <a:off x="10374820" y="5030500"/>
              <a:ext cx="167430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Ethernet LANs</a:t>
              </a:r>
            </a:p>
          </p:txBody>
        </p:sp>
      </p:grpSp>
      <p:sp>
        <p:nvSpPr>
          <p:cNvPr id="30" name="Slide Number Placeholder 29">
            <a:extLst>
              <a:ext uri="{FF2B5EF4-FFF2-40B4-BE49-F238E27FC236}">
                <a16:creationId xmlns:a16="http://schemas.microsoft.com/office/drawing/2014/main" xmlns="" id="{1D0657B2-9D8B-CF92-BE48-D98FDD0CABC1}"/>
              </a:ext>
            </a:extLst>
          </p:cNvPr>
          <p:cNvSpPr>
            <a:spLocks noGrp="1"/>
          </p:cNvSpPr>
          <p:nvPr>
            <p:ph type="sldNum" sz="quarter" idx="4294967295"/>
          </p:nvPr>
        </p:nvSpPr>
        <p:spPr>
          <a:xfrm>
            <a:off x="9219616" y="6443089"/>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000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dissolve">
                                      <p:cBhvr>
                                        <p:cTn id="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910936" y="362678"/>
            <a:ext cx="10515600" cy="894622"/>
          </a:xfrm>
        </p:spPr>
        <p:txBody>
          <a:bodyPr>
            <a:normAutofit/>
          </a:bodyPr>
          <a:lstStyle/>
          <a:p>
            <a:r>
              <a:rPr lang="en-US" altLang="en-US" sz="4800" dirty="0">
                <a:cs typeface="Calibri" panose="020F0502020204030204" pitchFamily="34" charset="0"/>
              </a:rPr>
              <a:t>Host link-layer implementation</a:t>
            </a:r>
            <a:endParaRPr lang="en-US" sz="4800" dirty="0"/>
          </a:p>
        </p:txBody>
      </p:sp>
      <p:sp>
        <p:nvSpPr>
          <p:cNvPr id="259" name="Rectangle 3">
            <a:extLst>
              <a:ext uri="{FF2B5EF4-FFF2-40B4-BE49-F238E27FC236}">
                <a16:creationId xmlns:a16="http://schemas.microsoft.com/office/drawing/2014/main" xmlns="" id="{A48F2D8E-D82E-0A4C-8783-B2F84E2BA4F6}"/>
              </a:ext>
            </a:extLst>
          </p:cNvPr>
          <p:cNvSpPr txBox="1">
            <a:spLocks noChangeArrowheads="1"/>
          </p:cNvSpPr>
          <p:nvPr/>
        </p:nvSpPr>
        <p:spPr>
          <a:xfrm>
            <a:off x="943030" y="1692296"/>
            <a:ext cx="6185557" cy="46593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mj-lt"/>
                <a:ea typeface="+mn-ea"/>
                <a:cs typeface="+mn-cs"/>
              </a:rPr>
              <a:t>in each-and-every host</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mj-lt"/>
                <a:ea typeface="+mn-ea"/>
                <a:cs typeface="+mn-cs"/>
              </a:rPr>
              <a:t>link layer implemented on-chip or in network interface card (NIC) </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mj-lt"/>
                <a:ea typeface="+mn-ea"/>
                <a:cs typeface="+mn-cs"/>
              </a:rPr>
              <a:t>implements link, physical layer</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mj-lt"/>
                <a:ea typeface="+mn-ea"/>
                <a:cs typeface="+mn-cs"/>
              </a:rPr>
              <a:t>attaches into host’s system buses</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mj-lt"/>
                <a:ea typeface="+mn-ea"/>
                <a:cs typeface="+mn-cs"/>
              </a:rPr>
              <a:t>combination of hardware, software, firmware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mj-lt"/>
              <a:ea typeface="+mn-ea"/>
              <a:cs typeface="+mn-cs"/>
            </a:endParaRPr>
          </a:p>
        </p:txBody>
      </p:sp>
      <p:sp>
        <p:nvSpPr>
          <p:cNvPr id="339" name="Freeform 92">
            <a:extLst>
              <a:ext uri="{FF2B5EF4-FFF2-40B4-BE49-F238E27FC236}">
                <a16:creationId xmlns:a16="http://schemas.microsoft.com/office/drawing/2014/main" xmlns="" id="{E4A9915D-6AEE-C449-9BB3-5A3FF82FE7DA}"/>
              </a:ext>
            </a:extLst>
          </p:cNvPr>
          <p:cNvSpPr>
            <a:spLocks/>
          </p:cNvSpPr>
          <p:nvPr/>
        </p:nvSpPr>
        <p:spPr bwMode="auto">
          <a:xfrm>
            <a:off x="8482590" y="5121168"/>
            <a:ext cx="2308225" cy="797490"/>
          </a:xfrm>
          <a:custGeom>
            <a:avLst/>
            <a:gdLst>
              <a:gd name="T0" fmla="*/ 0 w 1454"/>
              <a:gd name="T1" fmla="*/ 2743200 h 1908"/>
              <a:gd name="T2" fmla="*/ 31750 w 1454"/>
              <a:gd name="T3" fmla="*/ 2668588 h 1908"/>
              <a:gd name="T4" fmla="*/ 446088 w 1454"/>
              <a:gd name="T5" fmla="*/ 0 h 1908"/>
              <a:gd name="T6" fmla="*/ 1978025 w 1454"/>
              <a:gd name="T7" fmla="*/ 477838 h 1908"/>
              <a:gd name="T8" fmla="*/ 2308225 w 1454"/>
              <a:gd name="T9" fmla="*/ 2370138 h 1908"/>
              <a:gd name="T10" fmla="*/ 393700 w 1454"/>
              <a:gd name="T11" fmla="*/ 3028950 h 1908"/>
              <a:gd name="T12" fmla="*/ 0 w 1454"/>
              <a:gd name="T13" fmla="*/ 2743200 h 1908"/>
              <a:gd name="T14" fmla="*/ 0 60000 65536"/>
              <a:gd name="T15" fmla="*/ 0 60000 65536"/>
              <a:gd name="T16" fmla="*/ 0 60000 65536"/>
              <a:gd name="T17" fmla="*/ 0 60000 65536"/>
              <a:gd name="T18" fmla="*/ 0 60000 65536"/>
              <a:gd name="T19" fmla="*/ 0 60000 65536"/>
              <a:gd name="T20" fmla="*/ 0 60000 65536"/>
              <a:gd name="connsiteX0" fmla="*/ 0 w 10000"/>
              <a:gd name="connsiteY0" fmla="*/ 7479 h 8422"/>
              <a:gd name="connsiteX1" fmla="*/ 138 w 10000"/>
              <a:gd name="connsiteY1" fmla="*/ 7232 h 8422"/>
              <a:gd name="connsiteX2" fmla="*/ 1933 w 10000"/>
              <a:gd name="connsiteY2" fmla="*/ 6289 h 8422"/>
              <a:gd name="connsiteX3" fmla="*/ 8569 w 10000"/>
              <a:gd name="connsiteY3" fmla="*/ 0 h 8422"/>
              <a:gd name="connsiteX4" fmla="*/ 10000 w 10000"/>
              <a:gd name="connsiteY4" fmla="*/ 6247 h 8422"/>
              <a:gd name="connsiteX5" fmla="*/ 1706 w 10000"/>
              <a:gd name="connsiteY5" fmla="*/ 8422 h 8422"/>
              <a:gd name="connsiteX6" fmla="*/ 0 w 10000"/>
              <a:gd name="connsiteY6" fmla="*/ 7479 h 8422"/>
              <a:gd name="connsiteX0" fmla="*/ 0 w 10000"/>
              <a:gd name="connsiteY0" fmla="*/ 1463 h 2583"/>
              <a:gd name="connsiteX1" fmla="*/ 138 w 10000"/>
              <a:gd name="connsiteY1" fmla="*/ 1170 h 2583"/>
              <a:gd name="connsiteX2" fmla="*/ 1933 w 10000"/>
              <a:gd name="connsiteY2" fmla="*/ 50 h 2583"/>
              <a:gd name="connsiteX3" fmla="*/ 6408 w 10000"/>
              <a:gd name="connsiteY3" fmla="*/ 241 h 2583"/>
              <a:gd name="connsiteX4" fmla="*/ 10000 w 10000"/>
              <a:gd name="connsiteY4" fmla="*/ 0 h 2583"/>
              <a:gd name="connsiteX5" fmla="*/ 1706 w 10000"/>
              <a:gd name="connsiteY5" fmla="*/ 2583 h 2583"/>
              <a:gd name="connsiteX6" fmla="*/ 0 w 10000"/>
              <a:gd name="connsiteY6" fmla="*/ 1463 h 2583"/>
              <a:gd name="connsiteX0" fmla="*/ 0 w 10000"/>
              <a:gd name="connsiteY0" fmla="*/ 5664 h 14626"/>
              <a:gd name="connsiteX1" fmla="*/ 138 w 10000"/>
              <a:gd name="connsiteY1" fmla="*/ 4530 h 14626"/>
              <a:gd name="connsiteX2" fmla="*/ 1933 w 10000"/>
              <a:gd name="connsiteY2" fmla="*/ 194 h 14626"/>
              <a:gd name="connsiteX3" fmla="*/ 6408 w 10000"/>
              <a:gd name="connsiteY3" fmla="*/ 933 h 14626"/>
              <a:gd name="connsiteX4" fmla="*/ 10000 w 10000"/>
              <a:gd name="connsiteY4" fmla="*/ 0 h 14626"/>
              <a:gd name="connsiteX5" fmla="*/ 1526 w 10000"/>
              <a:gd name="connsiteY5" fmla="*/ 14626 h 14626"/>
              <a:gd name="connsiteX6" fmla="*/ 0 w 10000"/>
              <a:gd name="connsiteY6" fmla="*/ 5664 h 14626"/>
              <a:gd name="connsiteX0" fmla="*/ 0 w 10000"/>
              <a:gd name="connsiteY0" fmla="*/ 5664 h 12103"/>
              <a:gd name="connsiteX1" fmla="*/ 138 w 10000"/>
              <a:gd name="connsiteY1" fmla="*/ 4530 h 12103"/>
              <a:gd name="connsiteX2" fmla="*/ 1933 w 10000"/>
              <a:gd name="connsiteY2" fmla="*/ 194 h 12103"/>
              <a:gd name="connsiteX3" fmla="*/ 6408 w 10000"/>
              <a:gd name="connsiteY3" fmla="*/ 933 h 12103"/>
              <a:gd name="connsiteX4" fmla="*/ 10000 w 10000"/>
              <a:gd name="connsiteY4" fmla="*/ 0 h 12103"/>
              <a:gd name="connsiteX5" fmla="*/ 1286 w 10000"/>
              <a:gd name="connsiteY5" fmla="*/ 12103 h 12103"/>
              <a:gd name="connsiteX6" fmla="*/ 0 w 10000"/>
              <a:gd name="connsiteY6" fmla="*/ 5664 h 1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2103">
                <a:moveTo>
                  <a:pt x="0" y="5664"/>
                </a:moveTo>
                <a:cubicBezTo>
                  <a:pt x="103" y="4603"/>
                  <a:pt x="28" y="4917"/>
                  <a:pt x="138" y="4530"/>
                </a:cubicBezTo>
                <a:lnTo>
                  <a:pt x="1933" y="194"/>
                </a:lnTo>
                <a:lnTo>
                  <a:pt x="6408" y="933"/>
                </a:lnTo>
                <a:lnTo>
                  <a:pt x="10000" y="0"/>
                </a:lnTo>
                <a:lnTo>
                  <a:pt x="1286" y="12103"/>
                </a:lnTo>
                <a:lnTo>
                  <a:pt x="0" y="5664"/>
                </a:lnTo>
                <a:close/>
              </a:path>
            </a:pathLst>
          </a:custGeom>
          <a:gradFill rotWithShape="1">
            <a:gsLst>
              <a:gs pos="0">
                <a:schemeClr val="bg1"/>
              </a:gs>
              <a:gs pos="100000">
                <a:schemeClr val="bg1">
                  <a:lumMod val="85000"/>
                </a:schemeClr>
              </a:gs>
            </a:gsLst>
            <a:lin ang="189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0" name="Rectangle 42">
            <a:extLst>
              <a:ext uri="{FF2B5EF4-FFF2-40B4-BE49-F238E27FC236}">
                <a16:creationId xmlns:a16="http://schemas.microsoft.com/office/drawing/2014/main" xmlns="" id="{08D16DCA-2F81-3142-8787-DCBB82571FB9}"/>
              </a:ext>
            </a:extLst>
          </p:cNvPr>
          <p:cNvSpPr>
            <a:spLocks noChangeArrowheads="1"/>
          </p:cNvSpPr>
          <p:nvPr/>
        </p:nvSpPr>
        <p:spPr bwMode="auto">
          <a:xfrm>
            <a:off x="8955665" y="2749550"/>
            <a:ext cx="1836737"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xmlns="" id="{4292A8DC-1EBA-E346-AA85-38C6822CAA62}"/>
              </a:ext>
            </a:extLst>
          </p:cNvPr>
          <p:cNvSpPr>
            <a:spLocks noChangeArrowheads="1"/>
          </p:cNvSpPr>
          <p:nvPr/>
        </p:nvSpPr>
        <p:spPr bwMode="auto">
          <a:xfrm>
            <a:off x="9404927" y="4687887"/>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xmlns="" id="{9AD0BC31-6A50-984F-86A3-3CA27EA7CD26}"/>
              </a:ext>
            </a:extLst>
          </p:cNvPr>
          <p:cNvSpPr>
            <a:spLocks noChangeArrowheads="1"/>
          </p:cNvSpPr>
          <p:nvPr/>
        </p:nvSpPr>
        <p:spPr bwMode="auto">
          <a:xfrm>
            <a:off x="9404927" y="410051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xmlns="" id="{0B7C150F-CB12-034D-8895-A7245A5D606B}"/>
              </a:ext>
            </a:extLst>
          </p:cNvPr>
          <p:cNvSpPr txBox="1">
            <a:spLocks noChangeArrowheads="1"/>
          </p:cNvSpPr>
          <p:nvPr/>
        </p:nvSpPr>
        <p:spPr bwMode="auto">
          <a:xfrm>
            <a:off x="9360720" y="4697412"/>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xmlns="" id="{793E17F7-22E2-FF4D-8509-E82EDBE2D5AA}"/>
              </a:ext>
            </a:extLst>
          </p:cNvPr>
          <p:cNvSpPr>
            <a:spLocks/>
          </p:cNvSpPr>
          <p:nvPr/>
        </p:nvSpPr>
        <p:spPr bwMode="auto">
          <a:xfrm>
            <a:off x="9457315" y="3619500"/>
            <a:ext cx="200025"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xmlns="" id="{07601B60-F87E-2F49-8A8E-1FF14E515D33}"/>
              </a:ext>
            </a:extLst>
          </p:cNvPr>
          <p:cNvSpPr>
            <a:spLocks noChangeShapeType="1"/>
          </p:cNvSpPr>
          <p:nvPr/>
        </p:nvSpPr>
        <p:spPr bwMode="auto">
          <a:xfrm>
            <a:off x="9322377" y="3792537"/>
            <a:ext cx="1358900"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xmlns="" id="{A28FA316-5FFA-F44A-BA99-AC0415DFF79C}"/>
              </a:ext>
            </a:extLst>
          </p:cNvPr>
          <p:cNvSpPr>
            <a:spLocks noChangeShapeType="1"/>
          </p:cNvSpPr>
          <p:nvPr/>
        </p:nvSpPr>
        <p:spPr bwMode="auto">
          <a:xfrm flipV="1">
            <a:off x="9717665" y="3800475"/>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xmlns="" id="{A634403E-4499-294B-99AD-E3A86D96C08B}"/>
              </a:ext>
            </a:extLst>
          </p:cNvPr>
          <p:cNvSpPr>
            <a:spLocks noChangeArrowheads="1"/>
          </p:cNvSpPr>
          <p:nvPr/>
        </p:nvSpPr>
        <p:spPr bwMode="auto">
          <a:xfrm>
            <a:off x="9211252" y="3101975"/>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xmlns="" id="{82C997D8-021F-0245-9B73-2C5E048B65DC}"/>
              </a:ext>
            </a:extLst>
          </p:cNvPr>
          <p:cNvSpPr>
            <a:spLocks noChangeArrowheads="1"/>
          </p:cNvSpPr>
          <p:nvPr/>
        </p:nvSpPr>
        <p:spPr bwMode="auto">
          <a:xfrm>
            <a:off x="10030402" y="310356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xmlns="" id="{D74D41F5-3112-6646-9892-D00D36377E62}"/>
              </a:ext>
            </a:extLst>
          </p:cNvPr>
          <p:cNvSpPr>
            <a:spLocks noChangeShapeType="1"/>
          </p:cNvSpPr>
          <p:nvPr/>
        </p:nvSpPr>
        <p:spPr bwMode="auto">
          <a:xfrm flipH="1" flipV="1">
            <a:off x="9514465" y="3622675"/>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xmlns="" id="{AA1745EF-4026-E54D-9775-040F79E5D154}"/>
              </a:ext>
            </a:extLst>
          </p:cNvPr>
          <p:cNvSpPr>
            <a:spLocks noChangeShapeType="1"/>
          </p:cNvSpPr>
          <p:nvPr/>
        </p:nvSpPr>
        <p:spPr bwMode="auto">
          <a:xfrm flipH="1" flipV="1">
            <a:off x="10387590" y="3624262"/>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2" name="Text Box 54">
            <a:extLst>
              <a:ext uri="{FF2B5EF4-FFF2-40B4-BE49-F238E27FC236}">
                <a16:creationId xmlns:a16="http://schemas.microsoft.com/office/drawing/2014/main" xmlns="" id="{2B134A77-7C20-734B-9A65-D56BD3B34127}"/>
              </a:ext>
            </a:extLst>
          </p:cNvPr>
          <p:cNvSpPr txBox="1">
            <a:spLocks noChangeArrowheads="1"/>
          </p:cNvSpPr>
          <p:nvPr/>
        </p:nvSpPr>
        <p:spPr bwMode="auto">
          <a:xfrm>
            <a:off x="10835265" y="3921125"/>
            <a:ext cx="103838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host bus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(e.g., PCI)</a:t>
            </a:r>
          </a:p>
        </p:txBody>
      </p:sp>
      <p:sp>
        <p:nvSpPr>
          <p:cNvPr id="353" name="Line 55">
            <a:extLst>
              <a:ext uri="{FF2B5EF4-FFF2-40B4-BE49-F238E27FC236}">
                <a16:creationId xmlns:a16="http://schemas.microsoft.com/office/drawing/2014/main" xmlns="" id="{159E9A7C-2C1B-CC40-B1B4-760AFE091B0E}"/>
              </a:ext>
            </a:extLst>
          </p:cNvPr>
          <p:cNvSpPr>
            <a:spLocks noChangeShapeType="1"/>
          </p:cNvSpPr>
          <p:nvPr/>
        </p:nvSpPr>
        <p:spPr bwMode="auto">
          <a:xfrm>
            <a:off x="9730365" y="4408487"/>
            <a:ext cx="3944" cy="340991"/>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4" name="Line 56">
            <a:extLst>
              <a:ext uri="{FF2B5EF4-FFF2-40B4-BE49-F238E27FC236}">
                <a16:creationId xmlns:a16="http://schemas.microsoft.com/office/drawing/2014/main" xmlns="" id="{52214380-92AB-E048-BEDD-B0110B2E837D}"/>
              </a:ext>
            </a:extLst>
          </p:cNvPr>
          <p:cNvSpPr>
            <a:spLocks noChangeShapeType="1"/>
          </p:cNvSpPr>
          <p:nvPr/>
        </p:nvSpPr>
        <p:spPr bwMode="auto">
          <a:xfrm>
            <a:off x="9719463" y="4992686"/>
            <a:ext cx="0" cy="366713"/>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5" name="Line 57">
            <a:extLst>
              <a:ext uri="{FF2B5EF4-FFF2-40B4-BE49-F238E27FC236}">
                <a16:creationId xmlns:a16="http://schemas.microsoft.com/office/drawing/2014/main" xmlns="" id="{DF140DC0-F2C1-704D-A310-3786A5A5C84E}"/>
              </a:ext>
            </a:extLst>
          </p:cNvPr>
          <p:cNvSpPr>
            <a:spLocks noChangeShapeType="1"/>
          </p:cNvSpPr>
          <p:nvPr/>
        </p:nvSpPr>
        <p:spPr bwMode="auto">
          <a:xfrm flipH="1" flipV="1">
            <a:off x="10513002" y="3797300"/>
            <a:ext cx="382588" cy="2682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6" name="Text Box 58">
            <a:extLst>
              <a:ext uri="{FF2B5EF4-FFF2-40B4-BE49-F238E27FC236}">
                <a16:creationId xmlns:a16="http://schemas.microsoft.com/office/drawing/2014/main" xmlns="" id="{8134E125-6FFA-2245-A695-F469578E2397}"/>
              </a:ext>
            </a:extLst>
          </p:cNvPr>
          <p:cNvSpPr txBox="1">
            <a:spLocks noChangeArrowheads="1"/>
          </p:cNvSpPr>
          <p:nvPr/>
        </p:nvSpPr>
        <p:spPr bwMode="auto">
          <a:xfrm>
            <a:off x="10122477" y="5491162"/>
            <a:ext cx="135325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network interface</a:t>
            </a:r>
          </a:p>
        </p:txBody>
      </p:sp>
      <p:sp>
        <p:nvSpPr>
          <p:cNvPr id="357" name="Line 59">
            <a:extLst>
              <a:ext uri="{FF2B5EF4-FFF2-40B4-BE49-F238E27FC236}">
                <a16:creationId xmlns:a16="http://schemas.microsoft.com/office/drawing/2014/main" xmlns="" id="{23B10271-25ED-6947-A1F2-08B5CDCE8968}"/>
              </a:ext>
            </a:extLst>
          </p:cNvPr>
          <p:cNvSpPr>
            <a:spLocks noChangeShapeType="1"/>
          </p:cNvSpPr>
          <p:nvPr/>
        </p:nvSpPr>
        <p:spPr bwMode="auto">
          <a:xfrm flipH="1" flipV="1">
            <a:off x="10330440" y="4814887"/>
            <a:ext cx="271462" cy="7508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xmlns="" id="{D2E8D72A-74A0-8047-B32B-E6CC292FCAA2}"/>
              </a:ext>
            </a:extLst>
          </p:cNvPr>
          <p:cNvSpPr>
            <a:spLocks noChangeArrowheads="1"/>
          </p:cNvSpPr>
          <p:nvPr/>
        </p:nvSpPr>
        <p:spPr bwMode="auto">
          <a:xfrm>
            <a:off x="9158625" y="4012536"/>
            <a:ext cx="1122362" cy="1082675"/>
          </a:xfrm>
          <a:prstGeom prst="rect">
            <a:avLst/>
          </a:prstGeom>
          <a:noFill/>
          <a:ln w="28575">
            <a:solidFill>
              <a:srgbClr val="FF0000"/>
            </a:solidFill>
            <a:prstDash val="sys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360" name="Group 84">
            <a:extLst>
              <a:ext uri="{FF2B5EF4-FFF2-40B4-BE49-F238E27FC236}">
                <a16:creationId xmlns:a16="http://schemas.microsoft.com/office/drawing/2014/main" xmlns="" id="{F87BAAC8-00DB-C64F-B18B-456E80F15B7F}"/>
              </a:ext>
            </a:extLst>
          </p:cNvPr>
          <p:cNvGrpSpPr>
            <a:grpSpLocks/>
          </p:cNvGrpSpPr>
          <p:nvPr/>
        </p:nvGrpSpPr>
        <p:grpSpPr bwMode="auto">
          <a:xfrm>
            <a:off x="7926967" y="2941636"/>
            <a:ext cx="1470026" cy="2035175"/>
            <a:chOff x="2695" y="1742"/>
            <a:chExt cx="926" cy="1282"/>
          </a:xfrm>
        </p:grpSpPr>
        <p:sp>
          <p:nvSpPr>
            <p:cNvPr id="361" name="Freeform 62">
              <a:extLst>
                <a:ext uri="{FF2B5EF4-FFF2-40B4-BE49-F238E27FC236}">
                  <a16:creationId xmlns:a16="http://schemas.microsoft.com/office/drawing/2014/main" xmlns="" id="{9DAAFB2F-E3C8-FB46-A22A-E065E7053752}"/>
                </a:ext>
              </a:extLst>
            </p:cNvPr>
            <p:cNvSpPr>
              <a:spLocks/>
            </p:cNvSpPr>
            <p:nvPr/>
          </p:nvSpPr>
          <p:spPr bwMode="auto">
            <a:xfrm>
              <a:off x="3228" y="2488"/>
              <a:ext cx="393"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xmlns=""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xmlns="" id="{BB2C5787-9CAC-D84A-B4B9-64FEECE12BED}"/>
                </a:ext>
              </a:extLst>
            </p:cNvPr>
            <p:cNvSpPr>
              <a:spLocks/>
            </p:cNvSpPr>
            <p:nvPr/>
          </p:nvSpPr>
          <p:spPr bwMode="auto">
            <a:xfrm>
              <a:off x="3222" y="1767"/>
              <a:ext cx="275"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xmlns=""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xmlns=""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xmlns=""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xmlns=""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xmlns=""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xmlns=""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xmlns=""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xmlns=""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xmlns=""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xmlns=""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xmlns=""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xmlns=""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409" name="Picture 87">
            <a:extLst>
              <a:ext uri="{FF2B5EF4-FFF2-40B4-BE49-F238E27FC236}">
                <a16:creationId xmlns:a16="http://schemas.microsoft.com/office/drawing/2014/main" xmlns="" id="{6B897852-0519-9143-BDE1-7222839FA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4086" y="1396579"/>
            <a:ext cx="1143000" cy="1171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410" name="Group 89">
            <a:extLst>
              <a:ext uri="{FF2B5EF4-FFF2-40B4-BE49-F238E27FC236}">
                <a16:creationId xmlns:a16="http://schemas.microsoft.com/office/drawing/2014/main" xmlns="" id="{9321D1B2-41ED-6A42-B25B-B7F04C3C1339}"/>
              </a:ext>
            </a:extLst>
          </p:cNvPr>
          <p:cNvGrpSpPr>
            <a:grpSpLocks/>
          </p:cNvGrpSpPr>
          <p:nvPr/>
        </p:nvGrpSpPr>
        <p:grpSpPr bwMode="auto">
          <a:xfrm>
            <a:off x="7888865" y="5386387"/>
            <a:ext cx="1109662" cy="820449"/>
            <a:chOff x="-44" y="1473"/>
            <a:chExt cx="981" cy="1105"/>
          </a:xfrm>
        </p:grpSpPr>
        <p:pic>
          <p:nvPicPr>
            <p:cNvPr id="411" name="Picture 90" descr="desktop_computer_stylized_medium">
              <a:extLst>
                <a:ext uri="{FF2B5EF4-FFF2-40B4-BE49-F238E27FC236}">
                  <a16:creationId xmlns:a16="http://schemas.microsoft.com/office/drawing/2014/main" xmlns="" id="{E89A12BD-E0D6-A949-9CB5-05BA66E33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13" name="Freeform 91">
              <a:extLst>
                <a:ext uri="{FF2B5EF4-FFF2-40B4-BE49-F238E27FC236}">
                  <a16:creationId xmlns:a16="http://schemas.microsoft.com/office/drawing/2014/main" xmlns="" id="{C0A77030-4BC2-C44C-AD1F-5FB48849AB1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1026" name="Picture 2" descr="Broadcom chip image">
            <a:extLst>
              <a:ext uri="{FF2B5EF4-FFF2-40B4-BE49-F238E27FC236}">
                <a16:creationId xmlns:a16="http://schemas.microsoft.com/office/drawing/2014/main" xmlns="" id="{33C0D5A2-E836-0E42-91D7-80B5B9B538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0404" y="1556656"/>
            <a:ext cx="921139" cy="921139"/>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xmlns="" id="{130DEE50-E835-5A34-3454-09DC17FB2644}"/>
              </a:ext>
            </a:extLst>
          </p:cNvPr>
          <p:cNvSpPr>
            <a:spLocks noGrp="1"/>
          </p:cNvSpPr>
          <p:nvPr>
            <p:ph type="sldNum" sz="quarter" idx="4294967295"/>
          </p:nvPr>
        </p:nvSpPr>
        <p:spPr>
          <a:xfrm>
            <a:off x="9219616" y="6443089"/>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91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9">
                                            <p:txEl>
                                              <p:pRg st="1" end="1"/>
                                            </p:txEl>
                                          </p:spTgt>
                                        </p:tgtEl>
                                        <p:attrNameLst>
                                          <p:attrName>style.visibility</p:attrName>
                                        </p:attrNameLst>
                                      </p:cBhvr>
                                      <p:to>
                                        <p:strVal val="visible"/>
                                      </p:to>
                                    </p:set>
                                    <p:animEffect transition="in" filter="dissolve">
                                      <p:cBhvr>
                                        <p:cTn id="7" dur="500"/>
                                        <p:tgtEl>
                                          <p:spTgt spid="259">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59">
                                            <p:txEl>
                                              <p:pRg st="2" end="2"/>
                                            </p:txEl>
                                          </p:spTgt>
                                        </p:tgtEl>
                                        <p:attrNameLst>
                                          <p:attrName>style.visibility</p:attrName>
                                        </p:attrNameLst>
                                      </p:cBhvr>
                                      <p:to>
                                        <p:strVal val="visible"/>
                                      </p:to>
                                    </p:set>
                                    <p:animEffect transition="in" filter="dissolve">
                                      <p:cBhvr>
                                        <p:cTn id="10" dur="500"/>
                                        <p:tgtEl>
                                          <p:spTgt spid="2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59">
                                            <p:txEl>
                                              <p:pRg st="3" end="3"/>
                                            </p:txEl>
                                          </p:spTgt>
                                        </p:tgtEl>
                                        <p:attrNameLst>
                                          <p:attrName>style.visibility</p:attrName>
                                        </p:attrNameLst>
                                      </p:cBhvr>
                                      <p:to>
                                        <p:strVal val="visible"/>
                                      </p:to>
                                    </p:set>
                                    <p:animEffect transition="in" filter="dissolve">
                                      <p:cBhvr>
                                        <p:cTn id="15" dur="500"/>
                                        <p:tgtEl>
                                          <p:spTgt spid="25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59">
                                            <p:txEl>
                                              <p:pRg st="4" end="4"/>
                                            </p:txEl>
                                          </p:spTgt>
                                        </p:tgtEl>
                                        <p:attrNameLst>
                                          <p:attrName>style.visibility</p:attrName>
                                        </p:attrNameLst>
                                      </p:cBhvr>
                                      <p:to>
                                        <p:strVal val="visible"/>
                                      </p:to>
                                    </p:set>
                                    <p:animEffect transition="in" filter="dissolve">
                                      <p:cBhvr>
                                        <p:cTn id="20" dur="500"/>
                                        <p:tgtEl>
                                          <p:spTgt spid="25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360"/>
                                        </p:tgtEl>
                                        <p:attrNameLst>
                                          <p:attrName>style.visibility</p:attrName>
                                        </p:attrNameLst>
                                      </p:cBhvr>
                                      <p:to>
                                        <p:strVal val="visible"/>
                                      </p:to>
                                    </p:set>
                                    <p:animEffect transition="in" filter="wipe(right)">
                                      <p:cBhvr>
                                        <p:cTn id="25" dur="10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roup 115">
            <a:extLst>
              <a:ext uri="{FF2B5EF4-FFF2-40B4-BE49-F238E27FC236}">
                <a16:creationId xmlns:a16="http://schemas.microsoft.com/office/drawing/2014/main" xmlns="" id="{672F9AB0-BFC2-5542-A40C-5E7B5EB25F2B}"/>
              </a:ext>
            </a:extLst>
          </p:cNvPr>
          <p:cNvGrpSpPr/>
          <p:nvPr/>
        </p:nvGrpSpPr>
        <p:grpSpPr>
          <a:xfrm>
            <a:off x="6859466" y="1579642"/>
            <a:ext cx="1654101" cy="2401887"/>
            <a:chOff x="3457903" y="1592254"/>
            <a:chExt cx="1654101" cy="2401887"/>
          </a:xfrm>
        </p:grpSpPr>
        <p:sp>
          <p:nvSpPr>
            <p:cNvPr id="117" name="Rectangle 42">
              <a:extLst>
                <a:ext uri="{FF2B5EF4-FFF2-40B4-BE49-F238E27FC236}">
                  <a16:creationId xmlns:a16="http://schemas.microsoft.com/office/drawing/2014/main" xmlns="" id="{1AEEBA61-14FC-154D-88CA-B447B035949D}"/>
                </a:ext>
              </a:extLst>
            </p:cNvPr>
            <p:cNvSpPr>
              <a:spLocks noChangeArrowheads="1"/>
            </p:cNvSpPr>
            <p:nvPr/>
          </p:nvSpPr>
          <p:spPr bwMode="auto">
            <a:xfrm>
              <a:off x="3457903" y="1592254"/>
              <a:ext cx="1654101"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8" name="Rectangle 44">
              <a:extLst>
                <a:ext uri="{FF2B5EF4-FFF2-40B4-BE49-F238E27FC236}">
                  <a16:creationId xmlns:a16="http://schemas.microsoft.com/office/drawing/2014/main" xmlns="" id="{D0D47B06-FE3D-DA4E-A18A-5F4609A0AA92}"/>
                </a:ext>
              </a:extLst>
            </p:cNvPr>
            <p:cNvSpPr>
              <a:spLocks noChangeArrowheads="1"/>
            </p:cNvSpPr>
            <p:nvPr/>
          </p:nvSpPr>
          <p:spPr bwMode="auto">
            <a:xfrm>
              <a:off x="3992843" y="3517620"/>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9" name="Rectangle 45">
              <a:extLst>
                <a:ext uri="{FF2B5EF4-FFF2-40B4-BE49-F238E27FC236}">
                  <a16:creationId xmlns:a16="http://schemas.microsoft.com/office/drawing/2014/main" xmlns="" id="{2220353A-A27E-5C4B-B042-109D641001A1}"/>
                </a:ext>
              </a:extLst>
            </p:cNvPr>
            <p:cNvSpPr>
              <a:spLocks noChangeArrowheads="1"/>
            </p:cNvSpPr>
            <p:nvPr/>
          </p:nvSpPr>
          <p:spPr bwMode="auto">
            <a:xfrm>
              <a:off x="3996418"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120" name="Text Box 46">
              <a:extLst>
                <a:ext uri="{FF2B5EF4-FFF2-40B4-BE49-F238E27FC236}">
                  <a16:creationId xmlns:a16="http://schemas.microsoft.com/office/drawing/2014/main" xmlns="" id="{000F374E-6915-074D-8BA8-C296E4FB3100}"/>
                </a:ext>
              </a:extLst>
            </p:cNvPr>
            <p:cNvSpPr txBox="1">
              <a:spLocks noChangeArrowheads="1"/>
            </p:cNvSpPr>
            <p:nvPr/>
          </p:nvSpPr>
          <p:spPr bwMode="auto">
            <a:xfrm>
              <a:off x="39633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1" name="Freeform 47">
              <a:extLst>
                <a:ext uri="{FF2B5EF4-FFF2-40B4-BE49-F238E27FC236}">
                  <a16:creationId xmlns:a16="http://schemas.microsoft.com/office/drawing/2014/main" xmlns="" id="{5722F489-9C55-474B-AD7B-3596A67F9C53}"/>
                </a:ext>
              </a:extLst>
            </p:cNvPr>
            <p:cNvSpPr>
              <a:spLocks/>
            </p:cNvSpPr>
            <p:nvPr/>
          </p:nvSpPr>
          <p:spPr bwMode="auto">
            <a:xfrm flipH="1">
              <a:off x="4297726" y="2473508"/>
              <a:ext cx="291334"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2" name="Line 48">
              <a:extLst>
                <a:ext uri="{FF2B5EF4-FFF2-40B4-BE49-F238E27FC236}">
                  <a16:creationId xmlns:a16="http://schemas.microsoft.com/office/drawing/2014/main" xmlns="" id="{11921392-3DC2-E44B-9184-34A0E05D1A51}"/>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3" name="Line 49">
              <a:extLst>
                <a:ext uri="{FF2B5EF4-FFF2-40B4-BE49-F238E27FC236}">
                  <a16:creationId xmlns:a16="http://schemas.microsoft.com/office/drawing/2014/main" xmlns="" id="{BAFE9A46-B07B-0D46-BF9D-A127CF0FC1F6}"/>
                </a:ext>
              </a:extLst>
            </p:cNvPr>
            <p:cNvSpPr>
              <a:spLocks noChangeShapeType="1"/>
            </p:cNvSpPr>
            <p:nvPr/>
          </p:nvSpPr>
          <p:spPr bwMode="auto">
            <a:xfrm flipV="1">
              <a:off x="418216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4" name="Rectangle 50">
              <a:extLst>
                <a:ext uri="{FF2B5EF4-FFF2-40B4-BE49-F238E27FC236}">
                  <a16:creationId xmlns:a16="http://schemas.microsoft.com/office/drawing/2014/main" xmlns="" id="{B42296AE-5EDB-CB41-A8A8-F256FE98406B}"/>
                </a:ext>
              </a:extLst>
            </p:cNvPr>
            <p:cNvSpPr>
              <a:spLocks noChangeArrowheads="1"/>
            </p:cNvSpPr>
            <p:nvPr/>
          </p:nvSpPr>
          <p:spPr bwMode="auto">
            <a:xfrm>
              <a:off x="3536392" y="1927519"/>
              <a:ext cx="657225" cy="519112"/>
            </a:xfrm>
            <a:prstGeom prst="rect">
              <a:avLst/>
            </a:prstGeom>
            <a:solidFill>
              <a:srgbClr val="FFFFFF"/>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125" name="Rectangle 51">
              <a:extLst>
                <a:ext uri="{FF2B5EF4-FFF2-40B4-BE49-F238E27FC236}">
                  <a16:creationId xmlns:a16="http://schemas.microsoft.com/office/drawing/2014/main" xmlns="" id="{A0530BD1-8578-7749-A8F2-514C1E6AFDF1}"/>
                </a:ext>
              </a:extLst>
            </p:cNvPr>
            <p:cNvSpPr>
              <a:spLocks noChangeArrowheads="1"/>
            </p:cNvSpPr>
            <p:nvPr/>
          </p:nvSpPr>
          <p:spPr bwMode="auto">
            <a:xfrm>
              <a:off x="4351984" y="1939780"/>
              <a:ext cx="657225" cy="519113"/>
            </a:xfrm>
            <a:prstGeom prst="rect">
              <a:avLst/>
            </a:prstGeom>
            <a:solidFill>
              <a:srgbClr val="FFFFFF"/>
            </a:solidFill>
            <a:ln w="28575">
              <a:solidFill>
                <a:srgbClr val="E4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126" name="Line 52">
              <a:extLst>
                <a:ext uri="{FF2B5EF4-FFF2-40B4-BE49-F238E27FC236}">
                  <a16:creationId xmlns:a16="http://schemas.microsoft.com/office/drawing/2014/main" xmlns="" id="{A3C7A151-EBC5-7E44-A73B-EC7BF250A22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7" name="Line 53">
              <a:extLst>
                <a:ext uri="{FF2B5EF4-FFF2-40B4-BE49-F238E27FC236}">
                  <a16:creationId xmlns:a16="http://schemas.microsoft.com/office/drawing/2014/main" xmlns="" id="{C4B99840-0FB7-CE42-8D34-DEC52118C37C}"/>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8" name="Line 55">
              <a:extLst>
                <a:ext uri="{FF2B5EF4-FFF2-40B4-BE49-F238E27FC236}">
                  <a16:creationId xmlns:a16="http://schemas.microsoft.com/office/drawing/2014/main" xmlns="" id="{68A743ED-4B58-E94D-83B1-E54D12545A09}"/>
                </a:ext>
              </a:extLst>
            </p:cNvPr>
            <p:cNvSpPr>
              <a:spLocks noChangeShapeType="1"/>
            </p:cNvSpPr>
            <p:nvPr/>
          </p:nvSpPr>
          <p:spPr bwMode="auto">
            <a:xfrm flipH="1">
              <a:off x="4308787" y="3249620"/>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43">
              <a:extLst>
                <a:ext uri="{FF2B5EF4-FFF2-40B4-BE49-F238E27FC236}">
                  <a16:creationId xmlns:a16="http://schemas.microsoft.com/office/drawing/2014/main" xmlns="" id="{0EC4FEFF-71C3-204E-942F-DF941FB471F2}"/>
                </a:ext>
              </a:extLst>
            </p:cNvPr>
            <p:cNvSpPr>
              <a:spLocks noChangeArrowheads="1"/>
            </p:cNvSpPr>
            <p:nvPr/>
          </p:nvSpPr>
          <p:spPr bwMode="auto">
            <a:xfrm>
              <a:off x="3718524"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938646" y="362678"/>
            <a:ext cx="10515600" cy="894622"/>
          </a:xfrm>
        </p:spPr>
        <p:txBody>
          <a:bodyPr>
            <a:normAutofit/>
          </a:bodyPr>
          <a:lstStyle/>
          <a:p>
            <a:r>
              <a:rPr lang="en-US" altLang="en-US" sz="5400" dirty="0">
                <a:cs typeface="Calibri" panose="020F0502020204030204" pitchFamily="34" charset="0"/>
              </a:rPr>
              <a:t>Interfaces communicating</a:t>
            </a:r>
            <a:endParaRPr lang="en-US" sz="5400" dirty="0"/>
          </a:p>
        </p:txBody>
      </p:sp>
      <p:grpSp>
        <p:nvGrpSpPr>
          <p:cNvPr id="10" name="Group 9">
            <a:extLst>
              <a:ext uri="{FF2B5EF4-FFF2-40B4-BE49-F238E27FC236}">
                <a16:creationId xmlns:a16="http://schemas.microsoft.com/office/drawing/2014/main" xmlns="" id="{2EA5E3C2-990E-9C41-AAAA-45311F46F06D}"/>
              </a:ext>
            </a:extLst>
          </p:cNvPr>
          <p:cNvGrpSpPr/>
          <p:nvPr/>
        </p:nvGrpSpPr>
        <p:grpSpPr>
          <a:xfrm>
            <a:off x="3386648" y="1585768"/>
            <a:ext cx="1709144" cy="2401887"/>
            <a:chOff x="3386648" y="1585768"/>
            <a:chExt cx="1709144" cy="2401887"/>
          </a:xfrm>
        </p:grpSpPr>
        <p:sp>
          <p:nvSpPr>
            <p:cNvPr id="340" name="Rectangle 42">
              <a:extLst>
                <a:ext uri="{FF2B5EF4-FFF2-40B4-BE49-F238E27FC236}">
                  <a16:creationId xmlns:a16="http://schemas.microsoft.com/office/drawing/2014/main" xmlns="" id="{08D16DCA-2F81-3142-8787-DCBB82571FB9}"/>
                </a:ext>
              </a:extLst>
            </p:cNvPr>
            <p:cNvSpPr>
              <a:spLocks noChangeArrowheads="1"/>
            </p:cNvSpPr>
            <p:nvPr/>
          </p:nvSpPr>
          <p:spPr bwMode="auto">
            <a:xfrm>
              <a:off x="3386648" y="1585768"/>
              <a:ext cx="1709144"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xmlns="" id="{4292A8DC-1EBA-E346-AA85-38C6822CAA62}"/>
                </a:ext>
              </a:extLst>
            </p:cNvPr>
            <p:cNvSpPr>
              <a:spLocks noChangeArrowheads="1"/>
            </p:cNvSpPr>
            <p:nvPr/>
          </p:nvSpPr>
          <p:spPr bwMode="auto">
            <a:xfrm>
              <a:off x="3837201" y="3524105"/>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xmlns="" id="{9AD0BC31-6A50-984F-86A3-3CA27EA7CD26}"/>
                </a:ext>
              </a:extLst>
            </p:cNvPr>
            <p:cNvSpPr>
              <a:spLocks noChangeArrowheads="1"/>
            </p:cNvSpPr>
            <p:nvPr/>
          </p:nvSpPr>
          <p:spPr bwMode="auto">
            <a:xfrm>
              <a:off x="3856453"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xmlns="" id="{0B7C150F-CB12-034D-8895-A7245A5D606B}"/>
                </a:ext>
              </a:extLst>
            </p:cNvPr>
            <p:cNvSpPr txBox="1">
              <a:spLocks noChangeArrowheads="1"/>
            </p:cNvSpPr>
            <p:nvPr/>
          </p:nvSpPr>
          <p:spPr bwMode="auto">
            <a:xfrm>
              <a:off x="37929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xmlns="" id="{793E17F7-22E2-FF4D-8509-E82EDBE2D5AA}"/>
                </a:ext>
              </a:extLst>
            </p:cNvPr>
            <p:cNvSpPr>
              <a:spLocks/>
            </p:cNvSpPr>
            <p:nvPr/>
          </p:nvSpPr>
          <p:spPr bwMode="auto">
            <a:xfrm>
              <a:off x="3778897" y="2455718"/>
              <a:ext cx="326278"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xmlns="" id="{07601B60-F87E-2F49-8A8E-1FF14E515D33}"/>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xmlns="" id="{A28FA316-5FFA-F44A-BA99-AC0415DFF79C}"/>
                </a:ext>
              </a:extLst>
            </p:cNvPr>
            <p:cNvSpPr>
              <a:spLocks noChangeShapeType="1"/>
            </p:cNvSpPr>
            <p:nvPr/>
          </p:nvSpPr>
          <p:spPr bwMode="auto">
            <a:xfrm flipV="1">
              <a:off x="416437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xmlns="" id="{A634403E-4499-294B-99AD-E3A86D96C08B}"/>
                </a:ext>
              </a:extLst>
            </p:cNvPr>
            <p:cNvSpPr>
              <a:spLocks noChangeArrowheads="1"/>
            </p:cNvSpPr>
            <p:nvPr/>
          </p:nvSpPr>
          <p:spPr bwMode="auto">
            <a:xfrm>
              <a:off x="3532834" y="1938193"/>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xmlns="" id="{82C997D8-021F-0245-9B73-2C5E048B65DC}"/>
                </a:ext>
              </a:extLst>
            </p:cNvPr>
            <p:cNvSpPr>
              <a:spLocks noChangeArrowheads="1"/>
            </p:cNvSpPr>
            <p:nvPr/>
          </p:nvSpPr>
          <p:spPr bwMode="auto">
            <a:xfrm>
              <a:off x="4351984" y="193978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xmlns="" id="{D74D41F5-3112-6646-9892-D00D36377E6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xmlns="" id="{AA1745EF-4026-E54D-9775-040F79E5D154}"/>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3" name="Line 55">
              <a:extLst>
                <a:ext uri="{FF2B5EF4-FFF2-40B4-BE49-F238E27FC236}">
                  <a16:creationId xmlns:a16="http://schemas.microsoft.com/office/drawing/2014/main" xmlns="" id="{159E9A7C-2C1B-CC40-B1B4-760AFE091B0E}"/>
                </a:ext>
              </a:extLst>
            </p:cNvPr>
            <p:cNvSpPr>
              <a:spLocks noChangeShapeType="1"/>
            </p:cNvSpPr>
            <p:nvPr/>
          </p:nvSpPr>
          <p:spPr bwMode="auto">
            <a:xfrm flipH="1">
              <a:off x="4172601" y="3239892"/>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xmlns="" id="{D2E8D72A-74A0-8047-B32B-E6CC292FCAA2}"/>
                </a:ext>
              </a:extLst>
            </p:cNvPr>
            <p:cNvSpPr>
              <a:spLocks noChangeArrowheads="1"/>
            </p:cNvSpPr>
            <p:nvPr/>
          </p:nvSpPr>
          <p:spPr bwMode="auto">
            <a:xfrm>
              <a:off x="3643876"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60" name="Group 84">
            <a:extLst>
              <a:ext uri="{FF2B5EF4-FFF2-40B4-BE49-F238E27FC236}">
                <a16:creationId xmlns:a16="http://schemas.microsoft.com/office/drawing/2014/main" xmlns="" id="{F87BAAC8-00DB-C64F-B18B-456E80F15B7F}"/>
              </a:ext>
            </a:extLst>
          </p:cNvPr>
          <p:cNvGrpSpPr>
            <a:grpSpLocks/>
          </p:cNvGrpSpPr>
          <p:nvPr/>
        </p:nvGrpSpPr>
        <p:grpSpPr bwMode="auto">
          <a:xfrm>
            <a:off x="2300585" y="1777854"/>
            <a:ext cx="1508125" cy="2035175"/>
            <a:chOff x="2695" y="1742"/>
            <a:chExt cx="950" cy="1282"/>
          </a:xfrm>
        </p:grpSpPr>
        <p:sp>
          <p:nvSpPr>
            <p:cNvPr id="361" name="Freeform 62">
              <a:extLst>
                <a:ext uri="{FF2B5EF4-FFF2-40B4-BE49-F238E27FC236}">
                  <a16:creationId xmlns:a16="http://schemas.microsoft.com/office/drawing/2014/main" xmlns="" id="{9DAAFB2F-E3C8-FB46-A22A-E065E7053752}"/>
                </a:ext>
              </a:extLst>
            </p:cNvPr>
            <p:cNvSpPr>
              <a:spLocks/>
            </p:cNvSpPr>
            <p:nvPr/>
          </p:nvSpPr>
          <p:spPr bwMode="auto">
            <a:xfrm>
              <a:off x="3228" y="2488"/>
              <a:ext cx="417"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74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xmlns=""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xmlns="" id="{BB2C5787-9CAC-D84A-B4B9-64FEECE12BED}"/>
                </a:ext>
              </a:extLst>
            </p:cNvPr>
            <p:cNvSpPr>
              <a:spLocks/>
            </p:cNvSpPr>
            <p:nvPr/>
          </p:nvSpPr>
          <p:spPr bwMode="auto">
            <a:xfrm>
              <a:off x="3222" y="1767"/>
              <a:ext cx="244"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99000">
                  <a:srgbClr val="FFFFFF">
                    <a:alpha val="66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xmlns=""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xmlns=""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xmlns=""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xmlns=""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xmlns=""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xmlns=""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xmlns=""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xmlns=""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xmlns=""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xmlns=""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xmlns=""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xmlns=""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1" name="Group 10">
            <a:extLst>
              <a:ext uri="{FF2B5EF4-FFF2-40B4-BE49-F238E27FC236}">
                <a16:creationId xmlns:a16="http://schemas.microsoft.com/office/drawing/2014/main" xmlns="" id="{F0940C5E-A452-394D-9303-5A0908ACF414}"/>
              </a:ext>
            </a:extLst>
          </p:cNvPr>
          <p:cNvGrpSpPr/>
          <p:nvPr/>
        </p:nvGrpSpPr>
        <p:grpSpPr>
          <a:xfrm>
            <a:off x="8154574" y="1741034"/>
            <a:ext cx="1453373" cy="2053837"/>
            <a:chOff x="9730606" y="1055376"/>
            <a:chExt cx="1453373" cy="2053837"/>
          </a:xfrm>
        </p:grpSpPr>
        <p:sp>
          <p:nvSpPr>
            <p:cNvPr id="62" name="Freeform 62">
              <a:extLst>
                <a:ext uri="{FF2B5EF4-FFF2-40B4-BE49-F238E27FC236}">
                  <a16:creationId xmlns:a16="http://schemas.microsoft.com/office/drawing/2014/main" xmlns="" id="{01B01F1E-124F-BC43-A974-ABF83467E862}"/>
                </a:ext>
              </a:extLst>
            </p:cNvPr>
            <p:cNvSpPr>
              <a:spLocks/>
            </p:cNvSpPr>
            <p:nvPr/>
          </p:nvSpPr>
          <p:spPr bwMode="auto">
            <a:xfrm flipH="1">
              <a:off x="9730606" y="2258313"/>
              <a:ext cx="623888" cy="85090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82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Rectangle 73">
              <a:extLst>
                <a:ext uri="{FF2B5EF4-FFF2-40B4-BE49-F238E27FC236}">
                  <a16:creationId xmlns:a16="http://schemas.microsoft.com/office/drawing/2014/main" xmlns="" id="{E45D8FA9-172B-4349-9201-C855690CD8C7}"/>
                </a:ext>
              </a:extLst>
            </p:cNvPr>
            <p:cNvSpPr>
              <a:spLocks noChangeArrowheads="1"/>
            </p:cNvSpPr>
            <p:nvPr/>
          </p:nvSpPr>
          <p:spPr bwMode="auto">
            <a:xfrm>
              <a:off x="10360066" y="2541276"/>
              <a:ext cx="776288" cy="415925"/>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4" name="Freeform 63">
              <a:extLst>
                <a:ext uri="{FF2B5EF4-FFF2-40B4-BE49-F238E27FC236}">
                  <a16:creationId xmlns:a16="http://schemas.microsoft.com/office/drawing/2014/main" xmlns="" id="{D6688D65-8859-3543-A395-35CEEDEDD0DE}"/>
                </a:ext>
              </a:extLst>
            </p:cNvPr>
            <p:cNvSpPr>
              <a:spLocks/>
            </p:cNvSpPr>
            <p:nvPr/>
          </p:nvSpPr>
          <p:spPr bwMode="auto">
            <a:xfrm flipH="1">
              <a:off x="9935685" y="1076403"/>
              <a:ext cx="436563" cy="70326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alpha val="81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5" name="Rectangle 82">
              <a:extLst>
                <a:ext uri="{FF2B5EF4-FFF2-40B4-BE49-F238E27FC236}">
                  <a16:creationId xmlns:a16="http://schemas.microsoft.com/office/drawing/2014/main" xmlns="" id="{06D41716-A543-3F4F-9489-BC4A00085E88}"/>
                </a:ext>
              </a:extLst>
            </p:cNvPr>
            <p:cNvSpPr>
              <a:spLocks noChangeArrowheads="1"/>
            </p:cNvSpPr>
            <p:nvPr/>
          </p:nvSpPr>
          <p:spPr bwMode="auto">
            <a:xfrm>
              <a:off x="10355304" y="1090301"/>
              <a:ext cx="777876" cy="73501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6" name="Text Box 65">
              <a:extLst>
                <a:ext uri="{FF2B5EF4-FFF2-40B4-BE49-F238E27FC236}">
                  <a16:creationId xmlns:a16="http://schemas.microsoft.com/office/drawing/2014/main" xmlns="" id="{2D82B720-E5DF-4F4F-8FBA-8D31F068A355}"/>
                </a:ext>
              </a:extLst>
            </p:cNvPr>
            <p:cNvSpPr txBox="1">
              <a:spLocks noChangeArrowheads="1"/>
            </p:cNvSpPr>
            <p:nvPr/>
          </p:nvSpPr>
          <p:spPr bwMode="auto">
            <a:xfrm>
              <a:off x="10306091" y="1055376"/>
              <a:ext cx="877888" cy="830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67" name="Line 66">
              <a:extLst>
                <a:ext uri="{FF2B5EF4-FFF2-40B4-BE49-F238E27FC236}">
                  <a16:creationId xmlns:a16="http://schemas.microsoft.com/office/drawing/2014/main" xmlns="" id="{D80B677C-0558-AA49-9BC2-C865179CDED6}"/>
                </a:ext>
              </a:extLst>
            </p:cNvPr>
            <p:cNvSpPr>
              <a:spLocks noChangeShapeType="1"/>
            </p:cNvSpPr>
            <p:nvPr/>
          </p:nvSpPr>
          <p:spPr bwMode="auto">
            <a:xfrm>
              <a:off x="10360066" y="1303026"/>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67">
              <a:extLst>
                <a:ext uri="{FF2B5EF4-FFF2-40B4-BE49-F238E27FC236}">
                  <a16:creationId xmlns:a16="http://schemas.microsoft.com/office/drawing/2014/main" xmlns="" id="{96ECD29D-6AC3-3C4A-8B76-C6CE4E7094C2}"/>
                </a:ext>
              </a:extLst>
            </p:cNvPr>
            <p:cNvSpPr>
              <a:spLocks noChangeShapeType="1"/>
            </p:cNvSpPr>
            <p:nvPr/>
          </p:nvSpPr>
          <p:spPr bwMode="auto">
            <a:xfrm>
              <a:off x="10360066" y="1466539"/>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9" name="Line 68">
              <a:extLst>
                <a:ext uri="{FF2B5EF4-FFF2-40B4-BE49-F238E27FC236}">
                  <a16:creationId xmlns:a16="http://schemas.microsoft.com/office/drawing/2014/main" xmlns="" id="{93393447-F152-0A41-B307-A690875EC8D8}"/>
                </a:ext>
              </a:extLst>
            </p:cNvPr>
            <p:cNvSpPr>
              <a:spLocks noChangeShapeType="1"/>
            </p:cNvSpPr>
            <p:nvPr/>
          </p:nvSpPr>
          <p:spPr bwMode="auto">
            <a:xfrm>
              <a:off x="10356891" y="1639576"/>
              <a:ext cx="776288"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0" name="Rectangle 70">
              <a:extLst>
                <a:ext uri="{FF2B5EF4-FFF2-40B4-BE49-F238E27FC236}">
                  <a16:creationId xmlns:a16="http://schemas.microsoft.com/office/drawing/2014/main" xmlns="" id="{34836D0F-96F1-C74D-BB52-0007C90AE400}"/>
                </a:ext>
              </a:extLst>
            </p:cNvPr>
            <p:cNvSpPr>
              <a:spLocks noChangeArrowheads="1"/>
            </p:cNvSpPr>
            <p:nvPr/>
          </p:nvSpPr>
          <p:spPr bwMode="auto">
            <a:xfrm>
              <a:off x="10293391" y="1801501"/>
              <a:ext cx="876301" cy="1825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1" name="Line 71">
              <a:extLst>
                <a:ext uri="{FF2B5EF4-FFF2-40B4-BE49-F238E27FC236}">
                  <a16:creationId xmlns:a16="http://schemas.microsoft.com/office/drawing/2014/main" xmlns="" id="{B826D465-956C-AC42-A034-8ACCE0186508}"/>
                </a:ext>
              </a:extLst>
            </p:cNvPr>
            <p:cNvSpPr>
              <a:spLocks noChangeShapeType="1"/>
            </p:cNvSpPr>
            <p:nvPr/>
          </p:nvSpPr>
          <p:spPr bwMode="auto">
            <a:xfrm>
              <a:off x="10355304" y="1820551"/>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2" name="Line 72">
              <a:extLst>
                <a:ext uri="{FF2B5EF4-FFF2-40B4-BE49-F238E27FC236}">
                  <a16:creationId xmlns:a16="http://schemas.microsoft.com/office/drawing/2014/main" xmlns="" id="{18797742-2033-0E42-BF7B-CC2F3B1166C8}"/>
                </a:ext>
              </a:extLst>
            </p:cNvPr>
            <p:cNvSpPr>
              <a:spLocks noChangeShapeType="1"/>
            </p:cNvSpPr>
            <p:nvPr/>
          </p:nvSpPr>
          <p:spPr bwMode="auto">
            <a:xfrm>
              <a:off x="11134767" y="181102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3" name="Text Box 74">
              <a:extLst>
                <a:ext uri="{FF2B5EF4-FFF2-40B4-BE49-F238E27FC236}">
                  <a16:creationId xmlns:a16="http://schemas.microsoft.com/office/drawing/2014/main" xmlns="" id="{6CAFE6BE-3638-874A-B141-EDEE018D60F4}"/>
                </a:ext>
              </a:extLst>
            </p:cNvPr>
            <p:cNvSpPr txBox="1">
              <a:spLocks noChangeArrowheads="1"/>
            </p:cNvSpPr>
            <p:nvPr/>
          </p:nvSpPr>
          <p:spPr bwMode="auto">
            <a:xfrm>
              <a:off x="10388641" y="2501589"/>
              <a:ext cx="684213"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74" name="Line 78">
              <a:extLst>
                <a:ext uri="{FF2B5EF4-FFF2-40B4-BE49-F238E27FC236}">
                  <a16:creationId xmlns:a16="http://schemas.microsoft.com/office/drawing/2014/main" xmlns="" id="{84E322A3-E89B-AC48-B4B3-233C598CB6DD}"/>
                </a:ext>
              </a:extLst>
            </p:cNvPr>
            <p:cNvSpPr>
              <a:spLocks noChangeShapeType="1"/>
            </p:cNvSpPr>
            <p:nvPr/>
          </p:nvSpPr>
          <p:spPr bwMode="auto">
            <a:xfrm>
              <a:off x="10358479" y="2739714"/>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5" name="Line 80">
              <a:extLst>
                <a:ext uri="{FF2B5EF4-FFF2-40B4-BE49-F238E27FC236}">
                  <a16:creationId xmlns:a16="http://schemas.microsoft.com/office/drawing/2014/main" xmlns="" id="{B2BA3CCE-9278-934F-8020-A9A3C0BDAD18}"/>
                </a:ext>
              </a:extLst>
            </p:cNvPr>
            <p:cNvSpPr>
              <a:spLocks noChangeShapeType="1"/>
            </p:cNvSpPr>
            <p:nvPr/>
          </p:nvSpPr>
          <p:spPr bwMode="auto">
            <a:xfrm>
              <a:off x="10360066" y="2439676"/>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6" name="Line 81">
              <a:extLst>
                <a:ext uri="{FF2B5EF4-FFF2-40B4-BE49-F238E27FC236}">
                  <a16:creationId xmlns:a16="http://schemas.microsoft.com/office/drawing/2014/main" xmlns="" id="{5AB37789-637D-C443-B20A-F54499BB7D18}"/>
                </a:ext>
              </a:extLst>
            </p:cNvPr>
            <p:cNvSpPr>
              <a:spLocks noChangeShapeType="1"/>
            </p:cNvSpPr>
            <p:nvPr/>
          </p:nvSpPr>
          <p:spPr bwMode="auto">
            <a:xfrm>
              <a:off x="11136354" y="243967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5" name="Freeform 4">
            <a:extLst>
              <a:ext uri="{FF2B5EF4-FFF2-40B4-BE49-F238E27FC236}">
                <a16:creationId xmlns:a16="http://schemas.microsoft.com/office/drawing/2014/main" xmlns="" id="{40BD8E7B-C44D-C64B-8B42-1AB6A22BDEC2}"/>
              </a:ext>
            </a:extLst>
          </p:cNvPr>
          <p:cNvSpPr/>
          <p:nvPr/>
        </p:nvSpPr>
        <p:spPr>
          <a:xfrm>
            <a:off x="4153301" y="3785951"/>
            <a:ext cx="3591390" cy="522811"/>
          </a:xfrm>
          <a:custGeom>
            <a:avLst/>
            <a:gdLst>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4" fmla="*/ 5874327 w 5874327"/>
              <a:gd name="connsiteY4" fmla="*/ 41564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48806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30701 h 277091"/>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0" fmla="*/ 0 w 5874327"/>
              <a:gd name="connsiteY0" fmla="*/ 5510 h 282601"/>
              <a:gd name="connsiteX1" fmla="*/ 0 w 5874327"/>
              <a:gd name="connsiteY1" fmla="*/ 282601 h 282601"/>
              <a:gd name="connsiteX2" fmla="*/ 5874327 w 5874327"/>
              <a:gd name="connsiteY2" fmla="*/ 282601 h 282601"/>
              <a:gd name="connsiteX3" fmla="*/ 5864278 w 5874327"/>
              <a:gd name="connsiteY3" fmla="*/ 0 h 282601"/>
            </a:gdLst>
            <a:ahLst/>
            <a:cxnLst>
              <a:cxn ang="0">
                <a:pos x="connsiteX0" y="connsiteY0"/>
              </a:cxn>
              <a:cxn ang="0">
                <a:pos x="connsiteX1" y="connsiteY1"/>
              </a:cxn>
              <a:cxn ang="0">
                <a:pos x="connsiteX2" y="connsiteY2"/>
              </a:cxn>
              <a:cxn ang="0">
                <a:pos x="connsiteX3" y="connsiteY3"/>
              </a:cxn>
            </a:cxnLst>
            <a:rect l="l" t="t" r="r" b="b"/>
            <a:pathLst>
              <a:path w="5874327" h="282601">
                <a:moveTo>
                  <a:pt x="0" y="5510"/>
                </a:moveTo>
                <a:lnTo>
                  <a:pt x="0" y="282601"/>
                </a:lnTo>
                <a:lnTo>
                  <a:pt x="5874327" y="282601"/>
                </a:lnTo>
                <a:cubicBezTo>
                  <a:pt x="5874327" y="204092"/>
                  <a:pt x="5863162" y="41065"/>
                  <a:pt x="5864278" y="0"/>
                </a:cubicBezTo>
              </a:path>
            </a:pathLst>
          </a:custGeom>
          <a:noFill/>
          <a:ln w="34925">
            <a:solidFill>
              <a:srgbClr val="0000A8"/>
            </a:solidFill>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Rectangle 3">
            <a:extLst>
              <a:ext uri="{FF2B5EF4-FFF2-40B4-BE49-F238E27FC236}">
                <a16:creationId xmlns:a16="http://schemas.microsoft.com/office/drawing/2014/main" xmlns="" id="{18B56FA4-5E06-734B-8CCA-520BDE95A7B2}"/>
              </a:ext>
            </a:extLst>
          </p:cNvPr>
          <p:cNvSpPr txBox="1">
            <a:spLocks noChangeArrowheads="1"/>
          </p:cNvSpPr>
          <p:nvPr/>
        </p:nvSpPr>
        <p:spPr bwMode="auto">
          <a:xfrm>
            <a:off x="1181424" y="4590175"/>
            <a:ext cx="5247083" cy="1935162"/>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sending side: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encapsulates datagram in frame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adds error checking bits, reliable data transfer, flow control, etc.</a:t>
            </a:r>
          </a:p>
        </p:txBody>
      </p:sp>
      <p:sp>
        <p:nvSpPr>
          <p:cNvPr id="82" name="Rectangle 4">
            <a:extLst>
              <a:ext uri="{FF2B5EF4-FFF2-40B4-BE49-F238E27FC236}">
                <a16:creationId xmlns:a16="http://schemas.microsoft.com/office/drawing/2014/main" xmlns="" id="{CE6ED78C-4BB6-A242-9D70-6F08129C21FF}"/>
              </a:ext>
            </a:extLst>
          </p:cNvPr>
          <p:cNvSpPr txBox="1">
            <a:spLocks noChangeArrowheads="1"/>
          </p:cNvSpPr>
          <p:nvPr/>
        </p:nvSpPr>
        <p:spPr bwMode="auto">
          <a:xfrm>
            <a:off x="6683664" y="4606063"/>
            <a:ext cx="4829464" cy="1851025"/>
          </a:xfrm>
          <a:prstGeom prst="rect">
            <a:avLst/>
          </a:prstGeom>
          <a:noFill/>
          <a:ln>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receiving side: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looks for errors, reliable data transfer, flow control, etc.</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rPr>
              <a:t>extracts datagram, passes to upper layer at receiving side</a:t>
            </a:r>
          </a:p>
        </p:txBody>
      </p:sp>
      <p:grpSp>
        <p:nvGrpSpPr>
          <p:cNvPr id="8" name="Group 7">
            <a:extLst>
              <a:ext uri="{FF2B5EF4-FFF2-40B4-BE49-F238E27FC236}">
                <a16:creationId xmlns:a16="http://schemas.microsoft.com/office/drawing/2014/main" xmlns="" id="{537C4F57-1245-0842-89E6-D0D42B4637B1}"/>
              </a:ext>
            </a:extLst>
          </p:cNvPr>
          <p:cNvGrpSpPr/>
          <p:nvPr/>
        </p:nvGrpSpPr>
        <p:grpSpPr>
          <a:xfrm>
            <a:off x="957300" y="3054812"/>
            <a:ext cx="1569900" cy="338554"/>
            <a:chOff x="946500" y="2082812"/>
            <a:chExt cx="1569900" cy="338554"/>
          </a:xfrm>
          <a:effectLst>
            <a:outerShdw blurRad="50800" dist="38100" dir="18900000" algn="bl" rotWithShape="0">
              <a:prstClr val="black">
                <a:alpha val="40000"/>
              </a:prstClr>
            </a:outerShdw>
          </a:effectLst>
        </p:grpSpPr>
        <p:sp>
          <p:nvSpPr>
            <p:cNvPr id="104" name="Rectangle 103">
              <a:extLst>
                <a:ext uri="{FF2B5EF4-FFF2-40B4-BE49-F238E27FC236}">
                  <a16:creationId xmlns:a16="http://schemas.microsoft.com/office/drawing/2014/main" xmlns="" id="{9EDCCCEE-3CB2-1846-BBAC-01DB77CF94E9}"/>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xmlns="" id="{0B6EC950-6D21-8943-AD9A-1A9BA731F56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9" name="Group 8">
            <a:extLst>
              <a:ext uri="{FF2B5EF4-FFF2-40B4-BE49-F238E27FC236}">
                <a16:creationId xmlns:a16="http://schemas.microsoft.com/office/drawing/2014/main" xmlns="" id="{3974AB8B-EB99-0441-9682-66840F3A7F92}"/>
              </a:ext>
            </a:extLst>
          </p:cNvPr>
          <p:cNvGrpSpPr/>
          <p:nvPr/>
        </p:nvGrpSpPr>
        <p:grpSpPr>
          <a:xfrm>
            <a:off x="955870" y="3055124"/>
            <a:ext cx="1642179" cy="339427"/>
            <a:chOff x="8795014" y="27710"/>
            <a:chExt cx="1642179" cy="339427"/>
          </a:xfrm>
        </p:grpSpPr>
        <p:grpSp>
          <p:nvGrpSpPr>
            <p:cNvPr id="108" name="Group 107">
              <a:extLst>
                <a:ext uri="{FF2B5EF4-FFF2-40B4-BE49-F238E27FC236}">
                  <a16:creationId xmlns:a16="http://schemas.microsoft.com/office/drawing/2014/main" xmlns="" id="{3F4BB85F-69FB-5247-9776-577109762BF8}"/>
                </a:ext>
              </a:extLst>
            </p:cNvPr>
            <p:cNvGrpSpPr/>
            <p:nvPr/>
          </p:nvGrpSpPr>
          <p:grpSpPr>
            <a:xfrm>
              <a:off x="8795014" y="28583"/>
              <a:ext cx="1569900" cy="338554"/>
              <a:chOff x="946500" y="2082812"/>
              <a:chExt cx="1569900" cy="338554"/>
            </a:xfrm>
            <a:effectLst>
              <a:outerShdw blurRad="50800" dist="38100" dir="18900000" algn="bl" rotWithShape="0">
                <a:prstClr val="black">
                  <a:alpha val="40000"/>
                </a:prstClr>
              </a:outerShdw>
            </a:effectLst>
          </p:grpSpPr>
          <p:sp>
            <p:nvSpPr>
              <p:cNvPr id="109" name="Rectangle 108">
                <a:extLst>
                  <a:ext uri="{FF2B5EF4-FFF2-40B4-BE49-F238E27FC236}">
                    <a16:creationId xmlns:a16="http://schemas.microsoft.com/office/drawing/2014/main" xmlns="" id="{DBC16E38-D878-DA40-BBB8-6FB0CDBAC30B}"/>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TextBox 109">
                <a:extLst>
                  <a:ext uri="{FF2B5EF4-FFF2-40B4-BE49-F238E27FC236}">
                    <a16:creationId xmlns:a16="http://schemas.microsoft.com/office/drawing/2014/main" xmlns="" id="{1A787236-15FA-7C49-9EC5-8D58F317FD5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11" name="Group 110">
              <a:extLst>
                <a:ext uri="{FF2B5EF4-FFF2-40B4-BE49-F238E27FC236}">
                  <a16:creationId xmlns:a16="http://schemas.microsoft.com/office/drawing/2014/main" xmlns="" id="{C005BFB6-442F-8B4F-A9BE-E9EA4B39C815}"/>
                </a:ext>
              </a:extLst>
            </p:cNvPr>
            <p:cNvGrpSpPr/>
            <p:nvPr/>
          </p:nvGrpSpPr>
          <p:grpSpPr>
            <a:xfrm>
              <a:off x="9386857" y="27710"/>
              <a:ext cx="1050336" cy="338554"/>
              <a:chOff x="1551732" y="2084406"/>
              <a:chExt cx="1050336" cy="338554"/>
            </a:xfrm>
          </p:grpSpPr>
          <p:sp>
            <p:nvSpPr>
              <p:cNvPr id="112" name="Rectangle 111">
                <a:extLst>
                  <a:ext uri="{FF2B5EF4-FFF2-40B4-BE49-F238E27FC236}">
                    <a16:creationId xmlns:a16="http://schemas.microsoft.com/office/drawing/2014/main" xmlns="" id="{D71FB187-96E4-244B-AF15-E9CD3D0042E1}"/>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TextBox 112">
                <a:extLst>
                  <a:ext uri="{FF2B5EF4-FFF2-40B4-BE49-F238E27FC236}">
                    <a16:creationId xmlns:a16="http://schemas.microsoft.com/office/drawing/2014/main" xmlns="" id="{B0772B65-2D38-BD48-890B-AE81492D2152}"/>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grpSp>
        <p:nvGrpSpPr>
          <p:cNvPr id="7" name="Group 6">
            <a:extLst>
              <a:ext uri="{FF2B5EF4-FFF2-40B4-BE49-F238E27FC236}">
                <a16:creationId xmlns:a16="http://schemas.microsoft.com/office/drawing/2014/main" xmlns="" id="{496E2B94-DB9A-7246-AFC8-1AF4BF171909}"/>
              </a:ext>
            </a:extLst>
          </p:cNvPr>
          <p:cNvGrpSpPr/>
          <p:nvPr/>
        </p:nvGrpSpPr>
        <p:grpSpPr>
          <a:xfrm>
            <a:off x="1551732" y="2080806"/>
            <a:ext cx="1050336" cy="338554"/>
            <a:chOff x="1551732" y="2084406"/>
            <a:chExt cx="1050336" cy="338554"/>
          </a:xfrm>
        </p:grpSpPr>
        <p:sp>
          <p:nvSpPr>
            <p:cNvPr id="97" name="Rectangle 96">
              <a:extLst>
                <a:ext uri="{FF2B5EF4-FFF2-40B4-BE49-F238E27FC236}">
                  <a16:creationId xmlns:a16="http://schemas.microsoft.com/office/drawing/2014/main" xmlns="" id="{0FE69BAF-1146-6E49-A666-E323A3E57C63}"/>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TextBox 97">
              <a:extLst>
                <a:ext uri="{FF2B5EF4-FFF2-40B4-BE49-F238E27FC236}">
                  <a16:creationId xmlns:a16="http://schemas.microsoft.com/office/drawing/2014/main" xmlns="" id="{16546C0F-2F99-5D49-9B71-D806E1F4AC4B}"/>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nvGrpSpPr>
          <p:cNvPr id="12" name="Group 11">
            <a:extLst>
              <a:ext uri="{FF2B5EF4-FFF2-40B4-BE49-F238E27FC236}">
                <a16:creationId xmlns:a16="http://schemas.microsoft.com/office/drawing/2014/main" xmlns="" id="{AE4DCBCE-E716-334C-BD5E-3775F82A2DA5}"/>
              </a:ext>
            </a:extLst>
          </p:cNvPr>
          <p:cNvGrpSpPr/>
          <p:nvPr/>
        </p:nvGrpSpPr>
        <p:grpSpPr>
          <a:xfrm>
            <a:off x="9888337" y="3037360"/>
            <a:ext cx="1050336" cy="338554"/>
            <a:chOff x="309834" y="1124253"/>
            <a:chExt cx="1050336" cy="338554"/>
          </a:xfrm>
        </p:grpSpPr>
        <p:sp>
          <p:nvSpPr>
            <p:cNvPr id="132" name="Rectangle 131">
              <a:extLst>
                <a:ext uri="{FF2B5EF4-FFF2-40B4-BE49-F238E27FC236}">
                  <a16:creationId xmlns:a16="http://schemas.microsoft.com/office/drawing/2014/main" xmlns="" id="{E80854FB-94FB-5641-A2CE-545956B45415}"/>
                </a:ext>
              </a:extLst>
            </p:cNvPr>
            <p:cNvSpPr/>
            <p:nvPr/>
          </p:nvSpPr>
          <p:spPr>
            <a:xfrm>
              <a:off x="326223" y="1172864"/>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3" name="TextBox 132">
              <a:extLst>
                <a:ext uri="{FF2B5EF4-FFF2-40B4-BE49-F238E27FC236}">
                  <a16:creationId xmlns:a16="http://schemas.microsoft.com/office/drawing/2014/main" xmlns="" id="{D9C16815-500B-C54D-BE20-C80213A27D36}"/>
                </a:ext>
              </a:extLst>
            </p:cNvPr>
            <p:cNvSpPr txBox="1"/>
            <p:nvPr/>
          </p:nvSpPr>
          <p:spPr>
            <a:xfrm>
              <a:off x="309834" y="1124253"/>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sp>
        <p:nvSpPr>
          <p:cNvPr id="13" name="Slide Number Placeholder 12">
            <a:extLst>
              <a:ext uri="{FF2B5EF4-FFF2-40B4-BE49-F238E27FC236}">
                <a16:creationId xmlns:a16="http://schemas.microsoft.com/office/drawing/2014/main" xmlns="" id="{DD8BEED3-9945-748A-AAE6-7AC49BE4C4F1}"/>
              </a:ext>
            </a:extLst>
          </p:cNvPr>
          <p:cNvSpPr>
            <a:spLocks noGrp="1"/>
          </p:cNvSpPr>
          <p:nvPr>
            <p:ph type="sldNum" sz="quarter" idx="4294967295"/>
          </p:nvPr>
        </p:nvSpPr>
        <p:spPr>
          <a:xfrm>
            <a:off x="9219616" y="6443089"/>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527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5E-6 7.40741E-7 L -2.5E-6 0.14236 " pathEditMode="relative" rAng="0" ptsTypes="AA">
                                      <p:cBhvr>
                                        <p:cTn id="6" dur="2000" fill="hold"/>
                                        <p:tgtEl>
                                          <p:spTgt spid="7"/>
                                        </p:tgtEl>
                                        <p:attrNameLst>
                                          <p:attrName>ppt_x</p:attrName>
                                          <p:attrName>ppt_y</p:attrName>
                                        </p:attrNameLst>
                                      </p:cBhvr>
                                      <p:rCtr x="0" y="7106"/>
                                    </p:animMotion>
                                  </p:childTnLst>
                                </p:cTn>
                              </p:par>
                            </p:childTnLst>
                          </p:cTn>
                        </p:par>
                        <p:par>
                          <p:cTn id="7" fill="hold">
                            <p:stCondLst>
                              <p:cond delay="2000"/>
                            </p:stCondLst>
                            <p:childTnLst>
                              <p:par>
                                <p:cTn id="8" presetID="9"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dissolve">
                                      <p:cBhvr>
                                        <p:cTn id="13" dur="500"/>
                                        <p:tgtEl>
                                          <p:spTgt spid="8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nodeType="clickEffect">
                                  <p:stCondLst>
                                    <p:cond delay="0"/>
                                  </p:stCondLst>
                                  <p:childTnLst>
                                    <p:animEffect transition="out" filter="dissolv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9"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par>
                          <p:cTn id="25" fill="hold">
                            <p:stCondLst>
                              <p:cond delay="500"/>
                            </p:stCondLst>
                            <p:childTnLst>
                              <p:par>
                                <p:cTn id="26" presetID="0" presetClass="path" presetSubtype="0" accel="50000" decel="50000" fill="hold" nodeType="afterEffect">
                                  <p:stCondLst>
                                    <p:cond delay="0"/>
                                  </p:stCondLst>
                                  <p:childTnLst>
                                    <p:animMotion origin="layout" path="M -3.125E-6 -0.00023 C 0.00078 0.05555 0.0017 0.11111 0.00261 0.1669 L 0.68633 0.17477 L 0.68633 -0.00301 " pathEditMode="relative" rAng="0" ptsTypes="AAAA">
                                      <p:cBhvr>
                                        <p:cTn id="27" dur="2000" fill="hold"/>
                                        <p:tgtEl>
                                          <p:spTgt spid="9"/>
                                        </p:tgtEl>
                                        <p:attrNameLst>
                                          <p:attrName>ppt_x</p:attrName>
                                          <p:attrName>ppt_y</p:attrName>
                                        </p:attrNameLst>
                                      </p:cBhvr>
                                      <p:rCtr x="34310" y="8611"/>
                                    </p:animMotion>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dissolve">
                                      <p:cBhvr>
                                        <p:cTn id="31" dur="500"/>
                                        <p:tgtEl>
                                          <p:spTgt spid="8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9"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dissolve">
                                      <p:cBhvr>
                                        <p:cTn id="39" dur="500"/>
                                        <p:tgtEl>
                                          <p:spTgt spid="12"/>
                                        </p:tgtEl>
                                      </p:cBhvr>
                                    </p:animEffect>
                                  </p:childTnLst>
                                </p:cTn>
                              </p:par>
                            </p:childTnLst>
                          </p:cTn>
                        </p:par>
                        <p:par>
                          <p:cTn id="40" fill="hold">
                            <p:stCondLst>
                              <p:cond delay="500"/>
                            </p:stCondLst>
                            <p:childTnLst>
                              <p:par>
                                <p:cTn id="41" presetID="0" presetClass="path" presetSubtype="0" accel="50000" decel="50000" fill="hold" nodeType="afterEffect">
                                  <p:stCondLst>
                                    <p:cond delay="0"/>
                                  </p:stCondLst>
                                  <p:childTnLst>
                                    <p:animMotion origin="layout" path="M 0.00052 -0.00023 L -0.00039 -0.13842 " pathEditMode="relative" rAng="0" ptsTypes="AA">
                                      <p:cBhvr>
                                        <p:cTn id="42" dur="2000" fill="hold"/>
                                        <p:tgtEl>
                                          <p:spTgt spid="12"/>
                                        </p:tgtEl>
                                        <p:attrNameLst>
                                          <p:attrName>ppt_x</p:attrName>
                                          <p:attrName>ppt_y</p:attrName>
                                        </p:attrNameLst>
                                      </p:cBhvr>
                                      <p:rCtr x="-52" y="-6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altLang="en-US" dirty="0">
                <a:cs typeface="Calibri" panose="020F0502020204030204" pitchFamily="34" charset="0"/>
              </a:rPr>
              <a:t>Multiple access links, protocols</a:t>
            </a:r>
            <a:endParaRPr lang="en-US" sz="4400" dirty="0"/>
          </a:p>
        </p:txBody>
      </p:sp>
      <p:sp>
        <p:nvSpPr>
          <p:cNvPr id="470" name="Rectangle 3">
            <a:extLst>
              <a:ext uri="{FF2B5EF4-FFF2-40B4-BE49-F238E27FC236}">
                <a16:creationId xmlns:a16="http://schemas.microsoft.com/office/drawing/2014/main" xmlns="" id="{A4DB250C-FCF5-CC4D-B049-42D6C0DD3604}"/>
              </a:ext>
            </a:extLst>
          </p:cNvPr>
          <p:cNvSpPr txBox="1">
            <a:spLocks noChangeArrowheads="1"/>
          </p:cNvSpPr>
          <p:nvPr/>
        </p:nvSpPr>
        <p:spPr bwMode="auto">
          <a:xfrm>
            <a:off x="1448045" y="1319435"/>
            <a:ext cx="7772400" cy="3292475"/>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ts val="400"/>
              </a:spcAft>
              <a:buClr>
                <a:srgbClr val="000099"/>
              </a:buClr>
              <a:buSzPct val="100000"/>
              <a:buFont typeface="Wingdings" charset="0"/>
              <a:buNone/>
              <a:tabLst/>
              <a:defRPr/>
            </a:pPr>
            <a:r>
              <a:rPr kumimoji="0" lang="en-US" sz="3200" b="0" i="0" u="none" strike="noStrike" kern="0" cap="none" spc="0" normalizeH="0" baseline="0" noProof="0" dirty="0">
                <a:ln>
                  <a:noFill/>
                </a:ln>
                <a:solidFill>
                  <a:prstClr val="black"/>
                </a:solidFill>
                <a:effectLst/>
                <a:uLnTx/>
                <a:uFillTx/>
                <a:latin typeface="+mj-lt"/>
                <a:ea typeface="ＭＳ Ｐゴシック" charset="0"/>
                <a:cs typeface="+mn-cs"/>
              </a:rPr>
              <a:t>two types of “links</a:t>
            </a:r>
            <a:r>
              <a:rPr kumimoji="0" lang="en-US" altLang="ja-JP" sz="3200" b="0" i="0" u="none" strike="noStrike" kern="0" cap="none" spc="0" normalizeH="0" baseline="0" noProof="0" dirty="0">
                <a:ln>
                  <a:noFill/>
                </a:ln>
                <a:solidFill>
                  <a:prstClr val="black"/>
                </a:solidFill>
                <a:effectLst/>
                <a:uLnTx/>
                <a:uFillTx/>
                <a:latin typeface="+mj-lt"/>
                <a:ea typeface="ＭＳ Ｐゴシック" charset="0"/>
                <a:cs typeface="+mn-cs"/>
              </a:rPr>
              <a:t>”</a:t>
            </a:r>
            <a:r>
              <a:rPr kumimoji="0" lang="en-US" sz="3200" b="0" i="0" u="none" strike="noStrike" kern="0" cap="none" spc="0" normalizeH="0" baseline="0" noProof="0" dirty="0">
                <a:ln>
                  <a:noFill/>
                </a:ln>
                <a:solidFill>
                  <a:prstClr val="black"/>
                </a:solidFill>
                <a:effectLst/>
                <a:uLnTx/>
                <a:uFillTx/>
                <a:latin typeface="+mj-lt"/>
                <a:ea typeface="ＭＳ Ｐゴシック" charset="0"/>
                <a:cs typeface="+mn-cs"/>
              </a:rPr>
              <a:t>:</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800" b="0" i="0" u="none" strike="noStrike" kern="0" cap="none" spc="0" normalizeH="0" baseline="0" noProof="0" dirty="0">
                <a:ln>
                  <a:noFill/>
                </a:ln>
                <a:solidFill>
                  <a:prstClr val="black"/>
                </a:solidFill>
                <a:effectLst/>
                <a:uLnTx/>
                <a:uFillTx/>
                <a:latin typeface="+mj-lt"/>
                <a:ea typeface="ＭＳ Ｐゴシック" charset="0"/>
                <a:cs typeface="+mn-cs"/>
              </a:rPr>
              <a:t>point-to-point</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point-to-point link between Ethernet switch, host</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PPP for dial-up access</a:t>
            </a:r>
          </a:p>
          <a:p>
            <a:pPr marL="466725" marR="0" lvl="0" indent="-333375" algn="l" defTabSz="914400" rtl="0" eaLnBrk="0" fontAlgn="base" latinLnBrk="0" hangingPunct="0">
              <a:lnSpc>
                <a:spcPct val="85000"/>
              </a:lnSpc>
              <a:spcBef>
                <a:spcPct val="20000"/>
              </a:spcBef>
              <a:spcAft>
                <a:spcPct val="0"/>
              </a:spcAft>
              <a:buClr>
                <a:srgbClr val="000099"/>
              </a:buClr>
              <a:buSzPct val="100000"/>
              <a:buFont typeface="Wingdings" charset="2"/>
              <a:buChar char="§"/>
              <a:defRPr/>
            </a:pPr>
            <a:r>
              <a:rPr kumimoji="0" lang="en-US" sz="2800" b="0" i="0" u="none" strike="noStrike" kern="0" cap="none" spc="0" normalizeH="0" baseline="0" noProof="0" dirty="0">
                <a:ln>
                  <a:noFill/>
                </a:ln>
                <a:solidFill>
                  <a:srgbClr val="C00000"/>
                </a:solidFill>
                <a:effectLst/>
                <a:uLnTx/>
                <a:uFillTx/>
                <a:latin typeface="+mj-lt"/>
                <a:ea typeface="ＭＳ Ｐゴシック" charset="0"/>
                <a:cs typeface="+mn-cs"/>
              </a:rPr>
              <a:t>broadcast (shared wire or medium)</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old-school Ethernet</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upstream HFC in cable-based access network</a:t>
            </a:r>
          </a:p>
          <a:p>
            <a:pPr marL="742950" marR="0" lvl="1" indent="-285750"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prstClr val="black"/>
                </a:solidFill>
                <a:effectLst/>
                <a:uLnTx/>
                <a:uFillTx/>
                <a:latin typeface="+mj-lt"/>
                <a:ea typeface="ＭＳ Ｐゴシック" charset="0"/>
                <a:cs typeface="+mn-cs"/>
              </a:rPr>
              <a:t>802.11 wireless LAN, 4G/4G. satellite</a:t>
            </a:r>
            <a:endPar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endParaRP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prstClr val="black"/>
              </a:solidFill>
              <a:effectLst/>
              <a:uLnTx/>
              <a:uFillTx/>
              <a:latin typeface="+mj-lt"/>
              <a:ea typeface="ＭＳ Ｐゴシック" charset="0"/>
              <a:cs typeface="+mn-cs"/>
            </a:endParaRPr>
          </a:p>
        </p:txBody>
      </p:sp>
      <p:grpSp>
        <p:nvGrpSpPr>
          <p:cNvPr id="7" name="Group 6">
            <a:extLst>
              <a:ext uri="{FF2B5EF4-FFF2-40B4-BE49-F238E27FC236}">
                <a16:creationId xmlns:a16="http://schemas.microsoft.com/office/drawing/2014/main" xmlns="" id="{B37A52A8-726D-1743-B706-C6C96361B328}"/>
              </a:ext>
            </a:extLst>
          </p:cNvPr>
          <p:cNvGrpSpPr/>
          <p:nvPr/>
        </p:nvGrpSpPr>
        <p:grpSpPr>
          <a:xfrm>
            <a:off x="6882164" y="4987878"/>
            <a:ext cx="2026132" cy="1407972"/>
            <a:chOff x="6882164" y="4987878"/>
            <a:chExt cx="2026132" cy="1407972"/>
          </a:xfrm>
        </p:grpSpPr>
        <p:sp>
          <p:nvSpPr>
            <p:cNvPr id="473" name="Text Box 7">
              <a:extLst>
                <a:ext uri="{FF2B5EF4-FFF2-40B4-BE49-F238E27FC236}">
                  <a16:creationId xmlns:a16="http://schemas.microsoft.com/office/drawing/2014/main" xmlns="" id="{06CF1C6B-422C-1444-877E-6282ED97416D}"/>
                </a:ext>
              </a:extLst>
            </p:cNvPr>
            <p:cNvSpPr txBox="1">
              <a:spLocks noChangeArrowheads="1"/>
            </p:cNvSpPr>
            <p:nvPr/>
          </p:nvSpPr>
          <p:spPr bwMode="auto">
            <a:xfrm>
              <a:off x="6882164" y="6092369"/>
              <a:ext cx="2026132"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satellite </a:t>
              </a:r>
            </a:p>
          </p:txBody>
        </p:sp>
        <p:grpSp>
          <p:nvGrpSpPr>
            <p:cNvPr id="479" name="Group 382">
              <a:extLst>
                <a:ext uri="{FF2B5EF4-FFF2-40B4-BE49-F238E27FC236}">
                  <a16:creationId xmlns:a16="http://schemas.microsoft.com/office/drawing/2014/main" xmlns="" id="{444C4E2A-E876-FA42-B00E-F2550AD7EDC3}"/>
                </a:ext>
              </a:extLst>
            </p:cNvPr>
            <p:cNvGrpSpPr>
              <a:grpSpLocks/>
            </p:cNvGrpSpPr>
            <p:nvPr/>
          </p:nvGrpSpPr>
          <p:grpSpPr bwMode="auto">
            <a:xfrm>
              <a:off x="7127673" y="5700665"/>
              <a:ext cx="288925" cy="220663"/>
              <a:chOff x="2274" y="2821"/>
              <a:chExt cx="215" cy="238"/>
            </a:xfrm>
          </p:grpSpPr>
          <p:sp>
            <p:nvSpPr>
              <p:cNvPr id="480" name="Freeform 383">
                <a:extLst>
                  <a:ext uri="{FF2B5EF4-FFF2-40B4-BE49-F238E27FC236}">
                    <a16:creationId xmlns:a16="http://schemas.microsoft.com/office/drawing/2014/main" xmlns="" id="{BDDB8C29-61C8-B44A-A0C9-80B160DD04E9}"/>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1" name="Line 384">
                <a:extLst>
                  <a:ext uri="{FF2B5EF4-FFF2-40B4-BE49-F238E27FC236}">
                    <a16:creationId xmlns:a16="http://schemas.microsoft.com/office/drawing/2014/main" xmlns="" id="{8F4AE323-F3F4-E14E-B478-2730ECFD58A8}"/>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2" name="Freeform 385">
                <a:extLst>
                  <a:ext uri="{FF2B5EF4-FFF2-40B4-BE49-F238E27FC236}">
                    <a16:creationId xmlns:a16="http://schemas.microsoft.com/office/drawing/2014/main" xmlns="" id="{41C8AF46-22BA-2346-AD20-B0D2DA9362A7}"/>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3" name="Line 386">
                <a:extLst>
                  <a:ext uri="{FF2B5EF4-FFF2-40B4-BE49-F238E27FC236}">
                    <a16:creationId xmlns:a16="http://schemas.microsoft.com/office/drawing/2014/main" xmlns="" id="{FF499369-05D1-BD40-A15C-F1F4775FFD16}"/>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4" name="Freeform 387">
                <a:extLst>
                  <a:ext uri="{FF2B5EF4-FFF2-40B4-BE49-F238E27FC236}">
                    <a16:creationId xmlns:a16="http://schemas.microsoft.com/office/drawing/2014/main" xmlns="" id="{FF57B98D-A160-3344-BA6D-DBC150EEDC53}"/>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5" name="Line 388">
                <a:extLst>
                  <a:ext uri="{FF2B5EF4-FFF2-40B4-BE49-F238E27FC236}">
                    <a16:creationId xmlns:a16="http://schemas.microsoft.com/office/drawing/2014/main" xmlns="" id="{0700E589-A21D-F84B-8C68-40D1B51EED2C}"/>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6" name="Freeform 389">
                <a:extLst>
                  <a:ext uri="{FF2B5EF4-FFF2-40B4-BE49-F238E27FC236}">
                    <a16:creationId xmlns:a16="http://schemas.microsoft.com/office/drawing/2014/main" xmlns="" id="{75397DE6-7C44-4F44-9365-9A1D35474C83}"/>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7" name="Freeform 390">
                <a:extLst>
                  <a:ext uri="{FF2B5EF4-FFF2-40B4-BE49-F238E27FC236}">
                    <a16:creationId xmlns:a16="http://schemas.microsoft.com/office/drawing/2014/main" xmlns="" id="{368EB1B3-47F7-2447-B958-2BCE0F178BFA}"/>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8" name="Rectangle 391">
                <a:extLst>
                  <a:ext uri="{FF2B5EF4-FFF2-40B4-BE49-F238E27FC236}">
                    <a16:creationId xmlns:a16="http://schemas.microsoft.com/office/drawing/2014/main" xmlns="" id="{C14D26ED-4841-3E46-BF7A-83D8D95E9E32}"/>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89" name="Freeform 392">
                <a:extLst>
                  <a:ext uri="{FF2B5EF4-FFF2-40B4-BE49-F238E27FC236}">
                    <a16:creationId xmlns:a16="http://schemas.microsoft.com/office/drawing/2014/main" xmlns="" id="{F7380919-6949-F94F-8330-C7FD85D06A40}"/>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0" name="Line 393">
                <a:extLst>
                  <a:ext uri="{FF2B5EF4-FFF2-40B4-BE49-F238E27FC236}">
                    <a16:creationId xmlns:a16="http://schemas.microsoft.com/office/drawing/2014/main" xmlns="" id="{572E4DD5-2700-084B-A313-B26B6D4CDA18}"/>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1" name="Line 394">
                <a:extLst>
                  <a:ext uri="{FF2B5EF4-FFF2-40B4-BE49-F238E27FC236}">
                    <a16:creationId xmlns:a16="http://schemas.microsoft.com/office/drawing/2014/main" xmlns="" id="{AA53B8C5-637F-3A4F-90EA-F02C41B17384}"/>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2" name="Line 395">
                <a:extLst>
                  <a:ext uri="{FF2B5EF4-FFF2-40B4-BE49-F238E27FC236}">
                    <a16:creationId xmlns:a16="http://schemas.microsoft.com/office/drawing/2014/main" xmlns="" id="{9441D979-2998-2648-980D-EA524FE9B9EF}"/>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3" name="Freeform 396">
                <a:extLst>
                  <a:ext uri="{FF2B5EF4-FFF2-40B4-BE49-F238E27FC236}">
                    <a16:creationId xmlns:a16="http://schemas.microsoft.com/office/drawing/2014/main" xmlns="" id="{7F4AFBF0-B087-2B49-B22A-242928895779}"/>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grpSp>
          <p:nvGrpSpPr>
            <p:cNvPr id="494" name="Group 398">
              <a:extLst>
                <a:ext uri="{FF2B5EF4-FFF2-40B4-BE49-F238E27FC236}">
                  <a16:creationId xmlns:a16="http://schemas.microsoft.com/office/drawing/2014/main" xmlns="" id="{BBD74A9D-6F6D-8246-9DE8-B4C2AB33096F}"/>
                </a:ext>
              </a:extLst>
            </p:cNvPr>
            <p:cNvGrpSpPr>
              <a:grpSpLocks/>
            </p:cNvGrpSpPr>
            <p:nvPr/>
          </p:nvGrpSpPr>
          <p:grpSpPr bwMode="auto">
            <a:xfrm>
              <a:off x="7634085" y="5681615"/>
              <a:ext cx="223838" cy="254000"/>
              <a:chOff x="2274" y="2821"/>
              <a:chExt cx="215" cy="238"/>
            </a:xfrm>
          </p:grpSpPr>
          <p:sp>
            <p:nvSpPr>
              <p:cNvPr id="495" name="Freeform 399">
                <a:extLst>
                  <a:ext uri="{FF2B5EF4-FFF2-40B4-BE49-F238E27FC236}">
                    <a16:creationId xmlns:a16="http://schemas.microsoft.com/office/drawing/2014/main" xmlns="" id="{12E023A5-7FBF-5C48-B02C-B77994909136}"/>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6" name="Line 400">
                <a:extLst>
                  <a:ext uri="{FF2B5EF4-FFF2-40B4-BE49-F238E27FC236}">
                    <a16:creationId xmlns:a16="http://schemas.microsoft.com/office/drawing/2014/main" xmlns="" id="{22601291-2593-D546-BEC9-0877AF59FDD2}"/>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7" name="Freeform 401">
                <a:extLst>
                  <a:ext uri="{FF2B5EF4-FFF2-40B4-BE49-F238E27FC236}">
                    <a16:creationId xmlns:a16="http://schemas.microsoft.com/office/drawing/2014/main" xmlns="" id="{71ACC171-BB81-7641-9ACA-D8DDAF2200C5}"/>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8" name="Line 402">
                <a:extLst>
                  <a:ext uri="{FF2B5EF4-FFF2-40B4-BE49-F238E27FC236}">
                    <a16:creationId xmlns:a16="http://schemas.microsoft.com/office/drawing/2014/main" xmlns="" id="{AF45D7DA-B67F-DC46-BF98-1EF5C1B0E088}"/>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499" name="Freeform 403">
                <a:extLst>
                  <a:ext uri="{FF2B5EF4-FFF2-40B4-BE49-F238E27FC236}">
                    <a16:creationId xmlns:a16="http://schemas.microsoft.com/office/drawing/2014/main" xmlns="" id="{ABE18084-E411-0446-A052-86BB1FD39DE4}"/>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0" name="Line 404">
                <a:extLst>
                  <a:ext uri="{FF2B5EF4-FFF2-40B4-BE49-F238E27FC236}">
                    <a16:creationId xmlns:a16="http://schemas.microsoft.com/office/drawing/2014/main" xmlns="" id="{AAFB5D72-E469-954F-B6D8-5737C3999ACC}"/>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1" name="Freeform 405">
                <a:extLst>
                  <a:ext uri="{FF2B5EF4-FFF2-40B4-BE49-F238E27FC236}">
                    <a16:creationId xmlns:a16="http://schemas.microsoft.com/office/drawing/2014/main" xmlns="" id="{6FA32C76-7534-3A4B-837A-FC8A46B91D37}"/>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2" name="Freeform 406">
                <a:extLst>
                  <a:ext uri="{FF2B5EF4-FFF2-40B4-BE49-F238E27FC236}">
                    <a16:creationId xmlns:a16="http://schemas.microsoft.com/office/drawing/2014/main" xmlns="" id="{C264D84A-28A9-B04F-867C-C194EF3C58B1}"/>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3" name="Rectangle 407">
                <a:extLst>
                  <a:ext uri="{FF2B5EF4-FFF2-40B4-BE49-F238E27FC236}">
                    <a16:creationId xmlns:a16="http://schemas.microsoft.com/office/drawing/2014/main" xmlns="" id="{E212E0B0-8257-BE48-B090-B257D29E67FA}"/>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4" name="Freeform 408">
                <a:extLst>
                  <a:ext uri="{FF2B5EF4-FFF2-40B4-BE49-F238E27FC236}">
                    <a16:creationId xmlns:a16="http://schemas.microsoft.com/office/drawing/2014/main" xmlns="" id="{F4CB953E-50B8-1940-AF9A-28E1B0DB1D17}"/>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5" name="Line 409">
                <a:extLst>
                  <a:ext uri="{FF2B5EF4-FFF2-40B4-BE49-F238E27FC236}">
                    <a16:creationId xmlns:a16="http://schemas.microsoft.com/office/drawing/2014/main" xmlns="" id="{18E09DFC-F4BB-424E-BFFD-3B30685805E1}"/>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6" name="Line 410">
                <a:extLst>
                  <a:ext uri="{FF2B5EF4-FFF2-40B4-BE49-F238E27FC236}">
                    <a16:creationId xmlns:a16="http://schemas.microsoft.com/office/drawing/2014/main" xmlns="" id="{17E6715E-7466-E44B-8DAE-05A382E0FDB2}"/>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7" name="Line 411">
                <a:extLst>
                  <a:ext uri="{FF2B5EF4-FFF2-40B4-BE49-F238E27FC236}">
                    <a16:creationId xmlns:a16="http://schemas.microsoft.com/office/drawing/2014/main" xmlns="" id="{6EF7AAC8-C8C7-2B48-B5DD-DB69FB889AB6}"/>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08" name="Freeform 412">
                <a:extLst>
                  <a:ext uri="{FF2B5EF4-FFF2-40B4-BE49-F238E27FC236}">
                    <a16:creationId xmlns:a16="http://schemas.microsoft.com/office/drawing/2014/main" xmlns="" id="{30D8703F-1419-2B46-8305-471C24034553}"/>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grpSp>
          <p:nvGrpSpPr>
            <p:cNvPr id="509" name="Group 413">
              <a:extLst>
                <a:ext uri="{FF2B5EF4-FFF2-40B4-BE49-F238E27FC236}">
                  <a16:creationId xmlns:a16="http://schemas.microsoft.com/office/drawing/2014/main" xmlns="" id="{975F8A05-A054-D847-8C71-D0CD3F80A611}"/>
                </a:ext>
              </a:extLst>
            </p:cNvPr>
            <p:cNvGrpSpPr>
              <a:grpSpLocks/>
            </p:cNvGrpSpPr>
            <p:nvPr/>
          </p:nvGrpSpPr>
          <p:grpSpPr bwMode="auto">
            <a:xfrm flipH="1">
              <a:off x="8013498" y="5710190"/>
              <a:ext cx="298450" cy="211138"/>
              <a:chOff x="2274" y="2821"/>
              <a:chExt cx="215" cy="238"/>
            </a:xfrm>
          </p:grpSpPr>
          <p:sp>
            <p:nvSpPr>
              <p:cNvPr id="510" name="Freeform 414">
                <a:extLst>
                  <a:ext uri="{FF2B5EF4-FFF2-40B4-BE49-F238E27FC236}">
                    <a16:creationId xmlns:a16="http://schemas.microsoft.com/office/drawing/2014/main" xmlns="" id="{BF3BC4D9-EEFB-504A-8010-E2B584D84DA3}"/>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6 w 430"/>
                  <a:gd name="T19" fmla="*/ 1 h 50"/>
                  <a:gd name="T20" fmla="*/ 1 w 430"/>
                  <a:gd name="T21" fmla="*/ 1 h 50"/>
                  <a:gd name="T22" fmla="*/ 6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1" name="Line 415">
                <a:extLst>
                  <a:ext uri="{FF2B5EF4-FFF2-40B4-BE49-F238E27FC236}">
                    <a16:creationId xmlns:a16="http://schemas.microsoft.com/office/drawing/2014/main" xmlns="" id="{60D51E27-CB41-8943-9955-66D7BCB05AAA}"/>
                  </a:ext>
                </a:extLst>
              </p:cNvPr>
              <p:cNvSpPr>
                <a:spLocks noChangeShapeType="1"/>
              </p:cNvSpPr>
              <p:nvPr/>
            </p:nvSpPr>
            <p:spPr bwMode="auto">
              <a:xfrm>
                <a:off x="2317" y="2951"/>
                <a:ext cx="30" cy="1"/>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2" name="Freeform 416">
                <a:extLst>
                  <a:ext uri="{FF2B5EF4-FFF2-40B4-BE49-F238E27FC236}">
                    <a16:creationId xmlns:a16="http://schemas.microsoft.com/office/drawing/2014/main" xmlns="" id="{97A26554-12E7-C14C-B87F-877AFF035922}"/>
                  </a:ext>
                </a:extLst>
              </p:cNvPr>
              <p:cNvSpPr>
                <a:spLocks/>
              </p:cNvSpPr>
              <p:nvPr/>
            </p:nvSpPr>
            <p:spPr bwMode="auto">
              <a:xfrm>
                <a:off x="2317" y="2923"/>
                <a:ext cx="44" cy="109"/>
              </a:xfrm>
              <a:custGeom>
                <a:avLst/>
                <a:gdLst>
                  <a:gd name="T0" fmla="*/ 2 w 87"/>
                  <a:gd name="T1" fmla="*/ 3 h 219"/>
                  <a:gd name="T2" fmla="*/ 0 w 87"/>
                  <a:gd name="T3" fmla="*/ 0 h 219"/>
                  <a:gd name="T4" fmla="*/ 1 w 87"/>
                  <a:gd name="T5" fmla="*/ 0 h 219"/>
                  <a:gd name="T6" fmla="*/ 0 60000 65536"/>
                  <a:gd name="T7" fmla="*/ 0 60000 65536"/>
                  <a:gd name="T8" fmla="*/ 0 60000 65536"/>
                </a:gdLst>
                <a:ahLst/>
                <a:cxnLst>
                  <a:cxn ang="T6">
                    <a:pos x="T0" y="T1"/>
                  </a:cxn>
                  <a:cxn ang="T7">
                    <a:pos x="T2" y="T3"/>
                  </a:cxn>
                  <a:cxn ang="T8">
                    <a:pos x="T4" y="T5"/>
                  </a:cxn>
                </a:cxnLst>
                <a:rect l="0" t="0" r="r" b="b"/>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3" name="Line 417">
                <a:extLst>
                  <a:ext uri="{FF2B5EF4-FFF2-40B4-BE49-F238E27FC236}">
                    <a16:creationId xmlns:a16="http://schemas.microsoft.com/office/drawing/2014/main" xmlns="" id="{E1D2F44C-498F-F040-AF8C-AD2CCEE3E5A8}"/>
                  </a:ext>
                </a:extLst>
              </p:cNvPr>
              <p:cNvSpPr>
                <a:spLocks noChangeShapeType="1"/>
              </p:cNvSpPr>
              <p:nvPr/>
            </p:nvSpPr>
            <p:spPr bwMode="auto">
              <a:xfrm flipV="1">
                <a:off x="2300" y="2951"/>
                <a:ext cx="47" cy="83"/>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4" name="Freeform 418">
                <a:extLst>
                  <a:ext uri="{FF2B5EF4-FFF2-40B4-BE49-F238E27FC236}">
                    <a16:creationId xmlns:a16="http://schemas.microsoft.com/office/drawing/2014/main" xmlns="" id="{CFE3E224-390C-6D42-8B5E-795EC52B8D29}"/>
                  </a:ext>
                </a:extLst>
              </p:cNvPr>
              <p:cNvSpPr>
                <a:spLocks/>
              </p:cNvSpPr>
              <p:nvPr/>
            </p:nvSpPr>
            <p:spPr bwMode="auto">
              <a:xfrm>
                <a:off x="2317" y="3005"/>
                <a:ext cx="86" cy="27"/>
              </a:xfrm>
              <a:custGeom>
                <a:avLst/>
                <a:gdLst>
                  <a:gd name="T0" fmla="*/ 1 w 172"/>
                  <a:gd name="T1" fmla="*/ 0 h 55"/>
                  <a:gd name="T2" fmla="*/ 0 w 172"/>
                  <a:gd name="T3" fmla="*/ 0 h 55"/>
                  <a:gd name="T4" fmla="*/ 3 w 172"/>
                  <a:gd name="T5" fmla="*/ 0 h 55"/>
                  <a:gd name="T6" fmla="*/ 3 w 172"/>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5" name="Line 419">
                <a:extLst>
                  <a:ext uri="{FF2B5EF4-FFF2-40B4-BE49-F238E27FC236}">
                    <a16:creationId xmlns:a16="http://schemas.microsoft.com/office/drawing/2014/main" xmlns="" id="{36DADBEA-F35F-7B42-A84F-DBF4EB1566CF}"/>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6" name="Freeform 420">
                <a:extLst>
                  <a:ext uri="{FF2B5EF4-FFF2-40B4-BE49-F238E27FC236}">
                    <a16:creationId xmlns:a16="http://schemas.microsoft.com/office/drawing/2014/main" xmlns="" id="{2F7A56FF-DAA4-B548-A596-0AEEDA92BF3A}"/>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7 w 430"/>
                  <a:gd name="T7" fmla="*/ 1 h 50"/>
                  <a:gd name="T8" fmla="*/ 7 w 430"/>
                  <a:gd name="T9" fmla="*/ 1 h 50"/>
                  <a:gd name="T10" fmla="*/ 6 w 430"/>
                  <a:gd name="T11" fmla="*/ 1 h 50"/>
                  <a:gd name="T12" fmla="*/ 6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7" name="Freeform 421">
                <a:extLst>
                  <a:ext uri="{FF2B5EF4-FFF2-40B4-BE49-F238E27FC236}">
                    <a16:creationId xmlns:a16="http://schemas.microsoft.com/office/drawing/2014/main" xmlns="" id="{F0E25BB6-8958-A14D-B0E2-4CBFDD9A0880}"/>
                  </a:ext>
                </a:extLst>
              </p:cNvPr>
              <p:cNvSpPr>
                <a:spLocks/>
              </p:cNvSpPr>
              <p:nvPr/>
            </p:nvSpPr>
            <p:spPr bwMode="auto">
              <a:xfrm>
                <a:off x="2290" y="3043"/>
                <a:ext cx="171" cy="1"/>
              </a:xfrm>
              <a:custGeom>
                <a:avLst/>
                <a:gdLst>
                  <a:gd name="T0" fmla="*/ 5 w 343"/>
                  <a:gd name="T1" fmla="*/ 0 h 1"/>
                  <a:gd name="T2" fmla="*/ 0 w 343"/>
                  <a:gd name="T3" fmla="*/ 0 h 1"/>
                  <a:gd name="T4" fmla="*/ 5 w 343"/>
                  <a:gd name="T5" fmla="*/ 0 h 1"/>
                  <a:gd name="T6" fmla="*/ 0 60000 65536"/>
                  <a:gd name="T7" fmla="*/ 0 60000 65536"/>
                  <a:gd name="T8" fmla="*/ 0 60000 65536"/>
                </a:gdLst>
                <a:ahLst/>
                <a:cxnLst>
                  <a:cxn ang="T6">
                    <a:pos x="T0" y="T1"/>
                  </a:cxn>
                  <a:cxn ang="T7">
                    <a:pos x="T2" y="T3"/>
                  </a:cxn>
                  <a:cxn ang="T8">
                    <a:pos x="T4" y="T5"/>
                  </a:cxn>
                </a:cxnLst>
                <a:rect l="0" t="0" r="r" b="b"/>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8" name="Rectangle 422">
                <a:extLst>
                  <a:ext uri="{FF2B5EF4-FFF2-40B4-BE49-F238E27FC236}">
                    <a16:creationId xmlns:a16="http://schemas.microsoft.com/office/drawing/2014/main" xmlns="" id="{6E5F60CA-37B8-7744-8FA8-264FA6D819E0}"/>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19" name="Freeform 423">
                <a:extLst>
                  <a:ext uri="{FF2B5EF4-FFF2-40B4-BE49-F238E27FC236}">
                    <a16:creationId xmlns:a16="http://schemas.microsoft.com/office/drawing/2014/main" xmlns="" id="{014C1E9E-E6BE-7E45-964D-7DD435B6C833}"/>
                  </a:ext>
                </a:extLst>
              </p:cNvPr>
              <p:cNvSpPr>
                <a:spLocks noEditPoints="1"/>
              </p:cNvSpPr>
              <p:nvPr/>
            </p:nvSpPr>
            <p:spPr bwMode="auto">
              <a:xfrm>
                <a:off x="2281" y="2821"/>
                <a:ext cx="208" cy="175"/>
              </a:xfrm>
              <a:custGeom>
                <a:avLst/>
                <a:gdLst>
                  <a:gd name="T0" fmla="*/ 1 w 415"/>
                  <a:gd name="T1" fmla="*/ 1 h 350"/>
                  <a:gd name="T2" fmla="*/ 1 w 415"/>
                  <a:gd name="T3" fmla="*/ 2 h 350"/>
                  <a:gd name="T4" fmla="*/ 1 w 415"/>
                  <a:gd name="T5" fmla="*/ 3 h 350"/>
                  <a:gd name="T6" fmla="*/ 1 w 415"/>
                  <a:gd name="T7" fmla="*/ 3 h 350"/>
                  <a:gd name="T8" fmla="*/ 2 w 415"/>
                  <a:gd name="T9" fmla="*/ 4 h 350"/>
                  <a:gd name="T10" fmla="*/ 3 w 415"/>
                  <a:gd name="T11" fmla="*/ 5 h 350"/>
                  <a:gd name="T12" fmla="*/ 4 w 415"/>
                  <a:gd name="T13" fmla="*/ 5 h 350"/>
                  <a:gd name="T14" fmla="*/ 5 w 415"/>
                  <a:gd name="T15" fmla="*/ 6 h 350"/>
                  <a:gd name="T16" fmla="*/ 6 w 415"/>
                  <a:gd name="T17" fmla="*/ 6 h 350"/>
                  <a:gd name="T18" fmla="*/ 6 w 415"/>
                  <a:gd name="T19" fmla="*/ 6 h 350"/>
                  <a:gd name="T20" fmla="*/ 7 w 415"/>
                  <a:gd name="T21" fmla="*/ 5 h 350"/>
                  <a:gd name="T22" fmla="*/ 7 w 415"/>
                  <a:gd name="T23" fmla="*/ 5 h 350"/>
                  <a:gd name="T24" fmla="*/ 6 w 415"/>
                  <a:gd name="T25" fmla="*/ 5 h 350"/>
                  <a:gd name="T26" fmla="*/ 6 w 415"/>
                  <a:gd name="T27" fmla="*/ 5 h 350"/>
                  <a:gd name="T28" fmla="*/ 5 w 415"/>
                  <a:gd name="T29" fmla="*/ 5 h 350"/>
                  <a:gd name="T30" fmla="*/ 4 w 415"/>
                  <a:gd name="T31" fmla="*/ 5 h 350"/>
                  <a:gd name="T32" fmla="*/ 3 w 415"/>
                  <a:gd name="T33" fmla="*/ 4 h 350"/>
                  <a:gd name="T34" fmla="*/ 2 w 415"/>
                  <a:gd name="T35" fmla="*/ 3 h 350"/>
                  <a:gd name="T36" fmla="*/ 2 w 415"/>
                  <a:gd name="T37" fmla="*/ 3 h 350"/>
                  <a:gd name="T38" fmla="*/ 1 w 415"/>
                  <a:gd name="T39" fmla="*/ 2 h 350"/>
                  <a:gd name="T40" fmla="*/ 1 w 415"/>
                  <a:gd name="T41" fmla="*/ 1 h 350"/>
                  <a:gd name="T42" fmla="*/ 1 w 415"/>
                  <a:gd name="T43" fmla="*/ 1 h 350"/>
                  <a:gd name="T44" fmla="*/ 1 w 415"/>
                  <a:gd name="T45" fmla="*/ 1 h 350"/>
                  <a:gd name="T46" fmla="*/ 1 w 415"/>
                  <a:gd name="T47" fmla="*/ 0 h 350"/>
                  <a:gd name="T48" fmla="*/ 1 w 415"/>
                  <a:gd name="T49" fmla="*/ 1 h 350"/>
                  <a:gd name="T50" fmla="*/ 2 w 415"/>
                  <a:gd name="T51" fmla="*/ 1 h 350"/>
                  <a:gd name="T52" fmla="*/ 3 w 415"/>
                  <a:gd name="T53" fmla="*/ 1 h 350"/>
                  <a:gd name="T54" fmla="*/ 4 w 415"/>
                  <a:gd name="T55" fmla="*/ 2 h 350"/>
                  <a:gd name="T56" fmla="*/ 5 w 415"/>
                  <a:gd name="T57" fmla="*/ 2 h 350"/>
                  <a:gd name="T58" fmla="*/ 6 w 415"/>
                  <a:gd name="T59" fmla="*/ 3 h 350"/>
                  <a:gd name="T60" fmla="*/ 6 w 415"/>
                  <a:gd name="T61" fmla="*/ 4 h 350"/>
                  <a:gd name="T62" fmla="*/ 7 w 415"/>
                  <a:gd name="T63" fmla="*/ 4 h 350"/>
                  <a:gd name="T64" fmla="*/ 7 w 415"/>
                  <a:gd name="T65" fmla="*/ 5 h 350"/>
                  <a:gd name="T66" fmla="*/ 7 w 415"/>
                  <a:gd name="T67" fmla="*/ 5 h 350"/>
                  <a:gd name="T68" fmla="*/ 7 w 415"/>
                  <a:gd name="T69" fmla="*/ 5 h 350"/>
                  <a:gd name="T70" fmla="*/ 6 w 415"/>
                  <a:gd name="T71" fmla="*/ 5 h 350"/>
                  <a:gd name="T72" fmla="*/ 6 w 415"/>
                  <a:gd name="T73" fmla="*/ 5 h 350"/>
                  <a:gd name="T74" fmla="*/ 5 w 415"/>
                  <a:gd name="T75" fmla="*/ 5 h 350"/>
                  <a:gd name="T76" fmla="*/ 4 w 415"/>
                  <a:gd name="T77" fmla="*/ 4 h 350"/>
                  <a:gd name="T78" fmla="*/ 3 w 415"/>
                  <a:gd name="T79" fmla="*/ 4 h 350"/>
                  <a:gd name="T80" fmla="*/ 2 w 415"/>
                  <a:gd name="T81" fmla="*/ 3 h 350"/>
                  <a:gd name="T82" fmla="*/ 1 w 415"/>
                  <a:gd name="T83" fmla="*/ 2 h 350"/>
                  <a:gd name="T84" fmla="*/ 1 w 415"/>
                  <a:gd name="T85" fmla="*/ 2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20" name="Line 424">
                <a:extLst>
                  <a:ext uri="{FF2B5EF4-FFF2-40B4-BE49-F238E27FC236}">
                    <a16:creationId xmlns:a16="http://schemas.microsoft.com/office/drawing/2014/main" xmlns="" id="{A474D7E3-FF03-1B44-8646-2B1564195C08}"/>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21" name="Line 425">
                <a:extLst>
                  <a:ext uri="{FF2B5EF4-FFF2-40B4-BE49-F238E27FC236}">
                    <a16:creationId xmlns:a16="http://schemas.microsoft.com/office/drawing/2014/main" xmlns="" id="{E4858A5A-F8A5-7B46-9A2C-26E5DD4AD429}"/>
                  </a:ext>
                </a:extLst>
              </p:cNvPr>
              <p:cNvSpPr>
                <a:spLocks noChangeShapeType="1"/>
              </p:cNvSpPr>
              <p:nvPr/>
            </p:nvSpPr>
            <p:spPr bwMode="auto">
              <a:xfrm flipH="1">
                <a:off x="2372" y="2826"/>
                <a:ext cx="49" cy="102"/>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22" name="Line 426">
                <a:extLst>
                  <a:ext uri="{FF2B5EF4-FFF2-40B4-BE49-F238E27FC236}">
                    <a16:creationId xmlns:a16="http://schemas.microsoft.com/office/drawing/2014/main" xmlns="" id="{DFEE627D-046D-EC42-B1CB-52F73CDED7B1}"/>
                  </a:ext>
                </a:extLst>
              </p:cNvPr>
              <p:cNvSpPr>
                <a:spLocks noChangeShapeType="1"/>
              </p:cNvSpPr>
              <p:nvPr/>
            </p:nvSpPr>
            <p:spPr bwMode="auto">
              <a:xfrm>
                <a:off x="2421" y="2826"/>
                <a:ext cx="67" cy="144"/>
              </a:xfrm>
              <a:prstGeom prst="line">
                <a:avLst/>
              </a:prstGeom>
              <a:noFill/>
              <a:ln w="1588">
                <a:solidFill>
                  <a:srgbClr val="000000"/>
                </a:solidFill>
                <a:round/>
                <a:headEnd/>
                <a:tailEnd/>
              </a:ln>
              <a:extLst>
                <a:ext uri="{909E8E84-426E-40dd-AFC4-6F175D3DCCD1}">
                  <a14:hiddenFill xmlns:a14="http://schemas.microsoft.com/office/drawing/2010/main" xmlns="">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23" name="Freeform 427">
                <a:extLst>
                  <a:ext uri="{FF2B5EF4-FFF2-40B4-BE49-F238E27FC236}">
                    <a16:creationId xmlns:a16="http://schemas.microsoft.com/office/drawing/2014/main" xmlns="" id="{047A6D46-B266-B844-A8B4-8AAAA1678552}"/>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2 w 101"/>
                  <a:gd name="T13" fmla="*/ 1 h 80"/>
                  <a:gd name="T14" fmla="*/ 2 w 101"/>
                  <a:gd name="T15" fmla="*/ 1 h 80"/>
                  <a:gd name="T16" fmla="*/ 2 w 101"/>
                  <a:gd name="T17" fmla="*/ 1 h 80"/>
                  <a:gd name="T18" fmla="*/ 2 w 101"/>
                  <a:gd name="T19" fmla="*/ 1 h 80"/>
                  <a:gd name="T20" fmla="*/ 2 w 101"/>
                  <a:gd name="T21" fmla="*/ 2 h 80"/>
                  <a:gd name="T22" fmla="*/ 2 w 101"/>
                  <a:gd name="T23" fmla="*/ 2 h 80"/>
                  <a:gd name="T24" fmla="*/ 2 w 101"/>
                  <a:gd name="T25" fmla="*/ 2 h 80"/>
                  <a:gd name="T26" fmla="*/ 2 w 101"/>
                  <a:gd name="T27" fmla="*/ 2 h 80"/>
                  <a:gd name="T28" fmla="*/ 2 w 101"/>
                  <a:gd name="T29" fmla="*/ 2 h 80"/>
                  <a:gd name="T30" fmla="*/ 2 w 101"/>
                  <a:gd name="T31" fmla="*/ 2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pic>
          <p:nvPicPr>
            <p:cNvPr id="524" name="Picture 429" descr="MMj03957750000[1]">
              <a:extLst>
                <a:ext uri="{FF2B5EF4-FFF2-40B4-BE49-F238E27FC236}">
                  <a16:creationId xmlns:a16="http://schemas.microsoft.com/office/drawing/2014/main" xmlns="" id="{B804968F-3592-094F-A8BF-179E7849E67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400723" y="4987878"/>
              <a:ext cx="561975" cy="479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8" name="Group 7">
            <a:extLst>
              <a:ext uri="{FF2B5EF4-FFF2-40B4-BE49-F238E27FC236}">
                <a16:creationId xmlns:a16="http://schemas.microsoft.com/office/drawing/2014/main" xmlns="" id="{D1D64FC5-708F-D24C-B8D8-D1E9CF643C73}"/>
              </a:ext>
            </a:extLst>
          </p:cNvPr>
          <p:cNvGrpSpPr/>
          <p:nvPr/>
        </p:nvGrpSpPr>
        <p:grpSpPr>
          <a:xfrm>
            <a:off x="8862810" y="4906915"/>
            <a:ext cx="2666586" cy="1631405"/>
            <a:chOff x="8862810" y="4906915"/>
            <a:chExt cx="2666586" cy="1631405"/>
          </a:xfrm>
        </p:grpSpPr>
        <p:sp>
          <p:nvSpPr>
            <p:cNvPr id="474" name="Text Box 8">
              <a:extLst>
                <a:ext uri="{FF2B5EF4-FFF2-40B4-BE49-F238E27FC236}">
                  <a16:creationId xmlns:a16="http://schemas.microsoft.com/office/drawing/2014/main" xmlns="" id="{3F461FAF-2D2F-B54F-9957-BE72E13B7100}"/>
                </a:ext>
              </a:extLst>
            </p:cNvPr>
            <p:cNvSpPr txBox="1">
              <a:spLocks noChangeArrowheads="1"/>
            </p:cNvSpPr>
            <p:nvPr/>
          </p:nvSpPr>
          <p:spPr bwMode="auto">
            <a:xfrm>
              <a:off x="8862810" y="6025551"/>
              <a:ext cx="2666586" cy="512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humans at a cocktail party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air, acoustical)</a:t>
              </a:r>
            </a:p>
          </p:txBody>
        </p:sp>
        <p:pic>
          <p:nvPicPr>
            <p:cNvPr id="525" name="Picture 432" descr="cocktail">
              <a:extLst>
                <a:ext uri="{FF2B5EF4-FFF2-40B4-BE49-F238E27FC236}">
                  <a16:creationId xmlns:a16="http://schemas.microsoft.com/office/drawing/2014/main" xmlns="" id="{099A3239-42CC-704F-8979-71CDF0E27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6005" y="4906915"/>
              <a:ext cx="2030412" cy="1041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 name="Group 5">
            <a:extLst>
              <a:ext uri="{FF2B5EF4-FFF2-40B4-BE49-F238E27FC236}">
                <a16:creationId xmlns:a16="http://schemas.microsoft.com/office/drawing/2014/main" xmlns="" id="{729F6ABF-F18D-7340-837C-5B9246D35D84}"/>
              </a:ext>
            </a:extLst>
          </p:cNvPr>
          <p:cNvGrpSpPr/>
          <p:nvPr/>
        </p:nvGrpSpPr>
        <p:grpSpPr>
          <a:xfrm>
            <a:off x="5137642" y="4630344"/>
            <a:ext cx="1695785" cy="1760737"/>
            <a:chOff x="5137642" y="4630344"/>
            <a:chExt cx="1695785" cy="1760737"/>
          </a:xfrm>
        </p:grpSpPr>
        <p:sp>
          <p:nvSpPr>
            <p:cNvPr id="472" name="Text Box 6">
              <a:extLst>
                <a:ext uri="{FF2B5EF4-FFF2-40B4-BE49-F238E27FC236}">
                  <a16:creationId xmlns:a16="http://schemas.microsoft.com/office/drawing/2014/main" xmlns="" id="{CEE26344-B09B-5B4B-A47E-E50827431972}"/>
                </a:ext>
              </a:extLst>
            </p:cNvPr>
            <p:cNvSpPr txBox="1">
              <a:spLocks noChangeArrowheads="1"/>
            </p:cNvSpPr>
            <p:nvPr/>
          </p:nvSpPr>
          <p:spPr bwMode="auto">
            <a:xfrm>
              <a:off x="5137642" y="6087600"/>
              <a:ext cx="1695785"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WiFi</a:t>
              </a:r>
            </a:p>
          </p:txBody>
        </p:sp>
        <p:grpSp>
          <p:nvGrpSpPr>
            <p:cNvPr id="532" name="Group 621">
              <a:extLst>
                <a:ext uri="{FF2B5EF4-FFF2-40B4-BE49-F238E27FC236}">
                  <a16:creationId xmlns:a16="http://schemas.microsoft.com/office/drawing/2014/main" xmlns="" id="{40F3795B-808E-A042-9598-E30744C17871}"/>
                </a:ext>
              </a:extLst>
            </p:cNvPr>
            <p:cNvGrpSpPr>
              <a:grpSpLocks/>
            </p:cNvGrpSpPr>
            <p:nvPr/>
          </p:nvGrpSpPr>
          <p:grpSpPr bwMode="auto">
            <a:xfrm>
              <a:off x="5370862" y="4630344"/>
              <a:ext cx="635000" cy="485775"/>
              <a:chOff x="3061" y="2530"/>
              <a:chExt cx="400" cy="306"/>
            </a:xfrm>
          </p:grpSpPr>
          <p:grpSp>
            <p:nvGrpSpPr>
              <p:cNvPr id="533" name="Group 494">
                <a:extLst>
                  <a:ext uri="{FF2B5EF4-FFF2-40B4-BE49-F238E27FC236}">
                    <a16:creationId xmlns:a16="http://schemas.microsoft.com/office/drawing/2014/main" xmlns="" id="{4DBCED0D-3AD5-4447-93E7-56A4D18F3B00}"/>
                  </a:ext>
                </a:extLst>
              </p:cNvPr>
              <p:cNvGrpSpPr>
                <a:grpSpLocks/>
              </p:cNvGrpSpPr>
              <p:nvPr/>
            </p:nvGrpSpPr>
            <p:grpSpPr bwMode="auto">
              <a:xfrm>
                <a:off x="3061" y="2530"/>
                <a:ext cx="327" cy="81"/>
                <a:chOff x="2199" y="955"/>
                <a:chExt cx="2547" cy="506"/>
              </a:xfrm>
            </p:grpSpPr>
            <p:sp>
              <p:nvSpPr>
                <p:cNvPr id="558" name="Freeform 495">
                  <a:extLst>
                    <a:ext uri="{FF2B5EF4-FFF2-40B4-BE49-F238E27FC236}">
                      <a16:creationId xmlns:a16="http://schemas.microsoft.com/office/drawing/2014/main" xmlns="" id="{DC6AB476-6859-8242-AD10-2D931ACF8B5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9" name="Freeform 496">
                  <a:extLst>
                    <a:ext uri="{FF2B5EF4-FFF2-40B4-BE49-F238E27FC236}">
                      <a16:creationId xmlns:a16="http://schemas.microsoft.com/office/drawing/2014/main" xmlns="" id="{60FE620B-47DD-7D4F-89C4-3D44ABB5F1C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0" name="Freeform 497">
                  <a:extLst>
                    <a:ext uri="{FF2B5EF4-FFF2-40B4-BE49-F238E27FC236}">
                      <a16:creationId xmlns:a16="http://schemas.microsoft.com/office/drawing/2014/main" xmlns="" id="{5734D561-5507-1D47-B8C1-5456D785423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1" name="Freeform 498">
                  <a:extLst>
                    <a:ext uri="{FF2B5EF4-FFF2-40B4-BE49-F238E27FC236}">
                      <a16:creationId xmlns:a16="http://schemas.microsoft.com/office/drawing/2014/main" xmlns="" id="{54405CE7-B078-794F-8A95-7442C55719C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2" name="Freeform 499">
                  <a:extLst>
                    <a:ext uri="{FF2B5EF4-FFF2-40B4-BE49-F238E27FC236}">
                      <a16:creationId xmlns:a16="http://schemas.microsoft.com/office/drawing/2014/main" xmlns="" id="{2427F607-DB1A-4743-823B-DBB1AB44027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63" name="Freeform 500">
                  <a:extLst>
                    <a:ext uri="{FF2B5EF4-FFF2-40B4-BE49-F238E27FC236}">
                      <a16:creationId xmlns:a16="http://schemas.microsoft.com/office/drawing/2014/main" xmlns="" id="{78EB41F6-2BEF-4D4A-AE0A-005E7142742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534" name="Picture 549" descr="laptop_keyboard">
                <a:extLst>
                  <a:ext uri="{FF2B5EF4-FFF2-40B4-BE49-F238E27FC236}">
                    <a16:creationId xmlns:a16="http://schemas.microsoft.com/office/drawing/2014/main" xmlns="" id="{B26671F0-4EE5-D744-8784-A585B9B6F2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5" name="Freeform 550">
                <a:extLst>
                  <a:ext uri="{FF2B5EF4-FFF2-40B4-BE49-F238E27FC236}">
                    <a16:creationId xmlns:a16="http://schemas.microsoft.com/office/drawing/2014/main" xmlns="" id="{12281B29-C1B2-B749-9F5E-F3A43584BC86}"/>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536" name="Picture 551" descr="screen">
                <a:extLst>
                  <a:ext uri="{FF2B5EF4-FFF2-40B4-BE49-F238E27FC236}">
                    <a16:creationId xmlns:a16="http://schemas.microsoft.com/office/drawing/2014/main" xmlns="" id="{98E4CFA7-B1FE-FE4C-AF66-F70E195051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7" name="Freeform 552">
                <a:extLst>
                  <a:ext uri="{FF2B5EF4-FFF2-40B4-BE49-F238E27FC236}">
                    <a16:creationId xmlns:a16="http://schemas.microsoft.com/office/drawing/2014/main" xmlns="" id="{25707FCB-7465-F447-BF5C-CA5CEB8F8D79}"/>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38" name="Freeform 553">
                <a:extLst>
                  <a:ext uri="{FF2B5EF4-FFF2-40B4-BE49-F238E27FC236}">
                    <a16:creationId xmlns:a16="http://schemas.microsoft.com/office/drawing/2014/main" xmlns="" id="{2893182F-C176-ED45-A949-17AAF914D879}"/>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39" name="Freeform 554">
                <a:extLst>
                  <a:ext uri="{FF2B5EF4-FFF2-40B4-BE49-F238E27FC236}">
                    <a16:creationId xmlns:a16="http://schemas.microsoft.com/office/drawing/2014/main" xmlns="" id="{31F51520-3F4C-0544-BCC2-43E892A006EA}"/>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0" name="Freeform 555">
                <a:extLst>
                  <a:ext uri="{FF2B5EF4-FFF2-40B4-BE49-F238E27FC236}">
                    <a16:creationId xmlns:a16="http://schemas.microsoft.com/office/drawing/2014/main" xmlns="" id="{BC9CBE39-5CC7-5049-AC5A-13C386EB061D}"/>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1" name="Freeform 556">
                <a:extLst>
                  <a:ext uri="{FF2B5EF4-FFF2-40B4-BE49-F238E27FC236}">
                    <a16:creationId xmlns:a16="http://schemas.microsoft.com/office/drawing/2014/main" xmlns="" id="{D4C9F6C2-E722-B74B-AAE4-4ABF846803D0}"/>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2" name="Freeform 557">
                <a:extLst>
                  <a:ext uri="{FF2B5EF4-FFF2-40B4-BE49-F238E27FC236}">
                    <a16:creationId xmlns:a16="http://schemas.microsoft.com/office/drawing/2014/main" xmlns="" id="{3F0EB019-3CF3-834A-A61E-AC065980E8D8}"/>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543" name="Group 558">
                <a:extLst>
                  <a:ext uri="{FF2B5EF4-FFF2-40B4-BE49-F238E27FC236}">
                    <a16:creationId xmlns:a16="http://schemas.microsoft.com/office/drawing/2014/main" xmlns="" id="{A6A93FB9-FC7D-4742-8DD5-CBB9CA8D7E28}"/>
                  </a:ext>
                </a:extLst>
              </p:cNvPr>
              <p:cNvGrpSpPr>
                <a:grpSpLocks/>
              </p:cNvGrpSpPr>
              <p:nvPr/>
            </p:nvGrpSpPr>
            <p:grpSpPr bwMode="auto">
              <a:xfrm>
                <a:off x="3186" y="2777"/>
                <a:ext cx="55" cy="24"/>
                <a:chOff x="1740" y="2642"/>
                <a:chExt cx="752" cy="327"/>
              </a:xfrm>
            </p:grpSpPr>
            <p:sp>
              <p:nvSpPr>
                <p:cNvPr id="552" name="Freeform 559">
                  <a:extLst>
                    <a:ext uri="{FF2B5EF4-FFF2-40B4-BE49-F238E27FC236}">
                      <a16:creationId xmlns:a16="http://schemas.microsoft.com/office/drawing/2014/main" xmlns="" id="{C568827B-2EA3-554D-A8B6-5587A8CED45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3" name="Freeform 560">
                  <a:extLst>
                    <a:ext uri="{FF2B5EF4-FFF2-40B4-BE49-F238E27FC236}">
                      <a16:creationId xmlns:a16="http://schemas.microsoft.com/office/drawing/2014/main" xmlns="" id="{27581F6D-D83F-D646-A755-30E5B167FB1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4" name="Freeform 561">
                  <a:extLst>
                    <a:ext uri="{FF2B5EF4-FFF2-40B4-BE49-F238E27FC236}">
                      <a16:creationId xmlns:a16="http://schemas.microsoft.com/office/drawing/2014/main" xmlns="" id="{E341B34D-9952-7340-9E0A-28EDF520F2A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5" name="Freeform 562">
                  <a:extLst>
                    <a:ext uri="{FF2B5EF4-FFF2-40B4-BE49-F238E27FC236}">
                      <a16:creationId xmlns:a16="http://schemas.microsoft.com/office/drawing/2014/main" xmlns="" id="{11B81FDA-FEF8-B742-847A-1939FCACF85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6" name="Freeform 563">
                  <a:extLst>
                    <a:ext uri="{FF2B5EF4-FFF2-40B4-BE49-F238E27FC236}">
                      <a16:creationId xmlns:a16="http://schemas.microsoft.com/office/drawing/2014/main" xmlns="" id="{6D1D8EB1-A82C-C547-AB3D-3E7648A5D6C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7" name="Freeform 564">
                  <a:extLst>
                    <a:ext uri="{FF2B5EF4-FFF2-40B4-BE49-F238E27FC236}">
                      <a16:creationId xmlns:a16="http://schemas.microsoft.com/office/drawing/2014/main" xmlns="" id="{90C3B870-FD67-3346-98FA-A234D34B8A1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544" name="Freeform 565">
                <a:extLst>
                  <a:ext uri="{FF2B5EF4-FFF2-40B4-BE49-F238E27FC236}">
                    <a16:creationId xmlns:a16="http://schemas.microsoft.com/office/drawing/2014/main" xmlns="" id="{F0911C61-849A-9C4E-AD10-6D1FC3C2DFE4}"/>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5" name="Freeform 566">
                <a:extLst>
                  <a:ext uri="{FF2B5EF4-FFF2-40B4-BE49-F238E27FC236}">
                    <a16:creationId xmlns:a16="http://schemas.microsoft.com/office/drawing/2014/main" xmlns="" id="{5CEB6F8B-5086-5C42-9CAB-731CEAB620C3}"/>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6" name="Freeform 567">
                <a:extLst>
                  <a:ext uri="{FF2B5EF4-FFF2-40B4-BE49-F238E27FC236}">
                    <a16:creationId xmlns:a16="http://schemas.microsoft.com/office/drawing/2014/main" xmlns="" id="{8A0FD81A-21AB-A641-84A8-6DECC751F3B3}"/>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7" name="Freeform 568">
                <a:extLst>
                  <a:ext uri="{FF2B5EF4-FFF2-40B4-BE49-F238E27FC236}">
                    <a16:creationId xmlns:a16="http://schemas.microsoft.com/office/drawing/2014/main" xmlns="" id="{3212B524-DBA7-764B-ADFB-15B1F9EE3697}"/>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8" name="Freeform 569">
                <a:extLst>
                  <a:ext uri="{FF2B5EF4-FFF2-40B4-BE49-F238E27FC236}">
                    <a16:creationId xmlns:a16="http://schemas.microsoft.com/office/drawing/2014/main" xmlns="" id="{29D84F9E-266B-FF4A-91FA-4C757BB868AE}"/>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49" name="Freeform 570">
                <a:extLst>
                  <a:ext uri="{FF2B5EF4-FFF2-40B4-BE49-F238E27FC236}">
                    <a16:creationId xmlns:a16="http://schemas.microsoft.com/office/drawing/2014/main" xmlns="" id="{FE55278D-3FA5-5444-8EDF-6DEC32E2B481}"/>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0" name="Freeform 589">
                <a:extLst>
                  <a:ext uri="{FF2B5EF4-FFF2-40B4-BE49-F238E27FC236}">
                    <a16:creationId xmlns:a16="http://schemas.microsoft.com/office/drawing/2014/main" xmlns="" id="{0406CADF-6A82-2844-9517-DAB36149B714}"/>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51" name="Freeform 590">
                <a:extLst>
                  <a:ext uri="{FF2B5EF4-FFF2-40B4-BE49-F238E27FC236}">
                    <a16:creationId xmlns:a16="http://schemas.microsoft.com/office/drawing/2014/main" xmlns="" id="{92F09FE3-36AB-A646-8709-F68948F090CE}"/>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564" name="Group 632">
              <a:extLst>
                <a:ext uri="{FF2B5EF4-FFF2-40B4-BE49-F238E27FC236}">
                  <a16:creationId xmlns:a16="http://schemas.microsoft.com/office/drawing/2014/main" xmlns="" id="{4B98C44A-F9F4-BB49-A2B0-C2E0B8C568E9}"/>
                </a:ext>
              </a:extLst>
            </p:cNvPr>
            <p:cNvGrpSpPr>
              <a:grpSpLocks/>
            </p:cNvGrpSpPr>
            <p:nvPr/>
          </p:nvGrpSpPr>
          <p:grpSpPr bwMode="auto">
            <a:xfrm>
              <a:off x="6258275" y="4798619"/>
              <a:ext cx="536575" cy="401637"/>
              <a:chOff x="3328" y="2543"/>
              <a:chExt cx="338" cy="253"/>
            </a:xfrm>
          </p:grpSpPr>
          <p:grpSp>
            <p:nvGrpSpPr>
              <p:cNvPr id="565" name="Group 487">
                <a:extLst>
                  <a:ext uri="{FF2B5EF4-FFF2-40B4-BE49-F238E27FC236}">
                    <a16:creationId xmlns:a16="http://schemas.microsoft.com/office/drawing/2014/main" xmlns="" id="{3D6F5046-EE7D-8246-9181-C8008B8852DF}"/>
                  </a:ext>
                </a:extLst>
              </p:cNvPr>
              <p:cNvGrpSpPr>
                <a:grpSpLocks/>
              </p:cNvGrpSpPr>
              <p:nvPr/>
            </p:nvGrpSpPr>
            <p:grpSpPr bwMode="auto">
              <a:xfrm>
                <a:off x="3328" y="2543"/>
                <a:ext cx="327" cy="81"/>
                <a:chOff x="2199" y="955"/>
                <a:chExt cx="2547" cy="506"/>
              </a:xfrm>
            </p:grpSpPr>
            <p:sp>
              <p:nvSpPr>
                <p:cNvPr id="586" name="Freeform 488">
                  <a:extLst>
                    <a:ext uri="{FF2B5EF4-FFF2-40B4-BE49-F238E27FC236}">
                      <a16:creationId xmlns:a16="http://schemas.microsoft.com/office/drawing/2014/main" xmlns="" id="{2BC70CC0-4321-024B-AF9D-8A5A6410FA9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7" name="Freeform 489">
                  <a:extLst>
                    <a:ext uri="{FF2B5EF4-FFF2-40B4-BE49-F238E27FC236}">
                      <a16:creationId xmlns:a16="http://schemas.microsoft.com/office/drawing/2014/main" xmlns="" id="{20F44005-5166-134B-8AB3-6A9E51FBF760}"/>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8" name="Freeform 490">
                  <a:extLst>
                    <a:ext uri="{FF2B5EF4-FFF2-40B4-BE49-F238E27FC236}">
                      <a16:creationId xmlns:a16="http://schemas.microsoft.com/office/drawing/2014/main" xmlns="" id="{0BA88FD7-3F5B-6746-84E1-33C1516E79BC}"/>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9" name="Freeform 491">
                  <a:extLst>
                    <a:ext uri="{FF2B5EF4-FFF2-40B4-BE49-F238E27FC236}">
                      <a16:creationId xmlns:a16="http://schemas.microsoft.com/office/drawing/2014/main" xmlns="" id="{D962DE3F-2E0D-664E-B102-B0D3AAF227E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90" name="Freeform 492">
                  <a:extLst>
                    <a:ext uri="{FF2B5EF4-FFF2-40B4-BE49-F238E27FC236}">
                      <a16:creationId xmlns:a16="http://schemas.microsoft.com/office/drawing/2014/main" xmlns="" id="{9B1AAA88-66EF-7349-AAE1-0A273535CA2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91" name="Freeform 493">
                  <a:extLst>
                    <a:ext uri="{FF2B5EF4-FFF2-40B4-BE49-F238E27FC236}">
                      <a16:creationId xmlns:a16="http://schemas.microsoft.com/office/drawing/2014/main" xmlns="" id="{44A5772F-C240-384F-A9C2-D08BBC7D806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566" name="Picture 571" descr="laptop_keyboard">
                <a:extLst>
                  <a:ext uri="{FF2B5EF4-FFF2-40B4-BE49-F238E27FC236}">
                    <a16:creationId xmlns:a16="http://schemas.microsoft.com/office/drawing/2014/main" xmlns="" id="{606166F4-1E70-3D40-A0B7-C5436E0418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381" y="269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7" name="Freeform 572">
                <a:extLst>
                  <a:ext uri="{FF2B5EF4-FFF2-40B4-BE49-F238E27FC236}">
                    <a16:creationId xmlns:a16="http://schemas.microsoft.com/office/drawing/2014/main" xmlns="" id="{146EDD7E-3F6E-C74F-8830-8E04CAABB6D4}"/>
                  </a:ext>
                </a:extLst>
              </p:cNvPr>
              <p:cNvSpPr>
                <a:spLocks/>
              </p:cNvSpPr>
              <p:nvPr/>
            </p:nvSpPr>
            <p:spPr bwMode="auto">
              <a:xfrm>
                <a:off x="3462" y="259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568" name="Picture 573" descr="screen">
                <a:extLst>
                  <a:ext uri="{FF2B5EF4-FFF2-40B4-BE49-F238E27FC236}">
                    <a16:creationId xmlns:a16="http://schemas.microsoft.com/office/drawing/2014/main" xmlns="" id="{97542897-6E1A-F144-9A1C-CF8E1179E6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2" y="260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9" name="Freeform 574">
                <a:extLst>
                  <a:ext uri="{FF2B5EF4-FFF2-40B4-BE49-F238E27FC236}">
                    <a16:creationId xmlns:a16="http://schemas.microsoft.com/office/drawing/2014/main" xmlns="" id="{5091F00D-4B7B-3741-AE22-29DDE7CD4ED7}"/>
                  </a:ext>
                </a:extLst>
              </p:cNvPr>
              <p:cNvSpPr>
                <a:spLocks/>
              </p:cNvSpPr>
              <p:nvPr/>
            </p:nvSpPr>
            <p:spPr bwMode="auto">
              <a:xfrm>
                <a:off x="3498" y="259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0" name="Freeform 575">
                <a:extLst>
                  <a:ext uri="{FF2B5EF4-FFF2-40B4-BE49-F238E27FC236}">
                    <a16:creationId xmlns:a16="http://schemas.microsoft.com/office/drawing/2014/main" xmlns="" id="{B263C037-DBFD-6142-8C36-FF26BAC1168E}"/>
                  </a:ext>
                </a:extLst>
              </p:cNvPr>
              <p:cNvSpPr>
                <a:spLocks/>
              </p:cNvSpPr>
              <p:nvPr/>
            </p:nvSpPr>
            <p:spPr bwMode="auto">
              <a:xfrm>
                <a:off x="3461" y="259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1" name="Freeform 576">
                <a:extLst>
                  <a:ext uri="{FF2B5EF4-FFF2-40B4-BE49-F238E27FC236}">
                    <a16:creationId xmlns:a16="http://schemas.microsoft.com/office/drawing/2014/main" xmlns="" id="{06604E44-8318-4249-AAA9-C5D53E9673EF}"/>
                  </a:ext>
                </a:extLst>
              </p:cNvPr>
              <p:cNvSpPr>
                <a:spLocks/>
              </p:cNvSpPr>
              <p:nvPr/>
            </p:nvSpPr>
            <p:spPr bwMode="auto">
              <a:xfrm>
                <a:off x="3614" y="261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2" name="Freeform 577">
                <a:extLst>
                  <a:ext uri="{FF2B5EF4-FFF2-40B4-BE49-F238E27FC236}">
                    <a16:creationId xmlns:a16="http://schemas.microsoft.com/office/drawing/2014/main" xmlns="" id="{C9838980-94AA-B548-9555-79034EBAEA04}"/>
                  </a:ext>
                </a:extLst>
              </p:cNvPr>
              <p:cNvSpPr>
                <a:spLocks/>
              </p:cNvSpPr>
              <p:nvPr/>
            </p:nvSpPr>
            <p:spPr bwMode="auto">
              <a:xfrm>
                <a:off x="3460" y="269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3" name="Freeform 578">
                <a:extLst>
                  <a:ext uri="{FF2B5EF4-FFF2-40B4-BE49-F238E27FC236}">
                    <a16:creationId xmlns:a16="http://schemas.microsoft.com/office/drawing/2014/main" xmlns="" id="{E2F028EC-39B6-BB48-8F1C-9E5EE6E5409B}"/>
                  </a:ext>
                </a:extLst>
              </p:cNvPr>
              <p:cNvSpPr>
                <a:spLocks/>
              </p:cNvSpPr>
              <p:nvPr/>
            </p:nvSpPr>
            <p:spPr bwMode="auto">
              <a:xfrm>
                <a:off x="3619" y="261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4" name="Freeform 579">
                <a:extLst>
                  <a:ext uri="{FF2B5EF4-FFF2-40B4-BE49-F238E27FC236}">
                    <a16:creationId xmlns:a16="http://schemas.microsoft.com/office/drawing/2014/main" xmlns="" id="{9590576D-E3A5-AE4D-A5BA-062112490EC9}"/>
                  </a:ext>
                </a:extLst>
              </p:cNvPr>
              <p:cNvSpPr>
                <a:spLocks/>
              </p:cNvSpPr>
              <p:nvPr/>
            </p:nvSpPr>
            <p:spPr bwMode="auto">
              <a:xfrm>
                <a:off x="3460" y="269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575" name="Group 580">
                <a:extLst>
                  <a:ext uri="{FF2B5EF4-FFF2-40B4-BE49-F238E27FC236}">
                    <a16:creationId xmlns:a16="http://schemas.microsoft.com/office/drawing/2014/main" xmlns="" id="{658981DA-8A1D-0341-B1BA-9392978BB571}"/>
                  </a:ext>
                </a:extLst>
              </p:cNvPr>
              <p:cNvGrpSpPr>
                <a:grpSpLocks/>
              </p:cNvGrpSpPr>
              <p:nvPr/>
            </p:nvGrpSpPr>
            <p:grpSpPr bwMode="auto">
              <a:xfrm>
                <a:off x="3458" y="2737"/>
                <a:ext cx="55" cy="24"/>
                <a:chOff x="1740" y="2642"/>
                <a:chExt cx="752" cy="327"/>
              </a:xfrm>
            </p:grpSpPr>
            <p:sp>
              <p:nvSpPr>
                <p:cNvPr id="580" name="Freeform 581">
                  <a:extLst>
                    <a:ext uri="{FF2B5EF4-FFF2-40B4-BE49-F238E27FC236}">
                      <a16:creationId xmlns:a16="http://schemas.microsoft.com/office/drawing/2014/main" xmlns="" id="{437F93D8-B619-2840-A7D2-524A4A561A9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1" name="Freeform 582">
                  <a:extLst>
                    <a:ext uri="{FF2B5EF4-FFF2-40B4-BE49-F238E27FC236}">
                      <a16:creationId xmlns:a16="http://schemas.microsoft.com/office/drawing/2014/main" xmlns="" id="{516EFADC-09F5-5B47-8934-26F39565935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2" name="Freeform 583">
                  <a:extLst>
                    <a:ext uri="{FF2B5EF4-FFF2-40B4-BE49-F238E27FC236}">
                      <a16:creationId xmlns:a16="http://schemas.microsoft.com/office/drawing/2014/main" xmlns="" id="{158E5B08-E7FE-6C42-99AB-FC383B9A35F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3" name="Freeform 584">
                  <a:extLst>
                    <a:ext uri="{FF2B5EF4-FFF2-40B4-BE49-F238E27FC236}">
                      <a16:creationId xmlns:a16="http://schemas.microsoft.com/office/drawing/2014/main" xmlns="" id="{CE902AC6-F30F-464F-9B44-53AD006A3A2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4" name="Freeform 585">
                  <a:extLst>
                    <a:ext uri="{FF2B5EF4-FFF2-40B4-BE49-F238E27FC236}">
                      <a16:creationId xmlns:a16="http://schemas.microsoft.com/office/drawing/2014/main" xmlns="" id="{B4AB2E9D-0250-BF4B-A996-829DB6B96B1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85" name="Freeform 586">
                  <a:extLst>
                    <a:ext uri="{FF2B5EF4-FFF2-40B4-BE49-F238E27FC236}">
                      <a16:creationId xmlns:a16="http://schemas.microsoft.com/office/drawing/2014/main" xmlns="" id="{29274E78-9827-A745-B434-5B40145E2A7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576" name="Freeform 587">
                <a:extLst>
                  <a:ext uri="{FF2B5EF4-FFF2-40B4-BE49-F238E27FC236}">
                    <a16:creationId xmlns:a16="http://schemas.microsoft.com/office/drawing/2014/main" xmlns="" id="{261536B8-45B6-F445-94D4-E0995DB324C9}"/>
                  </a:ext>
                </a:extLst>
              </p:cNvPr>
              <p:cNvSpPr>
                <a:spLocks/>
              </p:cNvSpPr>
              <p:nvPr/>
            </p:nvSpPr>
            <p:spPr bwMode="auto">
              <a:xfrm>
                <a:off x="3552" y="274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7" name="Freeform 588">
                <a:extLst>
                  <a:ext uri="{FF2B5EF4-FFF2-40B4-BE49-F238E27FC236}">
                    <a16:creationId xmlns:a16="http://schemas.microsoft.com/office/drawing/2014/main" xmlns="" id="{D9289D99-04BF-6349-AB04-51F97449B50C}"/>
                  </a:ext>
                </a:extLst>
              </p:cNvPr>
              <p:cNvSpPr>
                <a:spLocks/>
              </p:cNvSpPr>
              <p:nvPr/>
            </p:nvSpPr>
            <p:spPr bwMode="auto">
              <a:xfrm>
                <a:off x="3381" y="274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8" name="Freeform 591">
                <a:extLst>
                  <a:ext uri="{FF2B5EF4-FFF2-40B4-BE49-F238E27FC236}">
                    <a16:creationId xmlns:a16="http://schemas.microsoft.com/office/drawing/2014/main" xmlns="" id="{4A5B5464-3906-6F40-9142-2A5FD7EE1F2A}"/>
                  </a:ext>
                </a:extLst>
              </p:cNvPr>
              <p:cNvSpPr>
                <a:spLocks/>
              </p:cNvSpPr>
              <p:nvPr/>
            </p:nvSpPr>
            <p:spPr bwMode="auto">
              <a:xfrm>
                <a:off x="3387" y="273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79" name="Freeform 592">
                <a:extLst>
                  <a:ext uri="{FF2B5EF4-FFF2-40B4-BE49-F238E27FC236}">
                    <a16:creationId xmlns:a16="http://schemas.microsoft.com/office/drawing/2014/main" xmlns="" id="{CA04EE6B-FFEC-5D41-9B1B-1C217E56607A}"/>
                  </a:ext>
                </a:extLst>
              </p:cNvPr>
              <p:cNvSpPr>
                <a:spLocks/>
              </p:cNvSpPr>
              <p:nvPr/>
            </p:nvSpPr>
            <p:spPr bwMode="auto">
              <a:xfrm flipV="1">
                <a:off x="3549" y="273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592" name="Group 631">
              <a:extLst>
                <a:ext uri="{FF2B5EF4-FFF2-40B4-BE49-F238E27FC236}">
                  <a16:creationId xmlns:a16="http://schemas.microsoft.com/office/drawing/2014/main" xmlns="" id="{41271A23-CA38-6E44-918E-38C7011E51F3}"/>
                </a:ext>
              </a:extLst>
            </p:cNvPr>
            <p:cNvGrpSpPr>
              <a:grpSpLocks/>
            </p:cNvGrpSpPr>
            <p:nvPr/>
          </p:nvGrpSpPr>
          <p:grpSpPr bwMode="auto">
            <a:xfrm>
              <a:off x="5640737" y="5058969"/>
              <a:ext cx="585788" cy="419100"/>
              <a:chOff x="5096" y="2218"/>
              <a:chExt cx="369" cy="264"/>
            </a:xfrm>
          </p:grpSpPr>
          <p:grpSp>
            <p:nvGrpSpPr>
              <p:cNvPr id="593" name="Group 622">
                <a:extLst>
                  <a:ext uri="{FF2B5EF4-FFF2-40B4-BE49-F238E27FC236}">
                    <a16:creationId xmlns:a16="http://schemas.microsoft.com/office/drawing/2014/main" xmlns="" id="{46B7FDFD-6263-0049-8898-6BC742EE0CD5}"/>
                  </a:ext>
                </a:extLst>
              </p:cNvPr>
              <p:cNvGrpSpPr>
                <a:grpSpLocks/>
              </p:cNvGrpSpPr>
              <p:nvPr/>
            </p:nvGrpSpPr>
            <p:grpSpPr bwMode="auto">
              <a:xfrm>
                <a:off x="5096" y="2218"/>
                <a:ext cx="327" cy="81"/>
                <a:chOff x="2199" y="955"/>
                <a:chExt cx="2547" cy="506"/>
              </a:xfrm>
            </p:grpSpPr>
            <p:sp>
              <p:nvSpPr>
                <p:cNvPr id="596" name="Freeform 623">
                  <a:extLst>
                    <a:ext uri="{FF2B5EF4-FFF2-40B4-BE49-F238E27FC236}">
                      <a16:creationId xmlns:a16="http://schemas.microsoft.com/office/drawing/2014/main" xmlns="" id="{8D20DA22-5088-9649-BCD7-C73CFCD6946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97" name="Freeform 624">
                  <a:extLst>
                    <a:ext uri="{FF2B5EF4-FFF2-40B4-BE49-F238E27FC236}">
                      <a16:creationId xmlns:a16="http://schemas.microsoft.com/office/drawing/2014/main" xmlns="" id="{0860904A-2644-D146-9E9D-528E083D2207}"/>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98" name="Freeform 625">
                  <a:extLst>
                    <a:ext uri="{FF2B5EF4-FFF2-40B4-BE49-F238E27FC236}">
                      <a16:creationId xmlns:a16="http://schemas.microsoft.com/office/drawing/2014/main" xmlns="" id="{FDDA26A1-410C-A64F-B478-B9971D10720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599" name="Freeform 626">
                  <a:extLst>
                    <a:ext uri="{FF2B5EF4-FFF2-40B4-BE49-F238E27FC236}">
                      <a16:creationId xmlns:a16="http://schemas.microsoft.com/office/drawing/2014/main" xmlns="" id="{746C664C-122A-5E4F-9DC6-D2F925E1DAD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600" name="Freeform 627">
                  <a:extLst>
                    <a:ext uri="{FF2B5EF4-FFF2-40B4-BE49-F238E27FC236}">
                      <a16:creationId xmlns:a16="http://schemas.microsoft.com/office/drawing/2014/main" xmlns="" id="{E72F1D12-443A-5F43-BDF0-414DCEB4913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sp>
              <p:nvSpPr>
                <p:cNvPr id="601" name="Freeform 628">
                  <a:extLst>
                    <a:ext uri="{FF2B5EF4-FFF2-40B4-BE49-F238E27FC236}">
                      <a16:creationId xmlns:a16="http://schemas.microsoft.com/office/drawing/2014/main" xmlns="" id="{5D2A1B05-1226-0440-BF7D-2BFEDA6C0DD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ＭＳ Ｐゴシック" charset="0"/>
                    <a:cs typeface="+mn-cs"/>
                  </a:endParaRPr>
                </a:p>
              </p:txBody>
            </p:sp>
          </p:grpSp>
          <p:pic>
            <p:nvPicPr>
              <p:cNvPr id="594" name="Picture 629" descr="access_point_stylized_small">
                <a:extLst>
                  <a:ext uri="{FF2B5EF4-FFF2-40B4-BE49-F238E27FC236}">
                    <a16:creationId xmlns:a16="http://schemas.microsoft.com/office/drawing/2014/main" xmlns="" id="{82574BA4-AF17-7944-AB41-D17C94BDAE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2" y="2250"/>
                <a:ext cx="273" cy="2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95" name="Picture 630" descr="access_point_stylized_small">
                <a:extLst>
                  <a:ext uri="{FF2B5EF4-FFF2-40B4-BE49-F238E27FC236}">
                    <a16:creationId xmlns:a16="http://schemas.microsoft.com/office/drawing/2014/main" xmlns="" id="{DC390735-CE93-0C4A-B766-A12F556341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5" y="2251"/>
                <a:ext cx="260"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602" name="Group 633">
              <a:extLst>
                <a:ext uri="{FF2B5EF4-FFF2-40B4-BE49-F238E27FC236}">
                  <a16:creationId xmlns:a16="http://schemas.microsoft.com/office/drawing/2014/main" xmlns="" id="{4350FD48-C690-8545-9BF4-698AA261550D}"/>
                </a:ext>
              </a:extLst>
            </p:cNvPr>
            <p:cNvGrpSpPr>
              <a:grpSpLocks/>
            </p:cNvGrpSpPr>
            <p:nvPr/>
          </p:nvGrpSpPr>
          <p:grpSpPr bwMode="auto">
            <a:xfrm>
              <a:off x="5342287" y="5484419"/>
              <a:ext cx="635000" cy="485775"/>
              <a:chOff x="3061" y="2530"/>
              <a:chExt cx="400" cy="306"/>
            </a:xfrm>
          </p:grpSpPr>
          <p:grpSp>
            <p:nvGrpSpPr>
              <p:cNvPr id="603" name="Group 634">
                <a:extLst>
                  <a:ext uri="{FF2B5EF4-FFF2-40B4-BE49-F238E27FC236}">
                    <a16:creationId xmlns:a16="http://schemas.microsoft.com/office/drawing/2014/main" xmlns="" id="{552A577F-109E-9D44-8B58-7E385E9A60A3}"/>
                  </a:ext>
                </a:extLst>
              </p:cNvPr>
              <p:cNvGrpSpPr>
                <a:grpSpLocks/>
              </p:cNvGrpSpPr>
              <p:nvPr/>
            </p:nvGrpSpPr>
            <p:grpSpPr bwMode="auto">
              <a:xfrm>
                <a:off x="3061" y="2530"/>
                <a:ext cx="327" cy="81"/>
                <a:chOff x="2199" y="955"/>
                <a:chExt cx="2547" cy="506"/>
              </a:xfrm>
            </p:grpSpPr>
            <p:sp>
              <p:nvSpPr>
                <p:cNvPr id="628" name="Freeform 635">
                  <a:extLst>
                    <a:ext uri="{FF2B5EF4-FFF2-40B4-BE49-F238E27FC236}">
                      <a16:creationId xmlns:a16="http://schemas.microsoft.com/office/drawing/2014/main" xmlns="" id="{07E6363F-B58C-0246-8270-E48953ECB11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9" name="Freeform 636">
                  <a:extLst>
                    <a:ext uri="{FF2B5EF4-FFF2-40B4-BE49-F238E27FC236}">
                      <a16:creationId xmlns:a16="http://schemas.microsoft.com/office/drawing/2014/main" xmlns="" id="{68B5ACAA-D666-9541-A8D8-AA65ABE37DB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0" name="Freeform 637">
                  <a:extLst>
                    <a:ext uri="{FF2B5EF4-FFF2-40B4-BE49-F238E27FC236}">
                      <a16:creationId xmlns:a16="http://schemas.microsoft.com/office/drawing/2014/main" xmlns="" id="{BEA43C39-BF36-D746-B30D-D48DF15C1157}"/>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1" name="Freeform 638">
                  <a:extLst>
                    <a:ext uri="{FF2B5EF4-FFF2-40B4-BE49-F238E27FC236}">
                      <a16:creationId xmlns:a16="http://schemas.microsoft.com/office/drawing/2014/main" xmlns="" id="{F0D1093C-5C80-6D41-8E09-0CDD15E8C5B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2" name="Freeform 639">
                  <a:extLst>
                    <a:ext uri="{FF2B5EF4-FFF2-40B4-BE49-F238E27FC236}">
                      <a16:creationId xmlns:a16="http://schemas.microsoft.com/office/drawing/2014/main" xmlns="" id="{9E9A0C6D-F304-DD4B-B151-9DD732DD112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33" name="Freeform 640">
                  <a:extLst>
                    <a:ext uri="{FF2B5EF4-FFF2-40B4-BE49-F238E27FC236}">
                      <a16:creationId xmlns:a16="http://schemas.microsoft.com/office/drawing/2014/main" xmlns="" id="{6F86ABC6-22F5-9848-BF21-BF80B41A2A6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604" name="Picture 641" descr="laptop_keyboard">
                <a:extLst>
                  <a:ext uri="{FF2B5EF4-FFF2-40B4-BE49-F238E27FC236}">
                    <a16:creationId xmlns:a16="http://schemas.microsoft.com/office/drawing/2014/main" xmlns="" id="{2F75FAA6-B24C-3142-9A42-C22B7212E5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5" name="Freeform 642">
                <a:extLst>
                  <a:ext uri="{FF2B5EF4-FFF2-40B4-BE49-F238E27FC236}">
                    <a16:creationId xmlns:a16="http://schemas.microsoft.com/office/drawing/2014/main" xmlns="" id="{DE2C3AD1-FF37-3F41-93C1-631725A3A18C}"/>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606" name="Picture 643" descr="screen">
                <a:extLst>
                  <a:ext uri="{FF2B5EF4-FFF2-40B4-BE49-F238E27FC236}">
                    <a16:creationId xmlns:a16="http://schemas.microsoft.com/office/drawing/2014/main" xmlns="" id="{A2EF1EA1-101A-AF4E-8DB1-ED79D93A66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07" name="Freeform 644">
                <a:extLst>
                  <a:ext uri="{FF2B5EF4-FFF2-40B4-BE49-F238E27FC236}">
                    <a16:creationId xmlns:a16="http://schemas.microsoft.com/office/drawing/2014/main" xmlns="" id="{6049AAF7-B71A-C44E-AD7A-E4A8F2A8942F}"/>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08" name="Freeform 645">
                <a:extLst>
                  <a:ext uri="{FF2B5EF4-FFF2-40B4-BE49-F238E27FC236}">
                    <a16:creationId xmlns:a16="http://schemas.microsoft.com/office/drawing/2014/main" xmlns="" id="{8A2E61CC-8A3C-AB43-8FEE-3D55851BD6BA}"/>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09" name="Freeform 646">
                <a:extLst>
                  <a:ext uri="{FF2B5EF4-FFF2-40B4-BE49-F238E27FC236}">
                    <a16:creationId xmlns:a16="http://schemas.microsoft.com/office/drawing/2014/main" xmlns="" id="{C7D45B9A-04AF-A94D-9B24-D8FED5751FFD}"/>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0" name="Freeform 647">
                <a:extLst>
                  <a:ext uri="{FF2B5EF4-FFF2-40B4-BE49-F238E27FC236}">
                    <a16:creationId xmlns:a16="http://schemas.microsoft.com/office/drawing/2014/main" xmlns="" id="{44DDA0A8-6E2C-664F-B104-AF8BD6E1484A}"/>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1" name="Freeform 648">
                <a:extLst>
                  <a:ext uri="{FF2B5EF4-FFF2-40B4-BE49-F238E27FC236}">
                    <a16:creationId xmlns:a16="http://schemas.microsoft.com/office/drawing/2014/main" xmlns="" id="{9F887D29-FEA1-6A4F-ABC1-A2D2111BE096}"/>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2" name="Freeform 649">
                <a:extLst>
                  <a:ext uri="{FF2B5EF4-FFF2-40B4-BE49-F238E27FC236}">
                    <a16:creationId xmlns:a16="http://schemas.microsoft.com/office/drawing/2014/main" xmlns="" id="{352D9BC2-81F2-3A4C-86DC-00157C1FA18F}"/>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613" name="Group 650">
                <a:extLst>
                  <a:ext uri="{FF2B5EF4-FFF2-40B4-BE49-F238E27FC236}">
                    <a16:creationId xmlns:a16="http://schemas.microsoft.com/office/drawing/2014/main" xmlns="" id="{AA9D5569-9B23-AC4A-B599-A6CA1CC91A31}"/>
                  </a:ext>
                </a:extLst>
              </p:cNvPr>
              <p:cNvGrpSpPr>
                <a:grpSpLocks/>
              </p:cNvGrpSpPr>
              <p:nvPr/>
            </p:nvGrpSpPr>
            <p:grpSpPr bwMode="auto">
              <a:xfrm>
                <a:off x="3186" y="2777"/>
                <a:ext cx="55" cy="24"/>
                <a:chOff x="1740" y="2642"/>
                <a:chExt cx="752" cy="327"/>
              </a:xfrm>
            </p:grpSpPr>
            <p:sp>
              <p:nvSpPr>
                <p:cNvPr id="622" name="Freeform 651">
                  <a:extLst>
                    <a:ext uri="{FF2B5EF4-FFF2-40B4-BE49-F238E27FC236}">
                      <a16:creationId xmlns:a16="http://schemas.microsoft.com/office/drawing/2014/main" xmlns="" id="{35D8DF33-69DC-7E45-87B0-8973C6A6524C}"/>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3" name="Freeform 652">
                  <a:extLst>
                    <a:ext uri="{FF2B5EF4-FFF2-40B4-BE49-F238E27FC236}">
                      <a16:creationId xmlns:a16="http://schemas.microsoft.com/office/drawing/2014/main" xmlns="" id="{64D650D2-9E0C-9B49-BE8B-5A6C0C771C3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4" name="Freeform 653">
                  <a:extLst>
                    <a:ext uri="{FF2B5EF4-FFF2-40B4-BE49-F238E27FC236}">
                      <a16:creationId xmlns:a16="http://schemas.microsoft.com/office/drawing/2014/main" xmlns="" id="{2820DDF6-8985-4B42-B6D6-83B1751EC57F}"/>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5" name="Freeform 654">
                  <a:extLst>
                    <a:ext uri="{FF2B5EF4-FFF2-40B4-BE49-F238E27FC236}">
                      <a16:creationId xmlns:a16="http://schemas.microsoft.com/office/drawing/2014/main" xmlns="" id="{63B056C7-AFAC-214A-8E24-48B954AAA02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6" name="Freeform 655">
                  <a:extLst>
                    <a:ext uri="{FF2B5EF4-FFF2-40B4-BE49-F238E27FC236}">
                      <a16:creationId xmlns:a16="http://schemas.microsoft.com/office/drawing/2014/main" xmlns="" id="{47B78910-4311-804C-9AB1-27331D8E35B1}"/>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7" name="Freeform 656">
                  <a:extLst>
                    <a:ext uri="{FF2B5EF4-FFF2-40B4-BE49-F238E27FC236}">
                      <a16:creationId xmlns:a16="http://schemas.microsoft.com/office/drawing/2014/main" xmlns="" id="{BCE3F1EB-7537-3548-B2D0-25DE814A934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614" name="Freeform 657">
                <a:extLst>
                  <a:ext uri="{FF2B5EF4-FFF2-40B4-BE49-F238E27FC236}">
                    <a16:creationId xmlns:a16="http://schemas.microsoft.com/office/drawing/2014/main" xmlns="" id="{AEA7FE7B-4E23-5145-AF46-EAD1A9683E6E}"/>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5" name="Freeform 658">
                <a:extLst>
                  <a:ext uri="{FF2B5EF4-FFF2-40B4-BE49-F238E27FC236}">
                    <a16:creationId xmlns:a16="http://schemas.microsoft.com/office/drawing/2014/main" xmlns="" id="{71870B35-FF8E-A648-9461-BE67BD42B208}"/>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6" name="Freeform 659">
                <a:extLst>
                  <a:ext uri="{FF2B5EF4-FFF2-40B4-BE49-F238E27FC236}">
                    <a16:creationId xmlns:a16="http://schemas.microsoft.com/office/drawing/2014/main" xmlns="" id="{14DF7B21-9989-CE4A-8CD2-77167155AD31}"/>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7" name="Freeform 660">
                <a:extLst>
                  <a:ext uri="{FF2B5EF4-FFF2-40B4-BE49-F238E27FC236}">
                    <a16:creationId xmlns:a16="http://schemas.microsoft.com/office/drawing/2014/main" xmlns="" id="{01249498-5D68-DC4A-8598-DBC5E0FAAED8}"/>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8" name="Freeform 661">
                <a:extLst>
                  <a:ext uri="{FF2B5EF4-FFF2-40B4-BE49-F238E27FC236}">
                    <a16:creationId xmlns:a16="http://schemas.microsoft.com/office/drawing/2014/main" xmlns="" id="{39AB67DD-19DB-5B4A-9ECB-0D8434372B5F}"/>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19" name="Freeform 662">
                <a:extLst>
                  <a:ext uri="{FF2B5EF4-FFF2-40B4-BE49-F238E27FC236}">
                    <a16:creationId xmlns:a16="http://schemas.microsoft.com/office/drawing/2014/main" xmlns="" id="{50095490-4E5B-2C4F-A578-E6823DF0D7AD}"/>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0" name="Freeform 663">
                <a:extLst>
                  <a:ext uri="{FF2B5EF4-FFF2-40B4-BE49-F238E27FC236}">
                    <a16:creationId xmlns:a16="http://schemas.microsoft.com/office/drawing/2014/main" xmlns="" id="{5F7C8605-C574-AF40-A25A-18D07E9455B8}"/>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21" name="Freeform 664">
                <a:extLst>
                  <a:ext uri="{FF2B5EF4-FFF2-40B4-BE49-F238E27FC236}">
                    <a16:creationId xmlns:a16="http://schemas.microsoft.com/office/drawing/2014/main" xmlns="" id="{5B56B3ED-95B3-FC4B-AEC8-78598F3903CC}"/>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34" name="Group 665">
              <a:extLst>
                <a:ext uri="{FF2B5EF4-FFF2-40B4-BE49-F238E27FC236}">
                  <a16:creationId xmlns:a16="http://schemas.microsoft.com/office/drawing/2014/main" xmlns="" id="{2A813063-25A9-2348-B34A-4FB30E3C361C}"/>
                </a:ext>
              </a:extLst>
            </p:cNvPr>
            <p:cNvGrpSpPr>
              <a:grpSpLocks/>
            </p:cNvGrpSpPr>
            <p:nvPr/>
          </p:nvGrpSpPr>
          <p:grpSpPr bwMode="auto">
            <a:xfrm>
              <a:off x="5824887" y="5539981"/>
              <a:ext cx="635000" cy="485775"/>
              <a:chOff x="3061" y="2530"/>
              <a:chExt cx="400" cy="306"/>
            </a:xfrm>
          </p:grpSpPr>
          <p:grpSp>
            <p:nvGrpSpPr>
              <p:cNvPr id="635" name="Group 666">
                <a:extLst>
                  <a:ext uri="{FF2B5EF4-FFF2-40B4-BE49-F238E27FC236}">
                    <a16:creationId xmlns:a16="http://schemas.microsoft.com/office/drawing/2014/main" xmlns="" id="{E488256B-5F4C-7240-9A3D-138A9D926AE6}"/>
                  </a:ext>
                </a:extLst>
              </p:cNvPr>
              <p:cNvGrpSpPr>
                <a:grpSpLocks/>
              </p:cNvGrpSpPr>
              <p:nvPr/>
            </p:nvGrpSpPr>
            <p:grpSpPr bwMode="auto">
              <a:xfrm>
                <a:off x="3061" y="2530"/>
                <a:ext cx="327" cy="81"/>
                <a:chOff x="2199" y="955"/>
                <a:chExt cx="2547" cy="506"/>
              </a:xfrm>
            </p:grpSpPr>
            <p:sp>
              <p:nvSpPr>
                <p:cNvPr id="660" name="Freeform 667">
                  <a:extLst>
                    <a:ext uri="{FF2B5EF4-FFF2-40B4-BE49-F238E27FC236}">
                      <a16:creationId xmlns:a16="http://schemas.microsoft.com/office/drawing/2014/main" xmlns="" id="{30264AAC-A818-2C48-908B-3E20162B48C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1" name="Freeform 668">
                  <a:extLst>
                    <a:ext uri="{FF2B5EF4-FFF2-40B4-BE49-F238E27FC236}">
                      <a16:creationId xmlns:a16="http://schemas.microsoft.com/office/drawing/2014/main" xmlns="" id="{507FFE91-D066-EC44-8EE2-F5D3981A3A0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2" name="Freeform 669">
                  <a:extLst>
                    <a:ext uri="{FF2B5EF4-FFF2-40B4-BE49-F238E27FC236}">
                      <a16:creationId xmlns:a16="http://schemas.microsoft.com/office/drawing/2014/main" xmlns="" id="{57E92C77-54EE-0845-97FB-2FE89243BEB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3" name="Freeform 670">
                  <a:extLst>
                    <a:ext uri="{FF2B5EF4-FFF2-40B4-BE49-F238E27FC236}">
                      <a16:creationId xmlns:a16="http://schemas.microsoft.com/office/drawing/2014/main" xmlns="" id="{889E7C82-E5D9-8043-8A50-F87E4DA42DD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4" name="Freeform 671">
                  <a:extLst>
                    <a:ext uri="{FF2B5EF4-FFF2-40B4-BE49-F238E27FC236}">
                      <a16:creationId xmlns:a16="http://schemas.microsoft.com/office/drawing/2014/main" xmlns="" id="{6EEB3AC9-B797-2E4E-B758-615021875545}"/>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65" name="Freeform 672">
                  <a:extLst>
                    <a:ext uri="{FF2B5EF4-FFF2-40B4-BE49-F238E27FC236}">
                      <a16:creationId xmlns:a16="http://schemas.microsoft.com/office/drawing/2014/main" xmlns="" id="{BF0B78D6-7D03-B248-8646-B7A4D8DB820C}"/>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pic>
            <p:nvPicPr>
              <p:cNvPr id="636" name="Picture 673" descr="laptop_keyboard">
                <a:extLst>
                  <a:ext uri="{FF2B5EF4-FFF2-40B4-BE49-F238E27FC236}">
                    <a16:creationId xmlns:a16="http://schemas.microsoft.com/office/drawing/2014/main" xmlns="" id="{818E4316-ADEB-AE4B-A699-D416E1C587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3109" y="2736"/>
                <a:ext cx="245"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7" name="Freeform 674">
                <a:extLst>
                  <a:ext uri="{FF2B5EF4-FFF2-40B4-BE49-F238E27FC236}">
                    <a16:creationId xmlns:a16="http://schemas.microsoft.com/office/drawing/2014/main" xmlns="" id="{A1178674-C6C6-D942-80CB-75C6BFD08668}"/>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82" h="2442">
                    <a:moveTo>
                      <a:pt x="540" y="0"/>
                    </a:moveTo>
                    <a:lnTo>
                      <a:pt x="0" y="1734"/>
                    </a:lnTo>
                    <a:lnTo>
                      <a:pt x="2394" y="2442"/>
                    </a:lnTo>
                    <a:lnTo>
                      <a:pt x="2982" y="318"/>
                    </a:lnTo>
                    <a:lnTo>
                      <a:pt x="540" y="0"/>
                    </a:lnTo>
                    <a:close/>
                  </a:path>
                </a:pathLst>
              </a:custGeom>
              <a:solidFill>
                <a:srgbClr val="000000"/>
              </a:soli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pic>
            <p:nvPicPr>
              <p:cNvPr id="638" name="Picture 675" descr="screen">
                <a:extLst>
                  <a:ext uri="{FF2B5EF4-FFF2-40B4-BE49-F238E27FC236}">
                    <a16:creationId xmlns:a16="http://schemas.microsoft.com/office/drawing/2014/main" xmlns="" id="{A7347B7E-CCF5-FF42-83C4-25E95D6DDD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 y="2641"/>
                <a:ext cx="179" cy="1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39" name="Freeform 676">
                <a:extLst>
                  <a:ext uri="{FF2B5EF4-FFF2-40B4-BE49-F238E27FC236}">
                    <a16:creationId xmlns:a16="http://schemas.microsoft.com/office/drawing/2014/main" xmlns="" id="{00ECEF64-E8C8-4048-95B9-291C901D7767}"/>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0" name="Freeform 677">
                <a:extLst>
                  <a:ext uri="{FF2B5EF4-FFF2-40B4-BE49-F238E27FC236}">
                    <a16:creationId xmlns:a16="http://schemas.microsoft.com/office/drawing/2014/main" xmlns="" id="{0014A409-D9B4-A949-98B0-56F9722D9257}"/>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2" h="1893">
                    <a:moveTo>
                      <a:pt x="579" y="0"/>
                    </a:moveTo>
                    <a:lnTo>
                      <a:pt x="0" y="1869"/>
                    </a:lnTo>
                    <a:lnTo>
                      <a:pt x="114" y="1893"/>
                    </a:lnTo>
                    <a:lnTo>
                      <a:pt x="702" y="51"/>
                    </a:lnTo>
                    <a:lnTo>
                      <a:pt x="579"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1" name="Freeform 678">
                <a:extLst>
                  <a:ext uri="{FF2B5EF4-FFF2-40B4-BE49-F238E27FC236}">
                    <a16:creationId xmlns:a16="http://schemas.microsoft.com/office/drawing/2014/main" xmlns="" id="{B32C60B6-03BE-AE4B-A8B2-253AD5DB67F4}"/>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6" h="2184">
                    <a:moveTo>
                      <a:pt x="756" y="0"/>
                    </a:moveTo>
                    <a:lnTo>
                      <a:pt x="138" y="2184"/>
                    </a:lnTo>
                    <a:lnTo>
                      <a:pt x="0" y="2148"/>
                    </a:lnTo>
                    <a:lnTo>
                      <a:pt x="606" y="78"/>
                    </a:lnTo>
                    <a:lnTo>
                      <a:pt x="756" y="0"/>
                    </a:lnTo>
                    <a:close/>
                  </a:path>
                </a:pathLst>
              </a:custGeom>
              <a:gradFill rotWithShape="1">
                <a:gsLst>
                  <a:gs pos="0">
                    <a:srgbClr val="DDDDDD"/>
                  </a:gs>
                  <a:gs pos="100000">
                    <a:srgbClr val="FFFFFF"/>
                  </a:gs>
                </a:gsLst>
                <a:lin ang="54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2" name="Freeform 679">
                <a:extLst>
                  <a:ext uri="{FF2B5EF4-FFF2-40B4-BE49-F238E27FC236}">
                    <a16:creationId xmlns:a16="http://schemas.microsoft.com/office/drawing/2014/main" xmlns="" id="{B023ADC3-7539-F145-B52F-5ADE8AAA9E81}"/>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rgbClr val="FFFF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3" name="Freeform 680">
                <a:extLst>
                  <a:ext uri="{FF2B5EF4-FFF2-40B4-BE49-F238E27FC236}">
                    <a16:creationId xmlns:a16="http://schemas.microsoft.com/office/drawing/2014/main" xmlns="" id="{8DC2FD41-54FB-1B4E-AE8D-D4E49D45C290}"/>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1659">
                    <a:moveTo>
                      <a:pt x="615" y="0"/>
                    </a:moveTo>
                    <a:lnTo>
                      <a:pt x="637" y="0"/>
                    </a:lnTo>
                    <a:lnTo>
                      <a:pt x="68" y="1659"/>
                    </a:lnTo>
                    <a:lnTo>
                      <a:pt x="0" y="1647"/>
                    </a:lnTo>
                    <a:lnTo>
                      <a:pt x="615" y="0"/>
                    </a:lnTo>
                    <a:close/>
                  </a:path>
                </a:pathLst>
              </a:custGeom>
              <a:solidFill>
                <a:srgbClr val="4D4D4D"/>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4" name="Freeform 681">
                <a:extLst>
                  <a:ext uri="{FF2B5EF4-FFF2-40B4-BE49-F238E27FC236}">
                    <a16:creationId xmlns:a16="http://schemas.microsoft.com/office/drawing/2014/main" xmlns="" id="{135825F9-10E4-2C4A-A3EB-E3C7A18604C4}"/>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645" name="Group 682">
                <a:extLst>
                  <a:ext uri="{FF2B5EF4-FFF2-40B4-BE49-F238E27FC236}">
                    <a16:creationId xmlns:a16="http://schemas.microsoft.com/office/drawing/2014/main" xmlns="" id="{18B7D007-F2F8-2041-A3B3-4AAC42AC9D2B}"/>
                  </a:ext>
                </a:extLst>
              </p:cNvPr>
              <p:cNvGrpSpPr>
                <a:grpSpLocks/>
              </p:cNvGrpSpPr>
              <p:nvPr/>
            </p:nvGrpSpPr>
            <p:grpSpPr bwMode="auto">
              <a:xfrm>
                <a:off x="3186" y="2777"/>
                <a:ext cx="55" cy="24"/>
                <a:chOff x="1740" y="2642"/>
                <a:chExt cx="752" cy="327"/>
              </a:xfrm>
            </p:grpSpPr>
            <p:sp>
              <p:nvSpPr>
                <p:cNvPr id="654" name="Freeform 683">
                  <a:extLst>
                    <a:ext uri="{FF2B5EF4-FFF2-40B4-BE49-F238E27FC236}">
                      <a16:creationId xmlns:a16="http://schemas.microsoft.com/office/drawing/2014/main" xmlns="" id="{C9CDCED6-729A-B548-A704-978153940A9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2" h="327">
                      <a:moveTo>
                        <a:pt x="293" y="0"/>
                      </a:moveTo>
                      <a:lnTo>
                        <a:pt x="752" y="124"/>
                      </a:lnTo>
                      <a:lnTo>
                        <a:pt x="470" y="327"/>
                      </a:lnTo>
                      <a:lnTo>
                        <a:pt x="0" y="183"/>
                      </a:lnTo>
                      <a:lnTo>
                        <a:pt x="293"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5" name="Freeform 684">
                  <a:extLst>
                    <a:ext uri="{FF2B5EF4-FFF2-40B4-BE49-F238E27FC236}">
                      <a16:creationId xmlns:a16="http://schemas.microsoft.com/office/drawing/2014/main" xmlns="" id="{24052544-85C6-0C47-B814-CD736AF3FD0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6" name="Freeform 685">
                  <a:extLst>
                    <a:ext uri="{FF2B5EF4-FFF2-40B4-BE49-F238E27FC236}">
                      <a16:creationId xmlns:a16="http://schemas.microsoft.com/office/drawing/2014/main" xmlns="" id="{6294FE3C-811A-494B-A379-68E78C7B7B8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0">
                      <a:moveTo>
                        <a:pt x="0" y="44"/>
                      </a:moveTo>
                      <a:lnTo>
                        <a:pt x="75" y="0"/>
                      </a:lnTo>
                      <a:lnTo>
                        <a:pt x="258" y="50"/>
                      </a:lnTo>
                      <a:lnTo>
                        <a:pt x="183" y="100"/>
                      </a:lnTo>
                      <a:lnTo>
                        <a:pt x="0" y="44"/>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7" name="Freeform 686">
                  <a:extLst>
                    <a:ext uri="{FF2B5EF4-FFF2-40B4-BE49-F238E27FC236}">
                      <a16:creationId xmlns:a16="http://schemas.microsoft.com/office/drawing/2014/main" xmlns="" id="{14E79AE5-BBCC-114C-AF2F-57A092C70BC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8" name="Freeform 687">
                  <a:extLst>
                    <a:ext uri="{FF2B5EF4-FFF2-40B4-BE49-F238E27FC236}">
                      <a16:creationId xmlns:a16="http://schemas.microsoft.com/office/drawing/2014/main" xmlns="" id="{87C488F6-CAF2-4349-8DCB-F47AF6FC067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8" h="102">
                      <a:moveTo>
                        <a:pt x="0" y="46"/>
                      </a:moveTo>
                      <a:lnTo>
                        <a:pt x="71" y="0"/>
                      </a:lnTo>
                      <a:lnTo>
                        <a:pt x="258" y="52"/>
                      </a:lnTo>
                      <a:lnTo>
                        <a:pt x="183" y="102"/>
                      </a:lnTo>
                      <a:lnTo>
                        <a:pt x="0" y="46"/>
                      </a:lnTo>
                      <a:close/>
                    </a:path>
                  </a:pathLst>
                </a:custGeom>
                <a:solidFill>
                  <a:srgbClr val="00CC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9" name="Freeform 688">
                  <a:extLst>
                    <a:ext uri="{FF2B5EF4-FFF2-40B4-BE49-F238E27FC236}">
                      <a16:creationId xmlns:a16="http://schemas.microsoft.com/office/drawing/2014/main" xmlns="" id="{F96E81D8-978B-5E49-94AC-C77AF2614BC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63">
                      <a:moveTo>
                        <a:pt x="12" y="0"/>
                      </a:moveTo>
                      <a:lnTo>
                        <a:pt x="194" y="53"/>
                      </a:lnTo>
                      <a:lnTo>
                        <a:pt x="180" y="63"/>
                      </a:lnTo>
                      <a:lnTo>
                        <a:pt x="0" y="9"/>
                      </a:lnTo>
                      <a:lnTo>
                        <a:pt x="12"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sp>
            <p:nvSpPr>
              <p:cNvPr id="646" name="Freeform 689">
                <a:extLst>
                  <a:ext uri="{FF2B5EF4-FFF2-40B4-BE49-F238E27FC236}">
                    <a16:creationId xmlns:a16="http://schemas.microsoft.com/office/drawing/2014/main" xmlns="" id="{986E1BA8-56FE-2F4F-B3AB-0EA671F5EF65}"/>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 h="792">
                    <a:moveTo>
                      <a:pt x="3" y="738"/>
                    </a:moveTo>
                    <a:lnTo>
                      <a:pt x="990" y="0"/>
                    </a:lnTo>
                    <a:lnTo>
                      <a:pt x="987" y="60"/>
                    </a:lnTo>
                    <a:lnTo>
                      <a:pt x="0" y="792"/>
                    </a:lnTo>
                    <a:lnTo>
                      <a:pt x="3" y="738"/>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7" name="Freeform 690">
                <a:extLst>
                  <a:ext uri="{FF2B5EF4-FFF2-40B4-BE49-F238E27FC236}">
                    <a16:creationId xmlns:a16="http://schemas.microsoft.com/office/drawing/2014/main" xmlns="" id="{032047D0-42E0-4B46-895E-03472FB4DB75}"/>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8" name="Freeform 691">
                <a:extLst>
                  <a:ext uri="{FF2B5EF4-FFF2-40B4-BE49-F238E27FC236}">
                    <a16:creationId xmlns:a16="http://schemas.microsoft.com/office/drawing/2014/main" xmlns="" id="{FA89F6A3-14E8-1E4F-88E9-66EE672BECD4}"/>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49" name="Freeform 692">
                <a:extLst>
                  <a:ext uri="{FF2B5EF4-FFF2-40B4-BE49-F238E27FC236}">
                    <a16:creationId xmlns:a16="http://schemas.microsoft.com/office/drawing/2014/main" xmlns="" id="{D515CEFC-F72A-2B4C-8178-A7F2D78AC87A}"/>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0" name="Freeform 693">
                <a:extLst>
                  <a:ext uri="{FF2B5EF4-FFF2-40B4-BE49-F238E27FC236}">
                    <a16:creationId xmlns:a16="http://schemas.microsoft.com/office/drawing/2014/main" xmlns="" id="{179531AD-F08A-C641-A873-F2E8AEE5E371}"/>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1" name="Freeform 694">
                <a:extLst>
                  <a:ext uri="{FF2B5EF4-FFF2-40B4-BE49-F238E27FC236}">
                    <a16:creationId xmlns:a16="http://schemas.microsoft.com/office/drawing/2014/main" xmlns="" id="{73AACF3A-FA16-9C4F-8B6F-B0A8B43B758C}"/>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2" name="Freeform 695">
                <a:extLst>
                  <a:ext uri="{FF2B5EF4-FFF2-40B4-BE49-F238E27FC236}">
                    <a16:creationId xmlns:a16="http://schemas.microsoft.com/office/drawing/2014/main" xmlns="" id="{15FD6D01-4885-FE49-9A11-07A76235F50B}"/>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47">
                    <a:moveTo>
                      <a:pt x="26" y="10"/>
                    </a:moveTo>
                    <a:lnTo>
                      <a:pt x="23" y="147"/>
                    </a:lnTo>
                    <a:lnTo>
                      <a:pt x="0" y="144"/>
                    </a:lnTo>
                    <a:lnTo>
                      <a:pt x="3" y="0"/>
                    </a:lnTo>
                    <a:lnTo>
                      <a:pt x="26" y="1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653" name="Freeform 696">
                <a:extLst>
                  <a:ext uri="{FF2B5EF4-FFF2-40B4-BE49-F238E27FC236}">
                    <a16:creationId xmlns:a16="http://schemas.microsoft.com/office/drawing/2014/main" xmlns="" id="{84BBF509-8F69-EB4E-9420-AC49763190E0}"/>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76" h="606">
                    <a:moveTo>
                      <a:pt x="1170" y="0"/>
                    </a:moveTo>
                    <a:lnTo>
                      <a:pt x="0" y="597"/>
                    </a:lnTo>
                    <a:lnTo>
                      <a:pt x="30" y="606"/>
                    </a:lnTo>
                    <a:lnTo>
                      <a:pt x="1176" y="18"/>
                    </a:lnTo>
                    <a:lnTo>
                      <a:pt x="1170" y="0"/>
                    </a:lnTo>
                    <a:close/>
                  </a:path>
                </a:pathLst>
              </a:custGeom>
              <a:solidFill>
                <a:srgbClr val="000099"/>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grpSp>
        <p:nvGrpSpPr>
          <p:cNvPr id="5" name="Group 4">
            <a:extLst>
              <a:ext uri="{FF2B5EF4-FFF2-40B4-BE49-F238E27FC236}">
                <a16:creationId xmlns:a16="http://schemas.microsoft.com/office/drawing/2014/main" xmlns="" id="{A5F051E2-E1A7-9B47-915A-0156EEB4173B}"/>
              </a:ext>
            </a:extLst>
          </p:cNvPr>
          <p:cNvGrpSpPr/>
          <p:nvPr/>
        </p:nvGrpSpPr>
        <p:grpSpPr>
          <a:xfrm>
            <a:off x="1176517" y="4567121"/>
            <a:ext cx="1672254" cy="1938344"/>
            <a:chOff x="1176517" y="4567121"/>
            <a:chExt cx="1672254" cy="1938344"/>
          </a:xfrm>
        </p:grpSpPr>
        <p:sp>
          <p:nvSpPr>
            <p:cNvPr id="471" name="Text Box 5">
              <a:extLst>
                <a:ext uri="{FF2B5EF4-FFF2-40B4-BE49-F238E27FC236}">
                  <a16:creationId xmlns:a16="http://schemas.microsoft.com/office/drawing/2014/main" xmlns="" id="{2134EC04-C5E3-F242-90E6-F19A88A1D7C3}"/>
                </a:ext>
              </a:extLst>
            </p:cNvPr>
            <p:cNvSpPr txBox="1">
              <a:spLocks noChangeArrowheads="1"/>
            </p:cNvSpPr>
            <p:nvPr/>
          </p:nvSpPr>
          <p:spPr bwMode="auto">
            <a:xfrm>
              <a:off x="1176517" y="5992696"/>
              <a:ext cx="1672254" cy="512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wire (e.g., </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cabled Ethernet)</a:t>
              </a:r>
            </a:p>
          </p:txBody>
        </p:sp>
        <p:sp>
          <p:nvSpPr>
            <p:cNvPr id="475" name="Line 173">
              <a:extLst>
                <a:ext uri="{FF2B5EF4-FFF2-40B4-BE49-F238E27FC236}">
                  <a16:creationId xmlns:a16="http://schemas.microsoft.com/office/drawing/2014/main" xmlns="" id="{3F306567-9F2F-4149-9D30-2173B4370AE0}"/>
                </a:ext>
              </a:extLst>
            </p:cNvPr>
            <p:cNvSpPr>
              <a:spLocks noChangeShapeType="1"/>
            </p:cNvSpPr>
            <p:nvPr/>
          </p:nvSpPr>
          <p:spPr bwMode="auto">
            <a:xfrm flipH="1">
              <a:off x="1822938" y="4821121"/>
              <a:ext cx="466725" cy="890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476" name="Line 174">
              <a:extLst>
                <a:ext uri="{FF2B5EF4-FFF2-40B4-BE49-F238E27FC236}">
                  <a16:creationId xmlns:a16="http://schemas.microsoft.com/office/drawing/2014/main" xmlns="" id="{7FB886E9-9D2D-B64D-87A8-FC07C88CC051}"/>
                </a:ext>
              </a:extLst>
            </p:cNvPr>
            <p:cNvSpPr>
              <a:spLocks noChangeShapeType="1"/>
            </p:cNvSpPr>
            <p:nvPr/>
          </p:nvSpPr>
          <p:spPr bwMode="auto">
            <a:xfrm>
              <a:off x="1805475" y="5292608"/>
              <a:ext cx="242888"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477" name="Line 175">
              <a:extLst>
                <a:ext uri="{FF2B5EF4-FFF2-40B4-BE49-F238E27FC236}">
                  <a16:creationId xmlns:a16="http://schemas.microsoft.com/office/drawing/2014/main" xmlns="" id="{197F6785-17A4-034A-979B-B8B5BA4F83AF}"/>
                </a:ext>
              </a:extLst>
            </p:cNvPr>
            <p:cNvSpPr>
              <a:spLocks noChangeShapeType="1"/>
            </p:cNvSpPr>
            <p:nvPr/>
          </p:nvSpPr>
          <p:spPr bwMode="auto">
            <a:xfrm>
              <a:off x="1670538" y="5629158"/>
              <a:ext cx="190500"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478" name="Line 176">
              <a:extLst>
                <a:ext uri="{FF2B5EF4-FFF2-40B4-BE49-F238E27FC236}">
                  <a16:creationId xmlns:a16="http://schemas.microsoft.com/office/drawing/2014/main" xmlns="" id="{70DDD911-DBF3-7F4F-BF66-8853AA418134}"/>
                </a:ext>
              </a:extLst>
            </p:cNvPr>
            <p:cNvSpPr>
              <a:spLocks noChangeShapeType="1"/>
            </p:cNvSpPr>
            <p:nvPr/>
          </p:nvSpPr>
          <p:spPr bwMode="auto">
            <a:xfrm flipV="1">
              <a:off x="2115038" y="5152908"/>
              <a:ext cx="177800" cy="793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26" name="Line 434">
              <a:extLst>
                <a:ext uri="{FF2B5EF4-FFF2-40B4-BE49-F238E27FC236}">
                  <a16:creationId xmlns:a16="http://schemas.microsoft.com/office/drawing/2014/main" xmlns="" id="{13E4667A-1C98-C742-9515-44695E1E26FC}"/>
                </a:ext>
              </a:extLst>
            </p:cNvPr>
            <p:cNvSpPr>
              <a:spLocks noChangeShapeType="1"/>
            </p:cNvSpPr>
            <p:nvPr/>
          </p:nvSpPr>
          <p:spPr bwMode="auto">
            <a:xfrm>
              <a:off x="1986450" y="4925896"/>
              <a:ext cx="242888" cy="1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27" name="Line 435">
              <a:extLst>
                <a:ext uri="{FF2B5EF4-FFF2-40B4-BE49-F238E27FC236}">
                  <a16:creationId xmlns:a16="http://schemas.microsoft.com/office/drawing/2014/main" xmlns="" id="{3AE8AA7B-1112-3E4B-9C21-6CE3F67CF723}"/>
                </a:ext>
              </a:extLst>
            </p:cNvPr>
            <p:cNvSpPr>
              <a:spLocks noChangeShapeType="1"/>
            </p:cNvSpPr>
            <p:nvPr/>
          </p:nvSpPr>
          <p:spPr bwMode="auto">
            <a:xfrm>
              <a:off x="1986450" y="4925896"/>
              <a:ext cx="242888" cy="158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sp>
          <p:nvSpPr>
            <p:cNvPr id="528" name="Line 436">
              <a:extLst>
                <a:ext uri="{FF2B5EF4-FFF2-40B4-BE49-F238E27FC236}">
                  <a16:creationId xmlns:a16="http://schemas.microsoft.com/office/drawing/2014/main" xmlns="" id="{84E2754A-286E-2643-AF6C-06B6ED5706C1}"/>
                </a:ext>
              </a:extLst>
            </p:cNvPr>
            <p:cNvSpPr>
              <a:spLocks noChangeShapeType="1"/>
            </p:cNvSpPr>
            <p:nvPr/>
          </p:nvSpPr>
          <p:spPr bwMode="auto">
            <a:xfrm>
              <a:off x="1918188" y="5562483"/>
              <a:ext cx="190500" cy="158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nvGrpSpPr>
            <p:cNvPr id="529" name="Group 506">
              <a:extLst>
                <a:ext uri="{FF2B5EF4-FFF2-40B4-BE49-F238E27FC236}">
                  <a16:creationId xmlns:a16="http://schemas.microsoft.com/office/drawing/2014/main" xmlns="" id="{B79DFA91-6DD1-6946-BCA6-B60B73F4E799}"/>
                </a:ext>
              </a:extLst>
            </p:cNvPr>
            <p:cNvGrpSpPr>
              <a:grpSpLocks/>
            </p:cNvGrpSpPr>
            <p:nvPr/>
          </p:nvGrpSpPr>
          <p:grpSpPr bwMode="auto">
            <a:xfrm flipH="1">
              <a:off x="1256200" y="5438658"/>
              <a:ext cx="501650" cy="512763"/>
              <a:chOff x="2839" y="3501"/>
              <a:chExt cx="755" cy="803"/>
            </a:xfrm>
          </p:grpSpPr>
          <p:pic>
            <p:nvPicPr>
              <p:cNvPr id="530" name="Picture 507" descr="desktop_computer_stylized_medium">
                <a:extLst>
                  <a:ext uri="{FF2B5EF4-FFF2-40B4-BE49-F238E27FC236}">
                    <a16:creationId xmlns:a16="http://schemas.microsoft.com/office/drawing/2014/main" xmlns="" id="{B7D871EE-D530-A84C-85C8-4DC1EB0A9C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31" name="Freeform 508">
                <a:extLst>
                  <a:ext uri="{FF2B5EF4-FFF2-40B4-BE49-F238E27FC236}">
                    <a16:creationId xmlns:a16="http://schemas.microsoft.com/office/drawing/2014/main" xmlns="" id="{9D5575BC-5BD2-FE4A-9414-7BAB3B8D409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66" name="Group 699">
              <a:extLst>
                <a:ext uri="{FF2B5EF4-FFF2-40B4-BE49-F238E27FC236}">
                  <a16:creationId xmlns:a16="http://schemas.microsoft.com/office/drawing/2014/main" xmlns="" id="{02B4AC8E-378E-3547-A03F-EB9A037CC599}"/>
                </a:ext>
              </a:extLst>
            </p:cNvPr>
            <p:cNvGrpSpPr>
              <a:grpSpLocks/>
            </p:cNvGrpSpPr>
            <p:nvPr/>
          </p:nvGrpSpPr>
          <p:grpSpPr bwMode="auto">
            <a:xfrm flipH="1">
              <a:off x="1410188" y="4994158"/>
              <a:ext cx="501650" cy="512763"/>
              <a:chOff x="2839" y="3501"/>
              <a:chExt cx="755" cy="803"/>
            </a:xfrm>
          </p:grpSpPr>
          <p:pic>
            <p:nvPicPr>
              <p:cNvPr id="667" name="Picture 700" descr="desktop_computer_stylized_medium">
                <a:extLst>
                  <a:ext uri="{FF2B5EF4-FFF2-40B4-BE49-F238E27FC236}">
                    <a16:creationId xmlns:a16="http://schemas.microsoft.com/office/drawing/2014/main" xmlns="" id="{71724573-60B3-124B-B985-CADFBB1B25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8" name="Freeform 701">
                <a:extLst>
                  <a:ext uri="{FF2B5EF4-FFF2-40B4-BE49-F238E27FC236}">
                    <a16:creationId xmlns:a16="http://schemas.microsoft.com/office/drawing/2014/main" xmlns="" id="{E65649AC-8FC0-F443-9BCF-46161D9931F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69" name="Group 702">
              <a:extLst>
                <a:ext uri="{FF2B5EF4-FFF2-40B4-BE49-F238E27FC236}">
                  <a16:creationId xmlns:a16="http://schemas.microsoft.com/office/drawing/2014/main" xmlns="" id="{193A9924-4D79-4547-A4DE-2DF0DB24940C}"/>
                </a:ext>
              </a:extLst>
            </p:cNvPr>
            <p:cNvGrpSpPr>
              <a:grpSpLocks/>
            </p:cNvGrpSpPr>
            <p:nvPr/>
          </p:nvGrpSpPr>
          <p:grpSpPr bwMode="auto">
            <a:xfrm flipH="1">
              <a:off x="1561000" y="4567121"/>
              <a:ext cx="501650" cy="512762"/>
              <a:chOff x="2839" y="3501"/>
              <a:chExt cx="755" cy="803"/>
            </a:xfrm>
          </p:grpSpPr>
          <p:pic>
            <p:nvPicPr>
              <p:cNvPr id="670" name="Picture 703" descr="desktop_computer_stylized_medium">
                <a:extLst>
                  <a:ext uri="{FF2B5EF4-FFF2-40B4-BE49-F238E27FC236}">
                    <a16:creationId xmlns:a16="http://schemas.microsoft.com/office/drawing/2014/main" xmlns="" id="{C8CA1A81-D304-424F-87F7-FEE71560CBD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71" name="Freeform 704">
                <a:extLst>
                  <a:ext uri="{FF2B5EF4-FFF2-40B4-BE49-F238E27FC236}">
                    <a16:creationId xmlns:a16="http://schemas.microsoft.com/office/drawing/2014/main" xmlns="" id="{A593126A-F019-4948-B6F9-9F0BBDC1238B}"/>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72" name="Group 705">
              <a:extLst>
                <a:ext uri="{FF2B5EF4-FFF2-40B4-BE49-F238E27FC236}">
                  <a16:creationId xmlns:a16="http://schemas.microsoft.com/office/drawing/2014/main" xmlns="" id="{782ACF55-310A-7742-B762-459ADBC589A6}"/>
                </a:ext>
              </a:extLst>
            </p:cNvPr>
            <p:cNvGrpSpPr>
              <a:grpSpLocks/>
            </p:cNvGrpSpPr>
            <p:nvPr/>
          </p:nvGrpSpPr>
          <p:grpSpPr bwMode="auto">
            <a:xfrm>
              <a:off x="2234100" y="4954471"/>
              <a:ext cx="501650" cy="512762"/>
              <a:chOff x="2839" y="3501"/>
              <a:chExt cx="755" cy="803"/>
            </a:xfrm>
          </p:grpSpPr>
          <p:pic>
            <p:nvPicPr>
              <p:cNvPr id="673" name="Picture 706" descr="desktop_computer_stylized_medium">
                <a:extLst>
                  <a:ext uri="{FF2B5EF4-FFF2-40B4-BE49-F238E27FC236}">
                    <a16:creationId xmlns:a16="http://schemas.microsoft.com/office/drawing/2014/main" xmlns="" id="{B4D37DEA-5391-6A48-B22B-C5003F10CD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74" name="Freeform 707">
                <a:extLst>
                  <a:ext uri="{FF2B5EF4-FFF2-40B4-BE49-F238E27FC236}">
                    <a16:creationId xmlns:a16="http://schemas.microsoft.com/office/drawing/2014/main" xmlns="" id="{3BF185DB-3612-4349-821B-4CFDFD5386C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nvGrpSpPr>
            <p:cNvPr id="675" name="Group 708">
              <a:extLst>
                <a:ext uri="{FF2B5EF4-FFF2-40B4-BE49-F238E27FC236}">
                  <a16:creationId xmlns:a16="http://schemas.microsoft.com/office/drawing/2014/main" xmlns="" id="{97B144E7-A54B-CA4C-B04F-A2F25E986C27}"/>
                </a:ext>
              </a:extLst>
            </p:cNvPr>
            <p:cNvGrpSpPr>
              <a:grpSpLocks/>
            </p:cNvGrpSpPr>
            <p:nvPr/>
          </p:nvGrpSpPr>
          <p:grpSpPr bwMode="auto">
            <a:xfrm>
              <a:off x="2035663" y="5394208"/>
              <a:ext cx="501650" cy="512763"/>
              <a:chOff x="2839" y="3501"/>
              <a:chExt cx="755" cy="803"/>
            </a:xfrm>
          </p:grpSpPr>
          <p:pic>
            <p:nvPicPr>
              <p:cNvPr id="676" name="Picture 709" descr="desktop_computer_stylized_medium">
                <a:extLst>
                  <a:ext uri="{FF2B5EF4-FFF2-40B4-BE49-F238E27FC236}">
                    <a16:creationId xmlns:a16="http://schemas.microsoft.com/office/drawing/2014/main" xmlns="" id="{BC4923DF-E580-E043-87E0-54FA60E4EC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77" name="Freeform 710">
                <a:extLst>
                  <a:ext uri="{FF2B5EF4-FFF2-40B4-BE49-F238E27FC236}">
                    <a16:creationId xmlns:a16="http://schemas.microsoft.com/office/drawing/2014/main" xmlns="" id="{42EC1204-645A-4842-92FE-2F13DBC97D5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ea typeface="ＭＳ Ｐゴシック" charset="0"/>
                  <a:cs typeface="+mn-cs"/>
                </a:endParaRPr>
              </a:p>
            </p:txBody>
          </p:sp>
        </p:grpSp>
      </p:grpSp>
      <p:grpSp>
        <p:nvGrpSpPr>
          <p:cNvPr id="9" name="Group 8">
            <a:extLst>
              <a:ext uri="{FF2B5EF4-FFF2-40B4-BE49-F238E27FC236}">
                <a16:creationId xmlns:a16="http://schemas.microsoft.com/office/drawing/2014/main" xmlns="" id="{36288C4E-3C37-1146-A254-7DBA7BE1413F}"/>
              </a:ext>
            </a:extLst>
          </p:cNvPr>
          <p:cNvGrpSpPr/>
          <p:nvPr/>
        </p:nvGrpSpPr>
        <p:grpSpPr>
          <a:xfrm>
            <a:off x="3021501" y="4737811"/>
            <a:ext cx="1951525" cy="1657756"/>
            <a:chOff x="3021501" y="4737811"/>
            <a:chExt cx="1951525" cy="1657756"/>
          </a:xfrm>
        </p:grpSpPr>
        <p:grpSp>
          <p:nvGrpSpPr>
            <p:cNvPr id="3" name="Group 2">
              <a:extLst>
                <a:ext uri="{FF2B5EF4-FFF2-40B4-BE49-F238E27FC236}">
                  <a16:creationId xmlns:a16="http://schemas.microsoft.com/office/drawing/2014/main" xmlns="" id="{E337CC03-6B75-DD4E-AEF4-E8B1E9874303}"/>
                </a:ext>
              </a:extLst>
            </p:cNvPr>
            <p:cNvGrpSpPr/>
            <p:nvPr/>
          </p:nvGrpSpPr>
          <p:grpSpPr>
            <a:xfrm>
              <a:off x="3021501" y="4737811"/>
              <a:ext cx="1951525" cy="1263172"/>
              <a:chOff x="7891681" y="3099042"/>
              <a:chExt cx="2342453" cy="1569939"/>
            </a:xfrm>
          </p:grpSpPr>
          <p:sp>
            <p:nvSpPr>
              <p:cNvPr id="678" name="Oval 800">
                <a:extLst>
                  <a:ext uri="{FF2B5EF4-FFF2-40B4-BE49-F238E27FC236}">
                    <a16:creationId xmlns:a16="http://schemas.microsoft.com/office/drawing/2014/main" xmlns="" id="{10688176-2675-9F46-B6CD-4D634B244B85}"/>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endParaRPr>
              </a:p>
            </p:txBody>
          </p:sp>
          <p:grpSp>
            <p:nvGrpSpPr>
              <p:cNvPr id="679" name="Group 817">
                <a:extLst>
                  <a:ext uri="{FF2B5EF4-FFF2-40B4-BE49-F238E27FC236}">
                    <a16:creationId xmlns:a16="http://schemas.microsoft.com/office/drawing/2014/main" xmlns="" id="{3894D620-6D9E-8346-8516-F7389ED026FC}"/>
                  </a:ext>
                </a:extLst>
              </p:cNvPr>
              <p:cNvGrpSpPr>
                <a:grpSpLocks/>
              </p:cNvGrpSpPr>
              <p:nvPr/>
            </p:nvGrpSpPr>
            <p:grpSpPr bwMode="auto">
              <a:xfrm>
                <a:off x="9022376" y="3275911"/>
                <a:ext cx="615031" cy="694531"/>
                <a:chOff x="2920" y="1424"/>
                <a:chExt cx="326" cy="320"/>
              </a:xfrm>
            </p:grpSpPr>
            <p:sp>
              <p:nvSpPr>
                <p:cNvPr id="680" name="Oval 818">
                  <a:extLst>
                    <a:ext uri="{FF2B5EF4-FFF2-40B4-BE49-F238E27FC236}">
                      <a16:creationId xmlns:a16="http://schemas.microsoft.com/office/drawing/2014/main" xmlns="" id="{11052586-B35E-DD4B-8AEC-F4861D0C9866}"/>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nvGrpSpPr>
                <p:cNvPr id="681" name="Group 819">
                  <a:extLst>
                    <a:ext uri="{FF2B5EF4-FFF2-40B4-BE49-F238E27FC236}">
                      <a16:creationId xmlns:a16="http://schemas.microsoft.com/office/drawing/2014/main" xmlns="" id="{ECD32DC1-931D-D54F-8659-4C948098C664}"/>
                    </a:ext>
                  </a:extLst>
                </p:cNvPr>
                <p:cNvGrpSpPr>
                  <a:grpSpLocks/>
                </p:cNvGrpSpPr>
                <p:nvPr/>
              </p:nvGrpSpPr>
              <p:grpSpPr bwMode="auto">
                <a:xfrm>
                  <a:off x="2949" y="1424"/>
                  <a:ext cx="265" cy="280"/>
                  <a:chOff x="2949" y="1424"/>
                  <a:chExt cx="265" cy="280"/>
                </a:xfrm>
              </p:grpSpPr>
              <p:sp>
                <p:nvSpPr>
                  <p:cNvPr id="683" name="Oval 820">
                    <a:extLst>
                      <a:ext uri="{FF2B5EF4-FFF2-40B4-BE49-F238E27FC236}">
                        <a16:creationId xmlns:a16="http://schemas.microsoft.com/office/drawing/2014/main" xmlns="" id="{3304D76E-6F1B-7745-A3CB-304D98B35642}"/>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4" name="Oval 821">
                    <a:extLst>
                      <a:ext uri="{FF2B5EF4-FFF2-40B4-BE49-F238E27FC236}">
                        <a16:creationId xmlns:a16="http://schemas.microsoft.com/office/drawing/2014/main" xmlns="" id="{74755B4A-1CD5-5744-9D5B-A2B52FF8D484}"/>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5" name="Oval 822">
                    <a:extLst>
                      <a:ext uri="{FF2B5EF4-FFF2-40B4-BE49-F238E27FC236}">
                        <a16:creationId xmlns:a16="http://schemas.microsoft.com/office/drawing/2014/main" xmlns="" id="{4C9ED777-1C5F-D14C-85A1-B0DD4AB517DA}"/>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6" name="Oval 823">
                    <a:extLst>
                      <a:ext uri="{FF2B5EF4-FFF2-40B4-BE49-F238E27FC236}">
                        <a16:creationId xmlns:a16="http://schemas.microsoft.com/office/drawing/2014/main" xmlns="" id="{31AB0A7A-58BA-3043-BD5D-31AC5EB274F6}"/>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87" name="Freeform 824">
                    <a:extLst>
                      <a:ext uri="{FF2B5EF4-FFF2-40B4-BE49-F238E27FC236}">
                        <a16:creationId xmlns:a16="http://schemas.microsoft.com/office/drawing/2014/main" xmlns="" id="{259CA958-5773-B14D-898D-D3612E11BDAB}"/>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a14="http://schemas.microsoft.com/office/drawing/2010/main" xmlns="" w="19050"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sp>
              <p:nvSpPr>
                <p:cNvPr id="682" name="Freeform 825">
                  <a:extLst>
                    <a:ext uri="{FF2B5EF4-FFF2-40B4-BE49-F238E27FC236}">
                      <a16:creationId xmlns:a16="http://schemas.microsoft.com/office/drawing/2014/main" xmlns="" id="{07C15FD6-3BA5-3648-9F8B-5D0B7E898EB4}"/>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688" name="Group 783">
                <a:extLst>
                  <a:ext uri="{FF2B5EF4-FFF2-40B4-BE49-F238E27FC236}">
                    <a16:creationId xmlns:a16="http://schemas.microsoft.com/office/drawing/2014/main" xmlns="" id="{0710E690-D315-AD40-8470-BF130355A783}"/>
                  </a:ext>
                </a:extLst>
              </p:cNvPr>
              <p:cNvGrpSpPr>
                <a:grpSpLocks/>
              </p:cNvGrpSpPr>
              <p:nvPr/>
            </p:nvGrpSpPr>
            <p:grpSpPr bwMode="auto">
              <a:xfrm>
                <a:off x="9122147" y="3619386"/>
                <a:ext cx="393690" cy="1049595"/>
                <a:chOff x="3130" y="3288"/>
                <a:chExt cx="410" cy="742"/>
              </a:xfrm>
            </p:grpSpPr>
            <p:sp>
              <p:nvSpPr>
                <p:cNvPr id="689" name="Line 270">
                  <a:extLst>
                    <a:ext uri="{FF2B5EF4-FFF2-40B4-BE49-F238E27FC236}">
                      <a16:creationId xmlns:a16="http://schemas.microsoft.com/office/drawing/2014/main" xmlns="" id="{04149AE5-43DA-3047-BFDC-5CFB5846267E}"/>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0" name="Line 271">
                  <a:extLst>
                    <a:ext uri="{FF2B5EF4-FFF2-40B4-BE49-F238E27FC236}">
                      <a16:creationId xmlns:a16="http://schemas.microsoft.com/office/drawing/2014/main" xmlns="" id="{6338FFA1-2B24-C444-8D8F-3277B2D87F6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1" name="Line 272">
                  <a:extLst>
                    <a:ext uri="{FF2B5EF4-FFF2-40B4-BE49-F238E27FC236}">
                      <a16:creationId xmlns:a16="http://schemas.microsoft.com/office/drawing/2014/main" xmlns="" id="{C56657E2-C2C8-D445-8165-8F85452492B5}"/>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2" name="Line 273">
                  <a:extLst>
                    <a:ext uri="{FF2B5EF4-FFF2-40B4-BE49-F238E27FC236}">
                      <a16:creationId xmlns:a16="http://schemas.microsoft.com/office/drawing/2014/main" xmlns="" id="{B7B82588-44BD-2D40-AFBE-88A049E7C2B5}"/>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3" name="Line 274">
                  <a:extLst>
                    <a:ext uri="{FF2B5EF4-FFF2-40B4-BE49-F238E27FC236}">
                      <a16:creationId xmlns:a16="http://schemas.microsoft.com/office/drawing/2014/main" xmlns="" id="{B49C6B4C-26A6-464B-A658-C25BD053BD52}"/>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4" name="Line 275">
                  <a:extLst>
                    <a:ext uri="{FF2B5EF4-FFF2-40B4-BE49-F238E27FC236}">
                      <a16:creationId xmlns:a16="http://schemas.microsoft.com/office/drawing/2014/main" xmlns="" id="{9DEE2C80-A67F-BC44-917A-FAEB31A8FDE6}"/>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5" name="Line 276">
                  <a:extLst>
                    <a:ext uri="{FF2B5EF4-FFF2-40B4-BE49-F238E27FC236}">
                      <a16:creationId xmlns:a16="http://schemas.microsoft.com/office/drawing/2014/main" xmlns="" id="{5A46DA7F-F265-CB4C-A51D-41A95E0B2DB9}"/>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6" name="Line 277">
                  <a:extLst>
                    <a:ext uri="{FF2B5EF4-FFF2-40B4-BE49-F238E27FC236}">
                      <a16:creationId xmlns:a16="http://schemas.microsoft.com/office/drawing/2014/main" xmlns="" id="{593E4D81-9E83-E74D-8F06-058D326BB954}"/>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7" name="Line 278">
                  <a:extLst>
                    <a:ext uri="{FF2B5EF4-FFF2-40B4-BE49-F238E27FC236}">
                      <a16:creationId xmlns:a16="http://schemas.microsoft.com/office/drawing/2014/main" xmlns="" id="{19A8EFE0-C98F-E44D-993F-B51434E6A071}"/>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8" name="Line 279">
                  <a:extLst>
                    <a:ext uri="{FF2B5EF4-FFF2-40B4-BE49-F238E27FC236}">
                      <a16:creationId xmlns:a16="http://schemas.microsoft.com/office/drawing/2014/main" xmlns="" id="{B0DE46EE-854B-7449-A982-B3A715EBF3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699" name="Line 280">
                  <a:extLst>
                    <a:ext uri="{FF2B5EF4-FFF2-40B4-BE49-F238E27FC236}">
                      <a16:creationId xmlns:a16="http://schemas.microsoft.com/office/drawing/2014/main" xmlns="" id="{13490F49-1356-1849-AFBC-6C97EFE1E65A}"/>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0" name="Line 281">
                  <a:extLst>
                    <a:ext uri="{FF2B5EF4-FFF2-40B4-BE49-F238E27FC236}">
                      <a16:creationId xmlns:a16="http://schemas.microsoft.com/office/drawing/2014/main" xmlns="" id="{03009224-D46D-E74D-B16C-6D0BBBCFB775}"/>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1" name="Line 282">
                  <a:extLst>
                    <a:ext uri="{FF2B5EF4-FFF2-40B4-BE49-F238E27FC236}">
                      <a16:creationId xmlns:a16="http://schemas.microsoft.com/office/drawing/2014/main" xmlns="" id="{195799B9-BB33-BC4E-BA89-837E62925CA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2" name="Line 283">
                  <a:extLst>
                    <a:ext uri="{FF2B5EF4-FFF2-40B4-BE49-F238E27FC236}">
                      <a16:creationId xmlns:a16="http://schemas.microsoft.com/office/drawing/2014/main" xmlns="" id="{5617F8DF-F9E1-5043-8A1C-F0FA02039F29}"/>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3" name="Line 284">
                  <a:extLst>
                    <a:ext uri="{FF2B5EF4-FFF2-40B4-BE49-F238E27FC236}">
                      <a16:creationId xmlns:a16="http://schemas.microsoft.com/office/drawing/2014/main" xmlns="" id="{A0BBBAC8-FD74-EF44-A13C-105333752927}"/>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704" name="Group 703">
                <a:extLst>
                  <a:ext uri="{FF2B5EF4-FFF2-40B4-BE49-F238E27FC236}">
                    <a16:creationId xmlns:a16="http://schemas.microsoft.com/office/drawing/2014/main" xmlns="" id="{42EB9871-56EA-2341-96EB-5728B4E754D6}"/>
                  </a:ext>
                </a:extLst>
              </p:cNvPr>
              <p:cNvGrpSpPr/>
              <p:nvPr/>
            </p:nvGrpSpPr>
            <p:grpSpPr>
              <a:xfrm>
                <a:off x="8405402" y="3099042"/>
                <a:ext cx="527285" cy="593983"/>
                <a:chOff x="8328836" y="2202873"/>
                <a:chExt cx="527285" cy="593983"/>
              </a:xfrm>
            </p:grpSpPr>
            <p:pic>
              <p:nvPicPr>
                <p:cNvPr id="705" name="Picture 653" descr="iphone_stylized_small">
                  <a:extLst>
                    <a:ext uri="{FF2B5EF4-FFF2-40B4-BE49-F238E27FC236}">
                      <a16:creationId xmlns:a16="http://schemas.microsoft.com/office/drawing/2014/main" xmlns="" id="{3B41EE83-D29B-9B4A-9E7E-CDC2C57381F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06" name="Group 850">
                  <a:extLst>
                    <a:ext uri="{FF2B5EF4-FFF2-40B4-BE49-F238E27FC236}">
                      <a16:creationId xmlns:a16="http://schemas.microsoft.com/office/drawing/2014/main" xmlns="" id="{A2B15487-5874-8E4F-A2D2-3B4F8B949D8A}"/>
                    </a:ext>
                  </a:extLst>
                </p:cNvPr>
                <p:cNvGrpSpPr>
                  <a:grpSpLocks/>
                </p:cNvGrpSpPr>
                <p:nvPr/>
              </p:nvGrpSpPr>
              <p:grpSpPr bwMode="auto">
                <a:xfrm>
                  <a:off x="8328836" y="2202873"/>
                  <a:ext cx="527285" cy="118466"/>
                  <a:chOff x="2199" y="955"/>
                  <a:chExt cx="2547" cy="506"/>
                </a:xfrm>
              </p:grpSpPr>
              <p:sp>
                <p:nvSpPr>
                  <p:cNvPr id="707" name="Freeform 851">
                    <a:extLst>
                      <a:ext uri="{FF2B5EF4-FFF2-40B4-BE49-F238E27FC236}">
                        <a16:creationId xmlns:a16="http://schemas.microsoft.com/office/drawing/2014/main" xmlns="" id="{F198C428-7BD3-9547-B5FE-EC2B2E4B3FD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8" name="Freeform 852">
                    <a:extLst>
                      <a:ext uri="{FF2B5EF4-FFF2-40B4-BE49-F238E27FC236}">
                        <a16:creationId xmlns:a16="http://schemas.microsoft.com/office/drawing/2014/main" xmlns="" id="{2BF34BB6-4817-E041-B51A-FF030BD85DA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09" name="Freeform 853">
                    <a:extLst>
                      <a:ext uri="{FF2B5EF4-FFF2-40B4-BE49-F238E27FC236}">
                        <a16:creationId xmlns:a16="http://schemas.microsoft.com/office/drawing/2014/main" xmlns="" id="{1F12D98B-9D91-2C4A-9A60-79ED30FF4BE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0" name="Freeform 854">
                    <a:extLst>
                      <a:ext uri="{FF2B5EF4-FFF2-40B4-BE49-F238E27FC236}">
                        <a16:creationId xmlns:a16="http://schemas.microsoft.com/office/drawing/2014/main" xmlns="" id="{9DF11EBC-0004-A948-BFDC-FDE61D97F75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1" name="Freeform 855">
                    <a:extLst>
                      <a:ext uri="{FF2B5EF4-FFF2-40B4-BE49-F238E27FC236}">
                        <a16:creationId xmlns:a16="http://schemas.microsoft.com/office/drawing/2014/main" xmlns="" id="{E7293A64-2C3C-9646-B157-AA28AC5BA849}"/>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2" name="Freeform 856">
                    <a:extLst>
                      <a:ext uri="{FF2B5EF4-FFF2-40B4-BE49-F238E27FC236}">
                        <a16:creationId xmlns:a16="http://schemas.microsoft.com/office/drawing/2014/main" xmlns="" id="{3F0646E8-B992-F84E-AF32-0F3C879615B9}"/>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grpSp>
            <p:nvGrpSpPr>
              <p:cNvPr id="713" name="Group 712">
                <a:extLst>
                  <a:ext uri="{FF2B5EF4-FFF2-40B4-BE49-F238E27FC236}">
                    <a16:creationId xmlns:a16="http://schemas.microsoft.com/office/drawing/2014/main" xmlns="" id="{A5689340-E6EB-1E4C-B299-F2EC3B1CDBCC}"/>
                  </a:ext>
                </a:extLst>
              </p:cNvPr>
              <p:cNvGrpSpPr/>
              <p:nvPr/>
            </p:nvGrpSpPr>
            <p:grpSpPr>
              <a:xfrm>
                <a:off x="7891681" y="4024818"/>
                <a:ext cx="1120341" cy="347863"/>
                <a:chOff x="9561515" y="2748013"/>
                <a:chExt cx="1120341" cy="347863"/>
              </a:xfrm>
            </p:grpSpPr>
            <p:pic>
              <p:nvPicPr>
                <p:cNvPr id="714" name="Picture 603" descr="car_icon_small">
                  <a:extLst>
                    <a:ext uri="{FF2B5EF4-FFF2-40B4-BE49-F238E27FC236}">
                      <a16:creationId xmlns:a16="http://schemas.microsoft.com/office/drawing/2014/main" xmlns="" id="{64B67A9E-AD4C-A44D-8D74-4BA4FA5BC4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 name="Group 850">
                  <a:extLst>
                    <a:ext uri="{FF2B5EF4-FFF2-40B4-BE49-F238E27FC236}">
                      <a16:creationId xmlns:a16="http://schemas.microsoft.com/office/drawing/2014/main" xmlns="" id="{84052C40-E105-A342-89B4-BDF61A2D5A5E}"/>
                    </a:ext>
                  </a:extLst>
                </p:cNvPr>
                <p:cNvGrpSpPr>
                  <a:grpSpLocks/>
                </p:cNvGrpSpPr>
                <p:nvPr/>
              </p:nvGrpSpPr>
              <p:grpSpPr bwMode="auto">
                <a:xfrm>
                  <a:off x="9788587" y="2748013"/>
                  <a:ext cx="527285" cy="118466"/>
                  <a:chOff x="2199" y="955"/>
                  <a:chExt cx="2547" cy="506"/>
                </a:xfrm>
              </p:grpSpPr>
              <p:sp>
                <p:nvSpPr>
                  <p:cNvPr id="717" name="Freeform 851">
                    <a:extLst>
                      <a:ext uri="{FF2B5EF4-FFF2-40B4-BE49-F238E27FC236}">
                        <a16:creationId xmlns:a16="http://schemas.microsoft.com/office/drawing/2014/main" xmlns="" id="{0BA44966-8A4E-BB43-959B-A59F35AB557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8" name="Freeform 852">
                    <a:extLst>
                      <a:ext uri="{FF2B5EF4-FFF2-40B4-BE49-F238E27FC236}">
                        <a16:creationId xmlns:a16="http://schemas.microsoft.com/office/drawing/2014/main" xmlns="" id="{5DC04172-F777-E646-93C2-4CDF96DA880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19" name="Freeform 853">
                    <a:extLst>
                      <a:ext uri="{FF2B5EF4-FFF2-40B4-BE49-F238E27FC236}">
                        <a16:creationId xmlns:a16="http://schemas.microsoft.com/office/drawing/2014/main" xmlns="" id="{A55970CF-BAEF-CD49-9BCE-C69AB8A5C4B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0" name="Freeform 854">
                    <a:extLst>
                      <a:ext uri="{FF2B5EF4-FFF2-40B4-BE49-F238E27FC236}">
                        <a16:creationId xmlns:a16="http://schemas.microsoft.com/office/drawing/2014/main" xmlns="" id="{2986E248-F171-5D48-8739-D2298CCA87A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1" name="Freeform 855">
                    <a:extLst>
                      <a:ext uri="{FF2B5EF4-FFF2-40B4-BE49-F238E27FC236}">
                        <a16:creationId xmlns:a16="http://schemas.microsoft.com/office/drawing/2014/main" xmlns="" id="{49F0B7F7-B410-9C43-9C2A-1B8B7525926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2" name="Freeform 856">
                    <a:extLst>
                      <a:ext uri="{FF2B5EF4-FFF2-40B4-BE49-F238E27FC236}">
                        <a16:creationId xmlns:a16="http://schemas.microsoft.com/office/drawing/2014/main" xmlns="" id="{287FBEA2-91A4-594C-9875-9EB64B31048E}"/>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cxnSp>
              <p:nvCxnSpPr>
                <p:cNvPr id="716" name="Straight Connector 715">
                  <a:extLst>
                    <a:ext uri="{FF2B5EF4-FFF2-40B4-BE49-F238E27FC236}">
                      <a16:creationId xmlns:a16="http://schemas.microsoft.com/office/drawing/2014/main" xmlns="" id="{00CD8070-E312-CE4E-9330-AF9220DB94C1}"/>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3" name="Group 722">
                <a:extLst>
                  <a:ext uri="{FF2B5EF4-FFF2-40B4-BE49-F238E27FC236}">
                    <a16:creationId xmlns:a16="http://schemas.microsoft.com/office/drawing/2014/main" xmlns="" id="{7270D670-9717-4947-8A8A-E81A05A4A5CB}"/>
                  </a:ext>
                </a:extLst>
              </p:cNvPr>
              <p:cNvGrpSpPr/>
              <p:nvPr/>
            </p:nvGrpSpPr>
            <p:grpSpPr>
              <a:xfrm>
                <a:off x="9731765" y="3463179"/>
                <a:ext cx="502369" cy="512348"/>
                <a:chOff x="7341491" y="2307905"/>
                <a:chExt cx="509280" cy="439573"/>
              </a:xfrm>
            </p:grpSpPr>
            <p:grpSp>
              <p:nvGrpSpPr>
                <p:cNvPr id="724" name="Group 723">
                  <a:extLst>
                    <a:ext uri="{FF2B5EF4-FFF2-40B4-BE49-F238E27FC236}">
                      <a16:creationId xmlns:a16="http://schemas.microsoft.com/office/drawing/2014/main" xmlns="" id="{46A2D8F1-7677-BA43-8C79-F92B915BC035}"/>
                    </a:ext>
                  </a:extLst>
                </p:cNvPr>
                <p:cNvGrpSpPr/>
                <p:nvPr/>
              </p:nvGrpSpPr>
              <p:grpSpPr>
                <a:xfrm>
                  <a:off x="7341491" y="2426725"/>
                  <a:ext cx="509280" cy="320753"/>
                  <a:chOff x="7458407" y="2414528"/>
                  <a:chExt cx="509280" cy="320753"/>
                </a:xfrm>
              </p:grpSpPr>
              <p:pic>
                <p:nvPicPr>
                  <p:cNvPr id="733" name="Picture 1018" descr="laptop_keyboard">
                    <a:extLst>
                      <a:ext uri="{FF2B5EF4-FFF2-40B4-BE49-F238E27FC236}">
                        <a16:creationId xmlns:a16="http://schemas.microsoft.com/office/drawing/2014/main" xmlns="" id="{0213EE88-DBCD-E942-AE09-77E4A5369E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4" name="Freeform 1019">
                    <a:extLst>
                      <a:ext uri="{FF2B5EF4-FFF2-40B4-BE49-F238E27FC236}">
                        <a16:creationId xmlns:a16="http://schemas.microsoft.com/office/drawing/2014/main" xmlns="" id="{1AB1E013-5334-2443-B3EA-0ADF9CDA97C6}"/>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pic>
                <p:nvPicPr>
                  <p:cNvPr id="735" name="Picture 1020" descr="screen">
                    <a:extLst>
                      <a:ext uri="{FF2B5EF4-FFF2-40B4-BE49-F238E27FC236}">
                        <a16:creationId xmlns:a16="http://schemas.microsoft.com/office/drawing/2014/main" xmlns="" id="{8E8FB868-F15A-354D-8A94-F6162964A28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6" name="Freeform 1021">
                    <a:extLst>
                      <a:ext uri="{FF2B5EF4-FFF2-40B4-BE49-F238E27FC236}">
                        <a16:creationId xmlns:a16="http://schemas.microsoft.com/office/drawing/2014/main" xmlns="" id="{808AD4A9-7969-A440-AF65-3F01AEA7E2E4}"/>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7" name="Freeform 1022">
                    <a:extLst>
                      <a:ext uri="{FF2B5EF4-FFF2-40B4-BE49-F238E27FC236}">
                        <a16:creationId xmlns:a16="http://schemas.microsoft.com/office/drawing/2014/main" xmlns="" id="{BE959CDF-8CEC-5D49-B9B5-695C75E54AAE}"/>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8" name="Freeform 1023">
                    <a:extLst>
                      <a:ext uri="{FF2B5EF4-FFF2-40B4-BE49-F238E27FC236}">
                        <a16:creationId xmlns:a16="http://schemas.microsoft.com/office/drawing/2014/main" xmlns="" id="{C47539D5-AB19-6248-B8AC-D7C1EB7D894A}"/>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9" name="Freeform 1024">
                    <a:extLst>
                      <a:ext uri="{FF2B5EF4-FFF2-40B4-BE49-F238E27FC236}">
                        <a16:creationId xmlns:a16="http://schemas.microsoft.com/office/drawing/2014/main" xmlns="" id="{5AEB62B0-7DA6-D743-86A5-DFFF45D54BFD}"/>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0" name="Freeform 1025">
                    <a:extLst>
                      <a:ext uri="{FF2B5EF4-FFF2-40B4-BE49-F238E27FC236}">
                        <a16:creationId xmlns:a16="http://schemas.microsoft.com/office/drawing/2014/main" xmlns="" id="{B47C284C-2338-754B-99BA-EA63C8A915CA}"/>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1" name="Freeform 1026">
                    <a:extLst>
                      <a:ext uri="{FF2B5EF4-FFF2-40B4-BE49-F238E27FC236}">
                        <a16:creationId xmlns:a16="http://schemas.microsoft.com/office/drawing/2014/main" xmlns="" id="{9B886F94-1E66-9F4A-AE5A-8E0F922D014D}"/>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nvGrpSpPr>
                  <p:cNvPr id="742" name="Group 1027">
                    <a:extLst>
                      <a:ext uri="{FF2B5EF4-FFF2-40B4-BE49-F238E27FC236}">
                        <a16:creationId xmlns:a16="http://schemas.microsoft.com/office/drawing/2014/main" xmlns="" id="{715EA677-D4AB-B447-B08B-D7ED313243A4}"/>
                      </a:ext>
                    </a:extLst>
                  </p:cNvPr>
                  <p:cNvGrpSpPr>
                    <a:grpSpLocks/>
                  </p:cNvGrpSpPr>
                  <p:nvPr/>
                </p:nvGrpSpPr>
                <p:grpSpPr bwMode="auto">
                  <a:xfrm>
                    <a:off x="7594735" y="2642220"/>
                    <a:ext cx="98740" cy="36846"/>
                    <a:chOff x="1740" y="2642"/>
                    <a:chExt cx="752" cy="327"/>
                  </a:xfrm>
                </p:grpSpPr>
                <p:sp>
                  <p:nvSpPr>
                    <p:cNvPr id="749" name="Freeform 1028">
                      <a:extLst>
                        <a:ext uri="{FF2B5EF4-FFF2-40B4-BE49-F238E27FC236}">
                          <a16:creationId xmlns:a16="http://schemas.microsoft.com/office/drawing/2014/main" xmlns="" id="{E1124562-ECF8-4F4C-90C1-EF6396A68E5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0" name="Freeform 1029">
                      <a:extLst>
                        <a:ext uri="{FF2B5EF4-FFF2-40B4-BE49-F238E27FC236}">
                          <a16:creationId xmlns:a16="http://schemas.microsoft.com/office/drawing/2014/main" xmlns="" id="{3389E998-0F08-914D-9479-D8E12E2549AC}"/>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1" name="Freeform 1030">
                      <a:extLst>
                        <a:ext uri="{FF2B5EF4-FFF2-40B4-BE49-F238E27FC236}">
                          <a16:creationId xmlns:a16="http://schemas.microsoft.com/office/drawing/2014/main" xmlns="" id="{8A11850E-DFFA-ED48-BEB3-85180AD217F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2" name="Freeform 1031">
                      <a:extLst>
                        <a:ext uri="{FF2B5EF4-FFF2-40B4-BE49-F238E27FC236}">
                          <a16:creationId xmlns:a16="http://schemas.microsoft.com/office/drawing/2014/main" xmlns="" id="{348FFCFE-31F3-D044-A19B-3EA98E2A2BD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3" name="Freeform 1032">
                      <a:extLst>
                        <a:ext uri="{FF2B5EF4-FFF2-40B4-BE49-F238E27FC236}">
                          <a16:creationId xmlns:a16="http://schemas.microsoft.com/office/drawing/2014/main" xmlns="" id="{E0BFA97F-7FDE-4B49-BE02-A5B711E5357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54" name="Freeform 1033">
                      <a:extLst>
                        <a:ext uri="{FF2B5EF4-FFF2-40B4-BE49-F238E27FC236}">
                          <a16:creationId xmlns:a16="http://schemas.microsoft.com/office/drawing/2014/main" xmlns="" id="{5566BB9E-C2DB-904B-8DAE-F1FAE62B3F0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sp>
                <p:nvSpPr>
                  <p:cNvPr id="743" name="Freeform 1034">
                    <a:extLst>
                      <a:ext uri="{FF2B5EF4-FFF2-40B4-BE49-F238E27FC236}">
                        <a16:creationId xmlns:a16="http://schemas.microsoft.com/office/drawing/2014/main" xmlns="" id="{8531613B-92A9-464D-BE9E-A3721518617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4" name="Freeform 1035">
                    <a:extLst>
                      <a:ext uri="{FF2B5EF4-FFF2-40B4-BE49-F238E27FC236}">
                        <a16:creationId xmlns:a16="http://schemas.microsoft.com/office/drawing/2014/main" xmlns="" id="{EE5A0F89-BDF3-4F47-BA87-66EF728D000F}"/>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5" name="Freeform 1036">
                    <a:extLst>
                      <a:ext uri="{FF2B5EF4-FFF2-40B4-BE49-F238E27FC236}">
                        <a16:creationId xmlns:a16="http://schemas.microsoft.com/office/drawing/2014/main" xmlns="" id="{1FD78267-7B3E-D540-902C-47129B46C05D}"/>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6" name="Freeform 1037">
                    <a:extLst>
                      <a:ext uri="{FF2B5EF4-FFF2-40B4-BE49-F238E27FC236}">
                        <a16:creationId xmlns:a16="http://schemas.microsoft.com/office/drawing/2014/main" xmlns="" id="{16865503-BACA-1447-B755-0CA9ED8EDC5D}"/>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7" name="Freeform 1038">
                    <a:extLst>
                      <a:ext uri="{FF2B5EF4-FFF2-40B4-BE49-F238E27FC236}">
                        <a16:creationId xmlns:a16="http://schemas.microsoft.com/office/drawing/2014/main" xmlns="" id="{3B1B22E2-5D91-E74A-9754-AC618ED26701}"/>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48" name="Freeform 1039">
                    <a:extLst>
                      <a:ext uri="{FF2B5EF4-FFF2-40B4-BE49-F238E27FC236}">
                        <a16:creationId xmlns:a16="http://schemas.microsoft.com/office/drawing/2014/main" xmlns="" id="{7E7C97D1-0F33-3444-927F-6DA622B20603}"/>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grpSp>
              <p:nvGrpSpPr>
                <p:cNvPr id="725" name="Group 850">
                  <a:extLst>
                    <a:ext uri="{FF2B5EF4-FFF2-40B4-BE49-F238E27FC236}">
                      <a16:creationId xmlns:a16="http://schemas.microsoft.com/office/drawing/2014/main" xmlns="" id="{62525AE2-4973-8D42-8457-3FD43C9E4D56}"/>
                    </a:ext>
                  </a:extLst>
                </p:cNvPr>
                <p:cNvGrpSpPr>
                  <a:grpSpLocks/>
                </p:cNvGrpSpPr>
                <p:nvPr/>
              </p:nvGrpSpPr>
              <p:grpSpPr bwMode="auto">
                <a:xfrm>
                  <a:off x="7408527" y="2307905"/>
                  <a:ext cx="399726" cy="74090"/>
                  <a:chOff x="2199" y="955"/>
                  <a:chExt cx="2547" cy="506"/>
                </a:xfrm>
              </p:grpSpPr>
              <p:sp>
                <p:nvSpPr>
                  <p:cNvPr id="727" name="Freeform 851">
                    <a:extLst>
                      <a:ext uri="{FF2B5EF4-FFF2-40B4-BE49-F238E27FC236}">
                        <a16:creationId xmlns:a16="http://schemas.microsoft.com/office/drawing/2014/main" xmlns="" id="{98DC9C84-53E3-014A-967F-FA84DB11D7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8" name="Freeform 852">
                    <a:extLst>
                      <a:ext uri="{FF2B5EF4-FFF2-40B4-BE49-F238E27FC236}">
                        <a16:creationId xmlns:a16="http://schemas.microsoft.com/office/drawing/2014/main" xmlns="" id="{29B322F2-C071-D44B-B545-1D6315264F9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29" name="Freeform 853">
                    <a:extLst>
                      <a:ext uri="{FF2B5EF4-FFF2-40B4-BE49-F238E27FC236}">
                        <a16:creationId xmlns:a16="http://schemas.microsoft.com/office/drawing/2014/main" xmlns="" id="{0B4F0F6E-B830-CD43-97A0-CCF435339F3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0" name="Freeform 854">
                    <a:extLst>
                      <a:ext uri="{FF2B5EF4-FFF2-40B4-BE49-F238E27FC236}">
                        <a16:creationId xmlns:a16="http://schemas.microsoft.com/office/drawing/2014/main" xmlns="" id="{1F7BE4F9-0536-514B-946A-CAC99442487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1" name="Freeform 855">
                    <a:extLst>
                      <a:ext uri="{FF2B5EF4-FFF2-40B4-BE49-F238E27FC236}">
                        <a16:creationId xmlns:a16="http://schemas.microsoft.com/office/drawing/2014/main" xmlns="" id="{F512D928-7DBD-174E-9B2D-4DC324036DF7}"/>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sp>
                <p:nvSpPr>
                  <p:cNvPr id="732" name="Freeform 856">
                    <a:extLst>
                      <a:ext uri="{FF2B5EF4-FFF2-40B4-BE49-F238E27FC236}">
                        <a16:creationId xmlns:a16="http://schemas.microsoft.com/office/drawing/2014/main" xmlns="" id="{C88DD8DC-6D2B-A545-8A4F-C001C71ACD8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ea typeface="+mn-ea"/>
                      <a:cs typeface="+mn-cs"/>
                    </a:endParaRPr>
                  </a:p>
                </p:txBody>
              </p:sp>
            </p:grpSp>
            <p:cxnSp>
              <p:nvCxnSpPr>
                <p:cNvPr id="726" name="Straight Connector 725">
                  <a:extLst>
                    <a:ext uri="{FF2B5EF4-FFF2-40B4-BE49-F238E27FC236}">
                      <a16:creationId xmlns:a16="http://schemas.microsoft.com/office/drawing/2014/main" xmlns="" id="{5DFBB0AF-BFC3-414D-A6B2-5B5E573B87EE}"/>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755" name="Text Box 5">
              <a:extLst>
                <a:ext uri="{FF2B5EF4-FFF2-40B4-BE49-F238E27FC236}">
                  <a16:creationId xmlns:a16="http://schemas.microsoft.com/office/drawing/2014/main" xmlns="" id="{59DCFB19-2C53-724E-875B-11F6B0110ACD}"/>
                </a:ext>
              </a:extLst>
            </p:cNvPr>
            <p:cNvSpPr txBox="1">
              <a:spLocks noChangeArrowheads="1"/>
            </p:cNvSpPr>
            <p:nvPr/>
          </p:nvSpPr>
          <p:spPr bwMode="auto">
            <a:xfrm>
              <a:off x="3084295" y="6092086"/>
              <a:ext cx="1872116" cy="303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ＭＳ Ｐゴシック" charset="0"/>
                  <a:cs typeface="+mn-cs"/>
                </a:rPr>
                <a:t>shared radio: 4G/5G</a:t>
              </a:r>
            </a:p>
          </p:txBody>
        </p:sp>
      </p:grpSp>
      <p:sp>
        <p:nvSpPr>
          <p:cNvPr id="12" name="Slide Number Placeholder 11">
            <a:extLst>
              <a:ext uri="{FF2B5EF4-FFF2-40B4-BE49-F238E27FC236}">
                <a16:creationId xmlns:a16="http://schemas.microsoft.com/office/drawing/2014/main" xmlns="" id="{627A0916-6283-0C9C-1D2E-3E20600E8A71}"/>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7</a:t>
            </a:fld>
            <a:endParaRPr lang="en-US" dirty="0"/>
          </a:p>
        </p:txBody>
      </p:sp>
    </p:spTree>
    <p:extLst>
      <p:ext uri="{BB962C8B-B14F-4D97-AF65-F5344CB8AC3E}">
        <p14:creationId xmlns:p14="http://schemas.microsoft.com/office/powerpoint/2010/main" val="1714564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0">
                                            <p:txEl>
                                              <p:pRg st="0" end="0"/>
                                            </p:txEl>
                                          </p:spTgt>
                                        </p:tgtEl>
                                        <p:attrNameLst>
                                          <p:attrName>style.visibility</p:attrName>
                                        </p:attrNameLst>
                                      </p:cBhvr>
                                      <p:to>
                                        <p:strVal val="visible"/>
                                      </p:to>
                                    </p:set>
                                    <p:animEffect transition="in" filter="dissolve">
                                      <p:cBhvr>
                                        <p:cTn id="7" dur="500"/>
                                        <p:tgtEl>
                                          <p:spTgt spid="47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70">
                                            <p:txEl>
                                              <p:pRg st="1" end="1"/>
                                            </p:txEl>
                                          </p:spTgt>
                                        </p:tgtEl>
                                        <p:attrNameLst>
                                          <p:attrName>style.visibility</p:attrName>
                                        </p:attrNameLst>
                                      </p:cBhvr>
                                      <p:to>
                                        <p:strVal val="visible"/>
                                      </p:to>
                                    </p:set>
                                    <p:animEffect transition="in" filter="dissolve">
                                      <p:cBhvr>
                                        <p:cTn id="10" dur="500"/>
                                        <p:tgtEl>
                                          <p:spTgt spid="470">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70">
                                            <p:txEl>
                                              <p:pRg st="2" end="2"/>
                                            </p:txEl>
                                          </p:spTgt>
                                        </p:tgtEl>
                                        <p:attrNameLst>
                                          <p:attrName>style.visibility</p:attrName>
                                        </p:attrNameLst>
                                      </p:cBhvr>
                                      <p:to>
                                        <p:strVal val="visible"/>
                                      </p:to>
                                    </p:set>
                                    <p:animEffect transition="in" filter="dissolve">
                                      <p:cBhvr>
                                        <p:cTn id="13" dur="500"/>
                                        <p:tgtEl>
                                          <p:spTgt spid="470">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470">
                                            <p:txEl>
                                              <p:pRg st="3" end="3"/>
                                            </p:txEl>
                                          </p:spTgt>
                                        </p:tgtEl>
                                        <p:attrNameLst>
                                          <p:attrName>style.visibility</p:attrName>
                                        </p:attrNameLst>
                                      </p:cBhvr>
                                      <p:to>
                                        <p:strVal val="visible"/>
                                      </p:to>
                                    </p:set>
                                    <p:animEffect transition="in" filter="dissolve">
                                      <p:cBhvr>
                                        <p:cTn id="16" dur="500"/>
                                        <p:tgtEl>
                                          <p:spTgt spid="47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70">
                                            <p:txEl>
                                              <p:pRg st="4" end="4"/>
                                            </p:txEl>
                                          </p:spTgt>
                                        </p:tgtEl>
                                        <p:attrNameLst>
                                          <p:attrName>style.visibility</p:attrName>
                                        </p:attrNameLst>
                                      </p:cBhvr>
                                      <p:to>
                                        <p:strVal val="visible"/>
                                      </p:to>
                                    </p:set>
                                    <p:animEffect transition="in" filter="dissolve">
                                      <p:cBhvr>
                                        <p:cTn id="21" dur="500"/>
                                        <p:tgtEl>
                                          <p:spTgt spid="470">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470">
                                            <p:txEl>
                                              <p:pRg st="5" end="5"/>
                                            </p:txEl>
                                          </p:spTgt>
                                        </p:tgtEl>
                                        <p:attrNameLst>
                                          <p:attrName>style.visibility</p:attrName>
                                        </p:attrNameLst>
                                      </p:cBhvr>
                                      <p:to>
                                        <p:strVal val="visible"/>
                                      </p:to>
                                    </p:set>
                                    <p:animEffect transition="in" filter="dissolve">
                                      <p:cBhvr>
                                        <p:cTn id="24" dur="500"/>
                                        <p:tgtEl>
                                          <p:spTgt spid="470">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470">
                                            <p:txEl>
                                              <p:pRg st="6" end="6"/>
                                            </p:txEl>
                                          </p:spTgt>
                                        </p:tgtEl>
                                        <p:attrNameLst>
                                          <p:attrName>style.visibility</p:attrName>
                                        </p:attrNameLst>
                                      </p:cBhvr>
                                      <p:to>
                                        <p:strVal val="visible"/>
                                      </p:to>
                                    </p:set>
                                    <p:animEffect transition="in" filter="dissolve">
                                      <p:cBhvr>
                                        <p:cTn id="27" dur="500"/>
                                        <p:tgtEl>
                                          <p:spTgt spid="470">
                                            <p:txEl>
                                              <p:pRg st="6" end="6"/>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470">
                                            <p:txEl>
                                              <p:pRg st="7" end="7"/>
                                            </p:txEl>
                                          </p:spTgt>
                                        </p:tgtEl>
                                        <p:attrNameLst>
                                          <p:attrName>style.visibility</p:attrName>
                                        </p:attrNameLst>
                                      </p:cBhvr>
                                      <p:to>
                                        <p:strVal val="visible"/>
                                      </p:to>
                                    </p:set>
                                    <p:animEffect transition="in" filter="dissolve">
                                      <p:cBhvr>
                                        <p:cTn id="30" dur="500"/>
                                        <p:tgtEl>
                                          <p:spTgt spid="47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dissolv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dissolv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dissolve">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dissolv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altLang="en-US" dirty="0">
                <a:cs typeface="Calibri" panose="020F0502020204030204" pitchFamily="34" charset="0"/>
              </a:rPr>
              <a:t>Multiple access protocols</a:t>
            </a:r>
            <a:endParaRPr lang="en-US" sz="4400" dirty="0"/>
          </a:p>
        </p:txBody>
      </p:sp>
      <p:sp>
        <p:nvSpPr>
          <p:cNvPr id="291" name="Rectangle 3">
            <a:extLst>
              <a:ext uri="{FF2B5EF4-FFF2-40B4-BE49-F238E27FC236}">
                <a16:creationId xmlns:a16="http://schemas.microsoft.com/office/drawing/2014/main" xmlns="" id="{E6233901-684E-DA4D-9AAB-1573F126922B}"/>
              </a:ext>
            </a:extLst>
          </p:cNvPr>
          <p:cNvSpPr txBox="1">
            <a:spLocks noChangeArrowheads="1"/>
          </p:cNvSpPr>
          <p:nvPr/>
        </p:nvSpPr>
        <p:spPr>
          <a:xfrm>
            <a:off x="765106" y="1363316"/>
            <a:ext cx="11148598"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single shared broadcast channel </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two or more simultaneous transmissions by nodes: interference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1" u="none" strike="noStrike" kern="1200" cap="none" spc="0" normalizeH="0" baseline="0" noProof="0" dirty="0">
                <a:ln>
                  <a:noFill/>
                </a:ln>
                <a:solidFill>
                  <a:srgbClr val="C00000"/>
                </a:solidFill>
                <a:effectLst/>
                <a:uLnTx/>
                <a:uFillTx/>
                <a:latin typeface="+mj-lt"/>
                <a:ea typeface="+mn-ea"/>
                <a:cs typeface="+mn-cs"/>
              </a:rPr>
              <a:t>collision</a:t>
            </a:r>
            <a:r>
              <a:rPr kumimoji="0" lang="en-US" sz="2000" b="0" i="0" u="none" strike="noStrike" kern="1200" cap="none" spc="0" normalizeH="0" baseline="0" noProof="0" dirty="0">
                <a:ln>
                  <a:noFill/>
                </a:ln>
                <a:solidFill>
                  <a:prstClr val="black"/>
                </a:solidFill>
                <a:effectLst/>
                <a:uLnTx/>
                <a:uFillTx/>
                <a:latin typeface="+mj-lt"/>
                <a:ea typeface="+mn-ea"/>
                <a:cs typeface="+mn-cs"/>
              </a:rPr>
              <a:t> if node receives two or more signals at the same time</a:t>
            </a:r>
            <a:endParaRPr kumimoji="0" lang="en-US" sz="1800" b="0" i="1" u="sng" strike="noStrike" kern="1200" cap="none" spc="0" normalizeH="0" baseline="0" noProof="0" dirty="0">
              <a:ln>
                <a:noFill/>
              </a:ln>
              <a:solidFill>
                <a:srgbClr val="FF0000"/>
              </a:solidFill>
              <a:effectLst/>
              <a:uLnTx/>
              <a:uFillTx/>
              <a:latin typeface="+mj-lt"/>
              <a:ea typeface="+mn-ea"/>
              <a:cs typeface="+mn-cs"/>
            </a:endParaRPr>
          </a:p>
        </p:txBody>
      </p:sp>
      <p:sp>
        <p:nvSpPr>
          <p:cNvPr id="292" name="Rectangle 3">
            <a:extLst>
              <a:ext uri="{FF2B5EF4-FFF2-40B4-BE49-F238E27FC236}">
                <a16:creationId xmlns:a16="http://schemas.microsoft.com/office/drawing/2014/main" xmlns="" id="{4AA5F7D4-7DBD-9E45-B534-F9CDF4D8505D}"/>
              </a:ext>
            </a:extLst>
          </p:cNvPr>
          <p:cNvSpPr txBox="1">
            <a:spLocks noChangeArrowheads="1"/>
          </p:cNvSpPr>
          <p:nvPr/>
        </p:nvSpPr>
        <p:spPr>
          <a:xfrm>
            <a:off x="1156044" y="3848099"/>
            <a:ext cx="9962530" cy="24069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distributed algorithm that determines how nodes share channel, i.e., determine when node can transmit</a:t>
            </a:r>
          </a:p>
          <a:p>
            <a:pPr marL="457200"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communication about channel sharing must use channel itself! </a:t>
            </a:r>
          </a:p>
          <a:p>
            <a:pPr marL="746125" marR="0" lvl="1" indent="-2238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no out-of-band channel for coordination</a:t>
            </a:r>
          </a:p>
        </p:txBody>
      </p:sp>
      <p:sp>
        <p:nvSpPr>
          <p:cNvPr id="5" name="Rectangle 4">
            <a:extLst>
              <a:ext uri="{FF2B5EF4-FFF2-40B4-BE49-F238E27FC236}">
                <a16:creationId xmlns:a16="http://schemas.microsoft.com/office/drawing/2014/main" xmlns="" id="{F1AA9627-8FEC-3848-AA80-2DDEF1AE2F67}"/>
              </a:ext>
            </a:extLst>
          </p:cNvPr>
          <p:cNvSpPr/>
          <p:nvPr/>
        </p:nvSpPr>
        <p:spPr>
          <a:xfrm>
            <a:off x="901148" y="3472071"/>
            <a:ext cx="10442713" cy="2358886"/>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xmlns="" id="{BA220334-D903-464A-8C54-83F2552D4599}"/>
              </a:ext>
            </a:extLst>
          </p:cNvPr>
          <p:cNvSpPr txBox="1"/>
          <p:nvPr/>
        </p:nvSpPr>
        <p:spPr>
          <a:xfrm>
            <a:off x="1258956" y="3154018"/>
            <a:ext cx="3667992"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mj-lt"/>
                <a:ea typeface="+mn-ea"/>
                <a:cs typeface="+mn-cs"/>
              </a:rPr>
              <a:t>multiple access protocol</a:t>
            </a:r>
          </a:p>
        </p:txBody>
      </p:sp>
      <p:sp>
        <p:nvSpPr>
          <p:cNvPr id="8" name="Slide Number Placeholder 7">
            <a:extLst>
              <a:ext uri="{FF2B5EF4-FFF2-40B4-BE49-F238E27FC236}">
                <a16:creationId xmlns:a16="http://schemas.microsoft.com/office/drawing/2014/main" xmlns="" id="{5EB7A869-7502-7081-9CB0-0F3D22D5F674}"/>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8</a:t>
            </a:fld>
            <a:endParaRPr lang="en-US" dirty="0"/>
          </a:p>
        </p:txBody>
      </p:sp>
    </p:spTree>
    <p:extLst>
      <p:ext uri="{BB962C8B-B14F-4D97-AF65-F5344CB8AC3E}">
        <p14:creationId xmlns:p14="http://schemas.microsoft.com/office/powerpoint/2010/main" val="1864586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dissolve">
                                      <p:cBhvr>
                                        <p:cTn id="7" dur="500"/>
                                        <p:tgtEl>
                                          <p:spTgt spid="29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p:bldP spid="5"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mn-lt"/>
              </a:rPr>
              <a:t>MAC protocols: taxonomy</a:t>
            </a:r>
            <a:endParaRPr lang="en-US" sz="4400" b="0" dirty="0">
              <a:latin typeface="+mn-lt"/>
            </a:endParaRPr>
          </a:p>
        </p:txBody>
      </p:sp>
      <p:sp>
        <p:nvSpPr>
          <p:cNvPr id="5" name="Rectangle 3">
            <a:extLst>
              <a:ext uri="{FF2B5EF4-FFF2-40B4-BE49-F238E27FC236}">
                <a16:creationId xmlns:a16="http://schemas.microsoft.com/office/drawing/2014/main" xmlns="" id="{CD480CDD-CB17-934B-BC0E-C5D3C5E0F75F}"/>
              </a:ext>
            </a:extLst>
          </p:cNvPr>
          <p:cNvSpPr txBox="1">
            <a:spLocks noChangeArrowheads="1"/>
          </p:cNvSpPr>
          <p:nvPr/>
        </p:nvSpPr>
        <p:spPr>
          <a:xfrm>
            <a:off x="692428" y="1356210"/>
            <a:ext cx="6165572" cy="51638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b="0" i="0" u="none" strike="noStrike" kern="1200" cap="none" spc="0" normalizeH="0" baseline="0" noProof="0" dirty="0">
                <a:ln>
                  <a:noFill/>
                </a:ln>
                <a:solidFill>
                  <a:prstClr val="black"/>
                </a:solidFill>
                <a:effectLst/>
                <a:uLnTx/>
                <a:uFillTx/>
                <a:latin typeface="+mj-lt"/>
                <a:cs typeface="+mn-cs"/>
              </a:rPr>
              <a:t>three broad classes: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srgbClr val="C00000"/>
                </a:solidFill>
                <a:effectLst/>
                <a:uLnTx/>
                <a:uFillTx/>
                <a:latin typeface="+mj-lt"/>
                <a:cs typeface="+mn-cs"/>
              </a:rPr>
              <a:t>channel partitioning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cs typeface="+mn-cs"/>
              </a:rPr>
              <a:t>divide channel into smaller </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cs typeface="+mn-cs"/>
              </a:rPr>
              <a:t>pieces</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cs typeface="+mn-cs"/>
              </a:rPr>
              <a:t> (time slots, frequency, code)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cs typeface="+mn-cs"/>
              </a:rPr>
              <a:t>allocate piece to node for exclusive use</a:t>
            </a:r>
            <a:endParaRPr kumimoji="0" lang="en-US" sz="2800" b="0" i="0" u="none" strike="noStrike" kern="1200" cap="none" spc="0" normalizeH="0" baseline="0" noProof="0" dirty="0">
              <a:ln>
                <a:noFill/>
              </a:ln>
              <a:solidFill>
                <a:prstClr val="black"/>
              </a:solidFill>
              <a:effectLst/>
              <a:uLnTx/>
              <a:uFillTx/>
              <a:latin typeface="+mj-lt"/>
              <a:cs typeface="+mn-cs"/>
            </a:endParaRP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b="0" u="none" strike="noStrike" kern="1200" cap="none" spc="0" normalizeH="0" baseline="0" noProof="0" dirty="0">
                <a:ln>
                  <a:noFill/>
                </a:ln>
                <a:solidFill>
                  <a:srgbClr val="C00000"/>
                </a:solidFill>
                <a:effectLst/>
                <a:uLnTx/>
                <a:uFillTx/>
                <a:latin typeface="+mj-lt"/>
                <a:cs typeface="+mn-cs"/>
              </a:rPr>
              <a:t>random access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cs typeface="+mn-cs"/>
              </a:rPr>
              <a:t>channel not divided, allow collisions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cs typeface="+mn-cs"/>
              </a:rPr>
              <a:t>recover</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cs typeface="+mn-cs"/>
              </a:rPr>
              <a:t> from collisions</a:t>
            </a:r>
            <a:endParaRPr kumimoji="0" lang="en-US" sz="2000" b="0" i="0" u="none" strike="noStrike" kern="1200" cap="none" spc="0" normalizeH="0" baseline="0" noProof="0" dirty="0">
              <a:ln>
                <a:noFill/>
              </a:ln>
              <a:solidFill>
                <a:prstClr val="black"/>
              </a:solidFill>
              <a:effectLst/>
              <a:uLnTx/>
              <a:uFillTx/>
              <a:latin typeface="+mj-lt"/>
              <a:cs typeface="+mn-cs"/>
            </a:endParaRP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srgbClr val="C00000"/>
                </a:solidFill>
                <a:effectLst/>
                <a:uLnTx/>
                <a:uFillTx/>
                <a:latin typeface="+mj-lt"/>
                <a:cs typeface="+mn-cs"/>
              </a:rPr>
              <a:t>“taking turns</a:t>
            </a:r>
            <a:r>
              <a:rPr kumimoji="0" lang="en-US" altLang="ja-JP" b="0" i="0" u="none" strike="noStrike" kern="1200" cap="none" spc="0" normalizeH="0" baseline="0" noProof="0" dirty="0">
                <a:ln>
                  <a:noFill/>
                </a:ln>
                <a:solidFill>
                  <a:srgbClr val="C00000"/>
                </a:solidFill>
                <a:effectLst/>
                <a:uLnTx/>
                <a:uFillTx/>
                <a:latin typeface="+mj-lt"/>
                <a:ea typeface="游ゴシック" panose="020B0400000000000000" pitchFamily="34" charset="-128"/>
                <a:cs typeface="+mn-cs"/>
              </a:rPr>
              <a:t>”</a:t>
            </a:r>
            <a:endParaRPr kumimoji="0" lang="en-US" b="0" i="0" u="none" strike="noStrike" kern="1200" cap="none" spc="0" normalizeH="0" baseline="0" noProof="0" dirty="0">
              <a:ln>
                <a:noFill/>
              </a:ln>
              <a:solidFill>
                <a:srgbClr val="C00000"/>
              </a:solidFill>
              <a:effectLst/>
              <a:uLnTx/>
              <a:uFillTx/>
              <a:latin typeface="+mj-lt"/>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cs typeface="+mn-cs"/>
              </a:rPr>
              <a:t>nodes take turns, but nodes with more to send can take longer turns</a:t>
            </a:r>
            <a:endParaRPr kumimoji="0" lang="en-US" sz="2800" b="0" i="0" u="none" strike="noStrike" kern="1200" cap="none" spc="0" normalizeH="0" baseline="0" noProof="0" dirty="0">
              <a:ln>
                <a:noFill/>
              </a:ln>
              <a:solidFill>
                <a:prstClr val="black"/>
              </a:solidFill>
              <a:effectLst/>
              <a:uLnTx/>
              <a:uFillTx/>
              <a:latin typeface="+mj-lt"/>
              <a:cs typeface="+mn-cs"/>
            </a:endParaRPr>
          </a:p>
        </p:txBody>
      </p:sp>
      <p:sp>
        <p:nvSpPr>
          <p:cNvPr id="7" name="Slide Number Placeholder 6">
            <a:extLst>
              <a:ext uri="{FF2B5EF4-FFF2-40B4-BE49-F238E27FC236}">
                <a16:creationId xmlns:a16="http://schemas.microsoft.com/office/drawing/2014/main" xmlns="" id="{F78F2E5D-D0AD-428B-3150-07477E280307}"/>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9</a:t>
            </a:fld>
            <a:endParaRPr lang="en-US" dirty="0"/>
          </a:p>
        </p:txBody>
      </p:sp>
    </p:spTree>
    <p:extLst>
      <p:ext uri="{BB962C8B-B14F-4D97-AF65-F5344CB8AC3E}">
        <p14:creationId xmlns:p14="http://schemas.microsoft.com/office/powerpoint/2010/main" val="1974644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dissolve">
                                      <p:cBhvr>
                                        <p:cTn id="7" dur="500"/>
                                        <p:tgtEl>
                                          <p:spTgt spid="5">
                                            <p:txEl>
                                              <p:pRg st="7" end="7"/>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dissolve">
                                      <p:cBhvr>
                                        <p:cTn id="10" dur="500"/>
                                        <p:tgtEl>
                                          <p:spTgt spid="5">
                                            <p:txEl>
                                              <p:pRg st="8" end="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dissolve">
                                      <p:cBhvr>
                                        <p:cTn id="15" dur="500"/>
                                        <p:tgtEl>
                                          <p:spTgt spid="5">
                                            <p:txEl>
                                              <p:pRg st="4" end="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dissolve">
                                      <p:cBhvr>
                                        <p:cTn id="18" dur="500"/>
                                        <p:tgtEl>
                                          <p:spTgt spid="5">
                                            <p:txEl>
                                              <p:pRg st="5" end="5"/>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dissolve">
                                      <p:cBhvr>
                                        <p:cTn id="21" dur="500"/>
                                        <p:tgtEl>
                                          <p:spTgt spid="5">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animEffect transition="in" filter="dissolve">
                                      <p:cBhvr>
                                        <p:cTn id="26" dur="500"/>
                                        <p:tgtEl>
                                          <p:spTgt spid="5">
                                            <p:txEl>
                                              <p:pRg st="1" end="1"/>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dissolve">
                                      <p:cBhvr>
                                        <p:cTn id="29" dur="500"/>
                                        <p:tgtEl>
                                          <p:spTgt spid="5">
                                            <p:txEl>
                                              <p:pRg st="2" end="2"/>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dissolve">
                                      <p:cBhvr>
                                        <p:cTn id="3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b="0" dirty="0"/>
              <a:t>Channel partitioning MAC protocols: TDMA</a:t>
            </a:r>
            <a:endParaRPr lang="en-US" sz="4400" b="0" dirty="0"/>
          </a:p>
        </p:txBody>
      </p:sp>
      <p:sp>
        <p:nvSpPr>
          <p:cNvPr id="43" name="Rectangle 3">
            <a:extLst>
              <a:ext uri="{FF2B5EF4-FFF2-40B4-BE49-F238E27FC236}">
                <a16:creationId xmlns:a16="http://schemas.microsoft.com/office/drawing/2014/main" xmlns="" id="{0A448D7E-58D9-064C-A6F1-E4409D3F3FEF}"/>
              </a:ext>
            </a:extLst>
          </p:cNvPr>
          <p:cNvSpPr txBox="1">
            <a:spLocks noChangeArrowheads="1"/>
          </p:cNvSpPr>
          <p:nvPr/>
        </p:nvSpPr>
        <p:spPr bwMode="auto">
          <a:xfrm>
            <a:off x="1192904" y="1459051"/>
            <a:ext cx="10230470" cy="2930525"/>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75000"/>
              </a:lnSpc>
              <a:spcBef>
                <a:spcPct val="20000"/>
              </a:spcBef>
              <a:spcAft>
                <a:spcPct val="0"/>
              </a:spcAft>
              <a:buClr>
                <a:srgbClr val="000099"/>
              </a:buClr>
              <a:buSzPct val="100000"/>
              <a:buFont typeface="Wingdings" charset="0"/>
              <a:buNone/>
              <a:tabLst/>
              <a:defRPr/>
            </a:pPr>
            <a:r>
              <a:rPr kumimoji="0" lang="en-US" sz="3200" b="0" i="0" u="none" strike="noStrike" kern="0" cap="none" spc="0" normalizeH="0" baseline="0" noProof="0" dirty="0">
                <a:ln>
                  <a:noFill/>
                </a:ln>
                <a:solidFill>
                  <a:srgbClr val="C00000"/>
                </a:solidFill>
                <a:effectLst/>
                <a:uLnTx/>
                <a:uFillTx/>
                <a:latin typeface="+mj-lt"/>
                <a:ea typeface="ＭＳ Ｐゴシック" charset="0"/>
                <a:cs typeface="+mn-cs"/>
              </a:rPr>
              <a:t>TDMA: time division multiple access </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access to channel in “rounds” </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each station gets fixed length slot (length = packet transmission time) in each round </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unused slots go idle </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charset="0"/>
                <a:cs typeface="+mn-cs"/>
              </a:rPr>
              <a:t>example: 6-station LAN, 1,3,4 have packets to send, slots 2,5,6 idle </a:t>
            </a:r>
            <a:endParaRPr kumimoji="0" lang="en-US" b="0" i="0" u="none" strike="noStrike" kern="0" cap="none" spc="0" normalizeH="0" baseline="0" noProof="0" dirty="0">
              <a:ln>
                <a:noFill/>
              </a:ln>
              <a:solidFill>
                <a:prstClr val="black"/>
              </a:solidFill>
              <a:effectLst/>
              <a:uLnTx/>
              <a:uFillTx/>
              <a:latin typeface="+mj-lt"/>
              <a:ea typeface="ＭＳ Ｐゴシック" charset="0"/>
              <a:cs typeface="+mn-cs"/>
            </a:endParaRPr>
          </a:p>
        </p:txBody>
      </p:sp>
      <p:grpSp>
        <p:nvGrpSpPr>
          <p:cNvPr id="3" name="Group 2">
            <a:extLst>
              <a:ext uri="{FF2B5EF4-FFF2-40B4-BE49-F238E27FC236}">
                <a16:creationId xmlns:a16="http://schemas.microsoft.com/office/drawing/2014/main" xmlns="" id="{7B45ED9F-AB5F-B146-B7B0-7832DE28BC25}"/>
              </a:ext>
            </a:extLst>
          </p:cNvPr>
          <p:cNvGrpSpPr/>
          <p:nvPr/>
        </p:nvGrpSpPr>
        <p:grpSpPr>
          <a:xfrm>
            <a:off x="2497001" y="4766572"/>
            <a:ext cx="6084887" cy="962025"/>
            <a:chOff x="2497001" y="4766572"/>
            <a:chExt cx="6084887" cy="962025"/>
          </a:xfrm>
        </p:grpSpPr>
        <p:sp>
          <p:nvSpPr>
            <p:cNvPr id="44" name="Line 7">
              <a:extLst>
                <a:ext uri="{FF2B5EF4-FFF2-40B4-BE49-F238E27FC236}">
                  <a16:creationId xmlns:a16="http://schemas.microsoft.com/office/drawing/2014/main" xmlns="" id="{A162B864-328B-BB4E-A401-8C10A01CA26E}"/>
                </a:ext>
              </a:extLst>
            </p:cNvPr>
            <p:cNvSpPr>
              <a:spLocks noChangeShapeType="1"/>
            </p:cNvSpPr>
            <p:nvPr/>
          </p:nvSpPr>
          <p:spPr bwMode="auto">
            <a:xfrm>
              <a:off x="2497001" y="5652397"/>
              <a:ext cx="608488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5" name="Rectangle 8">
              <a:extLst>
                <a:ext uri="{FF2B5EF4-FFF2-40B4-BE49-F238E27FC236}">
                  <a16:creationId xmlns:a16="http://schemas.microsoft.com/office/drawing/2014/main" xmlns="" id="{5BF0ACED-1DF3-A344-A69A-823B25CE0FB0}"/>
                </a:ext>
              </a:extLst>
            </p:cNvPr>
            <p:cNvSpPr>
              <a:spLocks noChangeArrowheads="1"/>
            </p:cNvSpPr>
            <p:nvPr/>
          </p:nvSpPr>
          <p:spPr bwMode="auto">
            <a:xfrm>
              <a:off x="2719251" y="5425384"/>
              <a:ext cx="479425" cy="230188"/>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6" name="Rectangle 10">
              <a:extLst>
                <a:ext uri="{FF2B5EF4-FFF2-40B4-BE49-F238E27FC236}">
                  <a16:creationId xmlns:a16="http://schemas.microsoft.com/office/drawing/2014/main" xmlns="" id="{B5DDDA64-5C9C-D148-8420-B593565524B6}"/>
                </a:ext>
              </a:extLst>
            </p:cNvPr>
            <p:cNvSpPr>
              <a:spLocks noChangeArrowheads="1"/>
            </p:cNvSpPr>
            <p:nvPr/>
          </p:nvSpPr>
          <p:spPr bwMode="auto">
            <a:xfrm>
              <a:off x="3678101" y="5425384"/>
              <a:ext cx="479425" cy="230188"/>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7" name="Rectangle 11">
              <a:extLst>
                <a:ext uri="{FF2B5EF4-FFF2-40B4-BE49-F238E27FC236}">
                  <a16:creationId xmlns:a16="http://schemas.microsoft.com/office/drawing/2014/main" xmlns="" id="{D9985277-7968-C842-9231-012104EC2F5E}"/>
                </a:ext>
              </a:extLst>
            </p:cNvPr>
            <p:cNvSpPr>
              <a:spLocks noChangeArrowheads="1"/>
            </p:cNvSpPr>
            <p:nvPr/>
          </p:nvSpPr>
          <p:spPr bwMode="auto">
            <a:xfrm>
              <a:off x="4152763" y="5425384"/>
              <a:ext cx="479425" cy="230188"/>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8" name="Line 13">
              <a:extLst>
                <a:ext uri="{FF2B5EF4-FFF2-40B4-BE49-F238E27FC236}">
                  <a16:creationId xmlns:a16="http://schemas.microsoft.com/office/drawing/2014/main" xmlns="" id="{F7E6C5C0-28CB-2C46-906A-E86EFCC6E088}"/>
                </a:ext>
              </a:extLst>
            </p:cNvPr>
            <p:cNvSpPr>
              <a:spLocks noChangeShapeType="1"/>
            </p:cNvSpPr>
            <p:nvPr/>
          </p:nvSpPr>
          <p:spPr bwMode="auto">
            <a:xfrm>
              <a:off x="2720838" y="5312672"/>
              <a:ext cx="0" cy="338137"/>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9" name="Line 16">
              <a:extLst>
                <a:ext uri="{FF2B5EF4-FFF2-40B4-BE49-F238E27FC236}">
                  <a16:creationId xmlns:a16="http://schemas.microsoft.com/office/drawing/2014/main" xmlns="" id="{51E737FE-2977-8B4C-B4D9-80C37910A703}"/>
                </a:ext>
              </a:extLst>
            </p:cNvPr>
            <p:cNvSpPr>
              <a:spLocks noChangeShapeType="1"/>
            </p:cNvSpPr>
            <p:nvPr/>
          </p:nvSpPr>
          <p:spPr bwMode="auto">
            <a:xfrm>
              <a:off x="5586276" y="5315847"/>
              <a:ext cx="0" cy="33813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0" name="Text Box 23">
              <a:extLst>
                <a:ext uri="{FF2B5EF4-FFF2-40B4-BE49-F238E27FC236}">
                  <a16:creationId xmlns:a16="http://schemas.microsoft.com/office/drawing/2014/main" xmlns="" id="{48F8A2A9-DBD4-9443-B624-51C1A0D8AF14}"/>
                </a:ext>
              </a:extLst>
            </p:cNvPr>
            <p:cNvSpPr txBox="1">
              <a:spLocks noChangeArrowheads="1"/>
            </p:cNvSpPr>
            <p:nvPr/>
          </p:nvSpPr>
          <p:spPr bwMode="auto">
            <a:xfrm>
              <a:off x="2819263" y="5392047"/>
              <a:ext cx="296863"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1</a:t>
              </a:r>
            </a:p>
          </p:txBody>
        </p:sp>
        <p:sp>
          <p:nvSpPr>
            <p:cNvPr id="51" name="Text Box 24">
              <a:extLst>
                <a:ext uri="{FF2B5EF4-FFF2-40B4-BE49-F238E27FC236}">
                  <a16:creationId xmlns:a16="http://schemas.microsoft.com/office/drawing/2014/main" xmlns="" id="{4D91ED1E-2495-0E4F-9B3E-3AFE785C5C5C}"/>
                </a:ext>
              </a:extLst>
            </p:cNvPr>
            <p:cNvSpPr txBox="1">
              <a:spLocks noChangeArrowheads="1"/>
            </p:cNvSpPr>
            <p:nvPr/>
          </p:nvSpPr>
          <p:spPr bwMode="auto">
            <a:xfrm>
              <a:off x="3765413" y="5377759"/>
              <a:ext cx="296863"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3</a:t>
              </a:r>
            </a:p>
          </p:txBody>
        </p:sp>
        <p:sp>
          <p:nvSpPr>
            <p:cNvPr id="52" name="Text Box 25">
              <a:extLst>
                <a:ext uri="{FF2B5EF4-FFF2-40B4-BE49-F238E27FC236}">
                  <a16:creationId xmlns:a16="http://schemas.microsoft.com/office/drawing/2014/main" xmlns="" id="{AAF51084-5D55-9047-9D10-B125F32EE8BD}"/>
                </a:ext>
              </a:extLst>
            </p:cNvPr>
            <p:cNvSpPr txBox="1">
              <a:spLocks noChangeArrowheads="1"/>
            </p:cNvSpPr>
            <p:nvPr/>
          </p:nvSpPr>
          <p:spPr bwMode="auto">
            <a:xfrm>
              <a:off x="4230551" y="5384109"/>
              <a:ext cx="2968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4</a:t>
              </a:r>
            </a:p>
          </p:txBody>
        </p:sp>
        <p:sp>
          <p:nvSpPr>
            <p:cNvPr id="53" name="Rectangle 26">
              <a:extLst>
                <a:ext uri="{FF2B5EF4-FFF2-40B4-BE49-F238E27FC236}">
                  <a16:creationId xmlns:a16="http://schemas.microsoft.com/office/drawing/2014/main" xmlns="" id="{EA2F25EA-1C55-8B45-8EA1-3A00A92F00F2}"/>
                </a:ext>
              </a:extLst>
            </p:cNvPr>
            <p:cNvSpPr>
              <a:spLocks noChangeArrowheads="1"/>
            </p:cNvSpPr>
            <p:nvPr/>
          </p:nvSpPr>
          <p:spPr bwMode="auto">
            <a:xfrm>
              <a:off x="5576751" y="5420622"/>
              <a:ext cx="479425" cy="230187"/>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4" name="Rectangle 27">
              <a:extLst>
                <a:ext uri="{FF2B5EF4-FFF2-40B4-BE49-F238E27FC236}">
                  <a16:creationId xmlns:a16="http://schemas.microsoft.com/office/drawing/2014/main" xmlns="" id="{39F06F1D-D0F6-4C49-99E0-AE58E606ADA5}"/>
                </a:ext>
              </a:extLst>
            </p:cNvPr>
            <p:cNvSpPr>
              <a:spLocks noChangeArrowheads="1"/>
            </p:cNvSpPr>
            <p:nvPr/>
          </p:nvSpPr>
          <p:spPr bwMode="auto">
            <a:xfrm>
              <a:off x="6535601" y="5420622"/>
              <a:ext cx="479425" cy="230187"/>
            </a:xfrm>
            <a:prstGeom prst="rect">
              <a:avLst/>
            </a:prstGeom>
            <a:solidFill>
              <a:srgbClr val="FF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5" name="Rectangle 28">
              <a:extLst>
                <a:ext uri="{FF2B5EF4-FFF2-40B4-BE49-F238E27FC236}">
                  <a16:creationId xmlns:a16="http://schemas.microsoft.com/office/drawing/2014/main" xmlns="" id="{80AEA40D-BFBF-704C-9415-CB79BC9BD49A}"/>
                </a:ext>
              </a:extLst>
            </p:cNvPr>
            <p:cNvSpPr>
              <a:spLocks noChangeArrowheads="1"/>
            </p:cNvSpPr>
            <p:nvPr/>
          </p:nvSpPr>
          <p:spPr bwMode="auto">
            <a:xfrm>
              <a:off x="7010263" y="5420622"/>
              <a:ext cx="479425" cy="230187"/>
            </a:xfrm>
            <a:prstGeom prst="rect">
              <a:avLst/>
            </a:prstGeom>
            <a:solidFill>
              <a:srgbClr val="00CC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6" name="Line 29">
              <a:extLst>
                <a:ext uri="{FF2B5EF4-FFF2-40B4-BE49-F238E27FC236}">
                  <a16:creationId xmlns:a16="http://schemas.microsoft.com/office/drawing/2014/main" xmlns="" id="{5025264D-4923-CA41-AB44-0965E9585DE5}"/>
                </a:ext>
              </a:extLst>
            </p:cNvPr>
            <p:cNvSpPr>
              <a:spLocks noChangeShapeType="1"/>
            </p:cNvSpPr>
            <p:nvPr/>
          </p:nvSpPr>
          <p:spPr bwMode="auto">
            <a:xfrm>
              <a:off x="5578338" y="5307909"/>
              <a:ext cx="0" cy="338138"/>
            </a:xfrm>
            <a:prstGeom prst="line">
              <a:avLst/>
            </a:prstGeom>
            <a:noFill/>
            <a:ln w="381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7" name="Text Box 30">
              <a:extLst>
                <a:ext uri="{FF2B5EF4-FFF2-40B4-BE49-F238E27FC236}">
                  <a16:creationId xmlns:a16="http://schemas.microsoft.com/office/drawing/2014/main" xmlns="" id="{9684285E-DFBE-DA4D-9AE4-55B5626A27C3}"/>
                </a:ext>
              </a:extLst>
            </p:cNvPr>
            <p:cNvSpPr txBox="1">
              <a:spLocks noChangeArrowheads="1"/>
            </p:cNvSpPr>
            <p:nvPr/>
          </p:nvSpPr>
          <p:spPr bwMode="auto">
            <a:xfrm>
              <a:off x="5676763" y="5387284"/>
              <a:ext cx="296863"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1</a:t>
              </a:r>
            </a:p>
          </p:txBody>
        </p:sp>
        <p:sp>
          <p:nvSpPr>
            <p:cNvPr id="58" name="Text Box 31">
              <a:extLst>
                <a:ext uri="{FF2B5EF4-FFF2-40B4-BE49-F238E27FC236}">
                  <a16:creationId xmlns:a16="http://schemas.microsoft.com/office/drawing/2014/main" xmlns="" id="{6E82E5EA-026E-7045-B1A4-9CC9C86E88B9}"/>
                </a:ext>
              </a:extLst>
            </p:cNvPr>
            <p:cNvSpPr txBox="1">
              <a:spLocks noChangeArrowheads="1"/>
            </p:cNvSpPr>
            <p:nvPr/>
          </p:nvSpPr>
          <p:spPr bwMode="auto">
            <a:xfrm>
              <a:off x="6622913" y="5372997"/>
              <a:ext cx="296863"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3</a:t>
              </a:r>
            </a:p>
          </p:txBody>
        </p:sp>
        <p:sp>
          <p:nvSpPr>
            <p:cNvPr id="59" name="Text Box 32">
              <a:extLst>
                <a:ext uri="{FF2B5EF4-FFF2-40B4-BE49-F238E27FC236}">
                  <a16:creationId xmlns:a16="http://schemas.microsoft.com/office/drawing/2014/main" xmlns="" id="{5B3E3799-80A5-7142-9795-9DF13D5FFEC6}"/>
                </a:ext>
              </a:extLst>
            </p:cNvPr>
            <p:cNvSpPr txBox="1">
              <a:spLocks noChangeArrowheads="1"/>
            </p:cNvSpPr>
            <p:nvPr/>
          </p:nvSpPr>
          <p:spPr bwMode="auto">
            <a:xfrm>
              <a:off x="7088051" y="5379347"/>
              <a:ext cx="2968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charset="0"/>
                  <a:ea typeface="ＭＳ Ｐゴシック" charset="0"/>
                  <a:cs typeface="+mn-cs"/>
                </a:rPr>
                <a:t>4</a:t>
              </a:r>
            </a:p>
          </p:txBody>
        </p:sp>
        <p:sp>
          <p:nvSpPr>
            <p:cNvPr id="60" name="Line 34">
              <a:extLst>
                <a:ext uri="{FF2B5EF4-FFF2-40B4-BE49-F238E27FC236}">
                  <a16:creationId xmlns:a16="http://schemas.microsoft.com/office/drawing/2014/main" xmlns="" id="{14EBD35E-98E3-AF4C-839F-9C6CB952AFF2}"/>
                </a:ext>
              </a:extLst>
            </p:cNvPr>
            <p:cNvSpPr>
              <a:spLocks noChangeShapeType="1"/>
            </p:cNvSpPr>
            <p:nvPr/>
          </p:nvSpPr>
          <p:spPr bwMode="auto">
            <a:xfrm>
              <a:off x="3201851" y="5417447"/>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1" name="Line 35">
              <a:extLst>
                <a:ext uri="{FF2B5EF4-FFF2-40B4-BE49-F238E27FC236}">
                  <a16:creationId xmlns:a16="http://schemas.microsoft.com/office/drawing/2014/main" xmlns="" id="{F002AB0E-BA6B-6448-B7B9-3028A445D9C8}"/>
                </a:ext>
              </a:extLst>
            </p:cNvPr>
            <p:cNvSpPr>
              <a:spLocks noChangeShapeType="1"/>
            </p:cNvSpPr>
            <p:nvPr/>
          </p:nvSpPr>
          <p:spPr bwMode="auto">
            <a:xfrm>
              <a:off x="3678101" y="5422209"/>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2" name="Line 36">
              <a:extLst>
                <a:ext uri="{FF2B5EF4-FFF2-40B4-BE49-F238E27FC236}">
                  <a16:creationId xmlns:a16="http://schemas.microsoft.com/office/drawing/2014/main" xmlns="" id="{F10DFCB1-F5CE-2944-B5BD-75F801E54F04}"/>
                </a:ext>
              </a:extLst>
            </p:cNvPr>
            <p:cNvSpPr>
              <a:spLocks noChangeShapeType="1"/>
            </p:cNvSpPr>
            <p:nvPr/>
          </p:nvSpPr>
          <p:spPr bwMode="auto">
            <a:xfrm>
              <a:off x="4154351" y="5422209"/>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Line 37">
              <a:extLst>
                <a:ext uri="{FF2B5EF4-FFF2-40B4-BE49-F238E27FC236}">
                  <a16:creationId xmlns:a16="http://schemas.microsoft.com/office/drawing/2014/main" xmlns="" id="{5C202F74-B0E9-054A-BA6A-ED679E08BD08}"/>
                </a:ext>
              </a:extLst>
            </p:cNvPr>
            <p:cNvSpPr>
              <a:spLocks noChangeShapeType="1"/>
            </p:cNvSpPr>
            <p:nvPr/>
          </p:nvSpPr>
          <p:spPr bwMode="auto">
            <a:xfrm>
              <a:off x="4630601" y="5422209"/>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4" name="Line 38">
              <a:extLst>
                <a:ext uri="{FF2B5EF4-FFF2-40B4-BE49-F238E27FC236}">
                  <a16:creationId xmlns:a16="http://schemas.microsoft.com/office/drawing/2014/main" xmlns="" id="{17258870-A929-E743-9ABE-DE23B79DBE63}"/>
                </a:ext>
              </a:extLst>
            </p:cNvPr>
            <p:cNvSpPr>
              <a:spLocks noChangeShapeType="1"/>
            </p:cNvSpPr>
            <p:nvPr/>
          </p:nvSpPr>
          <p:spPr bwMode="auto">
            <a:xfrm>
              <a:off x="5111613" y="5412684"/>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5" name="Line 39">
              <a:extLst>
                <a:ext uri="{FF2B5EF4-FFF2-40B4-BE49-F238E27FC236}">
                  <a16:creationId xmlns:a16="http://schemas.microsoft.com/office/drawing/2014/main" xmlns="" id="{8AD32332-0DC8-9E49-947E-1BAEF13A514F}"/>
                </a:ext>
              </a:extLst>
            </p:cNvPr>
            <p:cNvSpPr>
              <a:spLocks noChangeShapeType="1"/>
            </p:cNvSpPr>
            <p:nvPr/>
          </p:nvSpPr>
          <p:spPr bwMode="auto">
            <a:xfrm>
              <a:off x="6059351" y="5417447"/>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6" name="Line 40">
              <a:extLst>
                <a:ext uri="{FF2B5EF4-FFF2-40B4-BE49-F238E27FC236}">
                  <a16:creationId xmlns:a16="http://schemas.microsoft.com/office/drawing/2014/main" xmlns="" id="{5AD88233-F39A-B84C-B2C9-4019C2559D7E}"/>
                </a:ext>
              </a:extLst>
            </p:cNvPr>
            <p:cNvSpPr>
              <a:spLocks noChangeShapeType="1"/>
            </p:cNvSpPr>
            <p:nvPr/>
          </p:nvSpPr>
          <p:spPr bwMode="auto">
            <a:xfrm>
              <a:off x="7007088" y="5412684"/>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7" name="Line 41">
              <a:extLst>
                <a:ext uri="{FF2B5EF4-FFF2-40B4-BE49-F238E27FC236}">
                  <a16:creationId xmlns:a16="http://schemas.microsoft.com/office/drawing/2014/main" xmlns="" id="{78671AB0-ED5E-5C4D-AC35-7C14A7C84172}"/>
                </a:ext>
              </a:extLst>
            </p:cNvPr>
            <p:cNvSpPr>
              <a:spLocks noChangeShapeType="1"/>
            </p:cNvSpPr>
            <p:nvPr/>
          </p:nvSpPr>
          <p:spPr bwMode="auto">
            <a:xfrm>
              <a:off x="7954826" y="5407922"/>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42">
              <a:extLst>
                <a:ext uri="{FF2B5EF4-FFF2-40B4-BE49-F238E27FC236}">
                  <a16:creationId xmlns:a16="http://schemas.microsoft.com/office/drawing/2014/main" xmlns="" id="{392BE166-36F8-ED44-B8F4-C49488BC9D2C}"/>
                </a:ext>
              </a:extLst>
            </p:cNvPr>
            <p:cNvSpPr>
              <a:spLocks noChangeShapeType="1"/>
            </p:cNvSpPr>
            <p:nvPr/>
          </p:nvSpPr>
          <p:spPr bwMode="auto">
            <a:xfrm>
              <a:off x="7488101" y="5417447"/>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9" name="Line 43">
              <a:extLst>
                <a:ext uri="{FF2B5EF4-FFF2-40B4-BE49-F238E27FC236}">
                  <a16:creationId xmlns:a16="http://schemas.microsoft.com/office/drawing/2014/main" xmlns="" id="{C6ED8042-7995-2346-BE45-DBFCD6A2739B}"/>
                </a:ext>
              </a:extLst>
            </p:cNvPr>
            <p:cNvSpPr>
              <a:spLocks noChangeShapeType="1"/>
            </p:cNvSpPr>
            <p:nvPr/>
          </p:nvSpPr>
          <p:spPr bwMode="auto">
            <a:xfrm>
              <a:off x="8435838" y="5322197"/>
              <a:ext cx="0" cy="338137"/>
            </a:xfrm>
            <a:prstGeom prst="line">
              <a:avLst/>
            </a:prstGeom>
            <a:noFill/>
            <a:ln w="381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0" name="Line 44">
              <a:extLst>
                <a:ext uri="{FF2B5EF4-FFF2-40B4-BE49-F238E27FC236}">
                  <a16:creationId xmlns:a16="http://schemas.microsoft.com/office/drawing/2014/main" xmlns="" id="{DD22EBBA-AEC8-5E4C-AABA-D5D9CC143D9C}"/>
                </a:ext>
              </a:extLst>
            </p:cNvPr>
            <p:cNvSpPr>
              <a:spLocks noChangeShapeType="1"/>
            </p:cNvSpPr>
            <p:nvPr/>
          </p:nvSpPr>
          <p:spPr bwMode="auto">
            <a:xfrm>
              <a:off x="6535601" y="5417447"/>
              <a:ext cx="0" cy="238125"/>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1" name="Text Box 45">
              <a:extLst>
                <a:ext uri="{FF2B5EF4-FFF2-40B4-BE49-F238E27FC236}">
                  <a16:creationId xmlns:a16="http://schemas.microsoft.com/office/drawing/2014/main" xmlns="" id="{F54AF62A-48FF-814D-8354-2867F36F7E4F}"/>
                </a:ext>
              </a:extLst>
            </p:cNvPr>
            <p:cNvSpPr txBox="1">
              <a:spLocks noChangeArrowheads="1"/>
            </p:cNvSpPr>
            <p:nvPr/>
          </p:nvSpPr>
          <p:spPr bwMode="auto">
            <a:xfrm>
              <a:off x="3765413" y="4793559"/>
              <a:ext cx="704850" cy="581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6-slot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frame</a:t>
              </a:r>
            </a:p>
          </p:txBody>
        </p:sp>
        <p:sp>
          <p:nvSpPr>
            <p:cNvPr id="72" name="Line 46">
              <a:extLst>
                <a:ext uri="{FF2B5EF4-FFF2-40B4-BE49-F238E27FC236}">
                  <a16:creationId xmlns:a16="http://schemas.microsoft.com/office/drawing/2014/main" xmlns="" id="{7D7E0352-F8F2-5743-A848-9F53111F6B3D}"/>
                </a:ext>
              </a:extLst>
            </p:cNvPr>
            <p:cNvSpPr>
              <a:spLocks noChangeShapeType="1"/>
            </p:cNvSpPr>
            <p:nvPr/>
          </p:nvSpPr>
          <p:spPr bwMode="auto">
            <a:xfrm>
              <a:off x="4576626" y="5130109"/>
              <a:ext cx="989012"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3" name="Line 47">
              <a:extLst>
                <a:ext uri="{FF2B5EF4-FFF2-40B4-BE49-F238E27FC236}">
                  <a16:creationId xmlns:a16="http://schemas.microsoft.com/office/drawing/2014/main" xmlns="" id="{EBD725BA-5097-D14C-982A-992BE18BDBC1}"/>
                </a:ext>
              </a:extLst>
            </p:cNvPr>
            <p:cNvSpPr>
              <a:spLocks noChangeShapeType="1"/>
            </p:cNvSpPr>
            <p:nvPr/>
          </p:nvSpPr>
          <p:spPr bwMode="auto">
            <a:xfrm flipH="1">
              <a:off x="2731951" y="5125347"/>
              <a:ext cx="989012"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4" name="Line 48">
              <a:extLst>
                <a:ext uri="{FF2B5EF4-FFF2-40B4-BE49-F238E27FC236}">
                  <a16:creationId xmlns:a16="http://schemas.microsoft.com/office/drawing/2014/main" xmlns="" id="{E29434D8-2134-AC4C-88EE-1DEC7494A212}"/>
                </a:ext>
              </a:extLst>
            </p:cNvPr>
            <p:cNvSpPr>
              <a:spLocks noChangeShapeType="1"/>
            </p:cNvSpPr>
            <p:nvPr/>
          </p:nvSpPr>
          <p:spPr bwMode="auto">
            <a:xfrm>
              <a:off x="2711313" y="5038034"/>
              <a:ext cx="0" cy="304800"/>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5" name="Line 49">
              <a:extLst>
                <a:ext uri="{FF2B5EF4-FFF2-40B4-BE49-F238E27FC236}">
                  <a16:creationId xmlns:a16="http://schemas.microsoft.com/office/drawing/2014/main" xmlns="" id="{DD6295BF-D109-B14A-8DA1-AE6AAF54DB81}"/>
                </a:ext>
              </a:extLst>
            </p:cNvPr>
            <p:cNvSpPr>
              <a:spLocks noChangeShapeType="1"/>
            </p:cNvSpPr>
            <p:nvPr/>
          </p:nvSpPr>
          <p:spPr bwMode="auto">
            <a:xfrm>
              <a:off x="5570401" y="5028509"/>
              <a:ext cx="0" cy="304800"/>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6" name="Text Box 51">
              <a:extLst>
                <a:ext uri="{FF2B5EF4-FFF2-40B4-BE49-F238E27FC236}">
                  <a16:creationId xmlns:a16="http://schemas.microsoft.com/office/drawing/2014/main" xmlns="" id="{699B3453-7E1D-004F-906D-AF9515116690}"/>
                </a:ext>
              </a:extLst>
            </p:cNvPr>
            <p:cNvSpPr txBox="1">
              <a:spLocks noChangeArrowheads="1"/>
            </p:cNvSpPr>
            <p:nvPr/>
          </p:nvSpPr>
          <p:spPr bwMode="auto">
            <a:xfrm>
              <a:off x="6629263" y="4766572"/>
              <a:ext cx="704850" cy="581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6-slot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frame</a:t>
              </a:r>
            </a:p>
          </p:txBody>
        </p:sp>
        <p:sp>
          <p:nvSpPr>
            <p:cNvPr id="77" name="Line 52">
              <a:extLst>
                <a:ext uri="{FF2B5EF4-FFF2-40B4-BE49-F238E27FC236}">
                  <a16:creationId xmlns:a16="http://schemas.microsoft.com/office/drawing/2014/main" xmlns="" id="{93CF78E3-E304-1F47-A737-21BE287F408C}"/>
                </a:ext>
              </a:extLst>
            </p:cNvPr>
            <p:cNvSpPr>
              <a:spLocks noChangeShapeType="1"/>
            </p:cNvSpPr>
            <p:nvPr/>
          </p:nvSpPr>
          <p:spPr bwMode="auto">
            <a:xfrm>
              <a:off x="7440476" y="5136459"/>
              <a:ext cx="989012"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8" name="Line 53">
              <a:extLst>
                <a:ext uri="{FF2B5EF4-FFF2-40B4-BE49-F238E27FC236}">
                  <a16:creationId xmlns:a16="http://schemas.microsoft.com/office/drawing/2014/main" xmlns="" id="{AB3A3849-AE7D-284D-84DC-79BD81FCD662}"/>
                </a:ext>
              </a:extLst>
            </p:cNvPr>
            <p:cNvSpPr>
              <a:spLocks noChangeShapeType="1"/>
            </p:cNvSpPr>
            <p:nvPr/>
          </p:nvSpPr>
          <p:spPr bwMode="auto">
            <a:xfrm flipH="1">
              <a:off x="5595801" y="5131697"/>
              <a:ext cx="989012"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9" name="Line 55">
              <a:extLst>
                <a:ext uri="{FF2B5EF4-FFF2-40B4-BE49-F238E27FC236}">
                  <a16:creationId xmlns:a16="http://schemas.microsoft.com/office/drawing/2014/main" xmlns="" id="{AE222EAA-A862-9447-9545-E85FC863E78C}"/>
                </a:ext>
              </a:extLst>
            </p:cNvPr>
            <p:cNvSpPr>
              <a:spLocks noChangeShapeType="1"/>
            </p:cNvSpPr>
            <p:nvPr/>
          </p:nvSpPr>
          <p:spPr bwMode="auto">
            <a:xfrm>
              <a:off x="8434251" y="5001522"/>
              <a:ext cx="0" cy="304800"/>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7" name="Slide Number Placeholder 6">
            <a:extLst>
              <a:ext uri="{FF2B5EF4-FFF2-40B4-BE49-F238E27FC236}">
                <a16:creationId xmlns:a16="http://schemas.microsoft.com/office/drawing/2014/main" xmlns="" id="{FFFB12BB-0A25-D2A9-F5BA-55CE49142433}"/>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10</a:t>
            </a:fld>
            <a:endParaRPr lang="en-US" dirty="0"/>
          </a:p>
        </p:txBody>
      </p:sp>
    </p:spTree>
    <p:extLst>
      <p:ext uri="{BB962C8B-B14F-4D97-AF65-F5344CB8AC3E}">
        <p14:creationId xmlns:p14="http://schemas.microsoft.com/office/powerpoint/2010/main" val="94412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
                                            <p:txEl>
                                              <p:pRg st="1" end="1"/>
                                            </p:txEl>
                                          </p:spTgt>
                                        </p:tgtEl>
                                        <p:attrNameLst>
                                          <p:attrName>style.visibility</p:attrName>
                                        </p:attrNameLst>
                                      </p:cBhvr>
                                      <p:to>
                                        <p:strVal val="visible"/>
                                      </p:to>
                                    </p:set>
                                    <p:animEffect transition="in" filter="dissolve">
                                      <p:cBhvr>
                                        <p:cTn id="7" dur="500"/>
                                        <p:tgtEl>
                                          <p:spTgt spid="4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3">
                                            <p:txEl>
                                              <p:pRg st="2" end="2"/>
                                            </p:txEl>
                                          </p:spTgt>
                                        </p:tgtEl>
                                        <p:attrNameLst>
                                          <p:attrName>style.visibility</p:attrName>
                                        </p:attrNameLst>
                                      </p:cBhvr>
                                      <p:to>
                                        <p:strVal val="visible"/>
                                      </p:to>
                                    </p:set>
                                    <p:animEffect transition="in" filter="dissolve">
                                      <p:cBhvr>
                                        <p:cTn id="10" dur="500"/>
                                        <p:tgtEl>
                                          <p:spTgt spid="43">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3">
                                            <p:txEl>
                                              <p:pRg st="3" end="3"/>
                                            </p:txEl>
                                          </p:spTgt>
                                        </p:tgtEl>
                                        <p:attrNameLst>
                                          <p:attrName>style.visibility</p:attrName>
                                        </p:attrNameLst>
                                      </p:cBhvr>
                                      <p:to>
                                        <p:strVal val="visible"/>
                                      </p:to>
                                    </p:set>
                                    <p:animEffect transition="in" filter="dissolve">
                                      <p:cBhvr>
                                        <p:cTn id="13" dur="500"/>
                                        <p:tgtEl>
                                          <p:spTgt spid="4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3">
                                            <p:txEl>
                                              <p:pRg st="4" end="4"/>
                                            </p:txEl>
                                          </p:spTgt>
                                        </p:tgtEl>
                                        <p:attrNameLst>
                                          <p:attrName>style.visibility</p:attrName>
                                        </p:attrNameLst>
                                      </p:cBhvr>
                                      <p:to>
                                        <p:strVal val="visible"/>
                                      </p:to>
                                    </p:set>
                                    <p:animEffect transition="in" filter="dissolve">
                                      <p:cBhvr>
                                        <p:cTn id="18" dur="500"/>
                                        <p:tgtEl>
                                          <p:spTgt spid="43">
                                            <p:txEl>
                                              <p:pRg st="4" end="4"/>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ssolv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fontScale="90000"/>
          </a:bodyPr>
          <a:lstStyle/>
          <a:p>
            <a:r>
              <a:rPr lang="en-US" b="0" dirty="0">
                <a:latin typeface="+mn-lt"/>
              </a:rPr>
              <a:t>Channel partitioning MAC protocols: FDMA</a:t>
            </a:r>
            <a:endParaRPr lang="en-US" sz="4400" b="0" dirty="0">
              <a:latin typeface="+mn-lt"/>
            </a:endParaRPr>
          </a:p>
        </p:txBody>
      </p:sp>
      <p:sp>
        <p:nvSpPr>
          <p:cNvPr id="106" name="Rectangle 3">
            <a:extLst>
              <a:ext uri="{FF2B5EF4-FFF2-40B4-BE49-F238E27FC236}">
                <a16:creationId xmlns:a16="http://schemas.microsoft.com/office/drawing/2014/main" xmlns="" id="{A94113D7-D843-6943-B334-D7CB4D1F9411}"/>
              </a:ext>
            </a:extLst>
          </p:cNvPr>
          <p:cNvSpPr txBox="1">
            <a:spLocks noChangeArrowheads="1"/>
          </p:cNvSpPr>
          <p:nvPr/>
        </p:nvSpPr>
        <p:spPr bwMode="auto">
          <a:xfrm>
            <a:off x="1097997" y="1404730"/>
            <a:ext cx="10457898" cy="2398644"/>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3200" b="0" i="0" u="none" strike="noStrike" kern="0" cap="none" spc="0" normalizeH="0" baseline="0" noProof="0" dirty="0">
                <a:ln>
                  <a:noFill/>
                </a:ln>
                <a:solidFill>
                  <a:srgbClr val="C00000"/>
                </a:solidFill>
                <a:effectLst/>
                <a:uLnTx/>
                <a:uFillTx/>
                <a:latin typeface="Times New Roman" charset="0"/>
                <a:ea typeface="Times New Roman" charset="0"/>
                <a:cs typeface="Times New Roman" charset="0"/>
              </a:rPr>
              <a:t>FDMA: frequency division multiple access </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Times New Roman" charset="0"/>
                <a:ea typeface="Times New Roman" charset="0"/>
                <a:cs typeface="Times New Roman" charset="0"/>
              </a:rPr>
              <a:t>channel spectrum divided into frequency bands</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Times New Roman" charset="0"/>
                <a:ea typeface="Times New Roman" charset="0"/>
                <a:cs typeface="Times New Roman" charset="0"/>
              </a:rPr>
              <a:t>each station assigned fixed frequency band</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Times New Roman" charset="0"/>
                <a:ea typeface="Times New Roman" charset="0"/>
                <a:cs typeface="Times New Roman" charset="0"/>
              </a:rPr>
              <a:t>unused transmission time in frequency bands go idle </a:t>
            </a:r>
          </a:p>
          <a:p>
            <a:pPr marL="342900" marR="0" lvl="0" indent="-277813" algn="l" defTabSz="914400" rtl="0" eaLnBrk="0" fontAlgn="base" latinLnBrk="0" hangingPunct="0">
              <a:lnSpc>
                <a:spcPct val="100000"/>
              </a:lnSpc>
              <a:spcBef>
                <a:spcPts val="6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Times New Roman" charset="0"/>
                <a:ea typeface="Times New Roman" charset="0"/>
                <a:cs typeface="Times New Roman" charset="0"/>
              </a:rPr>
              <a:t>example: 6-station LAN, 1,3,4 have packet to send, frequency bands 2,5,6 idle </a:t>
            </a:r>
            <a:endParaRPr kumimoji="0" lang="en-US" sz="2800" b="0" i="0" u="none" strike="noStrike" kern="0" cap="none" spc="0" normalizeH="0" baseline="0" noProof="0" dirty="0">
              <a:ln>
                <a:noFill/>
              </a:ln>
              <a:solidFill>
                <a:prstClr val="black"/>
              </a:solidFill>
              <a:effectLst/>
              <a:uLnTx/>
              <a:uFillTx/>
              <a:latin typeface="Times New Roman" charset="0"/>
              <a:ea typeface="Times New Roman" charset="0"/>
              <a:cs typeface="Times New Roman" charset="0"/>
            </a:endParaRPr>
          </a:p>
        </p:txBody>
      </p:sp>
      <p:grpSp>
        <p:nvGrpSpPr>
          <p:cNvPr id="3" name="Group 2">
            <a:extLst>
              <a:ext uri="{FF2B5EF4-FFF2-40B4-BE49-F238E27FC236}">
                <a16:creationId xmlns:a16="http://schemas.microsoft.com/office/drawing/2014/main" xmlns="" id="{4DC81C2D-2CB9-E84D-933E-937D6C6ED228}"/>
              </a:ext>
            </a:extLst>
          </p:cNvPr>
          <p:cNvGrpSpPr/>
          <p:nvPr/>
        </p:nvGrpSpPr>
        <p:grpSpPr>
          <a:xfrm>
            <a:off x="2440541" y="3841543"/>
            <a:ext cx="7654925" cy="2428875"/>
            <a:chOff x="2440541" y="3841543"/>
            <a:chExt cx="7654925" cy="2428875"/>
          </a:xfrm>
        </p:grpSpPr>
        <p:sp>
          <p:nvSpPr>
            <p:cNvPr id="107" name="Rectangle 4">
              <a:extLst>
                <a:ext uri="{FF2B5EF4-FFF2-40B4-BE49-F238E27FC236}">
                  <a16:creationId xmlns:a16="http://schemas.microsoft.com/office/drawing/2014/main" xmlns="" id="{FB019CDD-E472-AF4E-8949-C4737F99EB49}"/>
                </a:ext>
              </a:extLst>
            </p:cNvPr>
            <p:cNvSpPr>
              <a:spLocks noChangeArrowheads="1"/>
            </p:cNvSpPr>
            <p:nvPr/>
          </p:nvSpPr>
          <p:spPr bwMode="auto">
            <a:xfrm>
              <a:off x="6774416" y="4019343"/>
              <a:ext cx="627062" cy="2251075"/>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Line 5">
              <a:extLst>
                <a:ext uri="{FF2B5EF4-FFF2-40B4-BE49-F238E27FC236}">
                  <a16:creationId xmlns:a16="http://schemas.microsoft.com/office/drawing/2014/main" xmlns="" id="{7AC0087E-78DE-BF46-9489-779BB31FF6F1}"/>
                </a:ext>
              </a:extLst>
            </p:cNvPr>
            <p:cNvSpPr>
              <a:spLocks noChangeShapeType="1"/>
            </p:cNvSpPr>
            <p:nvPr/>
          </p:nvSpPr>
          <p:spPr bwMode="auto">
            <a:xfrm flipV="1">
              <a:off x="6772828" y="5124243"/>
              <a:ext cx="622300" cy="158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09" name="Line 6">
              <a:extLst>
                <a:ext uri="{FF2B5EF4-FFF2-40B4-BE49-F238E27FC236}">
                  <a16:creationId xmlns:a16="http://schemas.microsoft.com/office/drawing/2014/main" xmlns="" id="{9FC23187-FBDC-FA4B-B4E6-6E7E43341D35}"/>
                </a:ext>
              </a:extLst>
            </p:cNvPr>
            <p:cNvSpPr>
              <a:spLocks noChangeShapeType="1"/>
            </p:cNvSpPr>
            <p:nvPr/>
          </p:nvSpPr>
          <p:spPr bwMode="auto">
            <a:xfrm flipV="1">
              <a:off x="6768066" y="5516355"/>
              <a:ext cx="631825" cy="635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0" name="Line 7">
              <a:extLst>
                <a:ext uri="{FF2B5EF4-FFF2-40B4-BE49-F238E27FC236}">
                  <a16:creationId xmlns:a16="http://schemas.microsoft.com/office/drawing/2014/main" xmlns="" id="{E641A772-5023-C846-9FAC-463AEB27F36B}"/>
                </a:ext>
              </a:extLst>
            </p:cNvPr>
            <p:cNvSpPr>
              <a:spLocks noChangeShapeType="1"/>
            </p:cNvSpPr>
            <p:nvPr/>
          </p:nvSpPr>
          <p:spPr bwMode="auto">
            <a:xfrm flipV="1">
              <a:off x="6772828" y="5902118"/>
              <a:ext cx="627063" cy="158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1" name="Line 8">
              <a:extLst>
                <a:ext uri="{FF2B5EF4-FFF2-40B4-BE49-F238E27FC236}">
                  <a16:creationId xmlns:a16="http://schemas.microsoft.com/office/drawing/2014/main" xmlns="" id="{3C34D97D-BA0E-E54B-8121-E6DAAC9C5FB5}"/>
                </a:ext>
              </a:extLst>
            </p:cNvPr>
            <p:cNvSpPr>
              <a:spLocks noChangeShapeType="1"/>
            </p:cNvSpPr>
            <p:nvPr/>
          </p:nvSpPr>
          <p:spPr bwMode="auto">
            <a:xfrm flipV="1">
              <a:off x="6768066" y="4738480"/>
              <a:ext cx="631825" cy="635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2" name="Line 9">
              <a:extLst>
                <a:ext uri="{FF2B5EF4-FFF2-40B4-BE49-F238E27FC236}">
                  <a16:creationId xmlns:a16="http://schemas.microsoft.com/office/drawing/2014/main" xmlns="" id="{EADC3381-A525-5746-A4EC-3AFDB46D7C0B}"/>
                </a:ext>
              </a:extLst>
            </p:cNvPr>
            <p:cNvSpPr>
              <a:spLocks noChangeShapeType="1"/>
            </p:cNvSpPr>
            <p:nvPr/>
          </p:nvSpPr>
          <p:spPr bwMode="auto">
            <a:xfrm flipV="1">
              <a:off x="6772828" y="4352718"/>
              <a:ext cx="631825" cy="635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3" name="Line 11">
              <a:extLst>
                <a:ext uri="{FF2B5EF4-FFF2-40B4-BE49-F238E27FC236}">
                  <a16:creationId xmlns:a16="http://schemas.microsoft.com/office/drawing/2014/main" xmlns="" id="{CAEC1A74-CC07-704F-8130-3B0A0ED24D94}"/>
                </a:ext>
              </a:extLst>
            </p:cNvPr>
            <p:cNvSpPr>
              <a:spLocks noChangeShapeType="1"/>
            </p:cNvSpPr>
            <p:nvPr/>
          </p:nvSpPr>
          <p:spPr bwMode="auto">
            <a:xfrm>
              <a:off x="7493553" y="4292393"/>
              <a:ext cx="222885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4" name="Freeform 12">
              <a:extLst>
                <a:ext uri="{FF2B5EF4-FFF2-40B4-BE49-F238E27FC236}">
                  <a16:creationId xmlns:a16="http://schemas.microsoft.com/office/drawing/2014/main" xmlns="" id="{4415498F-BA55-314D-A0E8-A4F7108E385D}"/>
                </a:ext>
              </a:extLst>
            </p:cNvPr>
            <p:cNvSpPr>
              <a:spLocks/>
            </p:cNvSpPr>
            <p:nvPr/>
          </p:nvSpPr>
          <p:spPr bwMode="auto">
            <a:xfrm>
              <a:off x="7641191" y="4173330"/>
              <a:ext cx="1728787"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3333CC"/>
            </a:solidFill>
            <a:ln w="19050"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5" name="Line 13">
              <a:extLst>
                <a:ext uri="{FF2B5EF4-FFF2-40B4-BE49-F238E27FC236}">
                  <a16:creationId xmlns:a16="http://schemas.microsoft.com/office/drawing/2014/main" xmlns="" id="{F566D06F-DA9B-924F-A309-E705E264142F}"/>
                </a:ext>
              </a:extLst>
            </p:cNvPr>
            <p:cNvSpPr>
              <a:spLocks noChangeShapeType="1"/>
            </p:cNvSpPr>
            <p:nvPr/>
          </p:nvSpPr>
          <p:spPr bwMode="auto">
            <a:xfrm>
              <a:off x="7541178" y="4695618"/>
              <a:ext cx="222885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6" name="Line 15">
              <a:extLst>
                <a:ext uri="{FF2B5EF4-FFF2-40B4-BE49-F238E27FC236}">
                  <a16:creationId xmlns:a16="http://schemas.microsoft.com/office/drawing/2014/main" xmlns="" id="{4AF0EC43-8F11-1A47-8304-4922215B14F2}"/>
                </a:ext>
              </a:extLst>
            </p:cNvPr>
            <p:cNvSpPr>
              <a:spLocks noChangeShapeType="1"/>
            </p:cNvSpPr>
            <p:nvPr/>
          </p:nvSpPr>
          <p:spPr bwMode="auto">
            <a:xfrm>
              <a:off x="7541178" y="5094080"/>
              <a:ext cx="222885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7" name="Freeform 16">
              <a:extLst>
                <a:ext uri="{FF2B5EF4-FFF2-40B4-BE49-F238E27FC236}">
                  <a16:creationId xmlns:a16="http://schemas.microsoft.com/office/drawing/2014/main" xmlns="" id="{AB06C57E-A006-8040-A27E-949550E4FE8F}"/>
                </a:ext>
              </a:extLst>
            </p:cNvPr>
            <p:cNvSpPr>
              <a:spLocks/>
            </p:cNvSpPr>
            <p:nvPr/>
          </p:nvSpPr>
          <p:spPr bwMode="auto">
            <a:xfrm>
              <a:off x="7688816" y="4975018"/>
              <a:ext cx="1728787" cy="114300"/>
            </a:xfrm>
            <a:custGeom>
              <a:avLst/>
              <a:gdLst>
                <a:gd name="T0" fmla="*/ 0 w 1089"/>
                <a:gd name="T1" fmla="*/ 2147483647 h 72"/>
                <a:gd name="T2" fmla="*/ 0 w 1089"/>
                <a:gd name="T3" fmla="*/ 2147483647 h 72"/>
                <a:gd name="T4" fmla="*/ 2147483647 w 1089"/>
                <a:gd name="T5" fmla="*/ 0 h 72"/>
                <a:gd name="T6" fmla="*/ 2147483647 w 1089"/>
                <a:gd name="T7" fmla="*/ 2147483647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FF0000"/>
            </a:solidFill>
            <a:ln w="19050"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18" name="Group 17">
              <a:extLst>
                <a:ext uri="{FF2B5EF4-FFF2-40B4-BE49-F238E27FC236}">
                  <a16:creationId xmlns:a16="http://schemas.microsoft.com/office/drawing/2014/main" xmlns="" id="{0C46EA38-B2CC-E242-A036-92D6D5CB1BD1}"/>
                </a:ext>
              </a:extLst>
            </p:cNvPr>
            <p:cNvGrpSpPr>
              <a:grpSpLocks/>
            </p:cNvGrpSpPr>
            <p:nvPr/>
          </p:nvGrpSpPr>
          <p:grpSpPr bwMode="auto">
            <a:xfrm>
              <a:off x="7558641" y="5379830"/>
              <a:ext cx="2228850" cy="119063"/>
              <a:chOff x="1884" y="2826"/>
              <a:chExt cx="1404" cy="75"/>
            </a:xfrm>
          </p:grpSpPr>
          <p:sp>
            <p:nvSpPr>
              <p:cNvPr id="119" name="Line 18">
                <a:extLst>
                  <a:ext uri="{FF2B5EF4-FFF2-40B4-BE49-F238E27FC236}">
                    <a16:creationId xmlns:a16="http://schemas.microsoft.com/office/drawing/2014/main" xmlns="" id="{4C5A6A23-131D-3D4A-A858-616AD50DEFFF}"/>
                  </a:ext>
                </a:extLst>
              </p:cNvPr>
              <p:cNvSpPr>
                <a:spLocks noChangeShapeType="1"/>
              </p:cNvSpPr>
              <p:nvPr/>
            </p:nvSpPr>
            <p:spPr bwMode="auto">
              <a:xfrm>
                <a:off x="1884" y="2901"/>
                <a:ext cx="1404" cy="0"/>
              </a:xfrm>
              <a:prstGeom prst="line">
                <a:avLst/>
              </a:prstGeom>
              <a:noFill/>
              <a:ln w="19050">
                <a:no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0" name="Freeform 19">
                <a:extLst>
                  <a:ext uri="{FF2B5EF4-FFF2-40B4-BE49-F238E27FC236}">
                    <a16:creationId xmlns:a16="http://schemas.microsoft.com/office/drawing/2014/main" xmlns="" id="{AD858F7D-3B6B-6C4E-9D01-B6641A9BF839}"/>
                  </a:ext>
                </a:extLst>
              </p:cNvPr>
              <p:cNvSpPr>
                <a:spLocks/>
              </p:cNvSpPr>
              <p:nvPr/>
            </p:nvSpPr>
            <p:spPr bwMode="auto">
              <a:xfrm>
                <a:off x="1977" y="2826"/>
                <a:ext cx="1089" cy="72"/>
              </a:xfrm>
              <a:custGeom>
                <a:avLst/>
                <a:gdLst>
                  <a:gd name="T0" fmla="*/ 0 w 1089"/>
                  <a:gd name="T1" fmla="*/ 72 h 72"/>
                  <a:gd name="T2" fmla="*/ 0 w 1089"/>
                  <a:gd name="T3" fmla="*/ 3 h 72"/>
                  <a:gd name="T4" fmla="*/ 1089 w 1089"/>
                  <a:gd name="T5" fmla="*/ 0 h 72"/>
                  <a:gd name="T6" fmla="*/ 1089 w 1089"/>
                  <a:gd name="T7" fmla="*/ 72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00CC66"/>
              </a:solidFill>
              <a:ln w="19050" cap="flat" cmpd="sng">
                <a:noFill/>
                <a:prstDash val="solid"/>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21" name="Line 20">
              <a:extLst>
                <a:ext uri="{FF2B5EF4-FFF2-40B4-BE49-F238E27FC236}">
                  <a16:creationId xmlns:a16="http://schemas.microsoft.com/office/drawing/2014/main" xmlns="" id="{C3DEAD67-CC99-8145-991E-0D18A9400CC1}"/>
                </a:ext>
              </a:extLst>
            </p:cNvPr>
            <p:cNvSpPr>
              <a:spLocks noChangeShapeType="1"/>
            </p:cNvSpPr>
            <p:nvPr/>
          </p:nvSpPr>
          <p:spPr bwMode="auto">
            <a:xfrm>
              <a:off x="7588803" y="5905293"/>
              <a:ext cx="2228850"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2" name="Text Box 22">
              <a:extLst>
                <a:ext uri="{FF2B5EF4-FFF2-40B4-BE49-F238E27FC236}">
                  <a16:creationId xmlns:a16="http://schemas.microsoft.com/office/drawing/2014/main" xmlns="" id="{76166768-A0A0-D047-AF51-584B5A200775}"/>
                </a:ext>
              </a:extLst>
            </p:cNvPr>
            <p:cNvSpPr txBox="1">
              <a:spLocks noChangeArrowheads="1"/>
            </p:cNvSpPr>
            <p:nvPr/>
          </p:nvSpPr>
          <p:spPr bwMode="auto">
            <a:xfrm rot="-5400000">
              <a:off x="5570297" y="4899612"/>
              <a:ext cx="18732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frequency bands</a:t>
              </a:r>
            </a:p>
          </p:txBody>
        </p:sp>
        <p:sp>
          <p:nvSpPr>
            <p:cNvPr id="123" name="Text Box 23">
              <a:extLst>
                <a:ext uri="{FF2B5EF4-FFF2-40B4-BE49-F238E27FC236}">
                  <a16:creationId xmlns:a16="http://schemas.microsoft.com/office/drawing/2014/main" xmlns="" id="{17DE17BD-A94E-DA4D-AAF6-A402FC36902D}"/>
                </a:ext>
              </a:extLst>
            </p:cNvPr>
            <p:cNvSpPr txBox="1">
              <a:spLocks noChangeArrowheads="1"/>
            </p:cNvSpPr>
            <p:nvPr/>
          </p:nvSpPr>
          <p:spPr bwMode="auto">
            <a:xfrm rot="67766">
              <a:off x="9479516" y="3841543"/>
              <a:ext cx="6159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time</a:t>
              </a:r>
            </a:p>
          </p:txBody>
        </p:sp>
        <p:sp>
          <p:nvSpPr>
            <p:cNvPr id="124" name="Freeform 54">
              <a:extLst>
                <a:ext uri="{FF2B5EF4-FFF2-40B4-BE49-F238E27FC236}">
                  <a16:creationId xmlns:a16="http://schemas.microsoft.com/office/drawing/2014/main" xmlns="" id="{7AD42071-4F64-B843-A1C6-7FCBFED04E99}"/>
                </a:ext>
              </a:extLst>
            </p:cNvPr>
            <p:cNvSpPr>
              <a:spLocks/>
            </p:cNvSpPr>
            <p:nvPr/>
          </p:nvSpPr>
          <p:spPr bwMode="auto">
            <a:xfrm>
              <a:off x="4178853" y="4228893"/>
              <a:ext cx="595313" cy="1538287"/>
            </a:xfrm>
            <a:custGeom>
              <a:avLst/>
              <a:gdLst>
                <a:gd name="T0" fmla="*/ 2147483647 w 375"/>
                <a:gd name="T1" fmla="*/ 0 h 969"/>
                <a:gd name="T2" fmla="*/ 0 w 375"/>
                <a:gd name="T3" fmla="*/ 2147483647 h 969"/>
                <a:gd name="T4" fmla="*/ 2147483647 w 375"/>
                <a:gd name="T5" fmla="*/ 2147483647 h 969"/>
                <a:gd name="T6" fmla="*/ 2147483647 w 375"/>
                <a:gd name="T7" fmla="*/ 0 h 9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5" h="969">
                  <a:moveTo>
                    <a:pt x="375" y="0"/>
                  </a:moveTo>
                  <a:lnTo>
                    <a:pt x="0" y="485"/>
                  </a:lnTo>
                  <a:lnTo>
                    <a:pt x="375" y="969"/>
                  </a:lnTo>
                  <a:lnTo>
                    <a:pt x="375" y="0"/>
                  </a:lnTo>
                  <a:close/>
                </a:path>
              </a:pathLst>
            </a:custGeom>
            <a:gradFill rotWithShape="1">
              <a:gsLst>
                <a:gs pos="0">
                  <a:srgbClr val="000000"/>
                </a:gs>
                <a:gs pos="100000">
                  <a:srgbClr val="FFFFFF"/>
                </a:gs>
              </a:gsLst>
              <a:lin ang="0" scaled="1"/>
            </a:gradFill>
            <a:ln>
              <a:noFill/>
            </a:ln>
            <a:effectLst/>
            <a:extLst>
              <a:ext uri="{91240B29-F687-4f45-9708-019B960494DF}">
                <a14:hiddenLine xmlns:a14="http://schemas.microsoft.com/office/drawing/2010/main" xmlns="" w="3175" cmpd="sng">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25" name="Group 56">
              <a:extLst>
                <a:ext uri="{FF2B5EF4-FFF2-40B4-BE49-F238E27FC236}">
                  <a16:creationId xmlns:a16="http://schemas.microsoft.com/office/drawing/2014/main" xmlns="" id="{34B5CE52-E522-7047-BA9D-9BB20B9F9ADA}"/>
                </a:ext>
              </a:extLst>
            </p:cNvPr>
            <p:cNvGrpSpPr>
              <a:grpSpLocks/>
            </p:cNvGrpSpPr>
            <p:nvPr/>
          </p:nvGrpSpPr>
          <p:grpSpPr bwMode="auto">
            <a:xfrm>
              <a:off x="2440541" y="4867068"/>
              <a:ext cx="1666875" cy="314325"/>
              <a:chOff x="1614" y="1494"/>
              <a:chExt cx="1050" cy="198"/>
            </a:xfrm>
          </p:grpSpPr>
          <p:sp>
            <p:nvSpPr>
              <p:cNvPr id="126" name="Rectangle 57">
                <a:extLst>
                  <a:ext uri="{FF2B5EF4-FFF2-40B4-BE49-F238E27FC236}">
                    <a16:creationId xmlns:a16="http://schemas.microsoft.com/office/drawing/2014/main" xmlns="" id="{35185768-7475-464D-9B46-EAE338591F92}"/>
                  </a:ext>
                </a:extLst>
              </p:cNvPr>
              <p:cNvSpPr>
                <a:spLocks noChangeArrowheads="1"/>
              </p:cNvSpPr>
              <p:nvPr/>
            </p:nvSpPr>
            <p:spPr bwMode="auto">
              <a:xfrm>
                <a:off x="2358" y="1500"/>
                <a:ext cx="168" cy="17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7" name="Freeform 58">
                <a:extLst>
                  <a:ext uri="{FF2B5EF4-FFF2-40B4-BE49-F238E27FC236}">
                    <a16:creationId xmlns:a16="http://schemas.microsoft.com/office/drawing/2014/main" xmlns="" id="{DE23B659-5071-9E47-B3AE-975CCCF9CC6B}"/>
                  </a:ext>
                </a:extLst>
              </p:cNvPr>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rgbClr val="000000"/>
                  </a:gs>
                  <a:gs pos="50000">
                    <a:srgbClr val="FFFFFF"/>
                  </a:gs>
                  <a:gs pos="100000">
                    <a:srgbClr val="000000"/>
                  </a:gs>
                </a:gsLst>
                <a:lin ang="5400000" scaled="1"/>
              </a:gradFill>
              <a:ln w="9525">
                <a:solidFill>
                  <a:srgbClr val="00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8" name="Oval 59">
                <a:extLst>
                  <a:ext uri="{FF2B5EF4-FFF2-40B4-BE49-F238E27FC236}">
                    <a16:creationId xmlns:a16="http://schemas.microsoft.com/office/drawing/2014/main" xmlns="" id="{4CF64D39-F6A5-B043-AE9F-C0E095A8923D}"/>
                  </a:ext>
                </a:extLst>
              </p:cNvPr>
              <p:cNvSpPr>
                <a:spLocks noChangeArrowheads="1"/>
              </p:cNvSpPr>
              <p:nvPr/>
            </p:nvSpPr>
            <p:spPr bwMode="auto">
              <a:xfrm>
                <a:off x="2502" y="1506"/>
                <a:ext cx="62" cy="16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Line 60">
                <a:extLst>
                  <a:ext uri="{FF2B5EF4-FFF2-40B4-BE49-F238E27FC236}">
                    <a16:creationId xmlns:a16="http://schemas.microsoft.com/office/drawing/2014/main" xmlns="" id="{1E0950E2-1737-0848-B4CE-20AE13DCBACB}"/>
                  </a:ext>
                </a:extLst>
              </p:cNvPr>
              <p:cNvSpPr>
                <a:spLocks noChangeShapeType="1"/>
              </p:cNvSpPr>
              <p:nvPr/>
            </p:nvSpPr>
            <p:spPr bwMode="auto">
              <a:xfrm>
                <a:off x="2526" y="1584"/>
                <a:ext cx="138"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33" name="Text Box 69">
              <a:extLst>
                <a:ext uri="{FF2B5EF4-FFF2-40B4-BE49-F238E27FC236}">
                  <a16:creationId xmlns:a16="http://schemas.microsoft.com/office/drawing/2014/main" xmlns="" id="{D3E65D95-5225-584A-9047-05868BCE9508}"/>
                </a:ext>
              </a:extLst>
            </p:cNvPr>
            <p:cNvSpPr txBox="1">
              <a:spLocks noChangeArrowheads="1"/>
            </p:cNvSpPr>
            <p:nvPr/>
          </p:nvSpPr>
          <p:spPr bwMode="auto">
            <a:xfrm>
              <a:off x="2589766" y="5579855"/>
              <a:ext cx="12890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FDM cable</a:t>
              </a:r>
            </a:p>
          </p:txBody>
        </p:sp>
        <p:sp>
          <p:nvSpPr>
            <p:cNvPr id="5" name="Freeform 4">
              <a:extLst>
                <a:ext uri="{FF2B5EF4-FFF2-40B4-BE49-F238E27FC236}">
                  <a16:creationId xmlns:a16="http://schemas.microsoft.com/office/drawing/2014/main" xmlns="" id="{9A0270D6-4A2D-1440-9DDD-3F93BFED8457}"/>
                </a:ext>
              </a:extLst>
            </p:cNvPr>
            <p:cNvSpPr/>
            <p:nvPr/>
          </p:nvSpPr>
          <p:spPr>
            <a:xfrm>
              <a:off x="5002905" y="5527821"/>
              <a:ext cx="1003515"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xmlns="" id="{E5148A4D-594A-A94D-A5E8-FC72A487E4BC}"/>
                </a:ext>
              </a:extLst>
            </p:cNvPr>
            <p:cNvGrpSpPr/>
            <p:nvPr/>
          </p:nvGrpSpPr>
          <p:grpSpPr>
            <a:xfrm>
              <a:off x="5000976" y="4204816"/>
              <a:ext cx="907351" cy="280296"/>
              <a:chOff x="4298196" y="6444710"/>
              <a:chExt cx="907351" cy="280296"/>
            </a:xfrm>
          </p:grpSpPr>
          <p:sp>
            <p:nvSpPr>
              <p:cNvPr id="134" name="Freeform 133">
                <a:extLst>
                  <a:ext uri="{FF2B5EF4-FFF2-40B4-BE49-F238E27FC236}">
                    <a16:creationId xmlns:a16="http://schemas.microsoft.com/office/drawing/2014/main" xmlns="" id="{C419FC4E-49FE-3642-80AD-AAE6918A7757}"/>
                  </a:ext>
                </a:extLst>
              </p:cNvPr>
              <p:cNvSpPr/>
              <p:nvPr/>
            </p:nvSpPr>
            <p:spPr>
              <a:xfrm>
                <a:off x="4298196" y="6444710"/>
                <a:ext cx="455909"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xmlns="" id="{473D5352-C1A7-7E4B-9326-FE6B9BF0A5AA}"/>
                  </a:ext>
                </a:extLst>
              </p:cNvPr>
              <p:cNvSpPr/>
              <p:nvPr/>
            </p:nvSpPr>
            <p:spPr>
              <a:xfrm>
                <a:off x="4749638" y="6449877"/>
                <a:ext cx="455909"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xmlns="" id="{2F59B8CB-4346-D742-A279-4850646C075E}"/>
                </a:ext>
              </a:extLst>
            </p:cNvPr>
            <p:cNvGrpSpPr/>
            <p:nvPr/>
          </p:nvGrpSpPr>
          <p:grpSpPr>
            <a:xfrm>
              <a:off x="4979505" y="4883429"/>
              <a:ext cx="993354" cy="277839"/>
              <a:chOff x="4343400" y="5348498"/>
              <a:chExt cx="993354" cy="277839"/>
            </a:xfrm>
          </p:grpSpPr>
          <p:sp>
            <p:nvSpPr>
              <p:cNvPr id="138" name="Freeform 137">
                <a:extLst>
                  <a:ext uri="{FF2B5EF4-FFF2-40B4-BE49-F238E27FC236}">
                    <a16:creationId xmlns:a16="http://schemas.microsoft.com/office/drawing/2014/main" xmlns="" id="{256BD977-F2A8-9E41-ADA8-C51B7FED488E}"/>
                  </a:ext>
                </a:extLst>
              </p:cNvPr>
              <p:cNvSpPr/>
              <p:nvPr/>
            </p:nvSpPr>
            <p:spPr>
              <a:xfrm>
                <a:off x="4343400" y="5348498"/>
                <a:ext cx="614122" cy="275129"/>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7289" h="437864">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997058" y="430727"/>
                      <a:pt x="1061634" y="430081"/>
                    </a:cubicBezTo>
                    <a:cubicBezTo>
                      <a:pt x="1126210" y="429435"/>
                      <a:pt x="1190141" y="3878"/>
                      <a:pt x="1255363" y="3878"/>
                    </a:cubicBezTo>
                    <a:cubicBezTo>
                      <a:pt x="1320585" y="3878"/>
                      <a:pt x="1389036" y="430081"/>
                      <a:pt x="1452966" y="430081"/>
                    </a:cubicBezTo>
                    <a:cubicBezTo>
                      <a:pt x="1516896" y="430081"/>
                      <a:pt x="1575015" y="2587"/>
                      <a:pt x="1638946" y="3878"/>
                    </a:cubicBezTo>
                    <a:cubicBezTo>
                      <a:pt x="1702877" y="5170"/>
                      <a:pt x="1764224" y="435247"/>
                      <a:pt x="1836550" y="437830"/>
                    </a:cubicBezTo>
                    <a:cubicBezTo>
                      <a:pt x="1908876" y="440413"/>
                      <a:pt x="1903709" y="295763"/>
                      <a:pt x="1937289" y="2247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9" name="Freeform 138">
                <a:extLst>
                  <a:ext uri="{FF2B5EF4-FFF2-40B4-BE49-F238E27FC236}">
                    <a16:creationId xmlns:a16="http://schemas.microsoft.com/office/drawing/2014/main" xmlns="" id="{3FA4DA1D-7930-274D-A8BC-73EA2CC3EB94}"/>
                  </a:ext>
                </a:extLst>
              </p:cNvPr>
              <p:cNvSpPr/>
              <p:nvPr/>
            </p:nvSpPr>
            <p:spPr>
              <a:xfrm>
                <a:off x="4951503" y="5353664"/>
                <a:ext cx="385251" cy="272673"/>
              </a:xfrm>
              <a:custGeom>
                <a:avLst/>
                <a:gdLst>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37827"/>
                  <a:gd name="connsiteX1" fmla="*/ 100739 w 1937289"/>
                  <a:gd name="connsiteY1" fmla="*/ 0 h 437827"/>
                  <a:gd name="connsiteX2" fmla="*/ 286719 w 1937289"/>
                  <a:gd name="connsiteY2" fmla="*/ 430078 h 437827"/>
                  <a:gd name="connsiteX3" fmla="*/ 480448 w 1937289"/>
                  <a:gd name="connsiteY3" fmla="*/ 7749 h 437827"/>
                  <a:gd name="connsiteX4" fmla="*/ 681926 w 1937289"/>
                  <a:gd name="connsiteY4" fmla="*/ 433953 h 437827"/>
                  <a:gd name="connsiteX5" fmla="*/ 867905 w 1937289"/>
                  <a:gd name="connsiteY5" fmla="*/ 7749 h 437827"/>
                  <a:gd name="connsiteX6" fmla="*/ 1061634 w 1937289"/>
                  <a:gd name="connsiteY6" fmla="*/ 430078 h 437827"/>
                  <a:gd name="connsiteX7" fmla="*/ 1255363 w 1937289"/>
                  <a:gd name="connsiteY7" fmla="*/ 3875 h 437827"/>
                  <a:gd name="connsiteX8" fmla="*/ 1452966 w 1937289"/>
                  <a:gd name="connsiteY8" fmla="*/ 430078 h 437827"/>
                  <a:gd name="connsiteX9" fmla="*/ 1638946 w 1937289"/>
                  <a:gd name="connsiteY9" fmla="*/ 3875 h 437827"/>
                  <a:gd name="connsiteX10" fmla="*/ 1836550 w 1937289"/>
                  <a:gd name="connsiteY10" fmla="*/ 437827 h 437827"/>
                  <a:gd name="connsiteX11" fmla="*/ 1937289 w 1937289"/>
                  <a:gd name="connsiteY11" fmla="*/ 224726 h 437827"/>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28600 h 444690"/>
                  <a:gd name="connsiteX1" fmla="*/ 100739 w 1937289"/>
                  <a:gd name="connsiteY1" fmla="*/ 0 h 444690"/>
                  <a:gd name="connsiteX2" fmla="*/ 286719 w 1937289"/>
                  <a:gd name="connsiteY2" fmla="*/ 430078 h 444690"/>
                  <a:gd name="connsiteX3" fmla="*/ 480448 w 1937289"/>
                  <a:gd name="connsiteY3" fmla="*/ 7749 h 444690"/>
                  <a:gd name="connsiteX4" fmla="*/ 681926 w 1937289"/>
                  <a:gd name="connsiteY4" fmla="*/ 433953 h 444690"/>
                  <a:gd name="connsiteX5" fmla="*/ 867905 w 1937289"/>
                  <a:gd name="connsiteY5" fmla="*/ 7749 h 444690"/>
                  <a:gd name="connsiteX6" fmla="*/ 1061634 w 1937289"/>
                  <a:gd name="connsiteY6" fmla="*/ 430078 h 444690"/>
                  <a:gd name="connsiteX7" fmla="*/ 1255363 w 1937289"/>
                  <a:gd name="connsiteY7" fmla="*/ 3875 h 444690"/>
                  <a:gd name="connsiteX8" fmla="*/ 1452966 w 1937289"/>
                  <a:gd name="connsiteY8" fmla="*/ 430078 h 444690"/>
                  <a:gd name="connsiteX9" fmla="*/ 1638946 w 1937289"/>
                  <a:gd name="connsiteY9" fmla="*/ 3875 h 444690"/>
                  <a:gd name="connsiteX10" fmla="*/ 1836550 w 1937289"/>
                  <a:gd name="connsiteY10" fmla="*/ 437827 h 444690"/>
                  <a:gd name="connsiteX11" fmla="*/ 1937289 w 1937289"/>
                  <a:gd name="connsiteY11" fmla="*/ 224726 h 444690"/>
                  <a:gd name="connsiteX0" fmla="*/ 0 w 1937289"/>
                  <a:gd name="connsiteY0" fmla="*/ 232613 h 448703"/>
                  <a:gd name="connsiteX1" fmla="*/ 100739 w 1937289"/>
                  <a:gd name="connsiteY1" fmla="*/ 4013 h 448703"/>
                  <a:gd name="connsiteX2" fmla="*/ 286719 w 1937289"/>
                  <a:gd name="connsiteY2" fmla="*/ 434091 h 448703"/>
                  <a:gd name="connsiteX3" fmla="*/ 480448 w 1937289"/>
                  <a:gd name="connsiteY3" fmla="*/ 11762 h 448703"/>
                  <a:gd name="connsiteX4" fmla="*/ 681926 w 1937289"/>
                  <a:gd name="connsiteY4" fmla="*/ 437966 h 448703"/>
                  <a:gd name="connsiteX5" fmla="*/ 867905 w 1937289"/>
                  <a:gd name="connsiteY5" fmla="*/ 11762 h 448703"/>
                  <a:gd name="connsiteX6" fmla="*/ 1061634 w 1937289"/>
                  <a:gd name="connsiteY6" fmla="*/ 434091 h 448703"/>
                  <a:gd name="connsiteX7" fmla="*/ 1255363 w 1937289"/>
                  <a:gd name="connsiteY7" fmla="*/ 7888 h 448703"/>
                  <a:gd name="connsiteX8" fmla="*/ 1452966 w 1937289"/>
                  <a:gd name="connsiteY8" fmla="*/ 434091 h 448703"/>
                  <a:gd name="connsiteX9" fmla="*/ 1638946 w 1937289"/>
                  <a:gd name="connsiteY9" fmla="*/ 7888 h 448703"/>
                  <a:gd name="connsiteX10" fmla="*/ 1836550 w 1937289"/>
                  <a:gd name="connsiteY10" fmla="*/ 441840 h 448703"/>
                  <a:gd name="connsiteX11" fmla="*/ 1937289 w 1937289"/>
                  <a:gd name="connsiteY11" fmla="*/ 228739 h 448703"/>
                  <a:gd name="connsiteX0" fmla="*/ 0 w 1937289"/>
                  <a:gd name="connsiteY0" fmla="*/ 228603 h 444693"/>
                  <a:gd name="connsiteX1" fmla="*/ 100739 w 1937289"/>
                  <a:gd name="connsiteY1" fmla="*/ 3 h 444693"/>
                  <a:gd name="connsiteX2" fmla="*/ 286719 w 1937289"/>
                  <a:gd name="connsiteY2" fmla="*/ 430081 h 444693"/>
                  <a:gd name="connsiteX3" fmla="*/ 480448 w 1937289"/>
                  <a:gd name="connsiteY3" fmla="*/ 7752 h 444693"/>
                  <a:gd name="connsiteX4" fmla="*/ 681926 w 1937289"/>
                  <a:gd name="connsiteY4" fmla="*/ 433956 h 444693"/>
                  <a:gd name="connsiteX5" fmla="*/ 867905 w 1937289"/>
                  <a:gd name="connsiteY5" fmla="*/ 7752 h 444693"/>
                  <a:gd name="connsiteX6" fmla="*/ 1061634 w 1937289"/>
                  <a:gd name="connsiteY6" fmla="*/ 430081 h 444693"/>
                  <a:gd name="connsiteX7" fmla="*/ 1255363 w 1937289"/>
                  <a:gd name="connsiteY7" fmla="*/ 3878 h 444693"/>
                  <a:gd name="connsiteX8" fmla="*/ 1452966 w 1937289"/>
                  <a:gd name="connsiteY8" fmla="*/ 430081 h 444693"/>
                  <a:gd name="connsiteX9" fmla="*/ 1638946 w 1937289"/>
                  <a:gd name="connsiteY9" fmla="*/ 3878 h 444693"/>
                  <a:gd name="connsiteX10" fmla="*/ 1836550 w 1937289"/>
                  <a:gd name="connsiteY10" fmla="*/ 437830 h 444693"/>
                  <a:gd name="connsiteX11" fmla="*/ 1937289 w 1937289"/>
                  <a:gd name="connsiteY11" fmla="*/ 224729 h 444693"/>
                  <a:gd name="connsiteX0" fmla="*/ 0 w 1937289"/>
                  <a:gd name="connsiteY0" fmla="*/ 228603 h 437864"/>
                  <a:gd name="connsiteX1" fmla="*/ 100739 w 1937289"/>
                  <a:gd name="connsiteY1" fmla="*/ 3 h 437864"/>
                  <a:gd name="connsiteX2" fmla="*/ 286719 w 1937289"/>
                  <a:gd name="connsiteY2" fmla="*/ 430081 h 437864"/>
                  <a:gd name="connsiteX3" fmla="*/ 480448 w 1937289"/>
                  <a:gd name="connsiteY3" fmla="*/ 7752 h 437864"/>
                  <a:gd name="connsiteX4" fmla="*/ 681926 w 1937289"/>
                  <a:gd name="connsiteY4" fmla="*/ 433956 h 437864"/>
                  <a:gd name="connsiteX5" fmla="*/ 867905 w 1937289"/>
                  <a:gd name="connsiteY5" fmla="*/ 7752 h 437864"/>
                  <a:gd name="connsiteX6" fmla="*/ 1061634 w 1937289"/>
                  <a:gd name="connsiteY6" fmla="*/ 430081 h 437864"/>
                  <a:gd name="connsiteX7" fmla="*/ 1255363 w 1937289"/>
                  <a:gd name="connsiteY7" fmla="*/ 3878 h 437864"/>
                  <a:gd name="connsiteX8" fmla="*/ 1452966 w 1937289"/>
                  <a:gd name="connsiteY8" fmla="*/ 430081 h 437864"/>
                  <a:gd name="connsiteX9" fmla="*/ 1638946 w 1937289"/>
                  <a:gd name="connsiteY9" fmla="*/ 3878 h 437864"/>
                  <a:gd name="connsiteX10" fmla="*/ 1836550 w 1937289"/>
                  <a:gd name="connsiteY10" fmla="*/ 437830 h 437864"/>
                  <a:gd name="connsiteX11" fmla="*/ 1937289 w 1937289"/>
                  <a:gd name="connsiteY11" fmla="*/ 224729 h 437864"/>
                  <a:gd name="connsiteX0" fmla="*/ 0 w 1836551"/>
                  <a:gd name="connsiteY0" fmla="*/ 228603 h 437831"/>
                  <a:gd name="connsiteX1" fmla="*/ 100739 w 1836551"/>
                  <a:gd name="connsiteY1" fmla="*/ 3 h 437831"/>
                  <a:gd name="connsiteX2" fmla="*/ 286719 w 1836551"/>
                  <a:gd name="connsiteY2" fmla="*/ 430081 h 437831"/>
                  <a:gd name="connsiteX3" fmla="*/ 480448 w 1836551"/>
                  <a:gd name="connsiteY3" fmla="*/ 7752 h 437831"/>
                  <a:gd name="connsiteX4" fmla="*/ 681926 w 1836551"/>
                  <a:gd name="connsiteY4" fmla="*/ 433956 h 437831"/>
                  <a:gd name="connsiteX5" fmla="*/ 867905 w 1836551"/>
                  <a:gd name="connsiteY5" fmla="*/ 7752 h 437831"/>
                  <a:gd name="connsiteX6" fmla="*/ 1061634 w 1836551"/>
                  <a:gd name="connsiteY6" fmla="*/ 430081 h 437831"/>
                  <a:gd name="connsiteX7" fmla="*/ 1255363 w 1836551"/>
                  <a:gd name="connsiteY7" fmla="*/ 3878 h 437831"/>
                  <a:gd name="connsiteX8" fmla="*/ 1452966 w 1836551"/>
                  <a:gd name="connsiteY8" fmla="*/ 430081 h 437831"/>
                  <a:gd name="connsiteX9" fmla="*/ 1638946 w 1836551"/>
                  <a:gd name="connsiteY9" fmla="*/ 3878 h 437831"/>
                  <a:gd name="connsiteX10" fmla="*/ 1836550 w 1836551"/>
                  <a:gd name="connsiteY10" fmla="*/ 437830 h 437831"/>
                  <a:gd name="connsiteX0" fmla="*/ 0 w 1638946"/>
                  <a:gd name="connsiteY0" fmla="*/ 228603 h 433956"/>
                  <a:gd name="connsiteX1" fmla="*/ 100739 w 1638946"/>
                  <a:gd name="connsiteY1" fmla="*/ 3 h 433956"/>
                  <a:gd name="connsiteX2" fmla="*/ 286719 w 1638946"/>
                  <a:gd name="connsiteY2" fmla="*/ 430081 h 433956"/>
                  <a:gd name="connsiteX3" fmla="*/ 480448 w 1638946"/>
                  <a:gd name="connsiteY3" fmla="*/ 7752 h 433956"/>
                  <a:gd name="connsiteX4" fmla="*/ 681926 w 1638946"/>
                  <a:gd name="connsiteY4" fmla="*/ 433956 h 433956"/>
                  <a:gd name="connsiteX5" fmla="*/ 867905 w 1638946"/>
                  <a:gd name="connsiteY5" fmla="*/ 7752 h 433956"/>
                  <a:gd name="connsiteX6" fmla="*/ 1061634 w 1638946"/>
                  <a:gd name="connsiteY6" fmla="*/ 430081 h 433956"/>
                  <a:gd name="connsiteX7" fmla="*/ 1255363 w 1638946"/>
                  <a:gd name="connsiteY7" fmla="*/ 3878 h 433956"/>
                  <a:gd name="connsiteX8" fmla="*/ 1452966 w 1638946"/>
                  <a:gd name="connsiteY8" fmla="*/ 430081 h 433956"/>
                  <a:gd name="connsiteX9" fmla="*/ 1638946 w 1638946"/>
                  <a:gd name="connsiteY9" fmla="*/ 3878 h 433956"/>
                  <a:gd name="connsiteX0" fmla="*/ 0 w 1452965"/>
                  <a:gd name="connsiteY0" fmla="*/ 228603 h 433956"/>
                  <a:gd name="connsiteX1" fmla="*/ 100739 w 1452965"/>
                  <a:gd name="connsiteY1" fmla="*/ 3 h 433956"/>
                  <a:gd name="connsiteX2" fmla="*/ 286719 w 1452965"/>
                  <a:gd name="connsiteY2" fmla="*/ 430081 h 433956"/>
                  <a:gd name="connsiteX3" fmla="*/ 480448 w 1452965"/>
                  <a:gd name="connsiteY3" fmla="*/ 7752 h 433956"/>
                  <a:gd name="connsiteX4" fmla="*/ 681926 w 1452965"/>
                  <a:gd name="connsiteY4" fmla="*/ 433956 h 433956"/>
                  <a:gd name="connsiteX5" fmla="*/ 867905 w 1452965"/>
                  <a:gd name="connsiteY5" fmla="*/ 7752 h 433956"/>
                  <a:gd name="connsiteX6" fmla="*/ 1061634 w 1452965"/>
                  <a:gd name="connsiteY6" fmla="*/ 430081 h 433956"/>
                  <a:gd name="connsiteX7" fmla="*/ 1255363 w 1452965"/>
                  <a:gd name="connsiteY7" fmla="*/ 3878 h 433956"/>
                  <a:gd name="connsiteX8" fmla="*/ 1452966 w 1452965"/>
                  <a:gd name="connsiteY8" fmla="*/ 430081 h 433956"/>
                  <a:gd name="connsiteX0" fmla="*/ 0 w 1255363"/>
                  <a:gd name="connsiteY0" fmla="*/ 228603 h 433956"/>
                  <a:gd name="connsiteX1" fmla="*/ 100739 w 1255363"/>
                  <a:gd name="connsiteY1" fmla="*/ 3 h 433956"/>
                  <a:gd name="connsiteX2" fmla="*/ 286719 w 1255363"/>
                  <a:gd name="connsiteY2" fmla="*/ 430081 h 433956"/>
                  <a:gd name="connsiteX3" fmla="*/ 480448 w 1255363"/>
                  <a:gd name="connsiteY3" fmla="*/ 7752 h 433956"/>
                  <a:gd name="connsiteX4" fmla="*/ 681926 w 1255363"/>
                  <a:gd name="connsiteY4" fmla="*/ 433956 h 433956"/>
                  <a:gd name="connsiteX5" fmla="*/ 867905 w 1255363"/>
                  <a:gd name="connsiteY5" fmla="*/ 7752 h 433956"/>
                  <a:gd name="connsiteX6" fmla="*/ 1061634 w 1255363"/>
                  <a:gd name="connsiteY6" fmla="*/ 430081 h 433956"/>
                  <a:gd name="connsiteX7" fmla="*/ 1255363 w 1255363"/>
                  <a:gd name="connsiteY7" fmla="*/ 3878 h 433956"/>
                  <a:gd name="connsiteX0" fmla="*/ 0 w 1255363"/>
                  <a:gd name="connsiteY0" fmla="*/ 228603 h 433956"/>
                  <a:gd name="connsiteX1" fmla="*/ 100739 w 1255363"/>
                  <a:gd name="connsiteY1" fmla="*/ 3 h 433956"/>
                  <a:gd name="connsiteX2" fmla="*/ 286719 w 1255363"/>
                  <a:gd name="connsiteY2" fmla="*/ 430081 h 433956"/>
                  <a:gd name="connsiteX3" fmla="*/ 480448 w 1255363"/>
                  <a:gd name="connsiteY3" fmla="*/ 7752 h 433956"/>
                  <a:gd name="connsiteX4" fmla="*/ 681926 w 1255363"/>
                  <a:gd name="connsiteY4" fmla="*/ 433956 h 433956"/>
                  <a:gd name="connsiteX5" fmla="*/ 867905 w 1255363"/>
                  <a:gd name="connsiteY5" fmla="*/ 7752 h 433956"/>
                  <a:gd name="connsiteX6" fmla="*/ 1061634 w 1255363"/>
                  <a:gd name="connsiteY6" fmla="*/ 430081 h 433956"/>
                  <a:gd name="connsiteX7" fmla="*/ 1255363 w 1255363"/>
                  <a:gd name="connsiteY7" fmla="*/ 3878 h 433956"/>
                  <a:gd name="connsiteX0" fmla="*/ 0 w 1215300"/>
                  <a:gd name="connsiteY0" fmla="*/ 228603 h 433956"/>
                  <a:gd name="connsiteX1" fmla="*/ 100739 w 1215300"/>
                  <a:gd name="connsiteY1" fmla="*/ 3 h 433956"/>
                  <a:gd name="connsiteX2" fmla="*/ 286719 w 1215300"/>
                  <a:gd name="connsiteY2" fmla="*/ 430081 h 433956"/>
                  <a:gd name="connsiteX3" fmla="*/ 480448 w 1215300"/>
                  <a:gd name="connsiteY3" fmla="*/ 7752 h 433956"/>
                  <a:gd name="connsiteX4" fmla="*/ 681926 w 1215300"/>
                  <a:gd name="connsiteY4" fmla="*/ 433956 h 433956"/>
                  <a:gd name="connsiteX5" fmla="*/ 867905 w 1215300"/>
                  <a:gd name="connsiteY5" fmla="*/ 7752 h 433956"/>
                  <a:gd name="connsiteX6" fmla="*/ 1061634 w 1215300"/>
                  <a:gd name="connsiteY6" fmla="*/ 430081 h 433956"/>
                  <a:gd name="connsiteX7" fmla="*/ 1215300 w 1215300"/>
                  <a:gd name="connsiteY7" fmla="*/ 200945 h 43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5300" h="433956">
                    <a:moveTo>
                      <a:pt x="0" y="228603"/>
                    </a:moveTo>
                    <a:cubicBezTo>
                      <a:pt x="33580" y="152403"/>
                      <a:pt x="49079" y="1294"/>
                      <a:pt x="100739" y="3"/>
                    </a:cubicBezTo>
                    <a:cubicBezTo>
                      <a:pt x="152399" y="-1288"/>
                      <a:pt x="223434" y="428790"/>
                      <a:pt x="286719" y="430081"/>
                    </a:cubicBezTo>
                    <a:cubicBezTo>
                      <a:pt x="350004" y="431372"/>
                      <a:pt x="414580" y="7106"/>
                      <a:pt x="480448" y="7752"/>
                    </a:cubicBezTo>
                    <a:cubicBezTo>
                      <a:pt x="546316" y="8398"/>
                      <a:pt x="617350" y="433956"/>
                      <a:pt x="681926" y="433956"/>
                    </a:cubicBezTo>
                    <a:cubicBezTo>
                      <a:pt x="746502" y="433956"/>
                      <a:pt x="804620" y="8398"/>
                      <a:pt x="867905" y="7752"/>
                    </a:cubicBezTo>
                    <a:cubicBezTo>
                      <a:pt x="931190" y="7106"/>
                      <a:pt x="1003735" y="397882"/>
                      <a:pt x="1061634" y="430081"/>
                    </a:cubicBezTo>
                    <a:cubicBezTo>
                      <a:pt x="1119533" y="462280"/>
                      <a:pt x="1190142" y="281793"/>
                      <a:pt x="1215300" y="20094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0" name="Slide Number Placeholder 9">
            <a:extLst>
              <a:ext uri="{FF2B5EF4-FFF2-40B4-BE49-F238E27FC236}">
                <a16:creationId xmlns:a16="http://schemas.microsoft.com/office/drawing/2014/main" xmlns="" id="{70F3B0C8-9BB5-1CF3-9B79-E287F312E040}"/>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11</a:t>
            </a:fld>
            <a:endParaRPr lang="en-US" dirty="0"/>
          </a:p>
        </p:txBody>
      </p:sp>
    </p:spTree>
    <p:extLst>
      <p:ext uri="{BB962C8B-B14F-4D97-AF65-F5344CB8AC3E}">
        <p14:creationId xmlns:p14="http://schemas.microsoft.com/office/powerpoint/2010/main" val="1742472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
                                            <p:txEl>
                                              <p:pRg st="1" end="1"/>
                                            </p:txEl>
                                          </p:spTgt>
                                        </p:tgtEl>
                                        <p:attrNameLst>
                                          <p:attrName>style.visibility</p:attrName>
                                        </p:attrNameLst>
                                      </p:cBhvr>
                                      <p:to>
                                        <p:strVal val="visible"/>
                                      </p:to>
                                    </p:set>
                                    <p:animEffect transition="in" filter="dissolve">
                                      <p:cBhvr>
                                        <p:cTn id="7" dur="500"/>
                                        <p:tgtEl>
                                          <p:spTgt spid="106">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06">
                                            <p:txEl>
                                              <p:pRg st="2" end="2"/>
                                            </p:txEl>
                                          </p:spTgt>
                                        </p:tgtEl>
                                        <p:attrNameLst>
                                          <p:attrName>style.visibility</p:attrName>
                                        </p:attrNameLst>
                                      </p:cBhvr>
                                      <p:to>
                                        <p:strVal val="visible"/>
                                      </p:to>
                                    </p:set>
                                    <p:animEffect transition="in" filter="dissolve">
                                      <p:cBhvr>
                                        <p:cTn id="10" dur="500"/>
                                        <p:tgtEl>
                                          <p:spTgt spid="106">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06">
                                            <p:txEl>
                                              <p:pRg st="3" end="3"/>
                                            </p:txEl>
                                          </p:spTgt>
                                        </p:tgtEl>
                                        <p:attrNameLst>
                                          <p:attrName>style.visibility</p:attrName>
                                        </p:attrNameLst>
                                      </p:cBhvr>
                                      <p:to>
                                        <p:strVal val="visible"/>
                                      </p:to>
                                    </p:set>
                                    <p:animEffect transition="in" filter="dissolve">
                                      <p:cBhvr>
                                        <p:cTn id="13" dur="500"/>
                                        <p:tgtEl>
                                          <p:spTgt spid="10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dissolve">
                                      <p:cBhvr>
                                        <p:cTn id="18" dur="500"/>
                                        <p:tgtEl>
                                          <p:spTgt spid="3"/>
                                        </p:tgtEl>
                                      </p:cBhvr>
                                    </p:animEffect>
                                  </p:childTnLst>
                                </p:cTn>
                              </p:par>
                              <p:par>
                                <p:cTn id="19" presetID="9" presetClass="entr" presetSubtype="0" fill="hold" nodeType="withEffect">
                                  <p:stCondLst>
                                    <p:cond delay="0"/>
                                  </p:stCondLst>
                                  <p:childTnLst>
                                    <p:set>
                                      <p:cBhvr>
                                        <p:cTn id="20" dur="1" fill="hold">
                                          <p:stCondLst>
                                            <p:cond delay="0"/>
                                          </p:stCondLst>
                                        </p:cTn>
                                        <p:tgtEl>
                                          <p:spTgt spid="106">
                                            <p:txEl>
                                              <p:pRg st="4" end="4"/>
                                            </p:txEl>
                                          </p:spTgt>
                                        </p:tgtEl>
                                        <p:attrNameLst>
                                          <p:attrName>style.visibility</p:attrName>
                                        </p:attrNameLst>
                                      </p:cBhvr>
                                      <p:to>
                                        <p:strVal val="visible"/>
                                      </p:to>
                                    </p:set>
                                    <p:animEffect transition="in" filter="dissolve">
                                      <p:cBhvr>
                                        <p:cTn id="21" dur="500"/>
                                        <p:tgtEl>
                                          <p:spTgt spid="1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sz="4000" b="0" dirty="0"/>
              <a:t>Random access protocols</a:t>
            </a:r>
          </a:p>
        </p:txBody>
      </p:sp>
      <p:sp>
        <p:nvSpPr>
          <p:cNvPr id="36" name="Rectangle 3">
            <a:extLst>
              <a:ext uri="{FF2B5EF4-FFF2-40B4-BE49-F238E27FC236}">
                <a16:creationId xmlns:a16="http://schemas.microsoft.com/office/drawing/2014/main" xmlns="" id="{0F0D1BE9-A129-4E48-8684-AB67559565A2}"/>
              </a:ext>
            </a:extLst>
          </p:cNvPr>
          <p:cNvSpPr txBox="1">
            <a:spLocks noChangeArrowheads="1"/>
          </p:cNvSpPr>
          <p:nvPr/>
        </p:nvSpPr>
        <p:spPr>
          <a:xfrm>
            <a:off x="799736" y="1280077"/>
            <a:ext cx="6376316" cy="541938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prstClr val="black"/>
                </a:solidFill>
                <a:effectLst/>
                <a:uLnTx/>
                <a:uFillTx/>
                <a:latin typeface="+mj-lt"/>
                <a:cs typeface="+mn-cs"/>
              </a:rPr>
              <a:t>when node has packet to send</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cs typeface="+mn-cs"/>
              </a:rPr>
              <a:t>transmit at full channel data rate R</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cs typeface="+mn-cs"/>
              </a:rPr>
              <a:t>no </a:t>
            </a:r>
            <a:r>
              <a:rPr kumimoji="0" lang="en-US" b="0" i="1" u="none" strike="noStrike" kern="1200" cap="none" spc="0" normalizeH="0" baseline="0" noProof="0" dirty="0">
                <a:ln>
                  <a:noFill/>
                </a:ln>
                <a:solidFill>
                  <a:prstClr val="black"/>
                </a:solidFill>
                <a:effectLst/>
                <a:uLnTx/>
                <a:uFillTx/>
                <a:latin typeface="+mj-lt"/>
                <a:cs typeface="+mn-cs"/>
              </a:rPr>
              <a:t>a priori</a:t>
            </a:r>
            <a:r>
              <a:rPr kumimoji="0" lang="en-US" b="0" i="0" u="none" strike="noStrike" kern="1200" cap="none" spc="0" normalizeH="0" baseline="0" noProof="0" dirty="0">
                <a:ln>
                  <a:noFill/>
                </a:ln>
                <a:solidFill>
                  <a:prstClr val="black"/>
                </a:solidFill>
                <a:effectLst/>
                <a:uLnTx/>
                <a:uFillTx/>
                <a:latin typeface="+mj-lt"/>
                <a:cs typeface="+mn-cs"/>
              </a:rPr>
              <a:t> coordination among nodes</a:t>
            </a:r>
          </a:p>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prstClr val="black"/>
                </a:solidFill>
                <a:effectLst/>
                <a:uLnTx/>
                <a:uFillTx/>
                <a:latin typeface="+mj-lt"/>
                <a:cs typeface="+mn-cs"/>
              </a:rPr>
              <a:t>two or more transmitting nodes: </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cs typeface="+mn-cs"/>
              </a:rPr>
              <a:t>collision</a:t>
            </a:r>
            <a:r>
              <a:rPr kumimoji="0" lang="en-US" altLang="ja-JP"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b="0" i="0" u="none" strike="noStrike" kern="1200" cap="none" spc="0" normalizeH="0" baseline="0" noProof="0" dirty="0">
                <a:ln>
                  <a:noFill/>
                </a:ln>
                <a:solidFill>
                  <a:prstClr val="black"/>
                </a:solidFill>
                <a:effectLst/>
                <a:uLnTx/>
                <a:uFillTx/>
                <a:latin typeface="+mj-lt"/>
                <a:cs typeface="+mn-cs"/>
              </a:rPr>
              <a:t> </a:t>
            </a:r>
          </a:p>
        </p:txBody>
      </p:sp>
      <p:sp>
        <p:nvSpPr>
          <p:cNvPr id="5" name="Rectangle 3">
            <a:extLst>
              <a:ext uri="{FF2B5EF4-FFF2-40B4-BE49-F238E27FC236}">
                <a16:creationId xmlns:a16="http://schemas.microsoft.com/office/drawing/2014/main" xmlns="" id="{83665BA5-9731-9B46-99EC-BAE8216A6FDD}"/>
              </a:ext>
            </a:extLst>
          </p:cNvPr>
          <p:cNvSpPr txBox="1">
            <a:spLocks noChangeArrowheads="1"/>
          </p:cNvSpPr>
          <p:nvPr/>
        </p:nvSpPr>
        <p:spPr>
          <a:xfrm>
            <a:off x="798443" y="3758718"/>
            <a:ext cx="11393557" cy="294074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srgbClr val="C00000"/>
                </a:solidFill>
                <a:effectLst/>
                <a:uLnTx/>
                <a:uFillTx/>
                <a:latin typeface="+mj-lt"/>
                <a:ea typeface="+mn-ea"/>
                <a:cs typeface="+mn-cs"/>
              </a:rPr>
              <a:t>random access protocol </a:t>
            </a:r>
            <a:r>
              <a:rPr kumimoji="0" lang="en-US" b="0" i="0" u="none" strike="noStrike" kern="1200" cap="none" spc="0" normalizeH="0" baseline="0" noProof="0" dirty="0">
                <a:ln>
                  <a:noFill/>
                </a:ln>
                <a:solidFill>
                  <a:prstClr val="black"/>
                </a:solidFill>
                <a:effectLst/>
                <a:uLnTx/>
                <a:uFillTx/>
                <a:latin typeface="+mj-lt"/>
                <a:ea typeface="+mn-ea"/>
                <a:cs typeface="+mn-cs"/>
              </a:rPr>
              <a:t>specifies: </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how to detect collisions</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how to recover from collisions (e.g., via delayed retransmissions)</a:t>
            </a:r>
          </a:p>
          <a:p>
            <a:pPr marL="287338" marR="0" lvl="0" indent="-274638" algn="l" defTabSz="914400" rtl="0" eaLnBrk="1" fontAlgn="auto" latinLnBrk="0" hangingPunct="1">
              <a:lnSpc>
                <a:spcPct val="85000"/>
              </a:lnSpc>
              <a:spcBef>
                <a:spcPts val="1000"/>
              </a:spcBef>
              <a:spcAft>
                <a:spcPts val="0"/>
              </a:spcAft>
              <a:buClr>
                <a:srgbClr val="0000A3"/>
              </a:buClr>
              <a:buSzTx/>
              <a:buFont typeface="Wingdings" pitchFamily="2" charset="2"/>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examples of random</a:t>
            </a:r>
            <a:r>
              <a:rPr kumimoji="0" lang="en-US" b="0" i="0" u="none" strike="noStrike" kern="1200" cap="none" spc="0" normalizeH="0" noProof="0" dirty="0">
                <a:ln>
                  <a:noFill/>
                </a:ln>
                <a:solidFill>
                  <a:prstClr val="black"/>
                </a:solidFill>
                <a:effectLst/>
                <a:uLnTx/>
                <a:uFillTx/>
                <a:latin typeface="+mj-lt"/>
                <a:ea typeface="+mn-ea"/>
                <a:cs typeface="+mn-cs"/>
              </a:rPr>
              <a:t> </a:t>
            </a:r>
            <a:r>
              <a:rPr kumimoji="0" lang="en-US" b="0" i="0" u="none" strike="noStrike" kern="1200" cap="none" spc="0" normalizeH="0" baseline="0" noProof="0" dirty="0">
                <a:ln>
                  <a:noFill/>
                </a:ln>
                <a:solidFill>
                  <a:prstClr val="black"/>
                </a:solidFill>
                <a:effectLst/>
                <a:uLnTx/>
                <a:uFillTx/>
                <a:latin typeface="+mj-lt"/>
                <a:ea typeface="+mn-ea"/>
                <a:cs typeface="+mn-cs"/>
              </a:rPr>
              <a:t>access MAC protocols:</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ALOHA, slotted ALOHA</a:t>
            </a:r>
          </a:p>
          <a:p>
            <a:pPr marL="695325" marR="0" lvl="1" indent="-231775" algn="l" defTabSz="914400" rtl="0" eaLnBrk="1" fontAlgn="auto" latinLnBrk="0" hangingPunct="1">
              <a:lnSpc>
                <a:spcPct val="85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CSMA, CSMA/CD, CSMA/CA</a:t>
            </a:r>
          </a:p>
        </p:txBody>
      </p:sp>
      <p:sp>
        <p:nvSpPr>
          <p:cNvPr id="7" name="Slide Number Placeholder 6">
            <a:extLst>
              <a:ext uri="{FF2B5EF4-FFF2-40B4-BE49-F238E27FC236}">
                <a16:creationId xmlns:a16="http://schemas.microsoft.com/office/drawing/2014/main" xmlns="" id="{A26D224C-9EA7-AE8B-F8ED-833FAA42B12C}"/>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12</a:t>
            </a:fld>
            <a:endParaRPr lang="en-US" dirty="0"/>
          </a:p>
        </p:txBody>
      </p:sp>
    </p:spTree>
    <p:extLst>
      <p:ext uri="{BB962C8B-B14F-4D97-AF65-F5344CB8AC3E}">
        <p14:creationId xmlns:p14="http://schemas.microsoft.com/office/powerpoint/2010/main" val="348494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dissolve">
                                      <p:cBhvr>
                                        <p:cTn id="7" dur="500"/>
                                        <p:tgtEl>
                                          <p:spTgt spid="3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6">
                                            <p:txEl>
                                              <p:pRg st="1" end="1"/>
                                            </p:txEl>
                                          </p:spTgt>
                                        </p:tgtEl>
                                        <p:attrNameLst>
                                          <p:attrName>style.visibility</p:attrName>
                                        </p:attrNameLst>
                                      </p:cBhvr>
                                      <p:to>
                                        <p:strVal val="visible"/>
                                      </p:to>
                                    </p:set>
                                    <p:animEffect transition="in" filter="dissolve">
                                      <p:cBhvr>
                                        <p:cTn id="10" dur="500"/>
                                        <p:tgtEl>
                                          <p:spTgt spid="36">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6">
                                            <p:txEl>
                                              <p:pRg st="2" end="2"/>
                                            </p:txEl>
                                          </p:spTgt>
                                        </p:tgtEl>
                                        <p:attrNameLst>
                                          <p:attrName>style.visibility</p:attrName>
                                        </p:attrNameLst>
                                      </p:cBhvr>
                                      <p:to>
                                        <p:strVal val="visible"/>
                                      </p:to>
                                    </p:set>
                                    <p:animEffect transition="in" filter="dissolve">
                                      <p:cBhvr>
                                        <p:cTn id="13" dur="500"/>
                                        <p:tgtEl>
                                          <p:spTgt spid="3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6">
                                            <p:txEl>
                                              <p:pRg st="3" end="3"/>
                                            </p:txEl>
                                          </p:spTgt>
                                        </p:tgtEl>
                                        <p:attrNameLst>
                                          <p:attrName>style.visibility</p:attrName>
                                        </p:attrNameLst>
                                      </p:cBhvr>
                                      <p:to>
                                        <p:strVal val="visible"/>
                                      </p:to>
                                    </p:set>
                                    <p:animEffect transition="in" filter="dissolve">
                                      <p:cBhvr>
                                        <p:cTn id="18" dur="500"/>
                                        <p:tgtEl>
                                          <p:spTgt spid="3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dissolve">
                                      <p:cBhvr>
                                        <p:cTn id="23" dur="500"/>
                                        <p:tgtEl>
                                          <p:spTgt spid="5">
                                            <p:txEl>
                                              <p:pRg st="0" end="0"/>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animEffect transition="in" filter="dissolve">
                                      <p:cBhvr>
                                        <p:cTn id="26" dur="500"/>
                                        <p:tgtEl>
                                          <p:spTgt spid="5">
                                            <p:txEl>
                                              <p:pRg st="1" end="1"/>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dissolve">
                                      <p:cBhvr>
                                        <p:cTn id="29" dur="500"/>
                                        <p:tgtEl>
                                          <p:spTgt spid="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dissolve">
                                      <p:cBhvr>
                                        <p:cTn id="34" dur="500"/>
                                        <p:tgtEl>
                                          <p:spTgt spid="5">
                                            <p:txEl>
                                              <p:pRg st="3" end="3"/>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dissolve">
                                      <p:cBhvr>
                                        <p:cTn id="37" dur="500"/>
                                        <p:tgtEl>
                                          <p:spTgt spid="5">
                                            <p:txEl>
                                              <p:pRg st="4" end="4"/>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5">
                                            <p:txEl>
                                              <p:pRg st="5" end="5"/>
                                            </p:txEl>
                                          </p:spTgt>
                                        </p:tgtEl>
                                        <p:attrNameLst>
                                          <p:attrName>style.visibility</p:attrName>
                                        </p:attrNameLst>
                                      </p:cBhvr>
                                      <p:to>
                                        <p:strVal val="visible"/>
                                      </p:to>
                                    </p:set>
                                    <p:animEffect transition="in" filter="dissolve">
                                      <p:cBhvr>
                                        <p:cTn id="4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mn-lt"/>
              </a:rPr>
              <a:t>CSMA (carrier sense multiple access)</a:t>
            </a:r>
            <a:endParaRPr lang="en-US" sz="4400" b="0" dirty="0">
              <a:latin typeface="+mn-lt"/>
            </a:endParaRPr>
          </a:p>
        </p:txBody>
      </p:sp>
      <p:sp>
        <p:nvSpPr>
          <p:cNvPr id="25" name="Rectangle 3">
            <a:extLst>
              <a:ext uri="{FF2B5EF4-FFF2-40B4-BE49-F238E27FC236}">
                <a16:creationId xmlns:a16="http://schemas.microsoft.com/office/drawing/2014/main" xmlns="" id="{5E7A0B0F-2486-9640-B03D-72DF37C159B4}"/>
              </a:ext>
            </a:extLst>
          </p:cNvPr>
          <p:cNvSpPr txBox="1">
            <a:spLocks noChangeArrowheads="1"/>
          </p:cNvSpPr>
          <p:nvPr/>
        </p:nvSpPr>
        <p:spPr>
          <a:xfrm>
            <a:off x="1075221" y="1383818"/>
            <a:ext cx="10295145" cy="2220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b="0" i="0" u="none" strike="noStrike" kern="1200" cap="none" spc="0" normalizeH="0" baseline="0" noProof="0" dirty="0">
                <a:ln>
                  <a:noFill/>
                </a:ln>
                <a:solidFill>
                  <a:prstClr val="black"/>
                </a:solidFill>
                <a:effectLst/>
                <a:uLnTx/>
                <a:uFillTx/>
                <a:latin typeface="+mj-lt"/>
                <a:cs typeface="+mn-cs"/>
              </a:rPr>
              <a:t>simple </a:t>
            </a:r>
            <a:r>
              <a:rPr kumimoji="0" lang="en-US" b="0" i="0" u="none" strike="noStrike" kern="1200" cap="none" spc="0" normalizeH="0" baseline="0" noProof="0" dirty="0">
                <a:ln>
                  <a:noFill/>
                </a:ln>
                <a:solidFill>
                  <a:srgbClr val="C00000"/>
                </a:solidFill>
                <a:effectLst/>
                <a:uLnTx/>
                <a:uFillTx/>
                <a:latin typeface="+mj-lt"/>
                <a:cs typeface="+mn-cs"/>
              </a:rPr>
              <a:t>CSMA:</a:t>
            </a:r>
            <a:r>
              <a:rPr kumimoji="0" lang="en-US" sz="2400" b="0" i="0" u="none" strike="noStrike" kern="1200" cap="none" spc="0" normalizeH="0" baseline="0" noProof="0" dirty="0">
                <a:ln>
                  <a:noFill/>
                </a:ln>
                <a:solidFill>
                  <a:srgbClr val="C00000"/>
                </a:solidFill>
                <a:effectLst/>
                <a:uLnTx/>
                <a:uFillTx/>
                <a:latin typeface="+mj-lt"/>
                <a:cs typeface="+mn-cs"/>
              </a:rPr>
              <a:t> </a:t>
            </a:r>
            <a:r>
              <a:rPr kumimoji="0" lang="en-US" sz="2400" b="0" i="0" u="none" strike="noStrike" kern="1200" cap="none" spc="0" normalizeH="0" baseline="0" noProof="0" dirty="0">
                <a:ln>
                  <a:noFill/>
                </a:ln>
                <a:solidFill>
                  <a:prstClr val="black"/>
                </a:solidFill>
                <a:effectLst/>
                <a:uLnTx/>
                <a:uFillTx/>
                <a:latin typeface="+mj-lt"/>
                <a:cs typeface="+mn-cs"/>
              </a:rPr>
              <a:t>listen before transmit: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srgbClr val="000099"/>
                </a:solidFill>
                <a:effectLst/>
                <a:uLnTx/>
                <a:uFillTx/>
                <a:latin typeface="+mj-lt"/>
                <a:cs typeface="+mn-cs"/>
              </a:rPr>
              <a:t>if channel sensed idle:</a:t>
            </a:r>
            <a:r>
              <a:rPr kumimoji="0" lang="en-US" b="0" i="0" u="none" strike="noStrike" kern="1200" cap="none" spc="0" normalizeH="0" baseline="0" noProof="0" dirty="0">
                <a:ln>
                  <a:noFill/>
                </a:ln>
                <a:solidFill>
                  <a:prstClr val="black"/>
                </a:solidFill>
                <a:effectLst/>
                <a:uLnTx/>
                <a:uFillTx/>
                <a:latin typeface="+mj-lt"/>
                <a:cs typeface="+mn-cs"/>
              </a:rPr>
              <a:t> transmit entire frame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srgbClr val="000099"/>
                </a:solidFill>
                <a:effectLst/>
                <a:uLnTx/>
                <a:uFillTx/>
                <a:latin typeface="+mj-lt"/>
                <a:cs typeface="+mn-cs"/>
              </a:rPr>
              <a:t>if channel sensed busy:</a:t>
            </a:r>
            <a:r>
              <a:rPr kumimoji="0" lang="en-US" b="0" i="0" u="none" strike="noStrike" kern="1200" cap="none" spc="0" normalizeH="0" baseline="0" noProof="0" dirty="0">
                <a:ln>
                  <a:noFill/>
                </a:ln>
                <a:solidFill>
                  <a:prstClr val="black"/>
                </a:solidFill>
                <a:effectLst/>
                <a:uLnTx/>
                <a:uFillTx/>
                <a:latin typeface="+mj-lt"/>
                <a:cs typeface="+mn-cs"/>
              </a:rPr>
              <a:t> defer transmission </a:t>
            </a:r>
            <a:endParaRPr kumimoji="0" lang="en-US" sz="2000" b="0" i="0" u="none" strike="noStrike" kern="1200" cap="none" spc="0" normalizeH="0" baseline="0" noProof="0" dirty="0">
              <a:ln>
                <a:noFill/>
              </a:ln>
              <a:solidFill>
                <a:prstClr val="black"/>
              </a:solidFill>
              <a:effectLst/>
              <a:uLnTx/>
              <a:uFillTx/>
              <a:latin typeface="+mj-lt"/>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cs typeface="+mn-cs"/>
              </a:rPr>
              <a:t>human analogy: </a:t>
            </a:r>
            <a:r>
              <a:rPr kumimoji="0" lang="en-US" sz="2400" b="0" i="0" u="sng" strike="noStrike" kern="1200" cap="none" spc="0" normalizeH="0" baseline="0" noProof="0" dirty="0">
                <a:ln>
                  <a:noFill/>
                </a:ln>
                <a:solidFill>
                  <a:prstClr val="black"/>
                </a:solidFill>
                <a:effectLst/>
                <a:uLnTx/>
                <a:uFillTx/>
                <a:latin typeface="+mj-lt"/>
                <a:cs typeface="+mn-cs"/>
              </a:rPr>
              <a:t>don</a:t>
            </a:r>
            <a:r>
              <a:rPr kumimoji="0" lang="ja-JP" altLang="en-US" sz="2400" b="0" i="0" u="sng"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sz="2400" b="0" i="0" u="sng" strike="noStrike" kern="1200" cap="none" spc="0" normalizeH="0" baseline="0" noProof="0" dirty="0">
                <a:ln>
                  <a:noFill/>
                </a:ln>
                <a:solidFill>
                  <a:prstClr val="black"/>
                </a:solidFill>
                <a:effectLst/>
                <a:uLnTx/>
                <a:uFillTx/>
                <a:latin typeface="+mj-lt"/>
                <a:cs typeface="+mn-cs"/>
              </a:rPr>
              <a:t>t interrupt others!</a:t>
            </a:r>
          </a:p>
        </p:txBody>
      </p:sp>
      <p:sp>
        <p:nvSpPr>
          <p:cNvPr id="26" name="Rectangle 3">
            <a:extLst>
              <a:ext uri="{FF2B5EF4-FFF2-40B4-BE49-F238E27FC236}">
                <a16:creationId xmlns:a16="http://schemas.microsoft.com/office/drawing/2014/main" xmlns="" id="{2C4025D2-3728-874E-8B17-43AA7C121C2A}"/>
              </a:ext>
            </a:extLst>
          </p:cNvPr>
          <p:cNvSpPr txBox="1">
            <a:spLocks noChangeArrowheads="1"/>
          </p:cNvSpPr>
          <p:nvPr/>
        </p:nvSpPr>
        <p:spPr>
          <a:xfrm>
            <a:off x="1078879" y="3646626"/>
            <a:ext cx="10158964" cy="266140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b="0" i="0" u="none" strike="noStrike" kern="1200" cap="none" spc="0" normalizeH="0" baseline="0" noProof="0" dirty="0">
                <a:ln>
                  <a:noFill/>
                </a:ln>
                <a:solidFill>
                  <a:srgbClr val="C00000"/>
                </a:solidFill>
                <a:effectLst/>
                <a:uLnTx/>
                <a:uFillTx/>
                <a:latin typeface="+mj-lt"/>
                <a:ea typeface="+mn-ea"/>
                <a:cs typeface="+mn-cs"/>
              </a:rPr>
              <a:t>CSMA/CD:</a:t>
            </a:r>
            <a:r>
              <a:rPr kumimoji="0" lang="en-US" sz="2400" b="0" i="0" u="none" strike="noStrike" kern="1200" cap="none" spc="0" normalizeH="0" baseline="0" noProof="0" dirty="0">
                <a:ln>
                  <a:noFill/>
                </a:ln>
                <a:solidFill>
                  <a:srgbClr val="C00000"/>
                </a:solidFill>
                <a:effectLst/>
                <a:uLnTx/>
                <a:uFillTx/>
                <a:latin typeface="+mj-lt"/>
                <a:ea typeface="+mn-ea"/>
                <a:cs typeface="+mn-cs"/>
              </a:rPr>
              <a:t> </a:t>
            </a:r>
            <a:r>
              <a:rPr kumimoji="0" lang="en-US" b="0" i="0" u="none" strike="noStrike" kern="1200" cap="none" spc="0" normalizeH="0" baseline="0" noProof="0" dirty="0">
                <a:ln>
                  <a:noFill/>
                </a:ln>
                <a:solidFill>
                  <a:prstClr val="black"/>
                </a:solidFill>
                <a:effectLst/>
                <a:uLnTx/>
                <a:uFillTx/>
                <a:latin typeface="+mj-lt"/>
                <a:ea typeface="+mn-ea"/>
                <a:cs typeface="+mn-cs"/>
              </a:rPr>
              <a:t>CSMA with </a:t>
            </a:r>
            <a:r>
              <a:rPr kumimoji="0" lang="en-US" b="0" i="1" u="none" strike="noStrike" kern="1200" cap="none" spc="0" normalizeH="0" baseline="0" noProof="0" dirty="0">
                <a:ln>
                  <a:noFill/>
                </a:ln>
                <a:solidFill>
                  <a:srgbClr val="0000A8"/>
                </a:solidFill>
                <a:effectLst/>
                <a:uLnTx/>
                <a:uFillTx/>
                <a:latin typeface="+mj-lt"/>
                <a:ea typeface="+mn-ea"/>
                <a:cs typeface="+mn-cs"/>
              </a:rPr>
              <a:t>collision detection</a:t>
            </a:r>
            <a:endParaRPr kumimoji="0" lang="en-US" sz="2400" b="0" i="1" u="none" strike="noStrike" kern="1200" cap="none" spc="0" normalizeH="0" baseline="0" noProof="0" dirty="0">
              <a:ln>
                <a:noFill/>
              </a:ln>
              <a:solidFill>
                <a:srgbClr val="0000A8"/>
              </a:solidFill>
              <a:effectLst/>
              <a:uLnTx/>
              <a:uFillTx/>
              <a:latin typeface="+mj-lt"/>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collisions </a:t>
            </a:r>
            <a:r>
              <a:rPr kumimoji="0" lang="en-US" b="0" i="1" u="none" strike="noStrike" kern="1200" cap="none" spc="0" normalizeH="0" baseline="0" noProof="0" dirty="0">
                <a:ln>
                  <a:noFill/>
                </a:ln>
                <a:solidFill>
                  <a:prstClr val="black"/>
                </a:solidFill>
                <a:effectLst/>
                <a:uLnTx/>
                <a:uFillTx/>
                <a:latin typeface="+mj-lt"/>
                <a:ea typeface="+mn-ea"/>
                <a:cs typeface="+mn-cs"/>
              </a:rPr>
              <a:t>detected</a:t>
            </a:r>
            <a:r>
              <a:rPr kumimoji="0" lang="en-US" b="0" i="0" u="none" strike="noStrike" kern="1200" cap="none" spc="0" normalizeH="0" baseline="0" noProof="0" dirty="0">
                <a:ln>
                  <a:noFill/>
                </a:ln>
                <a:solidFill>
                  <a:prstClr val="black"/>
                </a:solidFill>
                <a:effectLst/>
                <a:uLnTx/>
                <a:uFillTx/>
                <a:latin typeface="+mj-lt"/>
                <a:ea typeface="+mn-ea"/>
                <a:cs typeface="+mn-cs"/>
              </a:rPr>
              <a:t> within short time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colliding transmissions aborted, reducing channel wastage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mj-lt"/>
                <a:ea typeface="+mn-ea"/>
                <a:cs typeface="+mn-cs"/>
              </a:rPr>
              <a:t>collision detection easy in wired, difficult with wireless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mj-lt"/>
                <a:ea typeface="+mn-ea"/>
                <a:cs typeface="+mn-cs"/>
              </a:rPr>
              <a:t>human analogy: </a:t>
            </a:r>
            <a:r>
              <a:rPr kumimoji="0" lang="en-US" sz="2400" b="0" i="0" u="sng" strike="noStrike" kern="1200" cap="none" spc="0" normalizeH="0" baseline="0" noProof="0" dirty="0">
                <a:ln>
                  <a:noFill/>
                </a:ln>
                <a:solidFill>
                  <a:prstClr val="black"/>
                </a:solidFill>
                <a:effectLst/>
                <a:uLnTx/>
                <a:uFillTx/>
                <a:latin typeface="+mj-lt"/>
                <a:ea typeface="+mn-ea"/>
                <a:cs typeface="+mn-cs"/>
              </a:rPr>
              <a:t>the polite conversationalist </a:t>
            </a:r>
          </a:p>
        </p:txBody>
      </p:sp>
      <p:sp>
        <p:nvSpPr>
          <p:cNvPr id="6" name="Slide Number Placeholder 5">
            <a:extLst>
              <a:ext uri="{FF2B5EF4-FFF2-40B4-BE49-F238E27FC236}">
                <a16:creationId xmlns:a16="http://schemas.microsoft.com/office/drawing/2014/main" xmlns="" id="{FAFCF407-DCFF-95F3-6681-02BEA9C63079}"/>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13</a:t>
            </a:fld>
            <a:endParaRPr lang="en-US" dirty="0"/>
          </a:p>
        </p:txBody>
      </p:sp>
    </p:spTree>
    <p:extLst>
      <p:ext uri="{BB962C8B-B14F-4D97-AF65-F5344CB8AC3E}">
        <p14:creationId xmlns:p14="http://schemas.microsoft.com/office/powerpoint/2010/main" val="67741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xEl>
                                              <p:pRg st="3" end="3"/>
                                            </p:txEl>
                                          </p:spTgt>
                                        </p:tgtEl>
                                        <p:attrNameLst>
                                          <p:attrName>style.visibility</p:attrName>
                                        </p:attrNameLst>
                                      </p:cBhvr>
                                      <p:to>
                                        <p:strVal val="visible"/>
                                      </p:to>
                                    </p:set>
                                    <p:animEffect transition="in" filter="dissolve">
                                      <p:cBhvr>
                                        <p:cTn id="7" dur="500"/>
                                        <p:tgtEl>
                                          <p:spTgt spid="2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dissolve">
                                      <p:cBhvr>
                                        <p:cTn id="12" dur="500"/>
                                        <p:tgtEl>
                                          <p:spTgt spid="26">
                                            <p:txEl>
                                              <p:pRg st="0" end="0"/>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6">
                                            <p:txEl>
                                              <p:pRg st="1" end="1"/>
                                            </p:txEl>
                                          </p:spTgt>
                                        </p:tgtEl>
                                        <p:attrNameLst>
                                          <p:attrName>style.visibility</p:attrName>
                                        </p:attrNameLst>
                                      </p:cBhvr>
                                      <p:to>
                                        <p:strVal val="visible"/>
                                      </p:to>
                                    </p:set>
                                    <p:animEffect transition="in" filter="dissolve">
                                      <p:cBhvr>
                                        <p:cTn id="15" dur="500"/>
                                        <p:tgtEl>
                                          <p:spTgt spid="26">
                                            <p:txEl>
                                              <p:pRg st="1" end="1"/>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6">
                                            <p:txEl>
                                              <p:pRg st="2" end="2"/>
                                            </p:txEl>
                                          </p:spTgt>
                                        </p:tgtEl>
                                        <p:attrNameLst>
                                          <p:attrName>style.visibility</p:attrName>
                                        </p:attrNameLst>
                                      </p:cBhvr>
                                      <p:to>
                                        <p:strVal val="visible"/>
                                      </p:to>
                                    </p:set>
                                    <p:animEffect transition="in" filter="dissolve">
                                      <p:cBhvr>
                                        <p:cTn id="18" dur="500"/>
                                        <p:tgtEl>
                                          <p:spTgt spid="26">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26">
                                            <p:txEl>
                                              <p:pRg st="3" end="3"/>
                                            </p:txEl>
                                          </p:spTgt>
                                        </p:tgtEl>
                                        <p:attrNameLst>
                                          <p:attrName>style.visibility</p:attrName>
                                        </p:attrNameLst>
                                      </p:cBhvr>
                                      <p:to>
                                        <p:strVal val="visible"/>
                                      </p:to>
                                    </p:set>
                                    <p:animEffect transition="in" filter="dissolve">
                                      <p:cBhvr>
                                        <p:cTn id="21" dur="500"/>
                                        <p:tgtEl>
                                          <p:spTgt spid="26">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6">
                                            <p:txEl>
                                              <p:pRg st="4" end="4"/>
                                            </p:txEl>
                                          </p:spTgt>
                                        </p:tgtEl>
                                        <p:attrNameLst>
                                          <p:attrName>style.visibility</p:attrName>
                                        </p:attrNameLst>
                                      </p:cBhvr>
                                      <p:to>
                                        <p:strVal val="visible"/>
                                      </p:to>
                                    </p:set>
                                    <p:animEffect transition="in" filter="dissolve">
                                      <p:cBhvr>
                                        <p:cTn id="26"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mn-lt"/>
              </a:rPr>
              <a:t>CSMA: collisions</a:t>
            </a:r>
            <a:endParaRPr lang="en-US" sz="4400" b="0" dirty="0">
              <a:latin typeface="+mn-lt"/>
            </a:endParaRPr>
          </a:p>
        </p:txBody>
      </p:sp>
      <p:sp>
        <p:nvSpPr>
          <p:cNvPr id="6" name="Rectangle 9">
            <a:extLst>
              <a:ext uri="{FF2B5EF4-FFF2-40B4-BE49-F238E27FC236}">
                <a16:creationId xmlns:a16="http://schemas.microsoft.com/office/drawing/2014/main" xmlns="" id="{58A3876E-869D-8249-AD44-8C126ECC71E2}"/>
              </a:ext>
            </a:extLst>
          </p:cNvPr>
          <p:cNvSpPr txBox="1">
            <a:spLocks noChangeArrowheads="1"/>
          </p:cNvSpPr>
          <p:nvPr/>
        </p:nvSpPr>
        <p:spPr>
          <a:xfrm>
            <a:off x="944217" y="1520687"/>
            <a:ext cx="5536096"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0013A3"/>
                </a:solidFill>
                <a:effectLst/>
                <a:uLnTx/>
                <a:uFillTx/>
                <a:latin typeface="+mj-lt"/>
                <a:cs typeface="+mn-cs"/>
              </a:rPr>
              <a:t>collisions </a:t>
            </a:r>
            <a:r>
              <a:rPr kumimoji="0" lang="en-US" sz="2800" b="0" u="none" strike="noStrike" kern="1200" cap="none" spc="0" normalizeH="0" baseline="0" noProof="0" dirty="0">
                <a:ln>
                  <a:noFill/>
                </a:ln>
                <a:solidFill>
                  <a:srgbClr val="0013A3"/>
                </a:solidFill>
                <a:effectLst/>
                <a:uLnTx/>
                <a:uFillTx/>
                <a:latin typeface="+mj-lt"/>
                <a:cs typeface="+mn-cs"/>
              </a:rPr>
              <a:t>can</a:t>
            </a:r>
            <a:r>
              <a:rPr kumimoji="0" lang="en-US" sz="2800" b="0" i="0" u="none" strike="noStrike" kern="1200" cap="none" spc="0" normalizeH="0" baseline="0" noProof="0" dirty="0">
                <a:ln>
                  <a:noFill/>
                </a:ln>
                <a:solidFill>
                  <a:srgbClr val="0013A3"/>
                </a:solidFill>
                <a:effectLst/>
                <a:uLnTx/>
                <a:uFillTx/>
                <a:latin typeface="+mj-lt"/>
                <a:cs typeface="+mn-cs"/>
              </a:rPr>
              <a:t> </a:t>
            </a:r>
            <a:r>
              <a:rPr kumimoji="0" lang="en-US" sz="2800" b="0" i="1" u="none" strike="noStrike" kern="1200" cap="none" spc="0" normalizeH="0" baseline="0" noProof="0" dirty="0">
                <a:ln>
                  <a:noFill/>
                </a:ln>
                <a:solidFill>
                  <a:srgbClr val="0013A3"/>
                </a:solidFill>
                <a:effectLst/>
                <a:uLnTx/>
                <a:uFillTx/>
                <a:latin typeface="+mj-lt"/>
                <a:cs typeface="+mn-cs"/>
              </a:rPr>
              <a:t>still</a:t>
            </a:r>
            <a:r>
              <a:rPr kumimoji="0" lang="en-US" sz="2800" b="0" i="0" u="none" strike="noStrike" kern="1200" cap="none" spc="0" normalizeH="0" baseline="0" noProof="0" dirty="0">
                <a:ln>
                  <a:noFill/>
                </a:ln>
                <a:solidFill>
                  <a:srgbClr val="0013A3"/>
                </a:solidFill>
                <a:effectLst/>
                <a:uLnTx/>
                <a:uFillTx/>
                <a:latin typeface="+mj-lt"/>
                <a:cs typeface="+mn-cs"/>
              </a:rPr>
              <a:t> occur with carrier sensing</a:t>
            </a:r>
            <a:r>
              <a:rPr kumimoji="0" lang="en-US" sz="2800" b="0" i="0" u="none" strike="noStrike" kern="1200" cap="none" spc="0" normalizeH="0" baseline="0" noProof="0" dirty="0">
                <a:ln>
                  <a:noFill/>
                </a:ln>
                <a:solidFill>
                  <a:prstClr val="black"/>
                </a:solidFill>
                <a:effectLst/>
                <a:uLnTx/>
                <a:uFillTx/>
                <a:latin typeface="+mj-lt"/>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mj-lt"/>
                <a:cs typeface="+mn-cs"/>
              </a:rPr>
              <a:t>propagation delay </a:t>
            </a:r>
            <a:r>
              <a:rPr kumimoji="0" lang="en-US" sz="2400" b="0" i="0" u="none" strike="noStrike" kern="1200" cap="none" spc="0" normalizeH="0" baseline="0" noProof="0" dirty="0">
                <a:ln>
                  <a:noFill/>
                </a:ln>
                <a:solidFill>
                  <a:prstClr val="black"/>
                </a:solidFill>
                <a:effectLst/>
                <a:uLnTx/>
                <a:uFillTx/>
                <a:latin typeface="+mj-lt"/>
                <a:cs typeface="+mn-cs"/>
              </a:rPr>
              <a:t>means  two nodes may not hear each other</a:t>
            </a:r>
            <a:r>
              <a:rPr kumimoji="0" lang="en-US" altLang="ja-JP" sz="2400" b="0" i="0" u="none" strike="noStrike" kern="1200" cap="none" spc="0" normalizeH="0" baseline="0" noProof="0" dirty="0">
                <a:ln>
                  <a:noFill/>
                </a:ln>
                <a:solidFill>
                  <a:prstClr val="black"/>
                </a:solidFill>
                <a:effectLst/>
                <a:uLnTx/>
                <a:uFillTx/>
                <a:latin typeface="+mj-lt"/>
                <a:ea typeface="游ゴシック" panose="020B0400000000000000" pitchFamily="34" charset="-128"/>
                <a:cs typeface="+mn-cs"/>
              </a:rPr>
              <a:t>’</a:t>
            </a:r>
            <a:r>
              <a:rPr kumimoji="0" lang="en-US" sz="2400" b="0" i="0" u="none" strike="noStrike" kern="1200" cap="none" spc="0" normalizeH="0" baseline="0" noProof="0" dirty="0">
                <a:ln>
                  <a:noFill/>
                </a:ln>
                <a:solidFill>
                  <a:prstClr val="black"/>
                </a:solidFill>
                <a:effectLst/>
                <a:uLnTx/>
                <a:uFillTx/>
                <a:latin typeface="+mj-lt"/>
                <a:cs typeface="+mn-cs"/>
              </a:rPr>
              <a:t>s just-started transmission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0000A8"/>
                </a:solidFill>
                <a:effectLst/>
                <a:uLnTx/>
                <a:uFillTx/>
                <a:latin typeface="+mj-lt"/>
                <a:cs typeface="+mn-cs"/>
              </a:rPr>
              <a:t>collision: </a:t>
            </a:r>
            <a:r>
              <a:rPr kumimoji="0" lang="en-US" sz="2800" b="0" i="0" u="none" strike="noStrike" kern="1200" cap="none" spc="0" normalizeH="0" baseline="0" noProof="0" dirty="0">
                <a:ln>
                  <a:noFill/>
                </a:ln>
                <a:solidFill>
                  <a:prstClr val="black"/>
                </a:solidFill>
                <a:effectLst/>
                <a:uLnTx/>
                <a:uFillTx/>
                <a:latin typeface="+mj-lt"/>
                <a:cs typeface="+mn-cs"/>
              </a:rPr>
              <a:t>entire packet transmission time wasted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effectLst/>
                <a:uLnTx/>
                <a:uFillTx/>
                <a:latin typeface="+mj-lt"/>
                <a:cs typeface="+mn-cs"/>
              </a:rPr>
              <a:t>distance &amp; propagation delay </a:t>
            </a:r>
            <a:r>
              <a:rPr kumimoji="0" lang="en-US" sz="2400" b="0" i="0" u="none" strike="noStrike" kern="1200" cap="none" spc="0" normalizeH="0" baseline="0" noProof="0" dirty="0">
                <a:ln>
                  <a:noFill/>
                </a:ln>
                <a:solidFill>
                  <a:prstClr val="black"/>
                </a:solidFill>
                <a:effectLst/>
                <a:uLnTx/>
                <a:uFillTx/>
                <a:latin typeface="+mj-lt"/>
                <a:cs typeface="+mn-cs"/>
              </a:rPr>
              <a:t>play role in in determining collision probability</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mj-lt"/>
              <a:cs typeface="+mn-cs"/>
            </a:endParaRPr>
          </a:p>
        </p:txBody>
      </p:sp>
      <p:pic>
        <p:nvPicPr>
          <p:cNvPr id="34" name="Picture 3" descr="5">
            <a:extLst>
              <a:ext uri="{FF2B5EF4-FFF2-40B4-BE49-F238E27FC236}">
                <a16:creationId xmlns:a16="http://schemas.microsoft.com/office/drawing/2014/main" xmlns="" id="{0D5CA368-0551-4340-986D-4B213A2C76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570" y="1216371"/>
            <a:ext cx="4287837" cy="50498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Rectangle 6">
            <a:extLst>
              <a:ext uri="{FF2B5EF4-FFF2-40B4-BE49-F238E27FC236}">
                <a16:creationId xmlns:a16="http://schemas.microsoft.com/office/drawing/2014/main" xmlns="" id="{D39D6C6A-5A1A-CF45-9875-738474A4E13D}"/>
              </a:ext>
            </a:extLst>
          </p:cNvPr>
          <p:cNvSpPr>
            <a:spLocks noChangeArrowheads="1"/>
          </p:cNvSpPr>
          <p:nvPr/>
        </p:nvSpPr>
        <p:spPr bwMode="auto">
          <a:xfrm>
            <a:off x="7999482" y="778221"/>
            <a:ext cx="256857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spatial layout of nodes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6" name="Rectangle 87">
            <a:extLst>
              <a:ext uri="{FF2B5EF4-FFF2-40B4-BE49-F238E27FC236}">
                <a16:creationId xmlns:a16="http://schemas.microsoft.com/office/drawing/2014/main" xmlns="" id="{76BB7ED7-48BD-4147-9085-F9EF88290CE4}"/>
              </a:ext>
            </a:extLst>
          </p:cNvPr>
          <p:cNvSpPr>
            <a:spLocks noChangeArrowheads="1"/>
          </p:cNvSpPr>
          <p:nvPr/>
        </p:nvSpPr>
        <p:spPr bwMode="auto">
          <a:xfrm>
            <a:off x="7305745" y="2446683"/>
            <a:ext cx="3736975" cy="2571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 name="Rectangle 88">
            <a:extLst>
              <a:ext uri="{FF2B5EF4-FFF2-40B4-BE49-F238E27FC236}">
                <a16:creationId xmlns:a16="http://schemas.microsoft.com/office/drawing/2014/main" xmlns="" id="{71973DC3-114C-5B40-B7FA-C9A27EDCCE65}"/>
              </a:ext>
            </a:extLst>
          </p:cNvPr>
          <p:cNvSpPr>
            <a:spLocks noChangeArrowheads="1"/>
          </p:cNvSpPr>
          <p:nvPr/>
        </p:nvSpPr>
        <p:spPr bwMode="auto">
          <a:xfrm>
            <a:off x="7313682" y="2703858"/>
            <a:ext cx="3725863" cy="2571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 name="Rectangle 90">
            <a:extLst>
              <a:ext uri="{FF2B5EF4-FFF2-40B4-BE49-F238E27FC236}">
                <a16:creationId xmlns:a16="http://schemas.microsoft.com/office/drawing/2014/main" xmlns="" id="{E334A8C5-6B7D-0A4C-B55D-CAB16DF703CA}"/>
              </a:ext>
            </a:extLst>
          </p:cNvPr>
          <p:cNvSpPr>
            <a:spLocks noChangeArrowheads="1"/>
          </p:cNvSpPr>
          <p:nvPr/>
        </p:nvSpPr>
        <p:spPr bwMode="auto">
          <a:xfrm>
            <a:off x="7275582" y="2956271"/>
            <a:ext cx="3763963" cy="162401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 name="Rectangle 91">
            <a:extLst>
              <a:ext uri="{FF2B5EF4-FFF2-40B4-BE49-F238E27FC236}">
                <a16:creationId xmlns:a16="http://schemas.microsoft.com/office/drawing/2014/main" xmlns="" id="{F9970BA6-5D73-A749-8704-5220C05F998D}"/>
              </a:ext>
            </a:extLst>
          </p:cNvPr>
          <p:cNvSpPr>
            <a:spLocks noChangeArrowheads="1"/>
          </p:cNvSpPr>
          <p:nvPr/>
        </p:nvSpPr>
        <p:spPr bwMode="auto">
          <a:xfrm>
            <a:off x="7248595" y="4564408"/>
            <a:ext cx="3789362" cy="20351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0" name="Rectangle 92">
            <a:extLst>
              <a:ext uri="{FF2B5EF4-FFF2-40B4-BE49-F238E27FC236}">
                <a16:creationId xmlns:a16="http://schemas.microsoft.com/office/drawing/2014/main" xmlns="" id="{AE948D01-7FF0-DD4D-BFDD-F95AAF85063C}"/>
              </a:ext>
            </a:extLst>
          </p:cNvPr>
          <p:cNvSpPr>
            <a:spLocks noChangeArrowheads="1"/>
          </p:cNvSpPr>
          <p:nvPr/>
        </p:nvSpPr>
        <p:spPr bwMode="auto">
          <a:xfrm>
            <a:off x="7242245" y="1148108"/>
            <a:ext cx="4040187" cy="13017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41" name="Group 98">
            <a:extLst>
              <a:ext uri="{FF2B5EF4-FFF2-40B4-BE49-F238E27FC236}">
                <a16:creationId xmlns:a16="http://schemas.microsoft.com/office/drawing/2014/main" xmlns="" id="{50E4F1B9-D30D-3140-B7D9-712C28143A01}"/>
              </a:ext>
            </a:extLst>
          </p:cNvPr>
          <p:cNvGrpSpPr>
            <a:grpSpLocks/>
          </p:cNvGrpSpPr>
          <p:nvPr/>
        </p:nvGrpSpPr>
        <p:grpSpPr bwMode="auto">
          <a:xfrm>
            <a:off x="7426395" y="1146521"/>
            <a:ext cx="3513137" cy="628650"/>
            <a:chOff x="3117" y="180"/>
            <a:chExt cx="2213" cy="396"/>
          </a:xfrm>
        </p:grpSpPr>
        <p:grpSp>
          <p:nvGrpSpPr>
            <p:cNvPr id="42" name="Group 67">
              <a:extLst>
                <a:ext uri="{FF2B5EF4-FFF2-40B4-BE49-F238E27FC236}">
                  <a16:creationId xmlns:a16="http://schemas.microsoft.com/office/drawing/2014/main" xmlns="" id="{FC7CB790-4B06-2D46-93B8-665CC2659A8D}"/>
                </a:ext>
              </a:extLst>
            </p:cNvPr>
            <p:cNvGrpSpPr>
              <a:grpSpLocks/>
            </p:cNvGrpSpPr>
            <p:nvPr/>
          </p:nvGrpSpPr>
          <p:grpSpPr bwMode="auto">
            <a:xfrm flipH="1">
              <a:off x="3117" y="245"/>
              <a:ext cx="316" cy="323"/>
              <a:chOff x="2839" y="3501"/>
              <a:chExt cx="755" cy="803"/>
            </a:xfrm>
          </p:grpSpPr>
          <p:pic>
            <p:nvPicPr>
              <p:cNvPr id="57" name="Picture 68" descr="desktop_computer_stylized_medium">
                <a:extLst>
                  <a:ext uri="{FF2B5EF4-FFF2-40B4-BE49-F238E27FC236}">
                    <a16:creationId xmlns:a16="http://schemas.microsoft.com/office/drawing/2014/main" xmlns="" id="{DEB17F91-EA76-7442-B298-023829D2D0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8" name="Freeform 69">
                <a:extLst>
                  <a:ext uri="{FF2B5EF4-FFF2-40B4-BE49-F238E27FC236}">
                    <a16:creationId xmlns:a16="http://schemas.microsoft.com/office/drawing/2014/main" xmlns="" id="{98BBD2D9-9D1B-B24A-8D63-4BC7E496B5C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43" name="Group 70">
              <a:extLst>
                <a:ext uri="{FF2B5EF4-FFF2-40B4-BE49-F238E27FC236}">
                  <a16:creationId xmlns:a16="http://schemas.microsoft.com/office/drawing/2014/main" xmlns="" id="{4C7FFD54-FB17-394B-8449-7FAA8DE07F8E}"/>
                </a:ext>
              </a:extLst>
            </p:cNvPr>
            <p:cNvGrpSpPr>
              <a:grpSpLocks/>
            </p:cNvGrpSpPr>
            <p:nvPr/>
          </p:nvGrpSpPr>
          <p:grpSpPr bwMode="auto">
            <a:xfrm flipH="1">
              <a:off x="3747" y="253"/>
              <a:ext cx="316" cy="323"/>
              <a:chOff x="2839" y="3501"/>
              <a:chExt cx="755" cy="803"/>
            </a:xfrm>
          </p:grpSpPr>
          <p:pic>
            <p:nvPicPr>
              <p:cNvPr id="55" name="Picture 71" descr="desktop_computer_stylized_medium">
                <a:extLst>
                  <a:ext uri="{FF2B5EF4-FFF2-40B4-BE49-F238E27FC236}">
                    <a16:creationId xmlns:a16="http://schemas.microsoft.com/office/drawing/2014/main" xmlns="" id="{826D8206-EAB9-3D48-92AA-BD8B212018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 name="Freeform 72">
                <a:extLst>
                  <a:ext uri="{FF2B5EF4-FFF2-40B4-BE49-F238E27FC236}">
                    <a16:creationId xmlns:a16="http://schemas.microsoft.com/office/drawing/2014/main" xmlns="" id="{C1C969E0-E2F3-9141-8D5D-FEBB45AFC9E0}"/>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44" name="Group 73">
              <a:extLst>
                <a:ext uri="{FF2B5EF4-FFF2-40B4-BE49-F238E27FC236}">
                  <a16:creationId xmlns:a16="http://schemas.microsoft.com/office/drawing/2014/main" xmlns="" id="{8A97574D-2558-174E-B305-AA08A3C7A8AD}"/>
                </a:ext>
              </a:extLst>
            </p:cNvPr>
            <p:cNvGrpSpPr>
              <a:grpSpLocks/>
            </p:cNvGrpSpPr>
            <p:nvPr/>
          </p:nvGrpSpPr>
          <p:grpSpPr bwMode="auto">
            <a:xfrm flipH="1">
              <a:off x="4356" y="247"/>
              <a:ext cx="316" cy="323"/>
              <a:chOff x="2839" y="3501"/>
              <a:chExt cx="755" cy="803"/>
            </a:xfrm>
          </p:grpSpPr>
          <p:pic>
            <p:nvPicPr>
              <p:cNvPr id="53" name="Picture 74" descr="desktop_computer_stylized_medium">
                <a:extLst>
                  <a:ext uri="{FF2B5EF4-FFF2-40B4-BE49-F238E27FC236}">
                    <a16:creationId xmlns:a16="http://schemas.microsoft.com/office/drawing/2014/main" xmlns="" id="{DA115C27-F619-9546-937E-6CD1A2141B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4" name="Freeform 75">
                <a:extLst>
                  <a:ext uri="{FF2B5EF4-FFF2-40B4-BE49-F238E27FC236}">
                    <a16:creationId xmlns:a16="http://schemas.microsoft.com/office/drawing/2014/main" xmlns="" id="{CD685018-7CA3-3B4C-A452-B8E042BBACF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45" name="Group 76">
              <a:extLst>
                <a:ext uri="{FF2B5EF4-FFF2-40B4-BE49-F238E27FC236}">
                  <a16:creationId xmlns:a16="http://schemas.microsoft.com/office/drawing/2014/main" xmlns="" id="{DBDBB8DE-6AD3-EE44-9B46-0D5E8F80359A}"/>
                </a:ext>
              </a:extLst>
            </p:cNvPr>
            <p:cNvGrpSpPr>
              <a:grpSpLocks/>
            </p:cNvGrpSpPr>
            <p:nvPr/>
          </p:nvGrpSpPr>
          <p:grpSpPr bwMode="auto">
            <a:xfrm flipH="1">
              <a:off x="5014" y="249"/>
              <a:ext cx="316" cy="323"/>
              <a:chOff x="2839" y="3501"/>
              <a:chExt cx="755" cy="803"/>
            </a:xfrm>
          </p:grpSpPr>
          <p:pic>
            <p:nvPicPr>
              <p:cNvPr id="51" name="Picture 77" descr="desktop_computer_stylized_medium">
                <a:extLst>
                  <a:ext uri="{FF2B5EF4-FFF2-40B4-BE49-F238E27FC236}">
                    <a16:creationId xmlns:a16="http://schemas.microsoft.com/office/drawing/2014/main" xmlns="" id="{6A7B0553-F377-FD44-A88B-D2727D21D2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2" name="Freeform 78">
                <a:extLst>
                  <a:ext uri="{FF2B5EF4-FFF2-40B4-BE49-F238E27FC236}">
                    <a16:creationId xmlns:a16="http://schemas.microsoft.com/office/drawing/2014/main" xmlns="" id="{B7B2B53F-C3B8-444B-93F9-72043CF6156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46" name="Line 93">
              <a:extLst>
                <a:ext uri="{FF2B5EF4-FFF2-40B4-BE49-F238E27FC236}">
                  <a16:creationId xmlns:a16="http://schemas.microsoft.com/office/drawing/2014/main" xmlns="" id="{17BC36CE-61EB-3544-881D-44148445DF01}"/>
                </a:ext>
              </a:extLst>
            </p:cNvPr>
            <p:cNvSpPr>
              <a:spLocks noChangeShapeType="1"/>
            </p:cNvSpPr>
            <p:nvPr/>
          </p:nvSpPr>
          <p:spPr bwMode="auto">
            <a:xfrm>
              <a:off x="3309" y="181"/>
              <a:ext cx="1989"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7" name="Line 94">
              <a:extLst>
                <a:ext uri="{FF2B5EF4-FFF2-40B4-BE49-F238E27FC236}">
                  <a16:creationId xmlns:a16="http://schemas.microsoft.com/office/drawing/2014/main" xmlns="" id="{496041E2-CD00-714C-8109-E48EBB9E8050}"/>
                </a:ext>
              </a:extLst>
            </p:cNvPr>
            <p:cNvSpPr>
              <a:spLocks noChangeShapeType="1"/>
            </p:cNvSpPr>
            <p:nvPr/>
          </p:nvSpPr>
          <p:spPr bwMode="auto">
            <a:xfrm>
              <a:off x="3309" y="180"/>
              <a:ext cx="0" cy="8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8" name="Line 95">
              <a:extLst>
                <a:ext uri="{FF2B5EF4-FFF2-40B4-BE49-F238E27FC236}">
                  <a16:creationId xmlns:a16="http://schemas.microsoft.com/office/drawing/2014/main" xmlns="" id="{B1602836-94A7-1344-AD99-4F6543EE55AD}"/>
                </a:ext>
              </a:extLst>
            </p:cNvPr>
            <p:cNvSpPr>
              <a:spLocks noChangeShapeType="1"/>
            </p:cNvSpPr>
            <p:nvPr/>
          </p:nvSpPr>
          <p:spPr bwMode="auto">
            <a:xfrm>
              <a:off x="3975" y="183"/>
              <a:ext cx="0" cy="8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9" name="Line 96">
              <a:extLst>
                <a:ext uri="{FF2B5EF4-FFF2-40B4-BE49-F238E27FC236}">
                  <a16:creationId xmlns:a16="http://schemas.microsoft.com/office/drawing/2014/main" xmlns="" id="{AE901CCC-1861-184E-962B-60CDFAA34E87}"/>
                </a:ext>
              </a:extLst>
            </p:cNvPr>
            <p:cNvSpPr>
              <a:spLocks noChangeShapeType="1"/>
            </p:cNvSpPr>
            <p:nvPr/>
          </p:nvSpPr>
          <p:spPr bwMode="auto">
            <a:xfrm>
              <a:off x="4578" y="183"/>
              <a:ext cx="0" cy="8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0" name="Line 97">
              <a:extLst>
                <a:ext uri="{FF2B5EF4-FFF2-40B4-BE49-F238E27FC236}">
                  <a16:creationId xmlns:a16="http://schemas.microsoft.com/office/drawing/2014/main" xmlns="" id="{3DD53366-738C-944E-B540-F34E1C857162}"/>
                </a:ext>
              </a:extLst>
            </p:cNvPr>
            <p:cNvSpPr>
              <a:spLocks noChangeShapeType="1"/>
            </p:cNvSpPr>
            <p:nvPr/>
          </p:nvSpPr>
          <p:spPr bwMode="auto">
            <a:xfrm>
              <a:off x="5289" y="180"/>
              <a:ext cx="0" cy="8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7" name="Slide Number Placeholder 6">
            <a:extLst>
              <a:ext uri="{FF2B5EF4-FFF2-40B4-BE49-F238E27FC236}">
                <a16:creationId xmlns:a16="http://schemas.microsoft.com/office/drawing/2014/main" xmlns="" id="{FBD4D79F-1344-17E0-0CA2-01502B6C9AC1}"/>
              </a:ext>
            </a:extLst>
          </p:cNvPr>
          <p:cNvSpPr>
            <a:spLocks noGrp="1"/>
          </p:cNvSpPr>
          <p:nvPr>
            <p:ph type="sldNum" sz="quarter" idx="4294967295"/>
          </p:nvPr>
        </p:nvSpPr>
        <p:spPr>
          <a:xfrm>
            <a:off x="9219616" y="6443089"/>
            <a:ext cx="2743200" cy="365125"/>
          </a:xfrm>
          <a:prstGeom prst="rect">
            <a:avLst/>
          </a:prstGeom>
        </p:spPr>
        <p:txBody>
          <a:bodyPr/>
          <a:lstStyle/>
          <a:p>
            <a:r>
              <a:rPr lang="en-US" dirty="0"/>
              <a:t>Link Layer </a:t>
            </a:r>
            <a:fld id="{C4204591-24BD-A542-B9D5-F8D8A88D2FEE}" type="slidenum">
              <a:rPr lang="en-US" smtClean="0"/>
              <a:pPr/>
              <a:t>14</a:t>
            </a:fld>
            <a:endParaRPr lang="en-US" dirty="0"/>
          </a:p>
        </p:txBody>
      </p:sp>
    </p:spTree>
    <p:extLst>
      <p:ext uri="{BB962C8B-B14F-4D97-AF65-F5344CB8AC3E}">
        <p14:creationId xmlns:p14="http://schemas.microsoft.com/office/powerpoint/2010/main" val="50779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36"/>
                                        </p:tgtEl>
                                      </p:cBhvr>
                                    </p:animEffect>
                                    <p:set>
                                      <p:cBhvr>
                                        <p:cTn id="7" dur="1" fill="hold">
                                          <p:stCondLst>
                                            <p:cond delay="499"/>
                                          </p:stCondLst>
                                        </p:cTn>
                                        <p:tgtEl>
                                          <p:spTgt spid="3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1" fill="hold" grpId="0" nodeType="clickEffect">
                                  <p:stCondLst>
                                    <p:cond delay="0"/>
                                  </p:stCondLst>
                                  <p:childTnLst>
                                    <p:animEffect transition="out" filter="wipe(up)">
                                      <p:cBhvr>
                                        <p:cTn id="11" dur="500"/>
                                        <p:tgtEl>
                                          <p:spTgt spid="37"/>
                                        </p:tgtEl>
                                      </p:cBhvr>
                                    </p:animEffect>
                                    <p:set>
                                      <p:cBhvr>
                                        <p:cTn id="12" dur="1" fill="hold">
                                          <p:stCondLst>
                                            <p:cond delay="499"/>
                                          </p:stCondLst>
                                        </p:cTn>
                                        <p:tgtEl>
                                          <p:spTgt spid="3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1" fill="hold" grpId="0" nodeType="clickEffect">
                                  <p:stCondLst>
                                    <p:cond delay="0"/>
                                  </p:stCondLst>
                                  <p:childTnLst>
                                    <p:animEffect transition="out" filter="wipe(up)">
                                      <p:cBhvr>
                                        <p:cTn id="16" dur="500"/>
                                        <p:tgtEl>
                                          <p:spTgt spid="38"/>
                                        </p:tgtEl>
                                      </p:cBhvr>
                                    </p:animEffect>
                                    <p:set>
                                      <p:cBhvr>
                                        <p:cTn id="17" dur="1" fill="hold">
                                          <p:stCondLst>
                                            <p:cond delay="499"/>
                                          </p:stCondLst>
                                        </p:cTn>
                                        <p:tgtEl>
                                          <p:spTgt spid="3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1" fill="hold" grpId="0" nodeType="clickEffect">
                                  <p:stCondLst>
                                    <p:cond delay="0"/>
                                  </p:stCondLst>
                                  <p:childTnLst>
                                    <p:animEffect transition="out" filter="wipe(up)">
                                      <p:cBhvr>
                                        <p:cTn id="21" dur="500"/>
                                        <p:tgtEl>
                                          <p:spTgt spid="39"/>
                                        </p:tgtEl>
                                      </p:cBhvr>
                                    </p:animEffect>
                                    <p:set>
                                      <p:cBhvr>
                                        <p:cTn id="22" dur="1" fill="hold">
                                          <p:stCondLst>
                                            <p:cond delay="499"/>
                                          </p:stCondLst>
                                        </p:cTn>
                                        <p:tgtEl>
                                          <p:spTgt spid="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dissolve">
                                      <p:cBhvr>
                                        <p:cTn id="27" dur="500"/>
                                        <p:tgtEl>
                                          <p:spTgt spid="6">
                                            <p:txEl>
                                              <p:pRg st="2" end="2"/>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1119</Words>
  <Application>Microsoft Macintosh PowerPoint</Application>
  <PresentationFormat>Widescreen</PresentationFormat>
  <Paragraphs>244</Paragraphs>
  <Slides>14</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Calibri</vt:lpstr>
      <vt:lpstr>MS PGothic</vt:lpstr>
      <vt:lpstr>ＭＳ Ｐゴシック</vt:lpstr>
      <vt:lpstr>Times New Roman</vt:lpstr>
      <vt:lpstr>TimesLTPro</vt:lpstr>
      <vt:lpstr>Wingdings</vt:lpstr>
      <vt:lpstr>游ゴシック</vt:lpstr>
      <vt:lpstr>Arial</vt:lpstr>
      <vt:lpstr>Office Theme</vt:lpstr>
      <vt:lpstr>IT694 Computer Networks</vt:lpstr>
      <vt:lpstr>Link layer, LANs: roadmap</vt:lpstr>
      <vt:lpstr>Link layer: introduction</vt:lpstr>
      <vt:lpstr>Link layer: services</vt:lpstr>
      <vt:lpstr>Host link-layer implementation</vt:lpstr>
      <vt:lpstr>Interfaces communicating</vt:lpstr>
      <vt:lpstr>Multiple access links, protocols</vt:lpstr>
      <vt:lpstr>Multiple access protocols</vt:lpstr>
      <vt:lpstr>MAC protocols: taxonomy</vt:lpstr>
      <vt:lpstr>Channel partitioning MAC protocols: TDMA</vt:lpstr>
      <vt:lpstr>Channel partitioning MAC protocols: FDMA</vt:lpstr>
      <vt:lpstr>Random access protocols</vt:lpstr>
      <vt:lpstr>CSMA (carrier sense multiple access)</vt:lpstr>
      <vt:lpstr>CSMA: collisions</vt:lpstr>
    </vt:vector>
  </TitlesOfParts>
  <Company/>
  <LinksUpToDate>false</LinksUpToDate>
  <SharedDoc>false</SharedDoc>
  <HyperlinksChanged>false</HyperlinksChanged>
  <AppVersion>15.0037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IT694 Computer Networks</dc:title>
  <dc:creator>Microsoft Office User</dc:creator>
  <cp:lastModifiedBy>Microsoft Office User</cp:lastModifiedBy>
  <cp:revision>4</cp:revision>
  <dcterms:created xsi:type="dcterms:W3CDTF">2026-04-13T04:07:04Z</dcterms:created>
  <dcterms:modified xsi:type="dcterms:W3CDTF">2026-04-13T04:20:05Z</dcterms:modified>
</cp:coreProperties>
</file>