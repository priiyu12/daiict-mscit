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54"/>
  </p:normalViewPr>
  <p:slideViewPr>
    <p:cSldViewPr snapToGrid="0" snapToObjects="1">
      <p:cViewPr varScale="1">
        <p:scale>
          <a:sx n="116" d="100"/>
          <a:sy n="116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07DA-BA43-EF4E-A703-7DE6D3938CFF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0B9BD-028E-554C-B4CC-94CDB59C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42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00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675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032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47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03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3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0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79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268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18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6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0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6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5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9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3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CE6AB-0C47-C04C-8E80-4F4A88BBB97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BAB4A-0475-4145-9F5C-113F3CA8B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2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Week12_Lec2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0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80">
            <a:extLst>
              <a:ext uri="{FF2B5EF4-FFF2-40B4-BE49-F238E27FC236}">
                <a16:creationId xmlns:a16="http://schemas.microsoft.com/office/drawing/2014/main" xmlns="" id="{E4A69AE9-9C27-CE49-8761-21FC6391CC79}"/>
              </a:ext>
            </a:extLst>
          </p:cNvPr>
          <p:cNvSpPr>
            <a:spLocks/>
          </p:cNvSpPr>
          <p:nvPr/>
        </p:nvSpPr>
        <p:spPr bwMode="auto">
          <a:xfrm>
            <a:off x="6624872" y="2978590"/>
            <a:ext cx="3273778" cy="2294055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xmlns="" id="{160FAFD7-0598-5243-851C-EDC8ADECC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240" y="326469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xmlns="" id="{0C2F1B46-63B4-2448-9F86-DCE0FFD3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1489" y="3988217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xmlns="" id="{64025A8E-DCF1-D643-BEC4-D5D76E02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136" y="474237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sp>
        <p:nvSpPr>
          <p:cNvPr id="57" name="Text Box 15">
            <a:extLst>
              <a:ext uri="{FF2B5EF4-FFF2-40B4-BE49-F238E27FC236}">
                <a16:creationId xmlns:a16="http://schemas.microsoft.com/office/drawing/2014/main" xmlns="" id="{DAA05697-C5E0-8546-AB80-63B791723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854" y="3424079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58" name="Line 16">
            <a:extLst>
              <a:ext uri="{FF2B5EF4-FFF2-40B4-BE49-F238E27FC236}">
                <a16:creationId xmlns:a16="http://schemas.microsoft.com/office/drawing/2014/main" xmlns="" id="{7A263ADA-FEA5-9749-93B9-2C606DDDA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885" y="3727909"/>
            <a:ext cx="2090" cy="35887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Text Box 81">
            <a:extLst>
              <a:ext uri="{FF2B5EF4-FFF2-40B4-BE49-F238E27FC236}">
                <a16:creationId xmlns:a16="http://schemas.microsoft.com/office/drawing/2014/main" xmlns="" id="{CC371830-F400-E64E-BBD6-B5CDA5AE6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771" y="2473869"/>
            <a:ext cx="2802851" cy="56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network (e.g., home network) 10.0.0/24</a:t>
            </a:r>
          </a:p>
        </p:txBody>
      </p:sp>
      <p:sp>
        <p:nvSpPr>
          <p:cNvPr id="63" name="Line 82">
            <a:extLst>
              <a:ext uri="{FF2B5EF4-FFF2-40B4-BE49-F238E27FC236}">
                <a16:creationId xmlns:a16="http://schemas.microsoft.com/office/drawing/2014/main" xmlns="" id="{088E5B6E-277B-E04A-9B50-44C102E23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7628" y="2709128"/>
            <a:ext cx="112466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Line 83">
            <a:extLst>
              <a:ext uri="{FF2B5EF4-FFF2-40B4-BE49-F238E27FC236}">
                <a16:creationId xmlns:a16="http://schemas.microsoft.com/office/drawing/2014/main" xmlns="" id="{709B9FA0-ACAA-A845-AE33-47EEFB4EB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244" y="2589251"/>
            <a:ext cx="0" cy="112825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5" name="Line 84">
            <a:extLst>
              <a:ext uri="{FF2B5EF4-FFF2-40B4-BE49-F238E27FC236}">
                <a16:creationId xmlns:a16="http://schemas.microsoft.com/office/drawing/2014/main" xmlns="" id="{FF34E808-0600-054A-9F51-077FECC178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44943" y="2721791"/>
            <a:ext cx="427910" cy="44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2" name="Group 107">
            <a:extLst>
              <a:ext uri="{FF2B5EF4-FFF2-40B4-BE49-F238E27FC236}">
                <a16:creationId xmlns:a16="http://schemas.microsoft.com/office/drawing/2014/main" xmlns="" id="{148E112E-E90E-834A-811C-CD872028B70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88255" y="3097875"/>
            <a:ext cx="641350" cy="583178"/>
            <a:chOff x="-44" y="1473"/>
            <a:chExt cx="981" cy="1105"/>
          </a:xfrm>
        </p:grpSpPr>
        <p:pic>
          <p:nvPicPr>
            <p:cNvPr id="83" name="Picture 108" descr="desktop_computer_stylized_medium">
              <a:extLst>
                <a:ext uri="{FF2B5EF4-FFF2-40B4-BE49-F238E27FC236}">
                  <a16:creationId xmlns:a16="http://schemas.microsoft.com/office/drawing/2014/main" xmlns="" id="{B9390BE0-7119-AB41-B6E6-B8B9B6EAFE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109">
              <a:extLst>
                <a:ext uri="{FF2B5EF4-FFF2-40B4-BE49-F238E27FC236}">
                  <a16:creationId xmlns:a16="http://schemas.microsoft.com/office/drawing/2014/main" xmlns="" id="{293E3B7E-E5D1-5346-ACF1-D67B1F6CA3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5" name="Group 110">
            <a:extLst>
              <a:ext uri="{FF2B5EF4-FFF2-40B4-BE49-F238E27FC236}">
                <a16:creationId xmlns:a16="http://schemas.microsoft.com/office/drawing/2014/main" xmlns="" id="{2DD7477F-5AAB-0746-AAA0-47FB5D4798F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15055" y="3818933"/>
            <a:ext cx="641350" cy="583178"/>
            <a:chOff x="-44" y="1473"/>
            <a:chExt cx="981" cy="1105"/>
          </a:xfrm>
        </p:grpSpPr>
        <p:pic>
          <p:nvPicPr>
            <p:cNvPr id="86" name="Picture 111" descr="desktop_computer_stylized_medium">
              <a:extLst>
                <a:ext uri="{FF2B5EF4-FFF2-40B4-BE49-F238E27FC236}">
                  <a16:creationId xmlns:a16="http://schemas.microsoft.com/office/drawing/2014/main" xmlns="" id="{01B20CC0-1736-964F-BCF0-1E8797D8E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12">
              <a:extLst>
                <a:ext uri="{FF2B5EF4-FFF2-40B4-BE49-F238E27FC236}">
                  <a16:creationId xmlns:a16="http://schemas.microsoft.com/office/drawing/2014/main" xmlns="" id="{336B69AD-10ED-4543-8BB7-FE48585F59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113">
            <a:extLst>
              <a:ext uri="{FF2B5EF4-FFF2-40B4-BE49-F238E27FC236}">
                <a16:creationId xmlns:a16="http://schemas.microsoft.com/office/drawing/2014/main" xmlns="" id="{7FA0B98C-5F93-3E44-B2CB-BA99E8BB49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34281" y="4558766"/>
            <a:ext cx="641350" cy="583178"/>
            <a:chOff x="-44" y="1473"/>
            <a:chExt cx="981" cy="1105"/>
          </a:xfrm>
        </p:grpSpPr>
        <p:pic>
          <p:nvPicPr>
            <p:cNvPr id="89" name="Picture 114" descr="desktop_computer_stylized_medium">
              <a:extLst>
                <a:ext uri="{FF2B5EF4-FFF2-40B4-BE49-F238E27FC236}">
                  <a16:creationId xmlns:a16="http://schemas.microsoft.com/office/drawing/2014/main" xmlns="" id="{09369A99-2EFC-9B40-AF93-FDC156253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Freeform 115">
              <a:extLst>
                <a:ext uri="{FF2B5EF4-FFF2-40B4-BE49-F238E27FC236}">
                  <a16:creationId xmlns:a16="http://schemas.microsoft.com/office/drawing/2014/main" xmlns="" id="{464C0B53-AAB8-564F-8088-920F60DC7A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1A06E053-CAB3-9D4A-8BE9-102F522689C4}"/>
              </a:ext>
            </a:extLst>
          </p:cNvPr>
          <p:cNvGrpSpPr/>
          <p:nvPr/>
        </p:nvGrpSpPr>
        <p:grpSpPr>
          <a:xfrm>
            <a:off x="2171406" y="2486532"/>
            <a:ext cx="3963988" cy="2445373"/>
            <a:chOff x="2171406" y="2486532"/>
            <a:chExt cx="3963988" cy="2445373"/>
          </a:xfrm>
        </p:grpSpPr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xmlns="" id="{DCC2D4F1-C60F-1E4E-BA36-DFAF4B8F7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406" y="3444138"/>
              <a:ext cx="3640666" cy="1487767"/>
            </a:xfrm>
            <a:custGeom>
              <a:avLst/>
              <a:gdLst>
                <a:gd name="T0" fmla="*/ 2147483647 w 2425"/>
                <a:gd name="T1" fmla="*/ 2147483647 h 898"/>
                <a:gd name="T2" fmla="*/ 2147483647 w 2425"/>
                <a:gd name="T3" fmla="*/ 2147483647 h 898"/>
                <a:gd name="T4" fmla="*/ 2147483647 w 2425"/>
                <a:gd name="T5" fmla="*/ 2147483647 h 898"/>
                <a:gd name="T6" fmla="*/ 2147483647 w 2425"/>
                <a:gd name="T7" fmla="*/ 2147483647 h 898"/>
                <a:gd name="T8" fmla="*/ 2147483647 w 2425"/>
                <a:gd name="T9" fmla="*/ 2147483647 h 898"/>
                <a:gd name="T10" fmla="*/ 2147483647 w 2425"/>
                <a:gd name="T11" fmla="*/ 2147483647 h 898"/>
                <a:gd name="T12" fmla="*/ 2147483647 w 2425"/>
                <a:gd name="T13" fmla="*/ 2147483647 h 898"/>
                <a:gd name="T14" fmla="*/ 2147483647 w 2425"/>
                <a:gd name="T15" fmla="*/ 2147483647 h 8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5"/>
                <a:gd name="T25" fmla="*/ 0 h 898"/>
                <a:gd name="T26" fmla="*/ 2425 w 2425"/>
                <a:gd name="T27" fmla="*/ 898 h 89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5" h="898">
                  <a:moveTo>
                    <a:pt x="2056" y="289"/>
                  </a:moveTo>
                  <a:cubicBezTo>
                    <a:pt x="1826" y="223"/>
                    <a:pt x="1133" y="113"/>
                    <a:pt x="810" y="75"/>
                  </a:cubicBezTo>
                  <a:cubicBezTo>
                    <a:pt x="487" y="37"/>
                    <a:pt x="230" y="0"/>
                    <a:pt x="115" y="60"/>
                  </a:cubicBezTo>
                  <a:cubicBezTo>
                    <a:pt x="0" y="120"/>
                    <a:pt x="121" y="301"/>
                    <a:pt x="121" y="433"/>
                  </a:cubicBezTo>
                  <a:cubicBezTo>
                    <a:pt x="121" y="565"/>
                    <a:pt x="25" y="802"/>
                    <a:pt x="115" y="850"/>
                  </a:cubicBezTo>
                  <a:cubicBezTo>
                    <a:pt x="205" y="898"/>
                    <a:pt x="316" y="784"/>
                    <a:pt x="662" y="721"/>
                  </a:cubicBezTo>
                  <a:cubicBezTo>
                    <a:pt x="1008" y="658"/>
                    <a:pt x="1961" y="544"/>
                    <a:pt x="2193" y="472"/>
                  </a:cubicBezTo>
                  <a:cubicBezTo>
                    <a:pt x="2425" y="400"/>
                    <a:pt x="2292" y="327"/>
                    <a:pt x="2056" y="28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98000"/>
                  </a:srgbClr>
                </a:gs>
                <a:gs pos="100000">
                  <a:srgbClr val="66CC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Text Box 17">
              <a:extLst>
                <a:ext uri="{FF2B5EF4-FFF2-40B4-BE49-F238E27FC236}">
                  <a16:creationId xmlns:a16="http://schemas.microsoft.com/office/drawing/2014/main" xmlns="" id="{E30571BA-05AF-0B45-BA07-E31ED33E2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4384" y="3410471"/>
              <a:ext cx="1172116" cy="353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138.76.29.7</a:t>
              </a:r>
            </a:p>
          </p:txBody>
        </p:sp>
        <p:sp>
          <p:nvSpPr>
            <p:cNvPr id="60" name="Line 18">
              <a:extLst>
                <a:ext uri="{FF2B5EF4-FFF2-40B4-BE49-F238E27FC236}">
                  <a16:creationId xmlns:a16="http://schemas.microsoft.com/office/drawing/2014/main" xmlns="" id="{8992B4D5-4037-2B4E-93F8-5AB3897ED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04641" y="3720817"/>
              <a:ext cx="4440" cy="356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86">
              <a:extLst>
                <a:ext uri="{FF2B5EF4-FFF2-40B4-BE49-F238E27FC236}">
                  <a16:creationId xmlns:a16="http://schemas.microsoft.com/office/drawing/2014/main" xmlns="" id="{EE50E18D-731D-DF47-B118-B4345E03D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06" y="2735046"/>
              <a:ext cx="1385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Line 87">
              <a:extLst>
                <a:ext uri="{FF2B5EF4-FFF2-40B4-BE49-F238E27FC236}">
                  <a16:creationId xmlns:a16="http://schemas.microsoft.com/office/drawing/2014/main" xmlns="" id="{C0557AD9-6792-174F-BDA1-0FE8C031C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38169" y="2721792"/>
              <a:ext cx="898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xmlns="" id="{871C9E7E-B867-EC4D-B2AF-320388F72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9555" y="2486532"/>
              <a:ext cx="950901" cy="616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rest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Internet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xmlns="" id="{150858C1-088D-F54E-93D3-2431EDC19F7F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4135538"/>
              <a:ext cx="294375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xmlns="" id="{45BDAD16-73BC-D94F-A2DF-E2B2A45A02F7}"/>
              </a:ext>
            </a:extLst>
          </p:cNvPr>
          <p:cNvGrpSpPr/>
          <p:nvPr/>
        </p:nvGrpSpPr>
        <p:grpSpPr>
          <a:xfrm>
            <a:off x="5685800" y="3913064"/>
            <a:ext cx="1040553" cy="449888"/>
            <a:chOff x="7493876" y="2774731"/>
            <a:chExt cx="1481958" cy="894622"/>
          </a:xfrm>
        </p:grpSpPr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xmlns="" id="{57554E4B-6AC8-0F4D-9587-02056E04AB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xmlns="" id="{C36E53E2-F166-0242-9060-47F57E4B32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xmlns="" id="{C2B76B53-8A9E-9746-BCEA-A8C7D84268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xmlns="" id="{B06470D2-5187-0248-942C-0180B21B5B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xmlns="" id="{7ACE4034-22E7-4042-8641-12B84FBD37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xmlns="" id="{D499314E-78D6-EA42-9F51-F19C0BD7CD3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xmlns="" id="{66172900-9068-FA4E-88B9-FDFBC7A671A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xmlns="" id="{A22AE88A-A305-524E-B84B-0B76D7B61A34}"/>
              </a:ext>
            </a:extLst>
          </p:cNvPr>
          <p:cNvCxnSpPr>
            <a:cxnSpLocks/>
          </p:cNvCxnSpPr>
          <p:nvPr/>
        </p:nvCxnSpPr>
        <p:spPr>
          <a:xfrm>
            <a:off x="9757680" y="3564123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xmlns="" id="{E0700875-0DC6-5E45-AA18-90F4BFEE78F0}"/>
              </a:ext>
            </a:extLst>
          </p:cNvPr>
          <p:cNvCxnSpPr>
            <a:cxnSpLocks/>
          </p:cNvCxnSpPr>
          <p:nvPr/>
        </p:nvCxnSpPr>
        <p:spPr>
          <a:xfrm>
            <a:off x="9685290" y="4279842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xmlns="" id="{DAF57DEB-1FD3-0148-A063-19891BA88EFC}"/>
              </a:ext>
            </a:extLst>
          </p:cNvPr>
          <p:cNvCxnSpPr>
            <a:cxnSpLocks/>
          </p:cNvCxnSpPr>
          <p:nvPr/>
        </p:nvCxnSpPr>
        <p:spPr>
          <a:xfrm>
            <a:off x="9704340" y="5027371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7CDF8C58-9021-0F45-A760-A2349ED7BDDE}"/>
              </a:ext>
            </a:extLst>
          </p:cNvPr>
          <p:cNvGrpSpPr/>
          <p:nvPr/>
        </p:nvGrpSpPr>
        <p:grpSpPr>
          <a:xfrm>
            <a:off x="6231591" y="4144216"/>
            <a:ext cx="5475817" cy="2433887"/>
            <a:chOff x="6191250" y="3243263"/>
            <a:chExt cx="5475817" cy="2433887"/>
          </a:xfrm>
        </p:grpSpPr>
        <p:sp>
          <p:nvSpPr>
            <p:cNvPr id="69" name="Text Box 90">
              <a:extLst>
                <a:ext uri="{FF2B5EF4-FFF2-40B4-BE49-F238E27FC236}">
                  <a16:creationId xmlns:a16="http://schemas.microsoft.com/office/drawing/2014/main" xmlns="" id="{C3D3888E-0889-EC4A-A8F0-844A73368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250" y="4640263"/>
              <a:ext cx="5475817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with source or destination in this network have 10.0.0/24 address for  source, destination (as usual)</a:t>
              </a:r>
            </a:p>
          </p:txBody>
        </p:sp>
        <p:sp>
          <p:nvSpPr>
            <p:cNvPr id="71" name="Line 96">
              <a:extLst>
                <a:ext uri="{FF2B5EF4-FFF2-40B4-BE49-F238E27FC236}">
                  <a16:creationId xmlns:a16="http://schemas.microsoft.com/office/drawing/2014/main" xmlns="" id="{EF9E06A3-F0A2-D04B-881A-B1FA9D610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1530" y="3243263"/>
              <a:ext cx="668337" cy="14271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xmlns="" id="{AD291785-CEE8-4E4A-AA83-F757C708CBFB}"/>
              </a:ext>
            </a:extLst>
          </p:cNvPr>
          <p:cNvGrpSpPr/>
          <p:nvPr/>
        </p:nvGrpSpPr>
        <p:grpSpPr>
          <a:xfrm>
            <a:off x="380010" y="4107703"/>
            <a:ext cx="5528261" cy="2475162"/>
            <a:chOff x="339669" y="3206750"/>
            <a:chExt cx="5528261" cy="2475162"/>
          </a:xfrm>
        </p:grpSpPr>
        <p:sp>
          <p:nvSpPr>
            <p:cNvPr id="70" name="Text Box 92">
              <a:extLst>
                <a:ext uri="{FF2B5EF4-FFF2-40B4-BE49-F238E27FC236}">
                  <a16:creationId xmlns:a16="http://schemas.microsoft.com/office/drawing/2014/main" xmlns="" id="{CBD8DA55-6AFE-D449-BB96-966C7F5EB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69" y="4645025"/>
              <a:ext cx="5528261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all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leaving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local network have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same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NAT IP address: 138.76.29.7,  but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different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port numbers</a:t>
              </a:r>
            </a:p>
          </p:txBody>
        </p:sp>
        <p:sp>
          <p:nvSpPr>
            <p:cNvPr id="72" name="Line 97">
              <a:extLst>
                <a:ext uri="{FF2B5EF4-FFF2-40B4-BE49-F238E27FC236}">
                  <a16:creationId xmlns:a16="http://schemas.microsoft.com/office/drawing/2014/main" xmlns="" id="{889B3E74-1C09-0F4E-8E4B-3B9C0D2650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0155" y="3206750"/>
              <a:ext cx="668337" cy="142716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7D39038-77D9-D24B-96C2-D00AB29DC0A3}"/>
              </a:ext>
            </a:extLst>
          </p:cNvPr>
          <p:cNvSpPr/>
          <p:nvPr/>
        </p:nvSpPr>
        <p:spPr>
          <a:xfrm>
            <a:off x="438310" y="1328747"/>
            <a:ext cx="11125200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9713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NAT: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all devices in local network share just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IPv4 address as far as outside world is concerned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430B61CD-48A3-4A40-98F0-DA3F309E2D8D}"/>
              </a:ext>
            </a:extLst>
          </p:cNvPr>
          <p:cNvCxnSpPr>
            <a:cxnSpLocks/>
          </p:cNvCxnSpPr>
          <p:nvPr/>
        </p:nvCxnSpPr>
        <p:spPr>
          <a:xfrm>
            <a:off x="6743699" y="4124653"/>
            <a:ext cx="5488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xmlns="" id="{ECE95E76-8D3F-5D49-BBDA-40760E7D5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475014" y="1411941"/>
            <a:ext cx="10603804" cy="5284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 devices in local network have 32-bit addresses in a “private” IP address space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10/8, 172.16/12, 192.168/16 prefixes) that can only be used in local network</a:t>
            </a:r>
          </a:p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advantages: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just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IP address needed from provider ISP for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devices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addresses of host in local network without notifying outside world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ISP without changing addresses of devices in local network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security: devices inside local net not directly addressable, visible by outside world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F7E4BF2-C93E-374A-8155-EA75613E8F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99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implementation: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NAT router must (transparently):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(source IP address, port #) of every outgoing datagram to (NAT IP address, new port #)</a:t>
            </a:r>
          </a:p>
          <a:p>
            <a:pPr marL="1150938" marR="0" lvl="3" indent="-287338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 MT" panose="020B0502020104020203" pitchFamily="34" charset="77"/>
                <a:cs typeface="Gill Sans MT" panose="020B0502020104020203" pitchFamily="34" charset="77"/>
              </a:rPr>
              <a:t>remote clients/servers will respond using (NAT IP address, new port #) as destination address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remember (in NAT translation table)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every (source IP address, port #)  to (NAT IP address, new port #) translation pair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incoming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(NAT IP address, new port #) in destination fields of every incoming datagram with corresponding (source IP address, port #) stored in NAT table</a:t>
            </a:r>
            <a:endParaRPr kumimoji="0" lang="en-US" alt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12DB5A-90B0-B243-B2F8-16B9A390DE3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xmlns="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117" name="Freeform 139">
            <a:extLst>
              <a:ext uri="{FF2B5EF4-FFF2-40B4-BE49-F238E27FC236}">
                <a16:creationId xmlns:a16="http://schemas.microsoft.com/office/drawing/2014/main" xmlns="" id="{25239C36-70B4-154F-8B1E-2AF050DF8BD5}"/>
              </a:ext>
            </a:extLst>
          </p:cNvPr>
          <p:cNvSpPr>
            <a:spLocks/>
          </p:cNvSpPr>
          <p:nvPr/>
        </p:nvSpPr>
        <p:spPr bwMode="auto">
          <a:xfrm>
            <a:off x="2061197" y="3850033"/>
            <a:ext cx="4089400" cy="1355725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9"/>
              <a:gd name="T22" fmla="*/ 0 h 854"/>
              <a:gd name="T23" fmla="*/ 2269 w 2269"/>
              <a:gd name="T24" fmla="*/ 854 h 8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29">
            <a:extLst>
              <a:ext uri="{FF2B5EF4-FFF2-40B4-BE49-F238E27FC236}">
                <a16:creationId xmlns:a16="http://schemas.microsoft.com/office/drawing/2014/main" xmlns="" id="{09E817BD-9E51-D244-857E-1A5952711F94}"/>
              </a:ext>
            </a:extLst>
          </p:cNvPr>
          <p:cNvSpPr>
            <a:spLocks/>
          </p:cNvSpPr>
          <p:nvPr/>
        </p:nvSpPr>
        <p:spPr bwMode="auto">
          <a:xfrm>
            <a:off x="6350622" y="3121371"/>
            <a:ext cx="3738562" cy="269716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25" name="Group 88">
            <a:extLst>
              <a:ext uri="{FF2B5EF4-FFF2-40B4-BE49-F238E27FC236}">
                <a16:creationId xmlns:a16="http://schemas.microsoft.com/office/drawing/2014/main" xmlns="" id="{0D4BF38D-31DF-AA43-80FA-55295BD8C6F8}"/>
              </a:ext>
            </a:extLst>
          </p:cNvPr>
          <p:cNvGrpSpPr>
            <a:grpSpLocks/>
          </p:cNvGrpSpPr>
          <p:nvPr/>
        </p:nvGrpSpPr>
        <p:grpSpPr bwMode="auto">
          <a:xfrm>
            <a:off x="7512672" y="3054696"/>
            <a:ext cx="1871662" cy="1033462"/>
            <a:chOff x="3550" y="2055"/>
            <a:chExt cx="1179" cy="651"/>
          </a:xfrm>
        </p:grpSpPr>
        <p:grpSp>
          <p:nvGrpSpPr>
            <p:cNvPr id="126" name="Group 50">
              <a:extLst>
                <a:ext uri="{FF2B5EF4-FFF2-40B4-BE49-F238E27FC236}">
                  <a16:creationId xmlns:a16="http://schemas.microsoft.com/office/drawing/2014/main" xmlns="" id="{3FE7E5C2-BBF3-1543-A115-A24F66EA5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31" name="Rectangle 40">
                <a:extLst>
                  <a:ext uri="{FF2B5EF4-FFF2-40B4-BE49-F238E27FC236}">
                    <a16:creationId xmlns:a16="http://schemas.microsoft.com/office/drawing/2014/main" xmlns="" id="{D890A494-B490-7F4B-A152-0218E4473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39">
                <a:extLst>
                  <a:ext uri="{FF2B5EF4-FFF2-40B4-BE49-F238E27FC236}">
                    <a16:creationId xmlns:a16="http://schemas.microsoft.com/office/drawing/2014/main" xmlns="" id="{539BB5B8-E120-9C46-A6FF-A4DC37EFC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10.0.0.1, 3345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33" name="Group 44">
                <a:extLst>
                  <a:ext uri="{FF2B5EF4-FFF2-40B4-BE49-F238E27FC236}">
                    <a16:creationId xmlns:a16="http://schemas.microsoft.com/office/drawing/2014/main" xmlns="" id="{F01451B6-72E8-E14F-A3BE-A3D92947A0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38" name="Freeform 43">
                  <a:extLst>
                    <a:ext uri="{FF2B5EF4-FFF2-40B4-BE49-F238E27FC236}">
                      <a16:creationId xmlns:a16="http://schemas.microsoft.com/office/drawing/2014/main" xmlns="" id="{7590FA6A-21FF-4147-9315-E66B7B10CD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" name="Line 41">
                  <a:extLst>
                    <a:ext uri="{FF2B5EF4-FFF2-40B4-BE49-F238E27FC236}">
                      <a16:creationId xmlns:a16="http://schemas.microsoft.com/office/drawing/2014/main" xmlns="" id="{724261B3-0C45-E540-BE14-8B7D04C5E6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Line 42">
                  <a:extLst>
                    <a:ext uri="{FF2B5EF4-FFF2-40B4-BE49-F238E27FC236}">
                      <a16:creationId xmlns:a16="http://schemas.microsoft.com/office/drawing/2014/main" xmlns="" id="{31B331E7-F46A-CA4B-A722-11046B73D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4" name="Group 45">
                <a:extLst>
                  <a:ext uri="{FF2B5EF4-FFF2-40B4-BE49-F238E27FC236}">
                    <a16:creationId xmlns:a16="http://schemas.microsoft.com/office/drawing/2014/main" xmlns="" id="{E2B96F9F-CB85-DB4A-97AC-CEB92A9C1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35" name="Freeform 46">
                  <a:extLst>
                    <a:ext uri="{FF2B5EF4-FFF2-40B4-BE49-F238E27FC236}">
                      <a16:creationId xmlns:a16="http://schemas.microsoft.com/office/drawing/2014/main" xmlns="" id="{E8E10251-9A2B-344B-9DC6-65EF85B4A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6" name="Line 47">
                  <a:extLst>
                    <a:ext uri="{FF2B5EF4-FFF2-40B4-BE49-F238E27FC236}">
                      <a16:creationId xmlns:a16="http://schemas.microsoft.com/office/drawing/2014/main" xmlns="" id="{A6EF77CD-E8A4-1840-8450-5EFD2E289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7" name="Line 48">
                  <a:extLst>
                    <a:ext uri="{FF2B5EF4-FFF2-40B4-BE49-F238E27FC236}">
                      <a16:creationId xmlns:a16="http://schemas.microsoft.com/office/drawing/2014/main" xmlns="" id="{7F05DD0D-2118-EC4A-A829-134FA165F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xmlns="" id="{060B2C65-BCB3-C542-840F-14D5F3297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364"/>
              <a:ext cx="564" cy="342"/>
            </a:xfrm>
            <a:custGeom>
              <a:avLst/>
              <a:gdLst>
                <a:gd name="T0" fmla="*/ 0 w 417"/>
                <a:gd name="T1" fmla="*/ 9905 h 264"/>
                <a:gd name="T2" fmla="*/ 28602 w 417"/>
                <a:gd name="T3" fmla="*/ 9905 h 264"/>
                <a:gd name="T4" fmla="*/ 28602 w 417"/>
                <a:gd name="T5" fmla="*/ 0 h 264"/>
                <a:gd name="T6" fmla="*/ 0 60000 65536"/>
                <a:gd name="T7" fmla="*/ 0 60000 65536"/>
                <a:gd name="T8" fmla="*/ 0 60000 65536"/>
                <a:gd name="T9" fmla="*/ 0 w 417"/>
                <a:gd name="T10" fmla="*/ 0 h 264"/>
                <a:gd name="T11" fmla="*/ 417 w 417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8" name="Group 87">
              <a:extLst>
                <a:ext uri="{FF2B5EF4-FFF2-40B4-BE49-F238E27FC236}">
                  <a16:creationId xmlns:a16="http://schemas.microsoft.com/office/drawing/2014/main" xmlns="" id="{C99ECC6F-CEF6-CE4E-834E-EA3CA6740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416"/>
              <a:ext cx="218" cy="231"/>
              <a:chOff x="5140" y="400"/>
              <a:chExt cx="218" cy="231"/>
            </a:xfrm>
          </p:grpSpPr>
          <p:sp>
            <p:nvSpPr>
              <p:cNvPr id="129" name="Oval 86">
                <a:extLst>
                  <a:ext uri="{FF2B5EF4-FFF2-40B4-BE49-F238E27FC236}">
                    <a16:creationId xmlns:a16="http://schemas.microsoft.com/office/drawing/2014/main" xmlns="" id="{7031C354-ABE6-4445-B334-3D3A7B81E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0" name="Text Box 52">
                <a:extLst>
                  <a:ext uri="{FF2B5EF4-FFF2-40B4-BE49-F238E27FC236}">
                    <a16:creationId xmlns:a16="http://schemas.microsoft.com/office/drawing/2014/main" xmlns="" id="{674E9B8F-78AF-644A-9565-10139D2B1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141" name="Text Box 54">
            <a:extLst>
              <a:ext uri="{FF2B5EF4-FFF2-40B4-BE49-F238E27FC236}">
                <a16:creationId xmlns:a16="http://schemas.microsoft.com/office/drawing/2014/main" xmlns="" id="{CDAED30B-CF2D-F747-9B04-4E25A329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534" y="403628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143" name="Text Box 56">
            <a:extLst>
              <a:ext uri="{FF2B5EF4-FFF2-40B4-BE49-F238E27FC236}">
                <a16:creationId xmlns:a16="http://schemas.microsoft.com/office/drawing/2014/main" xmlns="" id="{FA8BA81A-A11E-3444-B959-B6B4289DF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494" y="4525035"/>
            <a:ext cx="1172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</a:t>
            </a:r>
          </a:p>
        </p:txBody>
      </p:sp>
      <p:grpSp>
        <p:nvGrpSpPr>
          <p:cNvPr id="145" name="Group 59">
            <a:extLst>
              <a:ext uri="{FF2B5EF4-FFF2-40B4-BE49-F238E27FC236}">
                <a16:creationId xmlns:a16="http://schemas.microsoft.com/office/drawing/2014/main" xmlns="" id="{A7EF89DD-32D9-D642-937E-1B899DCB8C23}"/>
              </a:ext>
            </a:extLst>
          </p:cNvPr>
          <p:cNvGrpSpPr>
            <a:grpSpLocks/>
          </p:cNvGrpSpPr>
          <p:nvPr/>
        </p:nvGrpSpPr>
        <p:grpSpPr bwMode="auto">
          <a:xfrm>
            <a:off x="8350874" y="1768821"/>
            <a:ext cx="3351213" cy="1389062"/>
            <a:chOff x="3944" y="989"/>
            <a:chExt cx="2111" cy="875"/>
          </a:xfrm>
        </p:grpSpPr>
        <p:sp>
          <p:nvSpPr>
            <p:cNvPr id="146" name="Text Box 53">
              <a:extLst>
                <a:ext uri="{FF2B5EF4-FFF2-40B4-BE49-F238E27FC236}">
                  <a16:creationId xmlns:a16="http://schemas.microsoft.com/office/drawing/2014/main" xmlns="" id="{0391C7DC-1175-E845-9B14-6647A56B1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89"/>
              <a:ext cx="1934" cy="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host 10.0.0.1 sends datagram to 128.119.40.186, 80</a:t>
              </a:r>
            </a:p>
          </p:txBody>
        </p:sp>
        <p:sp>
          <p:nvSpPr>
            <p:cNvPr id="147" name="Line 58">
              <a:extLst>
                <a:ext uri="{FF2B5EF4-FFF2-40B4-BE49-F238E27FC236}">
                  <a16:creationId xmlns:a16="http://schemas.microsoft.com/office/drawing/2014/main" xmlns="" id="{626A4678-2DEB-354F-8342-8CBF580B9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8" name="Freeform 67">
            <a:extLst>
              <a:ext uri="{FF2B5EF4-FFF2-40B4-BE49-F238E27FC236}">
                <a16:creationId xmlns:a16="http://schemas.microsoft.com/office/drawing/2014/main" xmlns="" id="{4174D505-6F98-2145-B896-FFAF43F9F39D}"/>
              </a:ext>
            </a:extLst>
          </p:cNvPr>
          <p:cNvSpPr>
            <a:spLocks/>
          </p:cNvSpPr>
          <p:nvPr/>
        </p:nvSpPr>
        <p:spPr bwMode="auto">
          <a:xfrm>
            <a:off x="4226547" y="2826096"/>
            <a:ext cx="3862387" cy="1531937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3"/>
              <a:gd name="T22" fmla="*/ 0 h 965"/>
              <a:gd name="T23" fmla="*/ 2433 w 2433"/>
              <a:gd name="T24" fmla="*/ 965 h 9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5400000" scaled="1"/>
          </a:gradFill>
          <a:ln w="3175" cap="flat" cmpd="sng">
            <a:noFill/>
            <a:prstDash val="solid"/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9" name="Rectangle 62">
            <a:extLst>
              <a:ext uri="{FF2B5EF4-FFF2-40B4-BE49-F238E27FC236}">
                <a16:creationId xmlns:a16="http://schemas.microsoft.com/office/drawing/2014/main" xmlns="" id="{5E7F8FBF-9C54-C64A-B416-FE684B2E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547" y="1573558"/>
            <a:ext cx="3784600" cy="1354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60">
            <a:extLst>
              <a:ext uri="{FF2B5EF4-FFF2-40B4-BE49-F238E27FC236}">
                <a16:creationId xmlns:a16="http://schemas.microsoft.com/office/drawing/2014/main" xmlns="" id="{10FA6F49-5A78-864A-B681-890D92966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166" y="1578252"/>
            <a:ext cx="36519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NAT translation table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 side addr        LAN side addr</a:t>
            </a:r>
          </a:p>
        </p:txBody>
      </p:sp>
      <p:sp>
        <p:nvSpPr>
          <p:cNvPr id="151" name="Line 63">
            <a:extLst>
              <a:ext uri="{FF2B5EF4-FFF2-40B4-BE49-F238E27FC236}">
                <a16:creationId xmlns:a16="http://schemas.microsoft.com/office/drawing/2014/main" xmlns="" id="{FB815ECB-E54F-2947-939E-EB6F6507C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6547" y="1946621"/>
            <a:ext cx="3790950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" name="Line 64">
            <a:extLst>
              <a:ext uri="{FF2B5EF4-FFF2-40B4-BE49-F238E27FC236}">
                <a16:creationId xmlns:a16="http://schemas.microsoft.com/office/drawing/2014/main" xmlns="" id="{354E4388-5108-DE4A-A93B-B36EC84B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0834" y="2224433"/>
            <a:ext cx="3749675" cy="11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3" name="Line 65">
            <a:extLst>
              <a:ext uri="{FF2B5EF4-FFF2-40B4-BE49-F238E27FC236}">
                <a16:creationId xmlns:a16="http://schemas.microsoft.com/office/drawing/2014/main" xmlns="" id="{924CA7C1-7023-E749-A732-1D8BF0866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622" y="1968846"/>
            <a:ext cx="3175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4" name="Text Box 61">
            <a:extLst>
              <a:ext uri="{FF2B5EF4-FFF2-40B4-BE49-F238E27FC236}">
                <a16:creationId xmlns:a16="http://schemas.microsoft.com/office/drawing/2014/main" xmlns="" id="{27F84A28-C4A8-B64C-A522-ED96A70BF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607" y="2243483"/>
            <a:ext cx="3368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138.76.29.7, 5001   10.0.0.1, 3345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……                                         ……</a:t>
            </a:r>
          </a:p>
        </p:txBody>
      </p:sp>
      <p:grpSp>
        <p:nvGrpSpPr>
          <p:cNvPr id="155" name="Group 135">
            <a:extLst>
              <a:ext uri="{FF2B5EF4-FFF2-40B4-BE49-F238E27FC236}">
                <a16:creationId xmlns:a16="http://schemas.microsoft.com/office/drawing/2014/main" xmlns="" id="{3F4A61E6-1F91-CD48-9817-3EFAAE316322}"/>
              </a:ext>
            </a:extLst>
          </p:cNvPr>
          <p:cNvGrpSpPr>
            <a:grpSpLocks/>
          </p:cNvGrpSpPr>
          <p:nvPr/>
        </p:nvGrpSpPr>
        <p:grpSpPr bwMode="auto">
          <a:xfrm>
            <a:off x="6647484" y="3634133"/>
            <a:ext cx="2784475" cy="1638300"/>
            <a:chOff x="3002" y="2417"/>
            <a:chExt cx="1754" cy="1032"/>
          </a:xfrm>
        </p:grpSpPr>
        <p:sp>
          <p:nvSpPr>
            <p:cNvPr id="156" name="Rectangle 91">
              <a:extLst>
                <a:ext uri="{FF2B5EF4-FFF2-40B4-BE49-F238E27FC236}">
                  <a16:creationId xmlns:a16="http://schemas.microsoft.com/office/drawing/2014/main" xmlns="" id="{29BBA0F8-D8A2-8948-9316-2CD52A8E7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Text Box 92">
              <a:extLst>
                <a:ext uri="{FF2B5EF4-FFF2-40B4-BE49-F238E27FC236}">
                  <a16:creationId xmlns:a16="http://schemas.microsoft.com/office/drawing/2014/main" xmlns="" id="{8C1E4275-2F68-5849-B286-D5540D1A2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10.0.0.1, 3345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93">
              <a:extLst>
                <a:ext uri="{FF2B5EF4-FFF2-40B4-BE49-F238E27FC236}">
                  <a16:creationId xmlns:a16="http://schemas.microsoft.com/office/drawing/2014/main" xmlns="" id="{ACAC77B2-102B-FF40-A235-6EDFA119E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67" name="Freeform 94">
                <a:extLst>
                  <a:ext uri="{FF2B5EF4-FFF2-40B4-BE49-F238E27FC236}">
                    <a16:creationId xmlns:a16="http://schemas.microsoft.com/office/drawing/2014/main" xmlns="" id="{2C175D47-A4A4-6645-8086-F38DC38BE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8" name="Line 95">
                <a:extLst>
                  <a:ext uri="{FF2B5EF4-FFF2-40B4-BE49-F238E27FC236}">
                    <a16:creationId xmlns:a16="http://schemas.microsoft.com/office/drawing/2014/main" xmlns="" id="{B39131BB-ACC2-8347-8518-C3598BDDB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9" name="Line 96">
                <a:extLst>
                  <a:ext uri="{FF2B5EF4-FFF2-40B4-BE49-F238E27FC236}">
                    <a16:creationId xmlns:a16="http://schemas.microsoft.com/office/drawing/2014/main" xmlns="" id="{C9868D3D-F7AB-374B-AF8C-1A31B3333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97">
              <a:extLst>
                <a:ext uri="{FF2B5EF4-FFF2-40B4-BE49-F238E27FC236}">
                  <a16:creationId xmlns:a16="http://schemas.microsoft.com/office/drawing/2014/main" xmlns="" id="{BCF07584-F53B-6A40-9D40-F36827FA8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64" name="Freeform 98">
                <a:extLst>
                  <a:ext uri="{FF2B5EF4-FFF2-40B4-BE49-F238E27FC236}">
                    <a16:creationId xmlns:a16="http://schemas.microsoft.com/office/drawing/2014/main" xmlns="" id="{8C8E8062-3BC7-ED40-9145-8E53CCF57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5" name="Line 99">
                <a:extLst>
                  <a:ext uri="{FF2B5EF4-FFF2-40B4-BE49-F238E27FC236}">
                    <a16:creationId xmlns:a16="http://schemas.microsoft.com/office/drawing/2014/main" xmlns="" id="{F05CF0B2-ADFC-5642-9080-810974A88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6" name="Line 100">
                <a:extLst>
                  <a:ext uri="{FF2B5EF4-FFF2-40B4-BE49-F238E27FC236}">
                    <a16:creationId xmlns:a16="http://schemas.microsoft.com/office/drawing/2014/main" xmlns="" id="{B4BFAC33-A46F-6F48-88E9-334122FDF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Freeform 101">
              <a:extLst>
                <a:ext uri="{FF2B5EF4-FFF2-40B4-BE49-F238E27FC236}">
                  <a16:creationId xmlns:a16="http://schemas.microsoft.com/office/drawing/2014/main" xmlns="" id="{B75AE57F-3BEF-314F-8999-B1D6040F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7"/>
                <a:gd name="T13" fmla="*/ 0 h 768"/>
                <a:gd name="T14" fmla="*/ 577 w 577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1" name="Group 102">
              <a:extLst>
                <a:ext uri="{FF2B5EF4-FFF2-40B4-BE49-F238E27FC236}">
                  <a16:creationId xmlns:a16="http://schemas.microsoft.com/office/drawing/2014/main" xmlns="" id="{02FFB4A2-3C39-EA49-A1C9-F69127E1B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0" y="3061"/>
              <a:ext cx="218" cy="231"/>
              <a:chOff x="5140" y="400"/>
              <a:chExt cx="218" cy="231"/>
            </a:xfrm>
          </p:grpSpPr>
          <p:sp>
            <p:nvSpPr>
              <p:cNvPr id="162" name="Oval 103">
                <a:extLst>
                  <a:ext uri="{FF2B5EF4-FFF2-40B4-BE49-F238E27FC236}">
                    <a16:creationId xmlns:a16="http://schemas.microsoft.com/office/drawing/2014/main" xmlns="" id="{6F177354-84EF-E44F-BD75-48DAE4C98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Text Box 104">
                <a:extLst>
                  <a:ext uri="{FF2B5EF4-FFF2-40B4-BE49-F238E27FC236}">
                    <a16:creationId xmlns:a16="http://schemas.microsoft.com/office/drawing/2014/main" xmlns="" id="{1375D29A-087E-7E46-9CEA-14416B49B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70" name="Group 108">
            <a:extLst>
              <a:ext uri="{FF2B5EF4-FFF2-40B4-BE49-F238E27FC236}">
                <a16:creationId xmlns:a16="http://schemas.microsoft.com/office/drawing/2014/main" xmlns="" id="{DC525981-2B14-2640-B158-CE02695B558C}"/>
              </a:ext>
            </a:extLst>
          </p:cNvPr>
          <p:cNvGrpSpPr>
            <a:grpSpLocks/>
          </p:cNvGrpSpPr>
          <p:nvPr/>
        </p:nvGrpSpPr>
        <p:grpSpPr bwMode="auto">
          <a:xfrm>
            <a:off x="3413747" y="3851621"/>
            <a:ext cx="2497137" cy="566737"/>
            <a:chOff x="1026" y="3559"/>
            <a:chExt cx="1573" cy="357"/>
          </a:xfrm>
        </p:grpSpPr>
        <p:grpSp>
          <p:nvGrpSpPr>
            <p:cNvPr id="171" name="Group 68">
              <a:extLst>
                <a:ext uri="{FF2B5EF4-FFF2-40B4-BE49-F238E27FC236}">
                  <a16:creationId xmlns:a16="http://schemas.microsoft.com/office/drawing/2014/main" xmlns="" id="{BDC038F8-12DC-9B48-A68C-450577D1A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76" name="Rectangle 69">
                <a:extLst>
                  <a:ext uri="{FF2B5EF4-FFF2-40B4-BE49-F238E27FC236}">
                    <a16:creationId xmlns:a16="http://schemas.microsoft.com/office/drawing/2014/main" xmlns="" id="{4D5710FE-0785-5A48-AEAB-0C21EC1AE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7" name="Text Box 70">
                <a:extLst>
                  <a:ext uri="{FF2B5EF4-FFF2-40B4-BE49-F238E27FC236}">
                    <a16:creationId xmlns:a16="http://schemas.microsoft.com/office/drawing/2014/main" xmlns="" id="{43A695E4-463A-2748-9301-7528118E9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138.76.29.7, 5001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78" name="Group 71">
                <a:extLst>
                  <a:ext uri="{FF2B5EF4-FFF2-40B4-BE49-F238E27FC236}">
                    <a16:creationId xmlns:a16="http://schemas.microsoft.com/office/drawing/2014/main" xmlns="" id="{5EFBE55D-A0D8-694A-88A8-B573ACAB13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83" name="Freeform 72">
                  <a:extLst>
                    <a:ext uri="{FF2B5EF4-FFF2-40B4-BE49-F238E27FC236}">
                      <a16:creationId xmlns:a16="http://schemas.microsoft.com/office/drawing/2014/main" xmlns="" id="{402B8F20-1A59-4B4A-B3CF-303CC9B8E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73">
                  <a:extLst>
                    <a:ext uri="{FF2B5EF4-FFF2-40B4-BE49-F238E27FC236}">
                      <a16:creationId xmlns:a16="http://schemas.microsoft.com/office/drawing/2014/main" xmlns="" id="{C93A4D0A-A948-B34D-A905-1543094B96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74">
                  <a:extLst>
                    <a:ext uri="{FF2B5EF4-FFF2-40B4-BE49-F238E27FC236}">
                      <a16:creationId xmlns:a16="http://schemas.microsoft.com/office/drawing/2014/main" xmlns="" id="{3BACA1BE-7962-FA48-BEC5-4229D5B10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79" name="Group 75">
                <a:extLst>
                  <a:ext uri="{FF2B5EF4-FFF2-40B4-BE49-F238E27FC236}">
                    <a16:creationId xmlns:a16="http://schemas.microsoft.com/office/drawing/2014/main" xmlns="" id="{FFF4A8ED-4027-F64B-8F00-59B9F44532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80" name="Freeform 76">
                  <a:extLst>
                    <a:ext uri="{FF2B5EF4-FFF2-40B4-BE49-F238E27FC236}">
                      <a16:creationId xmlns:a16="http://schemas.microsoft.com/office/drawing/2014/main" xmlns="" id="{02A7CED3-D721-B04F-9DD9-9B40C20BE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77">
                  <a:extLst>
                    <a:ext uri="{FF2B5EF4-FFF2-40B4-BE49-F238E27FC236}">
                      <a16:creationId xmlns:a16="http://schemas.microsoft.com/office/drawing/2014/main" xmlns="" id="{788D0873-6A2B-684C-959E-AF81C0E35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78">
                  <a:extLst>
                    <a:ext uri="{FF2B5EF4-FFF2-40B4-BE49-F238E27FC236}">
                      <a16:creationId xmlns:a16="http://schemas.microsoft.com/office/drawing/2014/main" xmlns="" id="{3F474D4B-441F-5C41-AF76-916D637CC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72" name="Line 79">
              <a:extLst>
                <a:ext uri="{FF2B5EF4-FFF2-40B4-BE49-F238E27FC236}">
                  <a16:creationId xmlns:a16="http://schemas.microsoft.com/office/drawing/2014/main" xmlns="" id="{9BE86E9B-A255-EA46-8072-9F9CD1062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3" name="Group 105">
              <a:extLst>
                <a:ext uri="{FF2B5EF4-FFF2-40B4-BE49-F238E27FC236}">
                  <a16:creationId xmlns:a16="http://schemas.microsoft.com/office/drawing/2014/main" xmlns="" id="{06A01750-5D72-784D-A71D-2DB7AD454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3613"/>
              <a:ext cx="218" cy="231"/>
              <a:chOff x="5140" y="400"/>
              <a:chExt cx="218" cy="231"/>
            </a:xfrm>
          </p:grpSpPr>
          <p:sp>
            <p:nvSpPr>
              <p:cNvPr id="174" name="Oval 106">
                <a:extLst>
                  <a:ext uri="{FF2B5EF4-FFF2-40B4-BE49-F238E27FC236}">
                    <a16:creationId xmlns:a16="http://schemas.microsoft.com/office/drawing/2014/main" xmlns="" id="{2E30B4AA-4B2F-4A43-A5B1-B7EAE1C5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5" name="Text Box 107">
                <a:extLst>
                  <a:ext uri="{FF2B5EF4-FFF2-40B4-BE49-F238E27FC236}">
                    <a16:creationId xmlns:a16="http://schemas.microsoft.com/office/drawing/2014/main" xmlns="" id="{9624DBA2-B294-A642-8E53-F51CB962FB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86" name="Group 112">
            <a:extLst>
              <a:ext uri="{FF2B5EF4-FFF2-40B4-BE49-F238E27FC236}">
                <a16:creationId xmlns:a16="http://schemas.microsoft.com/office/drawing/2014/main" xmlns="" id="{A97E6727-89A2-3046-B6AF-31E613B89650}"/>
              </a:ext>
            </a:extLst>
          </p:cNvPr>
          <p:cNvGrpSpPr>
            <a:grpSpLocks/>
          </p:cNvGrpSpPr>
          <p:nvPr/>
        </p:nvGrpSpPr>
        <p:grpSpPr bwMode="auto">
          <a:xfrm>
            <a:off x="570534" y="1870421"/>
            <a:ext cx="6465888" cy="2052637"/>
            <a:chOff x="-826" y="1306"/>
            <a:chExt cx="4073" cy="1293"/>
          </a:xfrm>
        </p:grpSpPr>
        <p:sp>
          <p:nvSpPr>
            <p:cNvPr id="187" name="Text Box 82">
              <a:extLst>
                <a:ext uri="{FF2B5EF4-FFF2-40B4-BE49-F238E27FC236}">
                  <a16:creationId xmlns:a16="http://schemas.microsoft.com/office/drawing/2014/main" xmlns="" id="{B476178C-8B46-4945-9E70-1B47BD547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26" y="1306"/>
              <a:ext cx="1986" cy="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2: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NAT router changes datagram source address from 10.0.0.1, 3345 to 138.76.29.7, 5001,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updates table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8" name="Line 83">
              <a:extLst>
                <a:ext uri="{FF2B5EF4-FFF2-40B4-BE49-F238E27FC236}">
                  <a16:creationId xmlns:a16="http://schemas.microsoft.com/office/drawing/2014/main" xmlns="" id="{39A4F056-0635-3B4E-AF02-5943F4D9B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110">
              <a:extLst>
                <a:ext uri="{FF2B5EF4-FFF2-40B4-BE49-F238E27FC236}">
                  <a16:creationId xmlns:a16="http://schemas.microsoft.com/office/drawing/2014/main" xmlns="" id="{6A4AF0BA-7183-7E4F-8F56-54A316824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88"/>
              <a:ext cx="663" cy="45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111">
              <a:extLst>
                <a:ext uri="{FF2B5EF4-FFF2-40B4-BE49-F238E27FC236}">
                  <a16:creationId xmlns:a16="http://schemas.microsoft.com/office/drawing/2014/main" xmlns="" id="{3FE0283C-E21B-D542-9E39-C2801B50C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51"/>
              <a:ext cx="1972" cy="4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1" name="Group 129">
            <a:extLst>
              <a:ext uri="{FF2B5EF4-FFF2-40B4-BE49-F238E27FC236}">
                <a16:creationId xmlns:a16="http://schemas.microsoft.com/office/drawing/2014/main" xmlns="" id="{A019D077-2ABB-3344-ACBC-93645C742D99}"/>
              </a:ext>
            </a:extLst>
          </p:cNvPr>
          <p:cNvGrpSpPr>
            <a:grpSpLocks/>
          </p:cNvGrpSpPr>
          <p:nvPr/>
        </p:nvGrpSpPr>
        <p:grpSpPr bwMode="auto">
          <a:xfrm>
            <a:off x="3242297" y="4880321"/>
            <a:ext cx="2471737" cy="703262"/>
            <a:chOff x="1163" y="3752"/>
            <a:chExt cx="1557" cy="443"/>
          </a:xfrm>
        </p:grpSpPr>
        <p:sp>
          <p:nvSpPr>
            <p:cNvPr id="192" name="Rectangle 115">
              <a:extLst>
                <a:ext uri="{FF2B5EF4-FFF2-40B4-BE49-F238E27FC236}">
                  <a16:creationId xmlns:a16="http://schemas.microsoft.com/office/drawing/2014/main" xmlns="" id="{B8F66CC1-3037-E74D-A021-4043072ED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3" name="Text Box 116">
              <a:extLst>
                <a:ext uri="{FF2B5EF4-FFF2-40B4-BE49-F238E27FC236}">
                  <a16:creationId xmlns:a16="http://schemas.microsoft.com/office/drawing/2014/main" xmlns="" id="{A4628EB5-017E-9542-B612-BEF665CB9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138.76.29.7, 5001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4" name="Group 117">
              <a:extLst>
                <a:ext uri="{FF2B5EF4-FFF2-40B4-BE49-F238E27FC236}">
                  <a16:creationId xmlns:a16="http://schemas.microsoft.com/office/drawing/2014/main" xmlns="" id="{42DDB704-CE98-4E46-A7DE-DDB1433EC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203" name="Freeform 118">
                <a:extLst>
                  <a:ext uri="{FF2B5EF4-FFF2-40B4-BE49-F238E27FC236}">
                    <a16:creationId xmlns:a16="http://schemas.microsoft.com/office/drawing/2014/main" xmlns="" id="{348FD55D-4B52-B141-A915-FB6108167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4" name="Line 119">
                <a:extLst>
                  <a:ext uri="{FF2B5EF4-FFF2-40B4-BE49-F238E27FC236}">
                    <a16:creationId xmlns:a16="http://schemas.microsoft.com/office/drawing/2014/main" xmlns="" id="{89E11CA1-32B5-9E44-B372-81818A964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5" name="Line 120">
                <a:extLst>
                  <a:ext uri="{FF2B5EF4-FFF2-40B4-BE49-F238E27FC236}">
                    <a16:creationId xmlns:a16="http://schemas.microsoft.com/office/drawing/2014/main" xmlns="" id="{E1A1A68F-98DF-6140-8A3B-CC4EC09C2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95" name="Group 121">
              <a:extLst>
                <a:ext uri="{FF2B5EF4-FFF2-40B4-BE49-F238E27FC236}">
                  <a16:creationId xmlns:a16="http://schemas.microsoft.com/office/drawing/2014/main" xmlns="" id="{AA767CA3-B9AF-1947-9E8B-7B78A42C71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200" name="Freeform 122">
                <a:extLst>
                  <a:ext uri="{FF2B5EF4-FFF2-40B4-BE49-F238E27FC236}">
                    <a16:creationId xmlns:a16="http://schemas.microsoft.com/office/drawing/2014/main" xmlns="" id="{E2185BCA-8B31-CA41-B7BE-278DC93C1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1" name="Line 123">
                <a:extLst>
                  <a:ext uri="{FF2B5EF4-FFF2-40B4-BE49-F238E27FC236}">
                    <a16:creationId xmlns:a16="http://schemas.microsoft.com/office/drawing/2014/main" xmlns="" id="{4ACEFFB9-09D4-C34F-AFD8-91F81AEB1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2" name="Line 124">
                <a:extLst>
                  <a:ext uri="{FF2B5EF4-FFF2-40B4-BE49-F238E27FC236}">
                    <a16:creationId xmlns:a16="http://schemas.microsoft.com/office/drawing/2014/main" xmlns="" id="{101431C9-4CC0-D847-919C-0DBB752E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96" name="Line 125">
              <a:extLst>
                <a:ext uri="{FF2B5EF4-FFF2-40B4-BE49-F238E27FC236}">
                  <a16:creationId xmlns:a16="http://schemas.microsoft.com/office/drawing/2014/main" xmlns="" id="{502198D0-5261-8C4C-8E3A-DF3954900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7" name="Group 126">
              <a:extLst>
                <a:ext uri="{FF2B5EF4-FFF2-40B4-BE49-F238E27FC236}">
                  <a16:creationId xmlns:a16="http://schemas.microsoft.com/office/drawing/2014/main" xmlns="" id="{B5A4AEEA-E775-7C48-85F8-7A891122D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" y="3815"/>
              <a:ext cx="218" cy="231"/>
              <a:chOff x="5140" y="400"/>
              <a:chExt cx="218" cy="231"/>
            </a:xfrm>
          </p:grpSpPr>
          <p:sp>
            <p:nvSpPr>
              <p:cNvPr id="198" name="Oval 127">
                <a:extLst>
                  <a:ext uri="{FF2B5EF4-FFF2-40B4-BE49-F238E27FC236}">
                    <a16:creationId xmlns:a16="http://schemas.microsoft.com/office/drawing/2014/main" xmlns="" id="{6DD6378B-4529-F246-A000-43AD78D87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9" name="Text Box 128">
                <a:extLst>
                  <a:ext uri="{FF2B5EF4-FFF2-40B4-BE49-F238E27FC236}">
                    <a16:creationId xmlns:a16="http://schemas.microsoft.com/office/drawing/2014/main" xmlns="" id="{3F008E50-4578-AA40-AA1A-1A25E1891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206" name="Text Box 131">
            <a:extLst>
              <a:ext uri="{FF2B5EF4-FFF2-40B4-BE49-F238E27FC236}">
                <a16:creationId xmlns:a16="http://schemas.microsoft.com/office/drawing/2014/main" xmlns="" id="{5B16A2E0-A7C5-3944-8912-ED29E0528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424" y="5435532"/>
            <a:ext cx="3559175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3: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 arrives, destination address: 138.76.29.7, 5001</a:t>
            </a:r>
          </a:p>
        </p:txBody>
      </p:sp>
      <p:sp>
        <p:nvSpPr>
          <p:cNvPr id="227" name="Text Box 12">
            <a:extLst>
              <a:ext uri="{FF2B5EF4-FFF2-40B4-BE49-F238E27FC236}">
                <a16:creationId xmlns:a16="http://schemas.microsoft.com/office/drawing/2014/main" xmlns="" id="{49399310-E32F-3746-9746-E3074C89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128" y="3445831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228" name="Text Box 13">
            <a:extLst>
              <a:ext uri="{FF2B5EF4-FFF2-40B4-BE49-F238E27FC236}">
                <a16:creationId xmlns:a16="http://schemas.microsoft.com/office/drawing/2014/main" xmlns="" id="{79FD3F69-B708-374C-8283-25925B0C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377" y="413911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229" name="Text Box 14">
            <a:extLst>
              <a:ext uri="{FF2B5EF4-FFF2-40B4-BE49-F238E27FC236}">
                <a16:creationId xmlns:a16="http://schemas.microsoft.com/office/drawing/2014/main" xmlns="" id="{7F37117D-9CBA-6142-9514-CEDB512B9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1024" y="486174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grpSp>
        <p:nvGrpSpPr>
          <p:cNvPr id="230" name="Group 107">
            <a:extLst>
              <a:ext uri="{FF2B5EF4-FFF2-40B4-BE49-F238E27FC236}">
                <a16:creationId xmlns:a16="http://schemas.microsoft.com/office/drawing/2014/main" xmlns="" id="{5A276570-5620-5249-95EA-FFEFE4E595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94143" y="3285987"/>
            <a:ext cx="641350" cy="558800"/>
            <a:chOff x="-44" y="1473"/>
            <a:chExt cx="981" cy="1105"/>
          </a:xfrm>
        </p:grpSpPr>
        <p:pic>
          <p:nvPicPr>
            <p:cNvPr id="231" name="Picture 108" descr="desktop_computer_stylized_medium">
              <a:extLst>
                <a:ext uri="{FF2B5EF4-FFF2-40B4-BE49-F238E27FC236}">
                  <a16:creationId xmlns:a16="http://schemas.microsoft.com/office/drawing/2014/main" xmlns="" id="{5A6AA966-22DC-6D4E-B91F-0DFE251A8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09">
              <a:extLst>
                <a:ext uri="{FF2B5EF4-FFF2-40B4-BE49-F238E27FC236}">
                  <a16:creationId xmlns:a16="http://schemas.microsoft.com/office/drawing/2014/main" xmlns="" id="{AC8248F8-AA55-9E46-99C8-227C0C6A44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3" name="Group 110">
            <a:extLst>
              <a:ext uri="{FF2B5EF4-FFF2-40B4-BE49-F238E27FC236}">
                <a16:creationId xmlns:a16="http://schemas.microsoft.com/office/drawing/2014/main" xmlns="" id="{F7931E40-ABE0-FB4C-8BE6-E5CA5D44698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20943" y="3976903"/>
            <a:ext cx="641350" cy="558800"/>
            <a:chOff x="-44" y="1473"/>
            <a:chExt cx="981" cy="1105"/>
          </a:xfrm>
        </p:grpSpPr>
        <p:pic>
          <p:nvPicPr>
            <p:cNvPr id="234" name="Picture 111" descr="desktop_computer_stylized_medium">
              <a:extLst>
                <a:ext uri="{FF2B5EF4-FFF2-40B4-BE49-F238E27FC236}">
                  <a16:creationId xmlns:a16="http://schemas.microsoft.com/office/drawing/2014/main" xmlns="" id="{46410F71-6550-6941-8D6A-82A57E487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" name="Freeform 112">
              <a:extLst>
                <a:ext uri="{FF2B5EF4-FFF2-40B4-BE49-F238E27FC236}">
                  <a16:creationId xmlns:a16="http://schemas.microsoft.com/office/drawing/2014/main" xmlns="" id="{F4181B7B-5A98-CF43-AEE4-B0DD513BAC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6" name="Group 113">
            <a:extLst>
              <a:ext uri="{FF2B5EF4-FFF2-40B4-BE49-F238E27FC236}">
                <a16:creationId xmlns:a16="http://schemas.microsoft.com/office/drawing/2014/main" xmlns="" id="{861D5467-8367-2443-9B4C-1AEA7B8ECA6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40169" y="4685809"/>
            <a:ext cx="641350" cy="558800"/>
            <a:chOff x="-44" y="1473"/>
            <a:chExt cx="981" cy="1105"/>
          </a:xfrm>
        </p:grpSpPr>
        <p:pic>
          <p:nvPicPr>
            <p:cNvPr id="237" name="Picture 114" descr="desktop_computer_stylized_medium">
              <a:extLst>
                <a:ext uri="{FF2B5EF4-FFF2-40B4-BE49-F238E27FC236}">
                  <a16:creationId xmlns:a16="http://schemas.microsoft.com/office/drawing/2014/main" xmlns="" id="{F446E0AC-D5ED-E540-8785-FC1BD31A3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" name="Freeform 115">
              <a:extLst>
                <a:ext uri="{FF2B5EF4-FFF2-40B4-BE49-F238E27FC236}">
                  <a16:creationId xmlns:a16="http://schemas.microsoft.com/office/drawing/2014/main" xmlns="" id="{64F8FFEC-C205-9D46-881B-232F00BBEB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xmlns="" id="{562723B0-260D-DF45-850D-1F83CDD55DF2}"/>
              </a:ext>
            </a:extLst>
          </p:cNvPr>
          <p:cNvCxnSpPr>
            <a:cxnSpLocks/>
          </p:cNvCxnSpPr>
          <p:nvPr/>
        </p:nvCxnSpPr>
        <p:spPr>
          <a:xfrm>
            <a:off x="9963568" y="37327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xmlns="" id="{E93D9DA7-8220-C94D-A035-54D2439B3DCA}"/>
              </a:ext>
            </a:extLst>
          </p:cNvPr>
          <p:cNvCxnSpPr>
            <a:cxnSpLocks/>
          </p:cNvCxnSpPr>
          <p:nvPr/>
        </p:nvCxnSpPr>
        <p:spPr>
          <a:xfrm>
            <a:off x="9891178" y="44185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xmlns="" id="{18D6C476-F9DB-5545-BB86-8E00D4536D0E}"/>
              </a:ext>
            </a:extLst>
          </p:cNvPr>
          <p:cNvCxnSpPr>
            <a:cxnSpLocks/>
          </p:cNvCxnSpPr>
          <p:nvPr/>
        </p:nvCxnSpPr>
        <p:spPr>
          <a:xfrm>
            <a:off x="9910228" y="513482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B12C04C6-16E3-F846-AACA-B4245DBFD6F2}"/>
              </a:ext>
            </a:extLst>
          </p:cNvPr>
          <p:cNvGrpSpPr/>
          <p:nvPr/>
        </p:nvGrpSpPr>
        <p:grpSpPr>
          <a:xfrm>
            <a:off x="3937552" y="4333461"/>
            <a:ext cx="3034748" cy="304800"/>
            <a:chOff x="2454675" y="2927412"/>
            <a:chExt cx="4705166" cy="43108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xmlns="" id="{E627D780-1323-2748-B302-A7E383AEE6BE}"/>
                </a:ext>
              </a:extLst>
            </p:cNvPr>
            <p:cNvCxnSpPr/>
            <p:nvPr/>
          </p:nvCxnSpPr>
          <p:spPr>
            <a:xfrm>
              <a:off x="2454675" y="3124940"/>
              <a:ext cx="470516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xmlns="" id="{9AB30032-A510-F64D-97F2-6FC662A0EA56}"/>
                </a:ext>
              </a:extLst>
            </p:cNvPr>
            <p:cNvGrpSpPr/>
            <p:nvPr/>
          </p:nvGrpSpPr>
          <p:grpSpPr>
            <a:xfrm>
              <a:off x="5427861" y="2927412"/>
              <a:ext cx="1040553" cy="431082"/>
              <a:chOff x="7493876" y="2774731"/>
              <a:chExt cx="1481958" cy="894622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xmlns="" id="{A1997FEC-C6AB-9545-A2D9-61FD862EE30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xmlns="" id="{0E38C263-DE9A-7047-B28D-3D2374F54F6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xmlns="" id="{D5529F41-5E24-9D46-BA03-33C065DA321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xmlns="" id="{AE15E879-3143-CB42-BEE3-B6A32D2D0C7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xmlns="" id="{DF86F847-AACC-7541-950E-BCAC8B07703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xmlns="" id="{73A10729-E988-9C44-AF80-3AA3BE33506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xmlns="" id="{17D86888-2395-8649-A2AB-2EED2F8EE0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xmlns="" id="{7FD54FD3-566B-9D4F-9E44-CAE5EE93D481}"/>
              </a:ext>
            </a:extLst>
          </p:cNvPr>
          <p:cNvCxnSpPr/>
          <p:nvPr/>
        </p:nvCxnSpPr>
        <p:spPr>
          <a:xfrm flipV="1">
            <a:off x="5701553" y="4503542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xmlns="" id="{2E39225B-8D0F-9646-AC3E-B27235CCF047}"/>
              </a:ext>
            </a:extLst>
          </p:cNvPr>
          <p:cNvCxnSpPr>
            <a:cxnSpLocks/>
          </p:cNvCxnSpPr>
          <p:nvPr/>
        </p:nvCxnSpPr>
        <p:spPr>
          <a:xfrm>
            <a:off x="6577649" y="4166958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lide Number Placeholder 3">
            <a:extLst>
              <a:ext uri="{FF2B5EF4-FFF2-40B4-BE49-F238E27FC236}">
                <a16:creationId xmlns:a16="http://schemas.microsoft.com/office/drawing/2014/main" xmlns="" id="{9F67CE8D-C42D-5F41-A08F-EBC69C9720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61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2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Dynamic Host Configuration Protocol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1096157" cy="2317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host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dynamically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obtains IP address from network server when it “joins” network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can renew its lease on address in use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allows reuse of addresses (only hold address while connected/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support for mobile users who join/leave network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1A4878C-1BFB-0D4A-B7ED-0141B1F98B2A}"/>
              </a:ext>
            </a:extLst>
          </p:cNvPr>
          <p:cNvSpPr txBox="1">
            <a:spLocks noChangeArrowheads="1"/>
          </p:cNvSpPr>
          <p:nvPr/>
        </p:nvSpPr>
        <p:spPr>
          <a:xfrm>
            <a:off x="869430" y="3920499"/>
            <a:ext cx="11096157" cy="234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 overview: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broadcasts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discover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responds with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offer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requests IP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sends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ack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xmlns="" id="{656901C4-5463-CC4D-A8BA-E1B660D561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77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6" name="Freeform 140">
            <a:extLst>
              <a:ext uri="{FF2B5EF4-FFF2-40B4-BE49-F238E27FC236}">
                <a16:creationId xmlns:a16="http://schemas.microsoft.com/office/drawing/2014/main" xmlns="" id="{31DAAA25-5A53-F648-BB18-AC788729F193}"/>
              </a:ext>
            </a:extLst>
          </p:cNvPr>
          <p:cNvSpPr>
            <a:spLocks/>
          </p:cNvSpPr>
          <p:nvPr/>
        </p:nvSpPr>
        <p:spPr bwMode="auto">
          <a:xfrm rot="16200000">
            <a:off x="3939641" y="4185782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Freeform 140">
            <a:extLst>
              <a:ext uri="{FF2B5EF4-FFF2-40B4-BE49-F238E27FC236}">
                <a16:creationId xmlns:a16="http://schemas.microsoft.com/office/drawing/2014/main" xmlns="" id="{69E13419-1E45-0F46-879F-C381AD412BFC}"/>
              </a:ext>
            </a:extLst>
          </p:cNvPr>
          <p:cNvSpPr>
            <a:spLocks/>
          </p:cNvSpPr>
          <p:nvPr/>
        </p:nvSpPr>
        <p:spPr bwMode="auto">
          <a:xfrm rot="10800000">
            <a:off x="4937385" y="2859425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Freeform 140">
            <a:extLst>
              <a:ext uri="{FF2B5EF4-FFF2-40B4-BE49-F238E27FC236}">
                <a16:creationId xmlns:a16="http://schemas.microsoft.com/office/drawing/2014/main" xmlns="" id="{3EAEF544-5AF2-EB4B-803E-855EBA054CB2}"/>
              </a:ext>
            </a:extLst>
          </p:cNvPr>
          <p:cNvSpPr>
            <a:spLocks/>
          </p:cNvSpPr>
          <p:nvPr/>
        </p:nvSpPr>
        <p:spPr bwMode="auto">
          <a:xfrm>
            <a:off x="2902210" y="2441913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xmlns="" id="{D36DACCB-29DB-4E4F-ABF1-53C696E50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673" y="22720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" name="Group 27">
            <a:extLst>
              <a:ext uri="{FF2B5EF4-FFF2-40B4-BE49-F238E27FC236}">
                <a16:creationId xmlns:a16="http://schemas.microsoft.com/office/drawing/2014/main" xmlns="" id="{5D1A4459-0744-6248-B463-A419CA5BCEDA}"/>
              </a:ext>
            </a:extLst>
          </p:cNvPr>
          <p:cNvGrpSpPr>
            <a:grpSpLocks/>
          </p:cNvGrpSpPr>
          <p:nvPr/>
        </p:nvGrpSpPr>
        <p:grpSpPr bwMode="auto">
          <a:xfrm>
            <a:off x="1460763" y="3097551"/>
            <a:ext cx="1011238" cy="393700"/>
            <a:chOff x="3194" y="523"/>
            <a:chExt cx="637" cy="248"/>
          </a:xfrm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xmlns="" id="{7BCFF031-6D67-D540-B6AC-03054638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xmlns="" id="{535E211A-A4D0-EB48-8374-6DF2345B9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523"/>
              <a:ext cx="5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" name="Text Box 30">
            <a:extLst>
              <a:ext uri="{FF2B5EF4-FFF2-40B4-BE49-F238E27FC236}">
                <a16:creationId xmlns:a16="http://schemas.microsoft.com/office/drawing/2014/main" xmlns="" id="{C69E9848-9E5D-8D4C-97D2-4B27341DD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8" y="42278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xmlns="" id="{DF8FBE0F-CE5D-3F4C-8724-A2B65CD63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055" y="344503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xmlns="" id="{E1BAC4A0-E14C-B347-93DA-12055903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34" y="3416409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xmlns="" id="{39006EDA-7902-FA40-B143-CA834181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206" y="4449327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xmlns="" id="{BE89C22D-CB46-8549-82D3-9E9741AFC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504" y="240792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Line 45">
            <a:extLst>
              <a:ext uri="{FF2B5EF4-FFF2-40B4-BE49-F238E27FC236}">
                <a16:creationId xmlns:a16="http://schemas.microsoft.com/office/drawing/2014/main" xmlns="" id="{3C0F2103-31E3-1E4B-8C1F-C448C2CA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3185" y="3874288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53">
            <a:extLst>
              <a:ext uri="{FF2B5EF4-FFF2-40B4-BE49-F238E27FC236}">
                <a16:creationId xmlns:a16="http://schemas.microsoft.com/office/drawing/2014/main" xmlns="" id="{DC27773B-AE4D-7B44-82B4-8EF0DED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677" y="5374255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Text Box 56">
            <a:extLst>
              <a:ext uri="{FF2B5EF4-FFF2-40B4-BE49-F238E27FC236}">
                <a16:creationId xmlns:a16="http://schemas.microsoft.com/office/drawing/2014/main" xmlns="" id="{21E62D77-73B8-9647-9335-F6704548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694" y="535964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" name="Group 57">
            <a:extLst>
              <a:ext uri="{FF2B5EF4-FFF2-40B4-BE49-F238E27FC236}">
                <a16:creationId xmlns:a16="http://schemas.microsoft.com/office/drawing/2014/main" xmlns="" id="{E4FF3E6C-0BB8-1442-B3E6-762239BB9684}"/>
              </a:ext>
            </a:extLst>
          </p:cNvPr>
          <p:cNvGrpSpPr>
            <a:grpSpLocks/>
          </p:cNvGrpSpPr>
          <p:nvPr/>
        </p:nvGrpSpPr>
        <p:grpSpPr bwMode="auto">
          <a:xfrm>
            <a:off x="3878520" y="4135775"/>
            <a:ext cx="1028699" cy="307975"/>
            <a:chOff x="4550" y="1257"/>
            <a:chExt cx="648" cy="194"/>
          </a:xfrm>
        </p:grpSpPr>
        <p:sp>
          <p:nvSpPr>
            <p:cNvPr id="22" name="Rectangle 58">
              <a:extLst>
                <a:ext uri="{FF2B5EF4-FFF2-40B4-BE49-F238E27FC236}">
                  <a16:creationId xmlns:a16="http://schemas.microsoft.com/office/drawing/2014/main" xmlns="" id="{AFEEB12C-DC96-6E46-B1D6-71F1FEEF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xmlns="" id="{7B5F402D-07D3-1A44-B12D-5A96C1DBF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6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" name="Group 73">
            <a:extLst>
              <a:ext uri="{FF2B5EF4-FFF2-40B4-BE49-F238E27FC236}">
                <a16:creationId xmlns:a16="http://schemas.microsoft.com/office/drawing/2014/main" xmlns="" id="{935720AA-DFA8-6C4D-A9DF-F1AEC40955CA}"/>
              </a:ext>
            </a:extLst>
          </p:cNvPr>
          <p:cNvGrpSpPr>
            <a:grpSpLocks/>
          </p:cNvGrpSpPr>
          <p:nvPr/>
        </p:nvGrpSpPr>
        <p:grpSpPr bwMode="auto">
          <a:xfrm>
            <a:off x="2110048" y="2518113"/>
            <a:ext cx="641350" cy="558800"/>
            <a:chOff x="-44" y="1473"/>
            <a:chExt cx="981" cy="1105"/>
          </a:xfrm>
        </p:grpSpPr>
        <p:pic>
          <p:nvPicPr>
            <p:cNvPr id="25" name="Picture 74" descr="desktop_computer_stylized_medium">
              <a:extLst>
                <a:ext uri="{FF2B5EF4-FFF2-40B4-BE49-F238E27FC236}">
                  <a16:creationId xmlns:a16="http://schemas.microsoft.com/office/drawing/2014/main" xmlns="" id="{35E83BBA-8877-014F-A226-CC9A3A908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xmlns="" id="{EEB02E84-9186-3B42-AAC9-859A194F99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" name="Group 80">
            <a:extLst>
              <a:ext uri="{FF2B5EF4-FFF2-40B4-BE49-F238E27FC236}">
                <a16:creationId xmlns:a16="http://schemas.microsoft.com/office/drawing/2014/main" xmlns="" id="{61E37396-6C3D-BF43-B8E2-EC2B8A5E6147}"/>
              </a:ext>
            </a:extLst>
          </p:cNvPr>
          <p:cNvGrpSpPr>
            <a:grpSpLocks/>
          </p:cNvGrpSpPr>
          <p:nvPr/>
        </p:nvGrpSpPr>
        <p:grpSpPr bwMode="auto">
          <a:xfrm>
            <a:off x="2105285" y="3116600"/>
            <a:ext cx="641350" cy="558800"/>
            <a:chOff x="-44" y="1473"/>
            <a:chExt cx="981" cy="1105"/>
          </a:xfrm>
        </p:grpSpPr>
        <p:pic>
          <p:nvPicPr>
            <p:cNvPr id="28" name="Picture 81" descr="desktop_computer_stylized_medium">
              <a:extLst>
                <a:ext uri="{FF2B5EF4-FFF2-40B4-BE49-F238E27FC236}">
                  <a16:creationId xmlns:a16="http://schemas.microsoft.com/office/drawing/2014/main" xmlns="" id="{94B1919C-737D-9843-A32B-4611678EE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82">
              <a:extLst>
                <a:ext uri="{FF2B5EF4-FFF2-40B4-BE49-F238E27FC236}">
                  <a16:creationId xmlns:a16="http://schemas.microsoft.com/office/drawing/2014/main" xmlns="" id="{831A54DA-BC03-904F-9EC5-5B377957BD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" name="Group 83">
            <a:extLst>
              <a:ext uri="{FF2B5EF4-FFF2-40B4-BE49-F238E27FC236}">
                <a16:creationId xmlns:a16="http://schemas.microsoft.com/office/drawing/2014/main" xmlns="" id="{E0C94097-9317-BE45-A584-4C61CB5C706E}"/>
              </a:ext>
            </a:extLst>
          </p:cNvPr>
          <p:cNvGrpSpPr>
            <a:grpSpLocks/>
          </p:cNvGrpSpPr>
          <p:nvPr/>
        </p:nvGrpSpPr>
        <p:grpSpPr bwMode="auto">
          <a:xfrm>
            <a:off x="2133860" y="3726200"/>
            <a:ext cx="641350" cy="558800"/>
            <a:chOff x="-44" y="1473"/>
            <a:chExt cx="981" cy="1105"/>
          </a:xfrm>
        </p:grpSpPr>
        <p:pic>
          <p:nvPicPr>
            <p:cNvPr id="31" name="Picture 84" descr="desktop_computer_stylized_medium">
              <a:extLst>
                <a:ext uri="{FF2B5EF4-FFF2-40B4-BE49-F238E27FC236}">
                  <a16:creationId xmlns:a16="http://schemas.microsoft.com/office/drawing/2014/main" xmlns="" id="{95635DB0-2F79-F74E-8399-E2F3FC747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85">
              <a:extLst>
                <a:ext uri="{FF2B5EF4-FFF2-40B4-BE49-F238E27FC236}">
                  <a16:creationId xmlns:a16="http://schemas.microsoft.com/office/drawing/2014/main" xmlns="" id="{0D36091B-285B-5148-ABB5-689E65169C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87">
            <a:extLst>
              <a:ext uri="{FF2B5EF4-FFF2-40B4-BE49-F238E27FC236}">
                <a16:creationId xmlns:a16="http://schemas.microsoft.com/office/drawing/2014/main" xmlns="" id="{B04BEE98-0C49-EF4A-A93C-CEEDF2563E9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93048" y="2675275"/>
            <a:ext cx="641350" cy="558800"/>
            <a:chOff x="-44" y="1473"/>
            <a:chExt cx="981" cy="1105"/>
          </a:xfrm>
        </p:grpSpPr>
        <p:pic>
          <p:nvPicPr>
            <p:cNvPr id="34" name="Picture 88" descr="desktop_computer_stylized_medium">
              <a:extLst>
                <a:ext uri="{FF2B5EF4-FFF2-40B4-BE49-F238E27FC236}">
                  <a16:creationId xmlns:a16="http://schemas.microsoft.com/office/drawing/2014/main" xmlns="" id="{E696DA5C-EBB6-DD4E-B7A6-B2101BC8DD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xmlns="" id="{DCA1EB25-A45A-7F41-8718-77AAFFAC28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" name="Group 90">
            <a:extLst>
              <a:ext uri="{FF2B5EF4-FFF2-40B4-BE49-F238E27FC236}">
                <a16:creationId xmlns:a16="http://schemas.microsoft.com/office/drawing/2014/main" xmlns="" id="{0654A4CA-EB3A-F04B-B0EC-F3BAB4EC99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07335" y="3954800"/>
            <a:ext cx="641350" cy="558800"/>
            <a:chOff x="-44" y="1473"/>
            <a:chExt cx="981" cy="1105"/>
          </a:xfrm>
        </p:grpSpPr>
        <p:pic>
          <p:nvPicPr>
            <p:cNvPr id="37" name="Picture 91" descr="desktop_computer_stylized_medium">
              <a:extLst>
                <a:ext uri="{FF2B5EF4-FFF2-40B4-BE49-F238E27FC236}">
                  <a16:creationId xmlns:a16="http://schemas.microsoft.com/office/drawing/2014/main" xmlns="" id="{1FE2F863-2385-884E-80D8-6DBCCB97C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92">
              <a:extLst>
                <a:ext uri="{FF2B5EF4-FFF2-40B4-BE49-F238E27FC236}">
                  <a16:creationId xmlns:a16="http://schemas.microsoft.com/office/drawing/2014/main" xmlns="" id="{45C0E3E0-B4B3-D440-989F-58666FD89A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" name="Group 93">
            <a:extLst>
              <a:ext uri="{FF2B5EF4-FFF2-40B4-BE49-F238E27FC236}">
                <a16:creationId xmlns:a16="http://schemas.microsoft.com/office/drawing/2014/main" xmlns="" id="{BDAC79F7-89A0-314F-9731-BEF20F5C4E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93019" y="4884750"/>
            <a:ext cx="641350" cy="558800"/>
            <a:chOff x="-44" y="1473"/>
            <a:chExt cx="981" cy="1105"/>
          </a:xfrm>
        </p:grpSpPr>
        <p:pic>
          <p:nvPicPr>
            <p:cNvPr id="40" name="Picture 94" descr="desktop_computer_stylized_medium">
              <a:extLst>
                <a:ext uri="{FF2B5EF4-FFF2-40B4-BE49-F238E27FC236}">
                  <a16:creationId xmlns:a16="http://schemas.microsoft.com/office/drawing/2014/main" xmlns="" id="{ED726F1D-6554-FA43-BFFB-A644B1257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95">
              <a:extLst>
                <a:ext uri="{FF2B5EF4-FFF2-40B4-BE49-F238E27FC236}">
                  <a16:creationId xmlns:a16="http://schemas.microsoft.com/office/drawing/2014/main" xmlns="" id="{72833A31-BB7C-C546-B481-EF3FD82946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" name="Group 96">
            <a:extLst>
              <a:ext uri="{FF2B5EF4-FFF2-40B4-BE49-F238E27FC236}">
                <a16:creationId xmlns:a16="http://schemas.microsoft.com/office/drawing/2014/main" xmlns="" id="{DC7645FE-448B-A341-B973-11CC7F6950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683849" y="5545761"/>
            <a:ext cx="641350" cy="558800"/>
            <a:chOff x="-44" y="1473"/>
            <a:chExt cx="981" cy="1105"/>
          </a:xfrm>
        </p:grpSpPr>
        <p:pic>
          <p:nvPicPr>
            <p:cNvPr id="43" name="Picture 97" descr="desktop_computer_stylized_medium">
              <a:extLst>
                <a:ext uri="{FF2B5EF4-FFF2-40B4-BE49-F238E27FC236}">
                  <a16:creationId xmlns:a16="http://schemas.microsoft.com/office/drawing/2014/main" xmlns="" id="{6F5B829D-406E-7D40-A729-595FDA08C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98">
              <a:extLst>
                <a:ext uri="{FF2B5EF4-FFF2-40B4-BE49-F238E27FC236}">
                  <a16:creationId xmlns:a16="http://schemas.microsoft.com/office/drawing/2014/main" xmlns="" id="{DBFC272D-F29F-7045-8DB1-3AADCA25B9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9F0B14AF-BE14-BA42-B837-EF27889EE38D}"/>
              </a:ext>
            </a:extLst>
          </p:cNvPr>
          <p:cNvCxnSpPr/>
          <p:nvPr/>
        </p:nvCxnSpPr>
        <p:spPr>
          <a:xfrm>
            <a:off x="2690676" y="2925190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20E58F0A-DE3C-5547-8D0D-A1907B822F60}"/>
              </a:ext>
            </a:extLst>
          </p:cNvPr>
          <p:cNvCxnSpPr/>
          <p:nvPr/>
        </p:nvCxnSpPr>
        <p:spPr>
          <a:xfrm>
            <a:off x="2692109" y="352407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02C980BD-EF83-9F4E-B244-C6C6F3D90313}"/>
              </a:ext>
            </a:extLst>
          </p:cNvPr>
          <p:cNvCxnSpPr/>
          <p:nvPr/>
        </p:nvCxnSpPr>
        <p:spPr>
          <a:xfrm>
            <a:off x="2699264" y="4137247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D56681D6-2EB2-B04A-8D8B-A6A1CB731912}"/>
              </a:ext>
            </a:extLst>
          </p:cNvPr>
          <p:cNvCxnSpPr>
            <a:cxnSpLocks/>
          </p:cNvCxnSpPr>
          <p:nvPr/>
        </p:nvCxnSpPr>
        <p:spPr>
          <a:xfrm>
            <a:off x="5623185" y="3081673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8E859720-97E8-5B48-99CA-305481B5731F}"/>
              </a:ext>
            </a:extLst>
          </p:cNvPr>
          <p:cNvCxnSpPr>
            <a:cxnSpLocks/>
          </p:cNvCxnSpPr>
          <p:nvPr/>
        </p:nvCxnSpPr>
        <p:spPr>
          <a:xfrm>
            <a:off x="5624546" y="436078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B65B0BC6-6E2C-8948-899C-C852708C6A20}"/>
              </a:ext>
            </a:extLst>
          </p:cNvPr>
          <p:cNvCxnSpPr/>
          <p:nvPr/>
        </p:nvCxnSpPr>
        <p:spPr>
          <a:xfrm>
            <a:off x="3883139" y="5341789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1C1CBF63-9CC3-0E4B-9CBB-7AE038D0DD0C}"/>
              </a:ext>
            </a:extLst>
          </p:cNvPr>
          <p:cNvCxnSpPr>
            <a:cxnSpLocks/>
          </p:cNvCxnSpPr>
          <p:nvPr/>
        </p:nvCxnSpPr>
        <p:spPr>
          <a:xfrm>
            <a:off x="4911047" y="5304616"/>
            <a:ext cx="3801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06BCE1BA-2CCC-5641-AE63-0BC42C1DD252}"/>
              </a:ext>
            </a:extLst>
          </p:cNvPr>
          <p:cNvCxnSpPr>
            <a:cxnSpLocks/>
          </p:cNvCxnSpPr>
          <p:nvPr/>
        </p:nvCxnSpPr>
        <p:spPr>
          <a:xfrm>
            <a:off x="3357797" y="3717874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B0B61164-CB17-DE4D-B24C-361019C04182}"/>
              </a:ext>
            </a:extLst>
          </p:cNvPr>
          <p:cNvCxnSpPr>
            <a:cxnSpLocks/>
          </p:cNvCxnSpPr>
          <p:nvPr/>
        </p:nvCxnSpPr>
        <p:spPr>
          <a:xfrm>
            <a:off x="4540907" y="3723826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6918EF7F-B4FA-FA43-9A8F-43852A652D77}"/>
              </a:ext>
            </a:extLst>
          </p:cNvPr>
          <p:cNvGrpSpPr/>
          <p:nvPr/>
        </p:nvGrpSpPr>
        <p:grpSpPr>
          <a:xfrm>
            <a:off x="4046926" y="3577753"/>
            <a:ext cx="632991" cy="300938"/>
            <a:chOff x="7493876" y="2774731"/>
            <a:chExt cx="1481958" cy="894622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xmlns="" id="{027EFDF7-79C3-D749-83A5-52EBF8D8C9D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29726ED5-7E21-F742-9225-0765716E3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xmlns="" id="{1385899F-863F-C248-A7F6-A0044E4CC6E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xmlns="" id="{0116806E-754B-3442-BBDE-7771700E934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xmlns="" id="{091B82BB-768A-DC4E-A911-FFB5B8C8412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xmlns="" id="{64DECB39-792F-8B4A-866B-2654CAC3A8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xmlns="" id="{324B35FF-A729-F647-AEC0-72562E4EDD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B09F7B2E-D5B8-BB4E-8759-AB827AE6F160}"/>
              </a:ext>
            </a:extLst>
          </p:cNvPr>
          <p:cNvGrpSpPr/>
          <p:nvPr/>
        </p:nvGrpSpPr>
        <p:grpSpPr>
          <a:xfrm>
            <a:off x="4199467" y="1861963"/>
            <a:ext cx="1778000" cy="1399961"/>
            <a:chOff x="4199467" y="1861963"/>
            <a:chExt cx="1778000" cy="1399961"/>
          </a:xfrm>
        </p:grpSpPr>
        <p:sp>
          <p:nvSpPr>
            <p:cNvPr id="82" name="Text Box 168">
              <a:extLst>
                <a:ext uri="{FF2B5EF4-FFF2-40B4-BE49-F238E27FC236}">
                  <a16:creationId xmlns:a16="http://schemas.microsoft.com/office/drawing/2014/main" xmlns="" id="{749D76C1-253F-7E4C-99D3-C389D0FFF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467" y="1861963"/>
              <a:ext cx="1778000" cy="409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server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xmlns="" id="{49F111B8-3FCA-FC4C-BF5D-F65380BA1918}"/>
                </a:ext>
              </a:extLst>
            </p:cNvPr>
            <p:cNvGrpSpPr/>
            <p:nvPr/>
          </p:nvGrpSpPr>
          <p:grpSpPr>
            <a:xfrm>
              <a:off x="4496295" y="2275617"/>
              <a:ext cx="1061308" cy="986307"/>
              <a:chOff x="4496295" y="2275617"/>
              <a:chExt cx="1061308" cy="986307"/>
            </a:xfrm>
          </p:grpSpPr>
          <p:grpSp>
            <p:nvGrpSpPr>
              <p:cNvPr id="83" name="Group 195">
                <a:extLst>
                  <a:ext uri="{FF2B5EF4-FFF2-40B4-BE49-F238E27FC236}">
                    <a16:creationId xmlns:a16="http://schemas.microsoft.com/office/drawing/2014/main" xmlns="" id="{92C401A3-F193-CA42-B665-D7D45D1E2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925" y="2275617"/>
                <a:ext cx="365672" cy="681037"/>
                <a:chOff x="4140" y="429"/>
                <a:chExt cx="1425" cy="2396"/>
              </a:xfrm>
            </p:grpSpPr>
            <p:sp>
              <p:nvSpPr>
                <p:cNvPr id="84" name="Freeform 196">
                  <a:extLst>
                    <a:ext uri="{FF2B5EF4-FFF2-40B4-BE49-F238E27FC236}">
                      <a16:creationId xmlns:a16="http://schemas.microsoft.com/office/drawing/2014/main" xmlns="" id="{F996EE8E-AAFF-DC43-A262-7E2D6797D5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97">
                  <a:extLst>
                    <a:ext uri="{FF2B5EF4-FFF2-40B4-BE49-F238E27FC236}">
                      <a16:creationId xmlns:a16="http://schemas.microsoft.com/office/drawing/2014/main" xmlns="" id="{D97D7B28-0756-2245-817F-8856E2707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Freeform 198">
                  <a:extLst>
                    <a:ext uri="{FF2B5EF4-FFF2-40B4-BE49-F238E27FC236}">
                      <a16:creationId xmlns:a16="http://schemas.microsoft.com/office/drawing/2014/main" xmlns="" id="{4C04780A-1D8C-3848-920B-640B79B0C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 199">
                  <a:extLst>
                    <a:ext uri="{FF2B5EF4-FFF2-40B4-BE49-F238E27FC236}">
                      <a16:creationId xmlns:a16="http://schemas.microsoft.com/office/drawing/2014/main" xmlns="" id="{D5EF4AD6-5273-B04C-A408-1EE9352D5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00">
                  <a:extLst>
                    <a:ext uri="{FF2B5EF4-FFF2-40B4-BE49-F238E27FC236}">
                      <a16:creationId xmlns:a16="http://schemas.microsoft.com/office/drawing/2014/main" xmlns="" id="{8EF7317E-B5CF-944B-B3A0-73BD27602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3" y="691"/>
                  <a:ext cx="597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9" name="Group 201">
                  <a:extLst>
                    <a:ext uri="{FF2B5EF4-FFF2-40B4-BE49-F238E27FC236}">
                      <a16:creationId xmlns:a16="http://schemas.microsoft.com/office/drawing/2014/main" xmlns="" id="{BB7E36FC-FE93-9145-8F58-AC065CA43A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4" name="AutoShape 202">
                    <a:extLst>
                      <a:ext uri="{FF2B5EF4-FFF2-40B4-BE49-F238E27FC236}">
                        <a16:creationId xmlns:a16="http://schemas.microsoft.com/office/drawing/2014/main" xmlns="" id="{C6A2DDA6-6A3E-CA42-A8E9-9548184E4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5" name="AutoShape 203">
                    <a:extLst>
                      <a:ext uri="{FF2B5EF4-FFF2-40B4-BE49-F238E27FC236}">
                        <a16:creationId xmlns:a16="http://schemas.microsoft.com/office/drawing/2014/main" xmlns="" id="{9D9CC773-4E5B-4A41-9674-9AC4E8DE3A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5"/>
                    <a:ext cx="689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0" name="Rectangle 204">
                  <a:extLst>
                    <a:ext uri="{FF2B5EF4-FFF2-40B4-BE49-F238E27FC236}">
                      <a16:creationId xmlns:a16="http://schemas.microsoft.com/office/drawing/2014/main" xmlns="" id="{3F22A4C9-56F2-DE48-B8D9-3895E3ACE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21"/>
                  <a:ext cx="597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1" name="Group 205">
                  <a:extLst>
                    <a:ext uri="{FF2B5EF4-FFF2-40B4-BE49-F238E27FC236}">
                      <a16:creationId xmlns:a16="http://schemas.microsoft.com/office/drawing/2014/main" xmlns="" id="{75863D69-5E86-6246-B7FE-8384C4BFE6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2" name="AutoShape 206">
                    <a:extLst>
                      <a:ext uri="{FF2B5EF4-FFF2-40B4-BE49-F238E27FC236}">
                        <a16:creationId xmlns:a16="http://schemas.microsoft.com/office/drawing/2014/main" xmlns="" id="{B2956786-E03A-6D41-9641-A3AEE3CEF5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3" name="AutoShape 207">
                    <a:extLst>
                      <a:ext uri="{FF2B5EF4-FFF2-40B4-BE49-F238E27FC236}">
                        <a16:creationId xmlns:a16="http://schemas.microsoft.com/office/drawing/2014/main" xmlns="" id="{6FFFFB0F-D98B-FF4D-B155-AACF1383E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89" cy="10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2" name="Rectangle 208">
                  <a:extLst>
                    <a:ext uri="{FF2B5EF4-FFF2-40B4-BE49-F238E27FC236}">
                      <a16:creationId xmlns:a16="http://schemas.microsoft.com/office/drawing/2014/main" xmlns="" id="{E903EB04-2402-184D-AF52-7C1CCD526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9" y="1356"/>
                  <a:ext cx="591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Rectangle 209">
                  <a:extLst>
                    <a:ext uri="{FF2B5EF4-FFF2-40B4-BE49-F238E27FC236}">
                      <a16:creationId xmlns:a16="http://schemas.microsoft.com/office/drawing/2014/main" xmlns="" id="{2500B436-7576-9D45-9FE0-290A8354C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8"/>
                  <a:ext cx="591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4" name="Group 210">
                  <a:extLst>
                    <a:ext uri="{FF2B5EF4-FFF2-40B4-BE49-F238E27FC236}">
                      <a16:creationId xmlns:a16="http://schemas.microsoft.com/office/drawing/2014/main" xmlns="" id="{507BA385-393B-9D43-A31A-2DDD6019EF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" name="AutoShape 211">
                    <a:extLst>
                      <a:ext uri="{FF2B5EF4-FFF2-40B4-BE49-F238E27FC236}">
                        <a16:creationId xmlns:a16="http://schemas.microsoft.com/office/drawing/2014/main" xmlns="" id="{256D59F0-4973-1244-ADBD-A73C0137CF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76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1" name="AutoShape 212">
                    <a:extLst>
                      <a:ext uri="{FF2B5EF4-FFF2-40B4-BE49-F238E27FC236}">
                        <a16:creationId xmlns:a16="http://schemas.microsoft.com/office/drawing/2014/main" xmlns="" id="{F29A5B2E-8C02-2546-B3B1-7E91A82DE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88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5" name="Freeform 213">
                  <a:extLst>
                    <a:ext uri="{FF2B5EF4-FFF2-40B4-BE49-F238E27FC236}">
                      <a16:creationId xmlns:a16="http://schemas.microsoft.com/office/drawing/2014/main" xmlns="" id="{EC84988B-E040-C045-830F-089AF6FE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96" name="Group 214">
                  <a:extLst>
                    <a:ext uri="{FF2B5EF4-FFF2-40B4-BE49-F238E27FC236}">
                      <a16:creationId xmlns:a16="http://schemas.microsoft.com/office/drawing/2014/main" xmlns="" id="{7A047F44-5A09-E24B-9DF0-F6CE20B24B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8" name="AutoShape 215">
                    <a:extLst>
                      <a:ext uri="{FF2B5EF4-FFF2-40B4-BE49-F238E27FC236}">
                        <a16:creationId xmlns:a16="http://schemas.microsoft.com/office/drawing/2014/main" xmlns="" id="{17DAD139-F7D2-D74C-AE2D-D6BFC617D7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9"/>
                    <a:ext cx="730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9" name="AutoShape 216">
                    <a:extLst>
                      <a:ext uri="{FF2B5EF4-FFF2-40B4-BE49-F238E27FC236}">
                        <a16:creationId xmlns:a16="http://schemas.microsoft.com/office/drawing/2014/main" xmlns="" id="{999E63AB-7139-F74C-BCF7-6549DA2A99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6"/>
                    <a:ext cx="695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7" name="Rectangle 217">
                  <a:extLst>
                    <a:ext uri="{FF2B5EF4-FFF2-40B4-BE49-F238E27FC236}">
                      <a16:creationId xmlns:a16="http://schemas.microsoft.com/office/drawing/2014/main" xmlns="" id="{92484BC0-E78C-4A41-A8A7-76E737A41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Freeform 218">
                  <a:extLst>
                    <a:ext uri="{FF2B5EF4-FFF2-40B4-BE49-F238E27FC236}">
                      <a16:creationId xmlns:a16="http://schemas.microsoft.com/office/drawing/2014/main" xmlns="" id="{EFB0F20F-1957-B542-90DC-B26A746D7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219">
                  <a:extLst>
                    <a:ext uri="{FF2B5EF4-FFF2-40B4-BE49-F238E27FC236}">
                      <a16:creationId xmlns:a16="http://schemas.microsoft.com/office/drawing/2014/main" xmlns="" id="{307311BD-196C-6041-ACFC-FDD880DA5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20">
                  <a:extLst>
                    <a:ext uri="{FF2B5EF4-FFF2-40B4-BE49-F238E27FC236}">
                      <a16:creationId xmlns:a16="http://schemas.microsoft.com/office/drawing/2014/main" xmlns="" id="{89A7E0BB-C394-EE49-9A0A-C99B057294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4" y="2613"/>
                  <a:ext cx="51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1" name="Freeform 221">
                  <a:extLst>
                    <a:ext uri="{FF2B5EF4-FFF2-40B4-BE49-F238E27FC236}">
                      <a16:creationId xmlns:a16="http://schemas.microsoft.com/office/drawing/2014/main" xmlns="" id="{98AFBD94-761C-9F44-92F1-52E2961E5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AutoShape 222">
                  <a:extLst>
                    <a:ext uri="{FF2B5EF4-FFF2-40B4-BE49-F238E27FC236}">
                      <a16:creationId xmlns:a16="http://schemas.microsoft.com/office/drawing/2014/main" xmlns="" id="{E14DC574-9CD1-DE4F-B70E-0A4A3A939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200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" name="AutoShape 223">
                  <a:extLst>
                    <a:ext uri="{FF2B5EF4-FFF2-40B4-BE49-F238E27FC236}">
                      <a16:creationId xmlns:a16="http://schemas.microsoft.com/office/drawing/2014/main" xmlns="" id="{20532455-FB0B-0540-8065-55BA877388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70" cy="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4" name="Oval 224">
                  <a:extLst>
                    <a:ext uri="{FF2B5EF4-FFF2-40B4-BE49-F238E27FC236}">
                      <a16:creationId xmlns:a16="http://schemas.microsoft.com/office/drawing/2014/main" xmlns="" id="{5C39E517-1478-774A-83FE-92EE98C41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5" name="Oval 225">
                  <a:extLst>
                    <a:ext uri="{FF2B5EF4-FFF2-40B4-BE49-F238E27FC236}">
                      <a16:creationId xmlns:a16="http://schemas.microsoft.com/office/drawing/2014/main" xmlns="" id="{18CDBC59-1599-3E4F-B0C2-F7221503E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4" y="2384"/>
                  <a:ext cx="163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Oval 226">
                  <a:extLst>
                    <a:ext uri="{FF2B5EF4-FFF2-40B4-BE49-F238E27FC236}">
                      <a16:creationId xmlns:a16="http://schemas.microsoft.com/office/drawing/2014/main" xmlns="" id="{7BBEDBA4-536F-D24E-8D45-C258629A4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7" name="Rectangle 227">
                  <a:extLst>
                    <a:ext uri="{FF2B5EF4-FFF2-40B4-BE49-F238E27FC236}">
                      <a16:creationId xmlns:a16="http://schemas.microsoft.com/office/drawing/2014/main" xmlns="" id="{510D808B-F86B-E24A-9C3B-9D966384A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4" y="1836"/>
                  <a:ext cx="84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xmlns="" id="{E34833AD-3FDA-3947-8DF2-AE907CC8F6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13585" y="2937914"/>
                <a:ext cx="54401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 Box 44">
                <a:extLst>
                  <a:ext uri="{FF2B5EF4-FFF2-40B4-BE49-F238E27FC236}">
                    <a16:creationId xmlns:a16="http://schemas.microsoft.com/office/drawing/2014/main" xmlns="" id="{BF841610-9748-1F4A-BBAE-236890875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6295" y="2923370"/>
                <a:ext cx="104067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223.1.2.5</a:t>
                </a:r>
                <a:endPara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144" name="Picture 777" descr="access_point_stylized_small">
            <a:extLst>
              <a:ext uri="{FF2B5EF4-FFF2-40B4-BE49-F238E27FC236}">
                <a16:creationId xmlns:a16="http://schemas.microsoft.com/office/drawing/2014/main" xmlns="" id="{D6280BFC-D50B-FF42-B442-CFFACB19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205" y="3404249"/>
            <a:ext cx="587412" cy="48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18DE279B-D384-6A49-853D-D5D2C0C604CC}"/>
              </a:ext>
            </a:extLst>
          </p:cNvPr>
          <p:cNvGrpSpPr/>
          <p:nvPr/>
        </p:nvGrpSpPr>
        <p:grpSpPr>
          <a:xfrm>
            <a:off x="6417296" y="3245381"/>
            <a:ext cx="4688026" cy="1596861"/>
            <a:chOff x="6417296" y="3245381"/>
            <a:chExt cx="4688026" cy="15968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xmlns="" id="{DBB58AB4-0278-FC48-8D1F-C8A99E4BC8BA}"/>
                </a:ext>
              </a:extLst>
            </p:cNvPr>
            <p:cNvGrpSpPr/>
            <p:nvPr/>
          </p:nvGrpSpPr>
          <p:grpSpPr>
            <a:xfrm>
              <a:off x="7290172" y="3245381"/>
              <a:ext cx="1015378" cy="911243"/>
              <a:chOff x="7432700" y="2327293"/>
              <a:chExt cx="534987" cy="407988"/>
            </a:xfrm>
          </p:grpSpPr>
          <p:pic>
            <p:nvPicPr>
              <p:cNvPr id="119" name="Picture 1017" descr="antenna_stylized">
                <a:extLst>
                  <a:ext uri="{FF2B5EF4-FFF2-40B4-BE49-F238E27FC236}">
                    <a16:creationId xmlns:a16="http://schemas.microsoft.com/office/drawing/2014/main" xmlns="" id="{96AE46AF-D187-024B-9813-6861E1B1C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1018" descr="laptop_keyboard">
                <a:extLst>
                  <a:ext uri="{FF2B5EF4-FFF2-40B4-BE49-F238E27FC236}">
                    <a16:creationId xmlns:a16="http://schemas.microsoft.com/office/drawing/2014/main" xmlns="" id="{DEE713BC-3AB0-1146-9875-F720BC451C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1019">
                <a:extLst>
                  <a:ext uri="{FF2B5EF4-FFF2-40B4-BE49-F238E27FC236}">
                    <a16:creationId xmlns:a16="http://schemas.microsoft.com/office/drawing/2014/main" xmlns="" id="{ADD08C09-9D4E-3140-8493-5E37E7D21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22" name="Picture 1020" descr="screen">
                <a:extLst>
                  <a:ext uri="{FF2B5EF4-FFF2-40B4-BE49-F238E27FC236}">
                    <a16:creationId xmlns:a16="http://schemas.microsoft.com/office/drawing/2014/main" xmlns="" id="{23643802-834B-1744-BF24-48583F758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21">
                <a:extLst>
                  <a:ext uri="{FF2B5EF4-FFF2-40B4-BE49-F238E27FC236}">
                    <a16:creationId xmlns:a16="http://schemas.microsoft.com/office/drawing/2014/main" xmlns="" id="{46751D15-9F44-BB45-A218-50CBA7C64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022">
                <a:extLst>
                  <a:ext uri="{FF2B5EF4-FFF2-40B4-BE49-F238E27FC236}">
                    <a16:creationId xmlns:a16="http://schemas.microsoft.com/office/drawing/2014/main" xmlns="" id="{81BEFF9C-A85E-3243-8942-C441D8BD1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Freeform 1023">
                <a:extLst>
                  <a:ext uri="{FF2B5EF4-FFF2-40B4-BE49-F238E27FC236}">
                    <a16:creationId xmlns:a16="http://schemas.microsoft.com/office/drawing/2014/main" xmlns="" id="{95B931A5-208B-3245-8B0B-4322107EA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024">
                <a:extLst>
                  <a:ext uri="{FF2B5EF4-FFF2-40B4-BE49-F238E27FC236}">
                    <a16:creationId xmlns:a16="http://schemas.microsoft.com/office/drawing/2014/main" xmlns="" id="{8A37FA06-635C-7248-A24E-828A10A30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025">
                <a:extLst>
                  <a:ext uri="{FF2B5EF4-FFF2-40B4-BE49-F238E27FC236}">
                    <a16:creationId xmlns:a16="http://schemas.microsoft.com/office/drawing/2014/main" xmlns="" id="{98BDA320-1180-CD48-A7F5-44608C76C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026">
                <a:extLst>
                  <a:ext uri="{FF2B5EF4-FFF2-40B4-BE49-F238E27FC236}">
                    <a16:creationId xmlns:a16="http://schemas.microsoft.com/office/drawing/2014/main" xmlns="" id="{FB1CA5BD-7158-A04F-9508-790E5CCB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" name="Group 1027">
                <a:extLst>
                  <a:ext uri="{FF2B5EF4-FFF2-40B4-BE49-F238E27FC236}">
                    <a16:creationId xmlns:a16="http://schemas.microsoft.com/office/drawing/2014/main" xmlns="" id="{908D6274-67A1-C345-8CBA-D3B16E214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36" name="Freeform 1028">
                  <a:extLst>
                    <a:ext uri="{FF2B5EF4-FFF2-40B4-BE49-F238E27FC236}">
                      <a16:creationId xmlns:a16="http://schemas.microsoft.com/office/drawing/2014/main" xmlns="" id="{E9365248-FD41-3849-AA52-340146C7B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1029">
                  <a:extLst>
                    <a:ext uri="{FF2B5EF4-FFF2-40B4-BE49-F238E27FC236}">
                      <a16:creationId xmlns:a16="http://schemas.microsoft.com/office/drawing/2014/main" xmlns="" id="{78250CDF-115E-EB40-8085-7A36B5B40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030">
                  <a:extLst>
                    <a:ext uri="{FF2B5EF4-FFF2-40B4-BE49-F238E27FC236}">
                      <a16:creationId xmlns:a16="http://schemas.microsoft.com/office/drawing/2014/main" xmlns="" id="{988C5293-1575-4548-ABDA-D579495C9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031">
                  <a:extLst>
                    <a:ext uri="{FF2B5EF4-FFF2-40B4-BE49-F238E27FC236}">
                      <a16:creationId xmlns:a16="http://schemas.microsoft.com/office/drawing/2014/main" xmlns="" id="{9AE60629-4F3A-0D40-93D3-C403AB27E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1032">
                  <a:extLst>
                    <a:ext uri="{FF2B5EF4-FFF2-40B4-BE49-F238E27FC236}">
                      <a16:creationId xmlns:a16="http://schemas.microsoft.com/office/drawing/2014/main" xmlns="" id="{DC69D46B-F982-FA4F-988B-C914EB1CF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033">
                  <a:extLst>
                    <a:ext uri="{FF2B5EF4-FFF2-40B4-BE49-F238E27FC236}">
                      <a16:creationId xmlns:a16="http://schemas.microsoft.com/office/drawing/2014/main" xmlns="" id="{CAD1A2DA-1C1E-8E47-B9D1-9F88DE7FF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0" name="Freeform 1034">
                <a:extLst>
                  <a:ext uri="{FF2B5EF4-FFF2-40B4-BE49-F238E27FC236}">
                    <a16:creationId xmlns:a16="http://schemas.microsoft.com/office/drawing/2014/main" xmlns="" id="{111933AC-AC01-4849-940B-5F4884120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035">
                <a:extLst>
                  <a:ext uri="{FF2B5EF4-FFF2-40B4-BE49-F238E27FC236}">
                    <a16:creationId xmlns:a16="http://schemas.microsoft.com/office/drawing/2014/main" xmlns="" id="{1907A8A7-5839-9D45-8891-4ACAF3640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36">
                <a:extLst>
                  <a:ext uri="{FF2B5EF4-FFF2-40B4-BE49-F238E27FC236}">
                    <a16:creationId xmlns:a16="http://schemas.microsoft.com/office/drawing/2014/main" xmlns="" id="{347DB38E-AC53-D346-90F3-7B633E54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37">
                <a:extLst>
                  <a:ext uri="{FF2B5EF4-FFF2-40B4-BE49-F238E27FC236}">
                    <a16:creationId xmlns:a16="http://schemas.microsoft.com/office/drawing/2014/main" xmlns="" id="{482826B7-9642-934F-A41F-EC45A8EDB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38">
                <a:extLst>
                  <a:ext uri="{FF2B5EF4-FFF2-40B4-BE49-F238E27FC236}">
                    <a16:creationId xmlns:a16="http://schemas.microsoft.com/office/drawing/2014/main" xmlns="" id="{C70BEE19-F00C-3646-A7CE-9487D7BD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39">
                <a:extLst>
                  <a:ext uri="{FF2B5EF4-FFF2-40B4-BE49-F238E27FC236}">
                    <a16:creationId xmlns:a16="http://schemas.microsoft.com/office/drawing/2014/main" xmlns="" id="{F081DB6F-6F88-2A45-945A-31D4FCEA0B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 Box 170">
              <a:extLst>
                <a:ext uri="{FF2B5EF4-FFF2-40B4-BE49-F238E27FC236}">
                  <a16:creationId xmlns:a16="http://schemas.microsoft.com/office/drawing/2014/main" xmlns="" id="{F105D957-81EB-E14C-BDDB-F12880715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203" y="4119287"/>
              <a:ext cx="3616119" cy="722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arriving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client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needs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address in this network</a:t>
              </a:r>
            </a:p>
          </p:txBody>
        </p:sp>
        <p:sp>
          <p:nvSpPr>
            <p:cNvPr id="148" name="AutoShape 232">
              <a:extLst>
                <a:ext uri="{FF2B5EF4-FFF2-40B4-BE49-F238E27FC236}">
                  <a16:creationId xmlns:a16="http://schemas.microsoft.com/office/drawing/2014/main" xmlns="" id="{379B57A5-C9FD-C14F-BE82-93189A5CF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296" y="3433832"/>
              <a:ext cx="976312" cy="374650"/>
            </a:xfrm>
            <a:prstGeom prst="leftArrow">
              <a:avLst>
                <a:gd name="adj1" fmla="val 50000"/>
                <a:gd name="adj2" fmla="val 65148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8F849E6C-1D79-8C49-A7AC-4249EA5279D4}"/>
              </a:ext>
            </a:extLst>
          </p:cNvPr>
          <p:cNvSpPr txBox="1"/>
          <p:nvPr/>
        </p:nvSpPr>
        <p:spPr>
          <a:xfrm>
            <a:off x="7145867" y="1456267"/>
            <a:ext cx="4690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Typically, DHCP server will be  co-located in router, serving all subnets to which router is attached</a:t>
            </a:r>
          </a:p>
        </p:txBody>
      </p:sp>
      <p:sp>
        <p:nvSpPr>
          <p:cNvPr id="142" name="Slide Number Placeholder 3">
            <a:extLst>
              <a:ext uri="{FF2B5EF4-FFF2-40B4-BE49-F238E27FC236}">
                <a16:creationId xmlns:a16="http://schemas.microsoft.com/office/drawing/2014/main" xmlns="" id="{82258E5F-1609-7347-929D-06DE602C64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xmlns="" id="{1D19189E-02B8-0541-BE55-44833EE8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36" y="1300439"/>
            <a:ext cx="23421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server: 223.1.2.5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5DF7EEB-9720-284A-92D7-2D1E47C29AAD}"/>
              </a:ext>
            </a:extLst>
          </p:cNvPr>
          <p:cNvSpPr/>
          <p:nvPr/>
        </p:nvSpPr>
        <p:spPr>
          <a:xfrm>
            <a:off x="8680174" y="1466575"/>
            <a:ext cx="2066580" cy="329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client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Line 10">
            <a:extLst>
              <a:ext uri="{FF2B5EF4-FFF2-40B4-BE49-F238E27FC236}">
                <a16:creationId xmlns:a16="http://schemas.microsoft.com/office/drawing/2014/main" xmlns="" id="{67EC9EDF-79D3-EB4F-9099-CA78BCA4C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552" y="2256526"/>
            <a:ext cx="11113" cy="402748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1" name="Line 11">
            <a:extLst>
              <a:ext uri="{FF2B5EF4-FFF2-40B4-BE49-F238E27FC236}">
                <a16:creationId xmlns:a16="http://schemas.microsoft.com/office/drawing/2014/main" xmlns="" id="{6034E136-EDC6-8643-B115-9FC7BB4F9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8515" y="2332726"/>
            <a:ext cx="11112" cy="41402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2" name="Group 471">
            <a:extLst>
              <a:ext uri="{FF2B5EF4-FFF2-40B4-BE49-F238E27FC236}">
                <a16:creationId xmlns:a16="http://schemas.microsoft.com/office/drawing/2014/main" xmlns="" id="{38426D92-459D-A14B-B97A-8F5E44CEFDDE}"/>
              </a:ext>
            </a:extLst>
          </p:cNvPr>
          <p:cNvGrpSpPr>
            <a:grpSpLocks/>
          </p:cNvGrpSpPr>
          <p:nvPr/>
        </p:nvGrpSpPr>
        <p:grpSpPr bwMode="auto">
          <a:xfrm>
            <a:off x="4617002" y="1435788"/>
            <a:ext cx="4395788" cy="1401763"/>
            <a:chOff x="1860550" y="1343025"/>
            <a:chExt cx="4395788" cy="1401763"/>
          </a:xfrm>
        </p:grpSpPr>
        <p:sp>
          <p:nvSpPr>
            <p:cNvPr id="473" name="Line 9">
              <a:extLst>
                <a:ext uri="{FF2B5EF4-FFF2-40B4-BE49-F238E27FC236}">
                  <a16:creationId xmlns:a16="http://schemas.microsoft.com/office/drawing/2014/main" xmlns="" id="{9AB82C2F-07EF-864E-A283-49BB59741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4" name="Group 23">
              <a:extLst>
                <a:ext uri="{FF2B5EF4-FFF2-40B4-BE49-F238E27FC236}">
                  <a16:creationId xmlns:a16="http://schemas.microsoft.com/office/drawing/2014/main" xmlns="" id="{D0C9D13C-9859-B043-ADC4-125DFAF1B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475" name="Text Box 24">
                <a:extLst>
                  <a:ext uri="{FF2B5EF4-FFF2-40B4-BE49-F238E27FC236}">
                    <a16:creationId xmlns:a16="http://schemas.microsoft.com/office/drawing/2014/main" xmlns="" id="{A1CB1351-B081-1A4A-B8E2-96D920A48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 discover</a:t>
                </a:r>
                <a:endPara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6" name="Text Box 25">
                <a:extLst>
                  <a:ext uri="{FF2B5EF4-FFF2-40B4-BE49-F238E27FC236}">
                    <a16:creationId xmlns:a16="http://schemas.microsoft.com/office/drawing/2014/main" xmlns="" id="{D75D19C8-9AF4-5D4E-B0BC-7079C2738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 : 0.0.0.0, 68    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dest.: 255.255.255.255,67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yiaddr:    0.0.0.0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transaction ID: 654</a:t>
                </a: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77" name="Line 26">
            <a:extLst>
              <a:ext uri="{FF2B5EF4-FFF2-40B4-BE49-F238E27FC236}">
                <a16:creationId xmlns:a16="http://schemas.microsoft.com/office/drawing/2014/main" xmlns="" id="{EB5D2AEF-1102-C74A-AD3D-1E9590F3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65" y="3286813"/>
            <a:ext cx="4395787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8" name="Group 477">
            <a:extLst>
              <a:ext uri="{FF2B5EF4-FFF2-40B4-BE49-F238E27FC236}">
                <a16:creationId xmlns:a16="http://schemas.microsoft.com/office/drawing/2014/main" xmlns="" id="{EA0A4D15-81C4-D44B-B9EE-CDD499A517AD}"/>
              </a:ext>
            </a:extLst>
          </p:cNvPr>
          <p:cNvGrpSpPr>
            <a:grpSpLocks/>
          </p:cNvGrpSpPr>
          <p:nvPr/>
        </p:nvGrpSpPr>
        <p:grpSpPr bwMode="auto">
          <a:xfrm>
            <a:off x="6318802" y="2672451"/>
            <a:ext cx="2520950" cy="1217612"/>
            <a:chOff x="3562350" y="2579688"/>
            <a:chExt cx="2520950" cy="1217612"/>
          </a:xfrm>
        </p:grpSpPr>
        <p:sp>
          <p:nvSpPr>
            <p:cNvPr id="479" name="Text Box 27">
              <a:extLst>
                <a:ext uri="{FF2B5EF4-FFF2-40B4-BE49-F238E27FC236}">
                  <a16:creationId xmlns:a16="http://schemas.microsoft.com/office/drawing/2014/main" xmlns="" id="{6E299010-BB21-704E-A840-28D9C8C7A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offer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0" name="Text Box 28">
              <a:extLst>
                <a:ext uri="{FF2B5EF4-FFF2-40B4-BE49-F238E27FC236}">
                  <a16:creationId xmlns:a16="http://schemas.microsoft.com/office/drawing/2014/main" xmlns="" id="{9EEF2D13-4B17-764F-BAB8-4EA518AE2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1" name="Line 29">
            <a:extLst>
              <a:ext uri="{FF2B5EF4-FFF2-40B4-BE49-F238E27FC236}">
                <a16:creationId xmlns:a16="http://schemas.microsoft.com/office/drawing/2014/main" xmlns="" id="{5EA35BF7-C937-0542-A060-15EB6930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1915" y="4515538"/>
            <a:ext cx="4395787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xmlns="" id="{198087C9-C76C-F249-A1FC-333C608112E9}"/>
              </a:ext>
            </a:extLst>
          </p:cNvPr>
          <p:cNvGrpSpPr>
            <a:grpSpLocks/>
          </p:cNvGrpSpPr>
          <p:nvPr/>
        </p:nvGrpSpPr>
        <p:grpSpPr bwMode="auto">
          <a:xfrm>
            <a:off x="4723365" y="3858313"/>
            <a:ext cx="2887662" cy="1260475"/>
            <a:chOff x="1966913" y="3765550"/>
            <a:chExt cx="2887662" cy="1260475"/>
          </a:xfrm>
        </p:grpSpPr>
        <p:sp>
          <p:nvSpPr>
            <p:cNvPr id="483" name="Text Box 30">
              <a:extLst>
                <a:ext uri="{FF2B5EF4-FFF2-40B4-BE49-F238E27FC236}">
                  <a16:creationId xmlns:a16="http://schemas.microsoft.com/office/drawing/2014/main" xmlns="" id="{F5A6EAB0-078C-FF40-8770-174AB434F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request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4" name="Text Box 31">
              <a:extLst>
                <a:ext uri="{FF2B5EF4-FFF2-40B4-BE49-F238E27FC236}">
                  <a16:creationId xmlns:a16="http://schemas.microsoft.com/office/drawing/2014/main" xmlns="" id="{E7B19BFD-A847-E948-9664-EB16430F2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 0.0.0.0, 68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dest::  255.255.255.255, 67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5" name="Line 32">
            <a:extLst>
              <a:ext uri="{FF2B5EF4-FFF2-40B4-BE49-F238E27FC236}">
                <a16:creationId xmlns:a16="http://schemas.microsoft.com/office/drawing/2014/main" xmlns="" id="{5E63DBBD-3511-514F-88D5-CFDCF69B2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640" y="5545826"/>
            <a:ext cx="4395787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6" name="Group 485">
            <a:extLst>
              <a:ext uri="{FF2B5EF4-FFF2-40B4-BE49-F238E27FC236}">
                <a16:creationId xmlns:a16="http://schemas.microsoft.com/office/drawing/2014/main" xmlns="" id="{9BEFF555-8D52-0D42-B0AC-4C88682D833A}"/>
              </a:ext>
            </a:extLst>
          </p:cNvPr>
          <p:cNvGrpSpPr>
            <a:grpSpLocks/>
          </p:cNvGrpSpPr>
          <p:nvPr/>
        </p:nvGrpSpPr>
        <p:grpSpPr bwMode="auto">
          <a:xfrm>
            <a:off x="6275940" y="5261663"/>
            <a:ext cx="2509837" cy="1271588"/>
            <a:chOff x="3519488" y="5168900"/>
            <a:chExt cx="2509837" cy="1271588"/>
          </a:xfrm>
        </p:grpSpPr>
        <p:sp>
          <p:nvSpPr>
            <p:cNvPr id="487" name="Text Box 33">
              <a:extLst>
                <a:ext uri="{FF2B5EF4-FFF2-40B4-BE49-F238E27FC236}">
                  <a16:creationId xmlns:a16="http://schemas.microsoft.com/office/drawing/2014/main" xmlns="" id="{9734D3E6-F193-224F-93B7-9AE5FEEB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ACK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8" name="Text Box 34">
              <a:extLst>
                <a:ext uri="{FF2B5EF4-FFF2-40B4-BE49-F238E27FC236}">
                  <a16:creationId xmlns:a16="http://schemas.microsoft.com/office/drawing/2014/main" xmlns="" id="{8CCF2AD5-42BC-EB4D-9843-598045B20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9" name="Group 36">
            <a:extLst>
              <a:ext uri="{FF2B5EF4-FFF2-40B4-BE49-F238E27FC236}">
                <a16:creationId xmlns:a16="http://schemas.microsoft.com/office/drawing/2014/main" xmlns="" id="{DDA304FE-683B-C540-9662-F3C9E42D7C24}"/>
              </a:ext>
            </a:extLst>
          </p:cNvPr>
          <p:cNvGrpSpPr>
            <a:grpSpLocks/>
          </p:cNvGrpSpPr>
          <p:nvPr/>
        </p:nvGrpSpPr>
        <p:grpSpPr bwMode="auto">
          <a:xfrm>
            <a:off x="9050890" y="1873938"/>
            <a:ext cx="784225" cy="549275"/>
            <a:chOff x="4420" y="878"/>
            <a:chExt cx="614" cy="458"/>
          </a:xfrm>
        </p:grpSpPr>
        <p:pic>
          <p:nvPicPr>
            <p:cNvPr id="490" name="Picture 37" descr="laptop_keyboard">
              <a:extLst>
                <a:ext uri="{FF2B5EF4-FFF2-40B4-BE49-F238E27FC236}">
                  <a16:creationId xmlns:a16="http://schemas.microsoft.com/office/drawing/2014/main" xmlns="" id="{9B9197C9-1554-DF4A-A3A5-13303B7A37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38">
              <a:extLst>
                <a:ext uri="{FF2B5EF4-FFF2-40B4-BE49-F238E27FC236}">
                  <a16:creationId xmlns:a16="http://schemas.microsoft.com/office/drawing/2014/main" xmlns="" id="{3CEEFAEC-E6D4-754E-B460-11780E17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92" name="Picture 39" descr="screen">
              <a:extLst>
                <a:ext uri="{FF2B5EF4-FFF2-40B4-BE49-F238E27FC236}">
                  <a16:creationId xmlns:a16="http://schemas.microsoft.com/office/drawing/2014/main" xmlns="" id="{535A5633-7E08-844E-B952-D12BDD50CF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40">
              <a:extLst>
                <a:ext uri="{FF2B5EF4-FFF2-40B4-BE49-F238E27FC236}">
                  <a16:creationId xmlns:a16="http://schemas.microsoft.com/office/drawing/2014/main" xmlns="" id="{FAF29451-50FC-AF4F-9D77-8E406E4C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4" name="Freeform 41">
              <a:extLst>
                <a:ext uri="{FF2B5EF4-FFF2-40B4-BE49-F238E27FC236}">
                  <a16:creationId xmlns:a16="http://schemas.microsoft.com/office/drawing/2014/main" xmlns="" id="{AB5F558D-D72B-C94B-ABCB-75DB393B6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5" name="Freeform 42">
              <a:extLst>
                <a:ext uri="{FF2B5EF4-FFF2-40B4-BE49-F238E27FC236}">
                  <a16:creationId xmlns:a16="http://schemas.microsoft.com/office/drawing/2014/main" xmlns="" id="{6FCBBD59-B228-E14A-A145-E6631FAB6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6" name="Freeform 43">
              <a:extLst>
                <a:ext uri="{FF2B5EF4-FFF2-40B4-BE49-F238E27FC236}">
                  <a16:creationId xmlns:a16="http://schemas.microsoft.com/office/drawing/2014/main" xmlns="" id="{C7413249-3C4D-154E-A91C-29F81E27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7" name="Freeform 44">
              <a:extLst>
                <a:ext uri="{FF2B5EF4-FFF2-40B4-BE49-F238E27FC236}">
                  <a16:creationId xmlns:a16="http://schemas.microsoft.com/office/drawing/2014/main" xmlns="" id="{13419BE1-2303-7A4D-B314-211FAB86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8" name="Freeform 45">
              <a:extLst>
                <a:ext uri="{FF2B5EF4-FFF2-40B4-BE49-F238E27FC236}">
                  <a16:creationId xmlns:a16="http://schemas.microsoft.com/office/drawing/2014/main" xmlns="" id="{7CBB616E-4E19-0141-9E55-B7C3EDEBD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99" name="Group 46">
              <a:extLst>
                <a:ext uri="{FF2B5EF4-FFF2-40B4-BE49-F238E27FC236}">
                  <a16:creationId xmlns:a16="http://schemas.microsoft.com/office/drawing/2014/main" xmlns="" id="{2C426AC1-7762-654A-BEF9-55BAAE20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506" name="Freeform 47">
                <a:extLst>
                  <a:ext uri="{FF2B5EF4-FFF2-40B4-BE49-F238E27FC236}">
                    <a16:creationId xmlns:a16="http://schemas.microsoft.com/office/drawing/2014/main" xmlns="" id="{20C47DDD-FE02-E749-9AA1-2FBD0C30F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7" name="Freeform 48">
                <a:extLst>
                  <a:ext uri="{FF2B5EF4-FFF2-40B4-BE49-F238E27FC236}">
                    <a16:creationId xmlns:a16="http://schemas.microsoft.com/office/drawing/2014/main" xmlns="" id="{6ED821EF-8430-2542-A2D6-26688DA2C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8" name="Freeform 49">
                <a:extLst>
                  <a:ext uri="{FF2B5EF4-FFF2-40B4-BE49-F238E27FC236}">
                    <a16:creationId xmlns:a16="http://schemas.microsoft.com/office/drawing/2014/main" xmlns="" id="{6ECF3443-3FB6-2146-93F2-C195C2370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9" name="Freeform 50">
                <a:extLst>
                  <a:ext uri="{FF2B5EF4-FFF2-40B4-BE49-F238E27FC236}">
                    <a16:creationId xmlns:a16="http://schemas.microsoft.com/office/drawing/2014/main" xmlns="" id="{58F8D30A-9147-E143-BE46-0707CDDBC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0" name="Freeform 51">
                <a:extLst>
                  <a:ext uri="{FF2B5EF4-FFF2-40B4-BE49-F238E27FC236}">
                    <a16:creationId xmlns:a16="http://schemas.microsoft.com/office/drawing/2014/main" xmlns="" id="{1D9E76F7-16AA-704D-87DF-B1E7083AE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1" name="Freeform 52">
                <a:extLst>
                  <a:ext uri="{FF2B5EF4-FFF2-40B4-BE49-F238E27FC236}">
                    <a16:creationId xmlns:a16="http://schemas.microsoft.com/office/drawing/2014/main" xmlns="" id="{D102CB70-46E8-D443-B0E8-7B55407F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0" name="Freeform 53">
              <a:extLst>
                <a:ext uri="{FF2B5EF4-FFF2-40B4-BE49-F238E27FC236}">
                  <a16:creationId xmlns:a16="http://schemas.microsoft.com/office/drawing/2014/main" xmlns="" id="{5DB511BB-BE8A-A24A-8968-E376658D5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1" name="Freeform 54">
              <a:extLst>
                <a:ext uri="{FF2B5EF4-FFF2-40B4-BE49-F238E27FC236}">
                  <a16:creationId xmlns:a16="http://schemas.microsoft.com/office/drawing/2014/main" xmlns="" id="{51218ECC-E5D2-3C49-AE6D-728D6BD2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2" name="Freeform 55">
              <a:extLst>
                <a:ext uri="{FF2B5EF4-FFF2-40B4-BE49-F238E27FC236}">
                  <a16:creationId xmlns:a16="http://schemas.microsoft.com/office/drawing/2014/main" xmlns="" id="{6017F7AC-8B44-594B-8564-8A9458DE9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3" name="Freeform 56">
              <a:extLst>
                <a:ext uri="{FF2B5EF4-FFF2-40B4-BE49-F238E27FC236}">
                  <a16:creationId xmlns:a16="http://schemas.microsoft.com/office/drawing/2014/main" xmlns="" id="{0C2AD974-91D3-2641-8717-BAB1FFCF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4" name="Freeform 57">
              <a:extLst>
                <a:ext uri="{FF2B5EF4-FFF2-40B4-BE49-F238E27FC236}">
                  <a16:creationId xmlns:a16="http://schemas.microsoft.com/office/drawing/2014/main" xmlns="" id="{8E605DFB-3D6A-8644-889D-8D78EB63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5" name="Freeform 58">
              <a:extLst>
                <a:ext uri="{FF2B5EF4-FFF2-40B4-BE49-F238E27FC236}">
                  <a16:creationId xmlns:a16="http://schemas.microsoft.com/office/drawing/2014/main" xmlns="" id="{C9454A62-EFD4-4842-BDB4-9167447FB3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12" name="Group 60">
            <a:extLst>
              <a:ext uri="{FF2B5EF4-FFF2-40B4-BE49-F238E27FC236}">
                <a16:creationId xmlns:a16="http://schemas.microsoft.com/office/drawing/2014/main" xmlns="" id="{C89092F2-40EB-CA4B-9914-EDB9F432EC25}"/>
              </a:ext>
            </a:extLst>
          </p:cNvPr>
          <p:cNvGrpSpPr>
            <a:grpSpLocks/>
          </p:cNvGrpSpPr>
          <p:nvPr/>
        </p:nvGrpSpPr>
        <p:grpSpPr bwMode="auto">
          <a:xfrm>
            <a:off x="4474127" y="1683438"/>
            <a:ext cx="334963" cy="536575"/>
            <a:chOff x="4140" y="429"/>
            <a:chExt cx="1425" cy="2396"/>
          </a:xfrm>
        </p:grpSpPr>
        <p:sp>
          <p:nvSpPr>
            <p:cNvPr id="513" name="Freeform 61">
              <a:extLst>
                <a:ext uri="{FF2B5EF4-FFF2-40B4-BE49-F238E27FC236}">
                  <a16:creationId xmlns:a16="http://schemas.microsoft.com/office/drawing/2014/main" xmlns="" id="{C4D1F856-D0C5-8245-BF39-74DA98AA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4" name="Rectangle 62">
              <a:extLst>
                <a:ext uri="{FF2B5EF4-FFF2-40B4-BE49-F238E27FC236}">
                  <a16:creationId xmlns:a16="http://schemas.microsoft.com/office/drawing/2014/main" xmlns="" id="{02ECE6C5-F170-D441-BB55-1550F6B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5" name="Freeform 63">
              <a:extLst>
                <a:ext uri="{FF2B5EF4-FFF2-40B4-BE49-F238E27FC236}">
                  <a16:creationId xmlns:a16="http://schemas.microsoft.com/office/drawing/2014/main" xmlns="" id="{23AEE7C3-93B0-ED4E-B5E3-77842845E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6" name="Freeform 64">
              <a:extLst>
                <a:ext uri="{FF2B5EF4-FFF2-40B4-BE49-F238E27FC236}">
                  <a16:creationId xmlns:a16="http://schemas.microsoft.com/office/drawing/2014/main" xmlns="" id="{1C7552E8-DC2F-7B42-88EE-967788F78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7" name="Rectangle 65">
              <a:extLst>
                <a:ext uri="{FF2B5EF4-FFF2-40B4-BE49-F238E27FC236}">
                  <a16:creationId xmlns:a16="http://schemas.microsoft.com/office/drawing/2014/main" xmlns="" id="{0A732733-BF5B-EA4C-93C3-997A3697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18" name="Group 66">
              <a:extLst>
                <a:ext uri="{FF2B5EF4-FFF2-40B4-BE49-F238E27FC236}">
                  <a16:creationId xmlns:a16="http://schemas.microsoft.com/office/drawing/2014/main" xmlns="" id="{1DDB70F3-88C9-0D45-A073-0C618A9025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3" name="AutoShape 67">
                <a:extLst>
                  <a:ext uri="{FF2B5EF4-FFF2-40B4-BE49-F238E27FC236}">
                    <a16:creationId xmlns:a16="http://schemas.microsoft.com/office/drawing/2014/main" xmlns="" id="{407648D8-3846-C946-BE0E-AD189E31A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4" name="AutoShape 68">
                <a:extLst>
                  <a:ext uri="{FF2B5EF4-FFF2-40B4-BE49-F238E27FC236}">
                    <a16:creationId xmlns:a16="http://schemas.microsoft.com/office/drawing/2014/main" xmlns="" id="{9C1393AC-4F59-A140-B3FE-D76BBDA86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19" name="Rectangle 69">
              <a:extLst>
                <a:ext uri="{FF2B5EF4-FFF2-40B4-BE49-F238E27FC236}">
                  <a16:creationId xmlns:a16="http://schemas.microsoft.com/office/drawing/2014/main" xmlns="" id="{D4F421F6-5ABA-8A4E-850C-0A20E21D7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0" name="Group 70">
              <a:extLst>
                <a:ext uri="{FF2B5EF4-FFF2-40B4-BE49-F238E27FC236}">
                  <a16:creationId xmlns:a16="http://schemas.microsoft.com/office/drawing/2014/main" xmlns="" id="{122420A6-892C-6147-82A1-9FA97C9EA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1" name="AutoShape 71">
                <a:extLst>
                  <a:ext uri="{FF2B5EF4-FFF2-40B4-BE49-F238E27FC236}">
                    <a16:creationId xmlns:a16="http://schemas.microsoft.com/office/drawing/2014/main" xmlns="" id="{F4D4B5FC-F559-2D44-BB15-3903B0D3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2" name="AutoShape 72">
                <a:extLst>
                  <a:ext uri="{FF2B5EF4-FFF2-40B4-BE49-F238E27FC236}">
                    <a16:creationId xmlns:a16="http://schemas.microsoft.com/office/drawing/2014/main" xmlns="" id="{5D11095A-67FB-2C49-9FCB-604D7F1B5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1" name="Rectangle 73">
              <a:extLst>
                <a:ext uri="{FF2B5EF4-FFF2-40B4-BE49-F238E27FC236}">
                  <a16:creationId xmlns:a16="http://schemas.microsoft.com/office/drawing/2014/main" xmlns="" id="{6B80893E-2A7A-3E4A-A765-F5103F57A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Rectangle 74">
              <a:extLst>
                <a:ext uri="{FF2B5EF4-FFF2-40B4-BE49-F238E27FC236}">
                  <a16:creationId xmlns:a16="http://schemas.microsoft.com/office/drawing/2014/main" xmlns="" id="{59E70BAD-81EE-FB43-AAE9-9C23A4CC8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75">
              <a:extLst>
                <a:ext uri="{FF2B5EF4-FFF2-40B4-BE49-F238E27FC236}">
                  <a16:creationId xmlns:a16="http://schemas.microsoft.com/office/drawing/2014/main" xmlns="" id="{2D7101F8-65B9-B64F-9597-58589610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9" name="AutoShape 76">
                <a:extLst>
                  <a:ext uri="{FF2B5EF4-FFF2-40B4-BE49-F238E27FC236}">
                    <a16:creationId xmlns:a16="http://schemas.microsoft.com/office/drawing/2014/main" xmlns="" id="{72DAE8B1-00F0-8F4E-85F2-017335520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0" name="AutoShape 77">
                <a:extLst>
                  <a:ext uri="{FF2B5EF4-FFF2-40B4-BE49-F238E27FC236}">
                    <a16:creationId xmlns:a16="http://schemas.microsoft.com/office/drawing/2014/main" xmlns="" id="{B8972EB1-3D8C-E741-8CA7-CEE8A227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4" name="Freeform 78">
              <a:extLst>
                <a:ext uri="{FF2B5EF4-FFF2-40B4-BE49-F238E27FC236}">
                  <a16:creationId xmlns:a16="http://schemas.microsoft.com/office/drawing/2014/main" xmlns="" id="{CD1D8E14-267A-6444-9063-EB1F1862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5" name="Group 79">
              <a:extLst>
                <a:ext uri="{FF2B5EF4-FFF2-40B4-BE49-F238E27FC236}">
                  <a16:creationId xmlns:a16="http://schemas.microsoft.com/office/drawing/2014/main" xmlns="" id="{573ECD83-B804-7D41-A24A-4EC6E03F2C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7" name="AutoShape 80">
                <a:extLst>
                  <a:ext uri="{FF2B5EF4-FFF2-40B4-BE49-F238E27FC236}">
                    <a16:creationId xmlns:a16="http://schemas.microsoft.com/office/drawing/2014/main" xmlns="" id="{345346A2-EDB4-3345-9541-A536D23A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8" name="AutoShape 81">
                <a:extLst>
                  <a:ext uri="{FF2B5EF4-FFF2-40B4-BE49-F238E27FC236}">
                    <a16:creationId xmlns:a16="http://schemas.microsoft.com/office/drawing/2014/main" xmlns="" id="{0C788F34-D15F-AE48-8E72-E6E61DF2E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6" name="Rectangle 82">
              <a:extLst>
                <a:ext uri="{FF2B5EF4-FFF2-40B4-BE49-F238E27FC236}">
                  <a16:creationId xmlns:a16="http://schemas.microsoft.com/office/drawing/2014/main" xmlns="" id="{304F6268-0673-C54D-887D-0F2CA521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7" name="Freeform 83">
              <a:extLst>
                <a:ext uri="{FF2B5EF4-FFF2-40B4-BE49-F238E27FC236}">
                  <a16:creationId xmlns:a16="http://schemas.microsoft.com/office/drawing/2014/main" xmlns="" id="{A5F77209-A777-3846-8F04-92A957624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8" name="Freeform 84">
              <a:extLst>
                <a:ext uri="{FF2B5EF4-FFF2-40B4-BE49-F238E27FC236}">
                  <a16:creationId xmlns:a16="http://schemas.microsoft.com/office/drawing/2014/main" xmlns="" id="{A1C8D7A3-F2FE-D048-87A5-3600F69A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9" name="Oval 85">
              <a:extLst>
                <a:ext uri="{FF2B5EF4-FFF2-40B4-BE49-F238E27FC236}">
                  <a16:creationId xmlns:a16="http://schemas.microsoft.com/office/drawing/2014/main" xmlns="" id="{984F6990-26E2-3B44-8A96-631AD0AD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0" name="Freeform 86">
              <a:extLst>
                <a:ext uri="{FF2B5EF4-FFF2-40B4-BE49-F238E27FC236}">
                  <a16:creationId xmlns:a16="http://schemas.microsoft.com/office/drawing/2014/main" xmlns="" id="{AA98173F-F674-3643-AD21-1BEF33EE3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1" name="AutoShape 87">
              <a:extLst>
                <a:ext uri="{FF2B5EF4-FFF2-40B4-BE49-F238E27FC236}">
                  <a16:creationId xmlns:a16="http://schemas.microsoft.com/office/drawing/2014/main" xmlns="" id="{1D41B50C-D66B-9B4A-83CD-AB55C827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2" name="AutoShape 88">
              <a:extLst>
                <a:ext uri="{FF2B5EF4-FFF2-40B4-BE49-F238E27FC236}">
                  <a16:creationId xmlns:a16="http://schemas.microsoft.com/office/drawing/2014/main" xmlns="" id="{32E5938F-4662-3640-8D7F-9D2EC7107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89">
              <a:extLst>
                <a:ext uri="{FF2B5EF4-FFF2-40B4-BE49-F238E27FC236}">
                  <a16:creationId xmlns:a16="http://schemas.microsoft.com/office/drawing/2014/main" xmlns="" id="{D1B3F3BD-AA74-C644-900E-3D3A1EBBB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4" name="Oval 90">
              <a:extLst>
                <a:ext uri="{FF2B5EF4-FFF2-40B4-BE49-F238E27FC236}">
                  <a16:creationId xmlns:a16="http://schemas.microsoft.com/office/drawing/2014/main" xmlns="" id="{5202C3EE-C6CE-2043-AB0D-9F3374DD5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5" name="Oval 91">
              <a:extLst>
                <a:ext uri="{FF2B5EF4-FFF2-40B4-BE49-F238E27FC236}">
                  <a16:creationId xmlns:a16="http://schemas.microsoft.com/office/drawing/2014/main" xmlns="" id="{A0906333-3009-664B-864A-139C40165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6" name="Rectangle 92">
              <a:extLst>
                <a:ext uri="{FF2B5EF4-FFF2-40B4-BE49-F238E27FC236}">
                  <a16:creationId xmlns:a16="http://schemas.microsoft.com/office/drawing/2014/main" xmlns="" id="{ED65C473-E87F-1F4F-A457-9ABBA86E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xmlns="" id="{2191C70B-17E3-9A46-B404-6925905AE4F1}"/>
              </a:ext>
            </a:extLst>
          </p:cNvPr>
          <p:cNvGrpSpPr>
            <a:grpSpLocks/>
          </p:cNvGrpSpPr>
          <p:nvPr/>
        </p:nvGrpSpPr>
        <p:grpSpPr bwMode="auto">
          <a:xfrm>
            <a:off x="6261653" y="1756463"/>
            <a:ext cx="2540000" cy="733425"/>
            <a:chOff x="7333086" y="2736938"/>
            <a:chExt cx="2539755" cy="733428"/>
          </a:xfrm>
        </p:grpSpPr>
        <p:sp>
          <p:nvSpPr>
            <p:cNvPr id="546" name="Rectangle 2">
              <a:extLst>
                <a:ext uri="{FF2B5EF4-FFF2-40B4-BE49-F238E27FC236}">
                  <a16:creationId xmlns:a16="http://schemas.microsoft.com/office/drawing/2014/main" xmlns="" id="{AB493127-C9AE-1A44-8D2B-ECDD8261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3086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7" name="TextBox 1">
              <a:extLst>
                <a:ext uri="{FF2B5EF4-FFF2-40B4-BE49-F238E27FC236}">
                  <a16:creationId xmlns:a16="http://schemas.microsoft.com/office/drawing/2014/main" xmlns="" id="{BBBAA953-174E-B044-9DCC-04A88210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918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is there a DHCP server out there?</a:t>
              </a:r>
            </a:p>
          </p:txBody>
        </p:sp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xmlns="" id="{4A16A070-3144-234A-BC59-B856B6C33DC5}"/>
              </a:ext>
            </a:extLst>
          </p:cNvPr>
          <p:cNvGrpSpPr>
            <a:grpSpLocks/>
          </p:cNvGrpSpPr>
          <p:nvPr/>
        </p:nvGrpSpPr>
        <p:grpSpPr bwMode="auto">
          <a:xfrm>
            <a:off x="6441502" y="2979300"/>
            <a:ext cx="2528888" cy="884237"/>
            <a:chOff x="9144000" y="3229217"/>
            <a:chExt cx="2527923" cy="885135"/>
          </a:xfrm>
        </p:grpSpPr>
        <p:sp>
          <p:nvSpPr>
            <p:cNvPr id="549" name="Rectangle 87">
              <a:extLst>
                <a:ext uri="{FF2B5EF4-FFF2-40B4-BE49-F238E27FC236}">
                  <a16:creationId xmlns:a16="http://schemas.microsoft.com/office/drawing/2014/main" xmlns="" id="{57E9AF5E-372A-8E40-94BE-47B0B6193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TextBox 88">
              <a:extLst>
                <a:ext uri="{FF2B5EF4-FFF2-40B4-BE49-F238E27FC236}">
                  <a16:creationId xmlns:a16="http://schemas.microsoft.com/office/drawing/2014/main" xmlns="" id="{A4D749F2-8BAC-AC4E-9A53-15BE9562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xmlns="" id="{66E1A7F4-6FCF-3E43-AE21-6DF4BC478A9A}"/>
              </a:ext>
            </a:extLst>
          </p:cNvPr>
          <p:cNvGrpSpPr>
            <a:grpSpLocks/>
          </p:cNvGrpSpPr>
          <p:nvPr/>
        </p:nvGrpSpPr>
        <p:grpSpPr bwMode="auto">
          <a:xfrm>
            <a:off x="4900288" y="4175353"/>
            <a:ext cx="2625219" cy="884237"/>
            <a:chOff x="8858631" y="4615923"/>
            <a:chExt cx="2625866" cy="885135"/>
          </a:xfrm>
        </p:grpSpPr>
        <p:sp>
          <p:nvSpPr>
            <p:cNvPr id="552" name="Rectangle 89">
              <a:extLst>
                <a:ext uri="{FF2B5EF4-FFF2-40B4-BE49-F238E27FC236}">
                  <a16:creationId xmlns:a16="http://schemas.microsoft.com/office/drawing/2014/main" xmlns="" id="{3AEC4322-FA91-D143-9139-A2CB1B4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TextBox 90">
              <a:extLst>
                <a:ext uri="{FF2B5EF4-FFF2-40B4-BE49-F238E27FC236}">
                  <a16:creationId xmlns:a16="http://schemas.microsoft.com/office/drawing/2014/main" xmlns="" id="{3FCB64EB-0F2E-B14B-B848-193DF470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8631" y="4765817"/>
              <a:ext cx="2625866" cy="585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I would like to use this IP address!</a:t>
              </a:r>
            </a:p>
          </p:txBody>
        </p: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65062FC4-666B-6342-A70D-7A1D16B7049C}"/>
              </a:ext>
            </a:extLst>
          </p:cNvPr>
          <p:cNvGrpSpPr>
            <a:grpSpLocks/>
          </p:cNvGrpSpPr>
          <p:nvPr/>
        </p:nvGrpSpPr>
        <p:grpSpPr bwMode="auto">
          <a:xfrm>
            <a:off x="6424038" y="5588022"/>
            <a:ext cx="2528887" cy="885825"/>
            <a:chOff x="9144000" y="5555417"/>
            <a:chExt cx="2527923" cy="885135"/>
          </a:xfrm>
        </p:grpSpPr>
        <p:sp>
          <p:nvSpPr>
            <p:cNvPr id="555" name="Rectangle 91">
              <a:extLst>
                <a:ext uri="{FF2B5EF4-FFF2-40B4-BE49-F238E27FC236}">
                  <a16:creationId xmlns:a16="http://schemas.microsoft.com/office/drawing/2014/main" xmlns="" id="{9E7B23F1-96DD-8C46-9D6F-820B88B8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6" name="TextBox 92">
              <a:extLst>
                <a:ext uri="{FF2B5EF4-FFF2-40B4-BE49-F238E27FC236}">
                  <a16:creationId xmlns:a16="http://schemas.microsoft.com/office/drawing/2014/main" xmlns="" id="{E908630C-0C3F-8545-B890-E8A9600EB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You’ve got that IP address!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F26FE35-19E8-7046-8DE2-04C21540DCCD}"/>
              </a:ext>
            </a:extLst>
          </p:cNvPr>
          <p:cNvSpPr txBox="1"/>
          <p:nvPr/>
        </p:nvSpPr>
        <p:spPr>
          <a:xfrm>
            <a:off x="9296400" y="3522133"/>
            <a:ext cx="24553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two steps above can be skipped “if a client remembers and wishes to reuse a previously allocated network address”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[RFC 2131]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lide Number Placeholder 3">
            <a:extLst>
              <a:ext uri="{FF2B5EF4-FFF2-40B4-BE49-F238E27FC236}">
                <a16:creationId xmlns:a16="http://schemas.microsoft.com/office/drawing/2014/main" xmlns="" id="{99BE7567-423B-664A-A45B-22166DBEDB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24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more than IP addresses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xmlns="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0751383" cy="439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DHCP can return more than just allocated IP address on subnet: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of first-hop router for client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and IP address of DNS sever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mask (indicating network versus host portion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F69507-B032-9349-846C-1B33A12C78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084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Freeform 3">
            <a:extLst>
              <a:ext uri="{FF2B5EF4-FFF2-40B4-BE49-F238E27FC236}">
                <a16:creationId xmlns:a16="http://schemas.microsoft.com/office/drawing/2014/main" xmlns="" id="{6B20889F-8B73-5A4F-948D-BC7FBE071249}"/>
              </a:ext>
            </a:extLst>
          </p:cNvPr>
          <p:cNvSpPr>
            <a:spLocks/>
          </p:cNvSpPr>
          <p:nvPr/>
        </p:nvSpPr>
        <p:spPr bwMode="auto">
          <a:xfrm>
            <a:off x="1867395" y="18184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xmlns="" id="{484D20B7-37AF-F449-9229-69BC2F46A444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xmlns="" id="{BBE9BC04-A2A6-F746-9F08-03F4EDB58B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xmlns="" id="{5F31BBA7-277B-7547-A889-4CE61E6210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xmlns="" id="{A235A3E8-5F9F-054E-812C-82B1457E7D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xmlns="" id="{5DDEAE5B-F867-B04E-9480-5609AC66F59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xmlns="" id="{FBC3084B-7403-CB43-BF1A-54F05828C7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xmlns="" id="{CCCD1707-2759-A14B-96A2-D746BB0126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xmlns="" id="{9B0492DA-B9A2-1F42-8EC8-885383C522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xmlns="" id="{A2DF0841-9316-7744-99F2-F246599FA663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xmlns="" id="{B7FE1E33-3837-6A44-8F3D-D671A86ECB7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xmlns="" id="{D7EBAA0A-EA4B-2A42-B633-E3F75F2BB7B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xmlns="" id="{A0FA1B3E-9ECC-B241-8F16-2C1970256C81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xmlns="" id="{CB74265E-694E-5A49-B1D2-3C1956E0BE2E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9" name="Freeform 578">
                <a:extLst>
                  <a:ext uri="{FF2B5EF4-FFF2-40B4-BE49-F238E27FC236}">
                    <a16:creationId xmlns:a16="http://schemas.microsoft.com/office/drawing/2014/main" xmlns="" id="{8680283C-1CA3-D44B-8FFA-B36341C7230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0" name="Freeform 579">
                <a:extLst>
                  <a:ext uri="{FF2B5EF4-FFF2-40B4-BE49-F238E27FC236}">
                    <a16:creationId xmlns:a16="http://schemas.microsoft.com/office/drawing/2014/main" xmlns="" id="{2B31DC87-EF0E-0D4F-81A2-B6FB2A803F7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F14BA91B-FE87-514B-B749-384B3F1D92C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9" name="Line 48">
            <a:extLst>
              <a:ext uri="{FF2B5EF4-FFF2-40B4-BE49-F238E27FC236}">
                <a16:creationId xmlns:a16="http://schemas.microsoft.com/office/drawing/2014/main" xmlns="" id="{E2F245C9-F9FA-FF41-8279-23685395B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xmlns="" id="{1C377AEF-2633-FC44-9747-922C7C110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19" y="1674030"/>
            <a:ext cx="4751439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Connecting laptop will use DHCP to get IP address, address of first-hop router, address of DNS server.</a:t>
            </a:r>
          </a:p>
        </p:txBody>
      </p:sp>
      <p:sp>
        <p:nvSpPr>
          <p:cNvPr id="382" name="Line 43">
            <a:extLst>
              <a:ext uri="{FF2B5EF4-FFF2-40B4-BE49-F238E27FC236}">
                <a16:creationId xmlns:a16="http://schemas.microsoft.com/office/drawing/2014/main" xmlns="" id="{C8851F30-DB65-2343-90FB-A929CA010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9695" y="3062253"/>
            <a:ext cx="562325" cy="83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5" name="Text Box 44">
            <a:extLst>
              <a:ext uri="{FF2B5EF4-FFF2-40B4-BE49-F238E27FC236}">
                <a16:creationId xmlns:a16="http://schemas.microsoft.com/office/drawing/2014/main" xmlns="" id="{59259B03-4826-E149-B0DC-4EBA82936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5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sp>
        <p:nvSpPr>
          <p:cNvPr id="386" name="Rectangle 152">
            <a:extLst>
              <a:ext uri="{FF2B5EF4-FFF2-40B4-BE49-F238E27FC236}">
                <a16:creationId xmlns:a16="http://schemas.microsoft.com/office/drawing/2014/main" xmlns="" id="{745619DC-3C53-E14A-874D-F2C6B677A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420" y="2964667"/>
            <a:ext cx="5406278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message encapsulated in UDP, encapsulated in IP, encapsulated in Ethernet</a:t>
            </a:r>
          </a:p>
        </p:txBody>
      </p:sp>
      <p:sp>
        <p:nvSpPr>
          <p:cNvPr id="387" name="Rectangle 153">
            <a:extLst>
              <a:ext uri="{FF2B5EF4-FFF2-40B4-BE49-F238E27FC236}">
                <a16:creationId xmlns:a16="http://schemas.microsoft.com/office/drawing/2014/main" xmlns="" id="{082BCCE1-61C9-5E4C-B8D4-8ED23A69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469" y="4210855"/>
            <a:ext cx="54503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frame broadcast (dest: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FFFFFFFFFFFF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on LAN, received at router running DHCP server</a:t>
            </a:r>
          </a:p>
        </p:txBody>
      </p:sp>
      <p:sp>
        <p:nvSpPr>
          <p:cNvPr id="388" name="Rectangle 154">
            <a:extLst>
              <a:ext uri="{FF2B5EF4-FFF2-40B4-BE49-F238E27FC236}">
                <a16:creationId xmlns:a16="http://schemas.microsoft.com/office/drawing/2014/main" xmlns="" id="{2001FDC4-9DD8-8540-A00D-9430145A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245" y="5547530"/>
            <a:ext cx="528060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de-mux’ed to IP de-mux’ed, UDP de-mux’ed to DHCP </a:t>
            </a:r>
          </a:p>
        </p:txBody>
      </p:sp>
      <p:sp>
        <p:nvSpPr>
          <p:cNvPr id="389" name="Text Box 155">
            <a:extLst>
              <a:ext uri="{FF2B5EF4-FFF2-40B4-BE49-F238E27FC236}">
                <a16:creationId xmlns:a16="http://schemas.microsoft.com/office/drawing/2014/main" xmlns="" id="{0FF8CA2B-A0E7-0344-8C3D-752022E9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682" y="3674280"/>
            <a:ext cx="10477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168.1.1.1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38" name="Group 234">
            <a:extLst>
              <a:ext uri="{FF2B5EF4-FFF2-40B4-BE49-F238E27FC236}">
                <a16:creationId xmlns:a16="http://schemas.microsoft.com/office/drawing/2014/main" xmlns="" id="{80B8D10B-0E57-694A-9F60-7DD157680859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67"/>
            <a:ext cx="850900" cy="615950"/>
            <a:chOff x="4420" y="878"/>
            <a:chExt cx="614" cy="458"/>
          </a:xfrm>
        </p:grpSpPr>
        <p:pic>
          <p:nvPicPr>
            <p:cNvPr id="439" name="Picture 235" descr="laptop_keyboard">
              <a:extLst>
                <a:ext uri="{FF2B5EF4-FFF2-40B4-BE49-F238E27FC236}">
                  <a16:creationId xmlns:a16="http://schemas.microsoft.com/office/drawing/2014/main" xmlns="" id="{32F92D03-3F10-DD48-B916-C1A813CAA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236">
              <a:extLst>
                <a:ext uri="{FF2B5EF4-FFF2-40B4-BE49-F238E27FC236}">
                  <a16:creationId xmlns:a16="http://schemas.microsoft.com/office/drawing/2014/main" xmlns="" id="{635DC8EF-D2DF-1140-8A94-D496AE91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41" name="Picture 237" descr="screen">
              <a:extLst>
                <a:ext uri="{FF2B5EF4-FFF2-40B4-BE49-F238E27FC236}">
                  <a16:creationId xmlns:a16="http://schemas.microsoft.com/office/drawing/2014/main" xmlns="" id="{6BDF7141-8B18-8848-AE3F-A1F240A514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2" name="Freeform 238">
              <a:extLst>
                <a:ext uri="{FF2B5EF4-FFF2-40B4-BE49-F238E27FC236}">
                  <a16:creationId xmlns:a16="http://schemas.microsoft.com/office/drawing/2014/main" xmlns="" id="{F0AA71CC-9F7D-4E4A-AFD3-E4FC2EDB5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39">
              <a:extLst>
                <a:ext uri="{FF2B5EF4-FFF2-40B4-BE49-F238E27FC236}">
                  <a16:creationId xmlns:a16="http://schemas.microsoft.com/office/drawing/2014/main" xmlns="" id="{478F089D-1CBD-064E-9E01-09DBACFE4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Freeform 240">
              <a:extLst>
                <a:ext uri="{FF2B5EF4-FFF2-40B4-BE49-F238E27FC236}">
                  <a16:creationId xmlns:a16="http://schemas.microsoft.com/office/drawing/2014/main" xmlns="" id="{999308BB-3AD9-964C-9A37-585EA1CB9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241">
              <a:extLst>
                <a:ext uri="{FF2B5EF4-FFF2-40B4-BE49-F238E27FC236}">
                  <a16:creationId xmlns:a16="http://schemas.microsoft.com/office/drawing/2014/main" xmlns="" id="{50215675-D41A-884A-B70C-7A7A34B47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Freeform 242">
              <a:extLst>
                <a:ext uri="{FF2B5EF4-FFF2-40B4-BE49-F238E27FC236}">
                  <a16:creationId xmlns:a16="http://schemas.microsoft.com/office/drawing/2014/main" xmlns="" id="{67C07E3F-A680-3448-A285-F67163D55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Freeform 243">
              <a:extLst>
                <a:ext uri="{FF2B5EF4-FFF2-40B4-BE49-F238E27FC236}">
                  <a16:creationId xmlns:a16="http://schemas.microsoft.com/office/drawing/2014/main" xmlns="" id="{D6FEFC34-2380-1C46-9401-C809C94E0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8" name="Group 244">
              <a:extLst>
                <a:ext uri="{FF2B5EF4-FFF2-40B4-BE49-F238E27FC236}">
                  <a16:creationId xmlns:a16="http://schemas.microsoft.com/office/drawing/2014/main" xmlns="" id="{C27B64F7-2309-1F46-B525-0FF1CC0B3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455" name="Freeform 245">
                <a:extLst>
                  <a:ext uri="{FF2B5EF4-FFF2-40B4-BE49-F238E27FC236}">
                    <a16:creationId xmlns:a16="http://schemas.microsoft.com/office/drawing/2014/main" xmlns="" id="{6D904DDE-01FC-1A4C-8025-88A928752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6" name="Freeform 246">
                <a:extLst>
                  <a:ext uri="{FF2B5EF4-FFF2-40B4-BE49-F238E27FC236}">
                    <a16:creationId xmlns:a16="http://schemas.microsoft.com/office/drawing/2014/main" xmlns="" id="{E3315A06-9E1B-AC4A-906F-1640B3605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Freeform 247">
                <a:extLst>
                  <a:ext uri="{FF2B5EF4-FFF2-40B4-BE49-F238E27FC236}">
                    <a16:creationId xmlns:a16="http://schemas.microsoft.com/office/drawing/2014/main" xmlns="" id="{4B5E6F6D-A780-9F4A-B4CB-418F530E7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8" name="Freeform 248">
                <a:extLst>
                  <a:ext uri="{FF2B5EF4-FFF2-40B4-BE49-F238E27FC236}">
                    <a16:creationId xmlns:a16="http://schemas.microsoft.com/office/drawing/2014/main" xmlns="" id="{49CD3CF5-0077-7D4A-A378-2AAAA4CDE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Freeform 249">
                <a:extLst>
                  <a:ext uri="{FF2B5EF4-FFF2-40B4-BE49-F238E27FC236}">
                    <a16:creationId xmlns:a16="http://schemas.microsoft.com/office/drawing/2014/main" xmlns="" id="{4E2747DD-F96B-124E-8BF8-EC78D4C82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0" name="Freeform 250">
                <a:extLst>
                  <a:ext uri="{FF2B5EF4-FFF2-40B4-BE49-F238E27FC236}">
                    <a16:creationId xmlns:a16="http://schemas.microsoft.com/office/drawing/2014/main" xmlns="" id="{5D228080-AAA4-AE4F-B2E0-444A375E9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9" name="Freeform 251">
              <a:extLst>
                <a:ext uri="{FF2B5EF4-FFF2-40B4-BE49-F238E27FC236}">
                  <a16:creationId xmlns:a16="http://schemas.microsoft.com/office/drawing/2014/main" xmlns="" id="{12335ADB-FB5B-8540-ADE8-01DE4817A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0" name="Freeform 252">
              <a:extLst>
                <a:ext uri="{FF2B5EF4-FFF2-40B4-BE49-F238E27FC236}">
                  <a16:creationId xmlns:a16="http://schemas.microsoft.com/office/drawing/2014/main" xmlns="" id="{71BBEFC9-2EAD-0E4D-971B-FFE9F04A9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Freeform 253">
              <a:extLst>
                <a:ext uri="{FF2B5EF4-FFF2-40B4-BE49-F238E27FC236}">
                  <a16:creationId xmlns:a16="http://schemas.microsoft.com/office/drawing/2014/main" xmlns="" id="{AD467B30-53F9-E544-872F-75037A60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2" name="Freeform 254">
              <a:extLst>
                <a:ext uri="{FF2B5EF4-FFF2-40B4-BE49-F238E27FC236}">
                  <a16:creationId xmlns:a16="http://schemas.microsoft.com/office/drawing/2014/main" xmlns="" id="{09BD1056-1239-AA4F-9F79-BC195E4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3" name="Freeform 255">
              <a:extLst>
                <a:ext uri="{FF2B5EF4-FFF2-40B4-BE49-F238E27FC236}">
                  <a16:creationId xmlns:a16="http://schemas.microsoft.com/office/drawing/2014/main" xmlns="" id="{3EE44984-E799-7448-B48B-0A3E5E326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Freeform 256">
              <a:extLst>
                <a:ext uri="{FF2B5EF4-FFF2-40B4-BE49-F238E27FC236}">
                  <a16:creationId xmlns:a16="http://schemas.microsoft.com/office/drawing/2014/main" xmlns="" id="{F82A5B30-CFF4-9045-B98E-022A2D6583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61" name="AutoShape 34">
            <a:extLst>
              <a:ext uri="{FF2B5EF4-FFF2-40B4-BE49-F238E27FC236}">
                <a16:creationId xmlns:a16="http://schemas.microsoft.com/office/drawing/2014/main" xmlns="" id="{BBFE8651-7E0E-9B42-83C9-13A7DD11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545" y="2812267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2" name="Group 45">
            <a:extLst>
              <a:ext uri="{FF2B5EF4-FFF2-40B4-BE49-F238E27FC236}">
                <a16:creationId xmlns:a16="http://schemas.microsoft.com/office/drawing/2014/main" xmlns="" id="{7B2B7B83-C525-AC47-97F2-A2D1D1034FEF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48630"/>
            <a:ext cx="976312" cy="1460500"/>
            <a:chOff x="651" y="681"/>
            <a:chExt cx="615" cy="920"/>
          </a:xfrm>
        </p:grpSpPr>
        <p:sp>
          <p:nvSpPr>
            <p:cNvPr id="463" name="Freeform 46">
              <a:extLst>
                <a:ext uri="{FF2B5EF4-FFF2-40B4-BE49-F238E27FC236}">
                  <a16:creationId xmlns:a16="http://schemas.microsoft.com/office/drawing/2014/main" xmlns="" id="{2F8E5860-1F4A-9441-8643-FF367740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4" name="Group 47">
              <a:extLst>
                <a:ext uri="{FF2B5EF4-FFF2-40B4-BE49-F238E27FC236}">
                  <a16:creationId xmlns:a16="http://schemas.microsoft.com/office/drawing/2014/main" xmlns="" id="{619D3750-75CE-7146-8080-07A05B2EE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465" name="Rectangle 48">
                <a:extLst>
                  <a:ext uri="{FF2B5EF4-FFF2-40B4-BE49-F238E27FC236}">
                    <a16:creationId xmlns:a16="http://schemas.microsoft.com/office/drawing/2014/main" xmlns="" id="{28385ECE-1698-FA48-9005-E85B7ADAE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chemeClr val="tx1"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6" name="Text Box 49">
                <a:extLst>
                  <a:ext uri="{FF2B5EF4-FFF2-40B4-BE49-F238E27FC236}">
                    <a16:creationId xmlns:a16="http://schemas.microsoft.com/office/drawing/2014/main" xmlns="" id="{03E8F625-EC95-7449-B696-847DBF4C1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467" name="Line 50">
                <a:extLst>
                  <a:ext uri="{FF2B5EF4-FFF2-40B4-BE49-F238E27FC236}">
                    <a16:creationId xmlns:a16="http://schemas.microsoft.com/office/drawing/2014/main" xmlns="" id="{DF468FDE-40E4-0648-9839-DDE0332A0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8" name="Line 51">
                <a:extLst>
                  <a:ext uri="{FF2B5EF4-FFF2-40B4-BE49-F238E27FC236}">
                    <a16:creationId xmlns:a16="http://schemas.microsoft.com/office/drawing/2014/main" xmlns="" id="{99D4E4D8-7BA2-1841-8740-092F3F2C1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9" name="Line 52">
                <a:extLst>
                  <a:ext uri="{FF2B5EF4-FFF2-40B4-BE49-F238E27FC236}">
                    <a16:creationId xmlns:a16="http://schemas.microsoft.com/office/drawing/2014/main" xmlns="" id="{46C4BB73-5326-6148-BB43-C6C4C685F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0" name="Line 53">
                <a:extLst>
                  <a:ext uri="{FF2B5EF4-FFF2-40B4-BE49-F238E27FC236}">
                    <a16:creationId xmlns:a16="http://schemas.microsoft.com/office/drawing/2014/main" xmlns="" id="{867C305B-8FC7-2546-83B8-7B677B4EF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471" name="Group 54">
            <a:extLst>
              <a:ext uri="{FF2B5EF4-FFF2-40B4-BE49-F238E27FC236}">
                <a16:creationId xmlns:a16="http://schemas.microsoft.com/office/drawing/2014/main" xmlns="" id="{E55B3AA2-EA61-B94E-BC50-287F2699A080}"/>
              </a:ext>
            </a:extLst>
          </p:cNvPr>
          <p:cNvGrpSpPr>
            <a:grpSpLocks/>
          </p:cNvGrpSpPr>
          <p:nvPr/>
        </p:nvGrpSpPr>
        <p:grpSpPr bwMode="auto">
          <a:xfrm>
            <a:off x="1614982" y="1707367"/>
            <a:ext cx="544513" cy="244475"/>
            <a:chOff x="844" y="3337"/>
            <a:chExt cx="343" cy="154"/>
          </a:xfrm>
        </p:grpSpPr>
        <p:sp>
          <p:nvSpPr>
            <p:cNvPr id="472" name="Rectangle 55">
              <a:extLst>
                <a:ext uri="{FF2B5EF4-FFF2-40B4-BE49-F238E27FC236}">
                  <a16:creationId xmlns:a16="http://schemas.microsoft.com/office/drawing/2014/main" xmlns="" id="{3DF8187C-0350-B949-8481-A4B53A2B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3" name="Text Box 56">
              <a:extLst>
                <a:ext uri="{FF2B5EF4-FFF2-40B4-BE49-F238E27FC236}">
                  <a16:creationId xmlns:a16="http://schemas.microsoft.com/office/drawing/2014/main" xmlns="" id="{EB5DBBE5-0C11-2943-8F1C-55F942DDF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74" name="Group 57">
            <a:extLst>
              <a:ext uri="{FF2B5EF4-FFF2-40B4-BE49-F238E27FC236}">
                <a16:creationId xmlns:a16="http://schemas.microsoft.com/office/drawing/2014/main" xmlns="" id="{E686DD6D-38C2-4641-89AF-94A0FB1D1070}"/>
              </a:ext>
            </a:extLst>
          </p:cNvPr>
          <p:cNvGrpSpPr>
            <a:grpSpLocks/>
          </p:cNvGrpSpPr>
          <p:nvPr/>
        </p:nvGrpSpPr>
        <p:grpSpPr bwMode="auto">
          <a:xfrm>
            <a:off x="1160957" y="1726417"/>
            <a:ext cx="1081088" cy="1166813"/>
            <a:chOff x="42" y="744"/>
            <a:chExt cx="681" cy="735"/>
          </a:xfrm>
        </p:grpSpPr>
        <p:grpSp>
          <p:nvGrpSpPr>
            <p:cNvPr id="475" name="Group 58">
              <a:extLst>
                <a:ext uri="{FF2B5EF4-FFF2-40B4-BE49-F238E27FC236}">
                  <a16:creationId xmlns:a16="http://schemas.microsoft.com/office/drawing/2014/main" xmlns="" id="{1FDCAE0E-7CF7-A44C-8CC2-1F6556F81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477" name="Group 59">
                <a:extLst>
                  <a:ext uri="{FF2B5EF4-FFF2-40B4-BE49-F238E27FC236}">
                    <a16:creationId xmlns:a16="http://schemas.microsoft.com/office/drawing/2014/main" xmlns="" id="{B1A03342-AE12-CE42-8220-1A81C4418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02" name="Group 60">
                  <a:extLst>
                    <a:ext uri="{FF2B5EF4-FFF2-40B4-BE49-F238E27FC236}">
                      <a16:creationId xmlns:a16="http://schemas.microsoft.com/office/drawing/2014/main" xmlns="" id="{C141BB4A-81BE-5F41-82F7-F6E6B820E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05" name="Rectangle 61">
                    <a:extLst>
                      <a:ext uri="{FF2B5EF4-FFF2-40B4-BE49-F238E27FC236}">
                        <a16:creationId xmlns:a16="http://schemas.microsoft.com/office/drawing/2014/main" xmlns="" id="{0057FF7C-1AD8-884B-80A9-AB7A6E108F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6" name="Text Box 62">
                    <a:extLst>
                      <a:ext uri="{FF2B5EF4-FFF2-40B4-BE49-F238E27FC236}">
                        <a16:creationId xmlns:a16="http://schemas.microsoft.com/office/drawing/2014/main" xmlns="" id="{EC2B900A-E788-8441-B597-33D92CA592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03" name="Rectangle 63">
                  <a:extLst>
                    <a:ext uri="{FF2B5EF4-FFF2-40B4-BE49-F238E27FC236}">
                      <a16:creationId xmlns:a16="http://schemas.microsoft.com/office/drawing/2014/main" xmlns="" id="{963785A1-EC1C-B84C-87DF-29B9C771B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Rectangle 64">
                  <a:extLst>
                    <a:ext uri="{FF2B5EF4-FFF2-40B4-BE49-F238E27FC236}">
                      <a16:creationId xmlns:a16="http://schemas.microsoft.com/office/drawing/2014/main" xmlns="" id="{5E9D5671-4336-A144-8E1C-F9834FFEC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78" name="Group 65">
                <a:extLst>
                  <a:ext uri="{FF2B5EF4-FFF2-40B4-BE49-F238E27FC236}">
                    <a16:creationId xmlns:a16="http://schemas.microsoft.com/office/drawing/2014/main" xmlns="" id="{C554361D-96E9-9749-99BB-ABA5FD0279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496" name="Group 66">
                  <a:extLst>
                    <a:ext uri="{FF2B5EF4-FFF2-40B4-BE49-F238E27FC236}">
                      <a16:creationId xmlns:a16="http://schemas.microsoft.com/office/drawing/2014/main" xmlns="" id="{493D2842-500B-024B-85A5-1FE62FDD1C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00" name="Rectangle 67">
                    <a:extLst>
                      <a:ext uri="{FF2B5EF4-FFF2-40B4-BE49-F238E27FC236}">
                        <a16:creationId xmlns:a16="http://schemas.microsoft.com/office/drawing/2014/main" xmlns="" id="{9D9A5E56-2778-BF43-8CCC-26552B7850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1" name="Text Box 68">
                    <a:extLst>
                      <a:ext uri="{FF2B5EF4-FFF2-40B4-BE49-F238E27FC236}">
                        <a16:creationId xmlns:a16="http://schemas.microsoft.com/office/drawing/2014/main" xmlns="" id="{FEA9C227-A395-5144-9B07-1A7D28C8A5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497" name="Group 69">
                  <a:extLst>
                    <a:ext uri="{FF2B5EF4-FFF2-40B4-BE49-F238E27FC236}">
                      <a16:creationId xmlns:a16="http://schemas.microsoft.com/office/drawing/2014/main" xmlns="" id="{84676D02-4488-A247-A8A0-7B76E879E6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98" name="Rectangle 70">
                    <a:extLst>
                      <a:ext uri="{FF2B5EF4-FFF2-40B4-BE49-F238E27FC236}">
                        <a16:creationId xmlns:a16="http://schemas.microsoft.com/office/drawing/2014/main" xmlns="" id="{3855ADF3-2772-6A45-B541-A1686D02D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9" name="Rectangle 71">
                    <a:extLst>
                      <a:ext uri="{FF2B5EF4-FFF2-40B4-BE49-F238E27FC236}">
                        <a16:creationId xmlns:a16="http://schemas.microsoft.com/office/drawing/2014/main" xmlns="" id="{FB9B8C64-8890-6D4D-86FF-EA86419857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79" name="Group 72">
                <a:extLst>
                  <a:ext uri="{FF2B5EF4-FFF2-40B4-BE49-F238E27FC236}">
                    <a16:creationId xmlns:a16="http://schemas.microsoft.com/office/drawing/2014/main" xmlns="" id="{4ED0D0FF-6D48-044B-A4CD-DEE3EE153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494" name="Rectangle 73">
                  <a:extLst>
                    <a:ext uri="{FF2B5EF4-FFF2-40B4-BE49-F238E27FC236}">
                      <a16:creationId xmlns:a16="http://schemas.microsoft.com/office/drawing/2014/main" xmlns="" id="{69588944-9806-234E-B479-4DCA85C2C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5" name="Rectangle 74">
                  <a:extLst>
                    <a:ext uri="{FF2B5EF4-FFF2-40B4-BE49-F238E27FC236}">
                      <a16:creationId xmlns:a16="http://schemas.microsoft.com/office/drawing/2014/main" xmlns="" id="{6A9EE954-18E5-AB4B-91A7-8763F6FC2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80" name="Group 75">
                <a:extLst>
                  <a:ext uri="{FF2B5EF4-FFF2-40B4-BE49-F238E27FC236}">
                    <a16:creationId xmlns:a16="http://schemas.microsoft.com/office/drawing/2014/main" xmlns="" id="{AE1585FE-E7DD-5148-A3DB-4D32837D61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481" name="Group 76">
                  <a:extLst>
                    <a:ext uri="{FF2B5EF4-FFF2-40B4-BE49-F238E27FC236}">
                      <a16:creationId xmlns:a16="http://schemas.microsoft.com/office/drawing/2014/main" xmlns="" id="{83987E26-41E7-554D-8F7B-6E3DBA2BC9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485" name="Group 77">
                    <a:extLst>
                      <a:ext uri="{FF2B5EF4-FFF2-40B4-BE49-F238E27FC236}">
                        <a16:creationId xmlns:a16="http://schemas.microsoft.com/office/drawing/2014/main" xmlns="" id="{4AA7B839-194B-D44E-B613-C09016B387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488" name="Group 78">
                      <a:extLst>
                        <a:ext uri="{FF2B5EF4-FFF2-40B4-BE49-F238E27FC236}">
                          <a16:creationId xmlns:a16="http://schemas.microsoft.com/office/drawing/2014/main" xmlns="" id="{F12403C6-60CE-4541-A6EA-F28A0FBCF2E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492" name="Rectangle 79">
                        <a:extLst>
                          <a:ext uri="{FF2B5EF4-FFF2-40B4-BE49-F238E27FC236}">
                            <a16:creationId xmlns:a16="http://schemas.microsoft.com/office/drawing/2014/main" xmlns="" id="{4B102F30-285E-0243-A491-E80C6A6488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3" name="Text Box 80">
                        <a:extLst>
                          <a:ext uri="{FF2B5EF4-FFF2-40B4-BE49-F238E27FC236}">
                            <a16:creationId xmlns:a16="http://schemas.microsoft.com/office/drawing/2014/main" xmlns="" id="{C27FFB91-9D35-9345-9E73-83C45819110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489" name="Group 81">
                      <a:extLst>
                        <a:ext uri="{FF2B5EF4-FFF2-40B4-BE49-F238E27FC236}">
                          <a16:creationId xmlns:a16="http://schemas.microsoft.com/office/drawing/2014/main" xmlns="" id="{980A2CF4-C81E-3145-91D1-132BC2EF1F4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490" name="Rectangle 82">
                        <a:extLst>
                          <a:ext uri="{FF2B5EF4-FFF2-40B4-BE49-F238E27FC236}">
                            <a16:creationId xmlns:a16="http://schemas.microsoft.com/office/drawing/2014/main" xmlns="" id="{60B3778C-4AEE-4A40-A3AE-9E6780DD74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1" name="Rectangle 83">
                        <a:extLst>
                          <a:ext uri="{FF2B5EF4-FFF2-40B4-BE49-F238E27FC236}">
                            <a16:creationId xmlns:a16="http://schemas.microsoft.com/office/drawing/2014/main" xmlns="" id="{F2AB3533-6239-FB44-A5DF-EC7054B257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86" name="Rectangle 84">
                    <a:extLst>
                      <a:ext uri="{FF2B5EF4-FFF2-40B4-BE49-F238E27FC236}">
                        <a16:creationId xmlns:a16="http://schemas.microsoft.com/office/drawing/2014/main" xmlns="" id="{7871167B-C99A-9745-AB39-0CFE737D46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7" name="Rectangle 85">
                    <a:extLst>
                      <a:ext uri="{FF2B5EF4-FFF2-40B4-BE49-F238E27FC236}">
                        <a16:creationId xmlns:a16="http://schemas.microsoft.com/office/drawing/2014/main" xmlns="" id="{6FEE651A-2F5C-3D46-9A8A-7A8FA72C5A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82" name="Rectangle 86">
                  <a:extLst>
                    <a:ext uri="{FF2B5EF4-FFF2-40B4-BE49-F238E27FC236}">
                      <a16:creationId xmlns:a16="http://schemas.microsoft.com/office/drawing/2014/main" xmlns="" id="{436CE76C-250A-0048-AB3B-2E594180B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3" name="Rectangle 87">
                  <a:extLst>
                    <a:ext uri="{FF2B5EF4-FFF2-40B4-BE49-F238E27FC236}">
                      <a16:creationId xmlns:a16="http://schemas.microsoft.com/office/drawing/2014/main" xmlns="" id="{37087D94-A17E-2C49-B663-0E4892CD4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88">
                  <a:extLst>
                    <a:ext uri="{FF2B5EF4-FFF2-40B4-BE49-F238E27FC236}">
                      <a16:creationId xmlns:a16="http://schemas.microsoft.com/office/drawing/2014/main" xmlns="" id="{C9536EB0-5CE3-3B4B-A735-A853495CC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476" name="AutoShape 89">
              <a:extLst>
                <a:ext uri="{FF2B5EF4-FFF2-40B4-BE49-F238E27FC236}">
                  <a16:creationId xmlns:a16="http://schemas.microsoft.com/office/drawing/2014/main" xmlns="" id="{5ED99D5F-7031-CD4F-A23A-844A773D0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7" name="Group 90">
            <a:extLst>
              <a:ext uri="{FF2B5EF4-FFF2-40B4-BE49-F238E27FC236}">
                <a16:creationId xmlns:a16="http://schemas.microsoft.com/office/drawing/2014/main" xmlns="" id="{779CE125-3275-9D45-AB58-5C559926C4EB}"/>
              </a:ext>
            </a:extLst>
          </p:cNvPr>
          <p:cNvGrpSpPr>
            <a:grpSpLocks/>
          </p:cNvGrpSpPr>
          <p:nvPr/>
        </p:nvGrpSpPr>
        <p:grpSpPr bwMode="auto">
          <a:xfrm>
            <a:off x="1745157" y="2934505"/>
            <a:ext cx="1081088" cy="244475"/>
            <a:chOff x="504" y="3523"/>
            <a:chExt cx="681" cy="154"/>
          </a:xfrm>
        </p:grpSpPr>
        <p:grpSp>
          <p:nvGrpSpPr>
            <p:cNvPr id="508" name="Group 91">
              <a:extLst>
                <a:ext uri="{FF2B5EF4-FFF2-40B4-BE49-F238E27FC236}">
                  <a16:creationId xmlns:a16="http://schemas.microsoft.com/office/drawing/2014/main" xmlns="" id="{DE87A52E-0FB6-8C4A-AE94-4698D4D20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12" name="Group 92">
                <a:extLst>
                  <a:ext uri="{FF2B5EF4-FFF2-40B4-BE49-F238E27FC236}">
                    <a16:creationId xmlns:a16="http://schemas.microsoft.com/office/drawing/2014/main" xmlns="" id="{DA67C76C-E5B1-7342-BE34-D07976259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15" name="Group 93">
                  <a:extLst>
                    <a:ext uri="{FF2B5EF4-FFF2-40B4-BE49-F238E27FC236}">
                      <a16:creationId xmlns:a16="http://schemas.microsoft.com/office/drawing/2014/main" xmlns="" id="{7BE844F4-9393-7B40-95A7-50ED202A3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19" name="Rectangle 94">
                    <a:extLst>
                      <a:ext uri="{FF2B5EF4-FFF2-40B4-BE49-F238E27FC236}">
                        <a16:creationId xmlns:a16="http://schemas.microsoft.com/office/drawing/2014/main" xmlns="" id="{D55DDB2A-DD13-B64C-B0B8-6A3AF9F582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20" name="Text Box 95">
                    <a:extLst>
                      <a:ext uri="{FF2B5EF4-FFF2-40B4-BE49-F238E27FC236}">
                        <a16:creationId xmlns:a16="http://schemas.microsoft.com/office/drawing/2014/main" xmlns="" id="{2FA13326-D863-094B-BD45-FAFAC2DE263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16" name="Group 96">
                  <a:extLst>
                    <a:ext uri="{FF2B5EF4-FFF2-40B4-BE49-F238E27FC236}">
                      <a16:creationId xmlns:a16="http://schemas.microsoft.com/office/drawing/2014/main" xmlns="" id="{4E104FB9-53D7-7047-879F-52C4E2A1CA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17" name="Rectangle 97">
                    <a:extLst>
                      <a:ext uri="{FF2B5EF4-FFF2-40B4-BE49-F238E27FC236}">
                        <a16:creationId xmlns:a16="http://schemas.microsoft.com/office/drawing/2014/main" xmlns="" id="{3491CAE6-C0BF-2845-A8BE-CF59FB4E18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8" name="Rectangle 98">
                    <a:extLst>
                      <a:ext uri="{FF2B5EF4-FFF2-40B4-BE49-F238E27FC236}">
                        <a16:creationId xmlns:a16="http://schemas.microsoft.com/office/drawing/2014/main" xmlns="" id="{1BA65FFC-57F2-1940-B190-78ED97A36A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513" name="Rectangle 99">
                <a:extLst>
                  <a:ext uri="{FF2B5EF4-FFF2-40B4-BE49-F238E27FC236}">
                    <a16:creationId xmlns:a16="http://schemas.microsoft.com/office/drawing/2014/main" xmlns="" id="{D2683417-4924-F844-B695-3C3D8E93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4" name="Rectangle 100">
                <a:extLst>
                  <a:ext uri="{FF2B5EF4-FFF2-40B4-BE49-F238E27FC236}">
                    <a16:creationId xmlns:a16="http://schemas.microsoft.com/office/drawing/2014/main" xmlns="" id="{4D0D33D5-8C1B-2B41-87C1-4A592AD5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9" name="Rectangle 101">
              <a:extLst>
                <a:ext uri="{FF2B5EF4-FFF2-40B4-BE49-F238E27FC236}">
                  <a16:creationId xmlns:a16="http://schemas.microsoft.com/office/drawing/2014/main" xmlns="" id="{78D15BF2-6070-1F4C-86A1-0614C2EC3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0" name="Rectangle 102">
              <a:extLst>
                <a:ext uri="{FF2B5EF4-FFF2-40B4-BE49-F238E27FC236}">
                  <a16:creationId xmlns:a16="http://schemas.microsoft.com/office/drawing/2014/main" xmlns="" id="{FD86650F-D708-CD41-A5A3-676346E3D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1" name="Rectangle 103">
              <a:extLst>
                <a:ext uri="{FF2B5EF4-FFF2-40B4-BE49-F238E27FC236}">
                  <a16:creationId xmlns:a16="http://schemas.microsoft.com/office/drawing/2014/main" xmlns="" id="{492FA68A-0828-A447-A66B-C4BDFA67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104">
            <a:extLst>
              <a:ext uri="{FF2B5EF4-FFF2-40B4-BE49-F238E27FC236}">
                <a16:creationId xmlns:a16="http://schemas.microsoft.com/office/drawing/2014/main" xmlns="" id="{DCCB5641-467D-4644-95C9-32A71707E80D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5"/>
            <a:ext cx="1316037" cy="1314450"/>
            <a:chOff x="931" y="1941"/>
            <a:chExt cx="829" cy="828"/>
          </a:xfrm>
        </p:grpSpPr>
        <p:sp>
          <p:nvSpPr>
            <p:cNvPr id="522" name="Freeform 105">
              <a:extLst>
                <a:ext uri="{FF2B5EF4-FFF2-40B4-BE49-F238E27FC236}">
                  <a16:creationId xmlns:a16="http://schemas.microsoft.com/office/drawing/2014/main" xmlns="" id="{7AA20FB3-1F67-9A47-8F16-ABCEFBFBC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998"/>
                  </a:srgb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106">
              <a:extLst>
                <a:ext uri="{FF2B5EF4-FFF2-40B4-BE49-F238E27FC236}">
                  <a16:creationId xmlns:a16="http://schemas.microsoft.com/office/drawing/2014/main" xmlns="" id="{D87A412F-CAAD-A14A-A57B-6BD2A6D6C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524" name="Rectangle 107">
                <a:extLst>
                  <a:ext uri="{FF2B5EF4-FFF2-40B4-BE49-F238E27FC236}">
                    <a16:creationId xmlns:a16="http://schemas.microsoft.com/office/drawing/2014/main" xmlns="" id="{303F62B8-B24E-FD48-9E39-6434CCE88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5" name="Text Box 108">
                <a:extLst>
                  <a:ext uri="{FF2B5EF4-FFF2-40B4-BE49-F238E27FC236}">
                    <a16:creationId xmlns:a16="http://schemas.microsoft.com/office/drawing/2014/main" xmlns="" id="{46FF09C4-D1E5-BE40-9DD5-C470003A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526" name="Line 109">
                <a:extLst>
                  <a:ext uri="{FF2B5EF4-FFF2-40B4-BE49-F238E27FC236}">
                    <a16:creationId xmlns:a16="http://schemas.microsoft.com/office/drawing/2014/main" xmlns="" id="{91D8B561-6767-104C-98C3-B69C3B8CF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7" name="Line 110">
                <a:extLst>
                  <a:ext uri="{FF2B5EF4-FFF2-40B4-BE49-F238E27FC236}">
                    <a16:creationId xmlns:a16="http://schemas.microsoft.com/office/drawing/2014/main" xmlns="" id="{704906A5-7D3F-2E4C-B902-283BDB121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8" name="Line 111">
                <a:extLst>
                  <a:ext uri="{FF2B5EF4-FFF2-40B4-BE49-F238E27FC236}">
                    <a16:creationId xmlns:a16="http://schemas.microsoft.com/office/drawing/2014/main" xmlns="" id="{1517BF50-B417-1E40-800E-FBE526501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Line 112">
                <a:extLst>
                  <a:ext uri="{FF2B5EF4-FFF2-40B4-BE49-F238E27FC236}">
                    <a16:creationId xmlns:a16="http://schemas.microsoft.com/office/drawing/2014/main" xmlns="" id="{E18E4496-B2D7-C943-A380-7C6366A21B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530" name="Group 113">
            <a:extLst>
              <a:ext uri="{FF2B5EF4-FFF2-40B4-BE49-F238E27FC236}">
                <a16:creationId xmlns:a16="http://schemas.microsoft.com/office/drawing/2014/main" xmlns="" id="{5484A2F7-3977-924F-9EB6-B0FEE950D721}"/>
              </a:ext>
            </a:extLst>
          </p:cNvPr>
          <p:cNvGrpSpPr>
            <a:grpSpLocks/>
          </p:cNvGrpSpPr>
          <p:nvPr/>
        </p:nvGrpSpPr>
        <p:grpSpPr bwMode="auto">
          <a:xfrm>
            <a:off x="1434007" y="3526642"/>
            <a:ext cx="1081088" cy="1217613"/>
            <a:chOff x="1404" y="3105"/>
            <a:chExt cx="681" cy="767"/>
          </a:xfrm>
        </p:grpSpPr>
        <p:grpSp>
          <p:nvGrpSpPr>
            <p:cNvPr id="531" name="Group 114">
              <a:extLst>
                <a:ext uri="{FF2B5EF4-FFF2-40B4-BE49-F238E27FC236}">
                  <a16:creationId xmlns:a16="http://schemas.microsoft.com/office/drawing/2014/main" xmlns="" id="{4ED9BB0C-BBE3-634A-9425-253829BD9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36" name="Group 115">
                <a:extLst>
                  <a:ext uri="{FF2B5EF4-FFF2-40B4-BE49-F238E27FC236}">
                    <a16:creationId xmlns:a16="http://schemas.microsoft.com/office/drawing/2014/main" xmlns="" id="{F5CBCFC8-387D-7141-B939-8693084887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61" name="Group 116">
                  <a:extLst>
                    <a:ext uri="{FF2B5EF4-FFF2-40B4-BE49-F238E27FC236}">
                      <a16:creationId xmlns:a16="http://schemas.microsoft.com/office/drawing/2014/main" xmlns="" id="{CA5A2866-1D47-D54F-B3FA-9F0B4E1F66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64" name="Rectangle 117">
                    <a:extLst>
                      <a:ext uri="{FF2B5EF4-FFF2-40B4-BE49-F238E27FC236}">
                        <a16:creationId xmlns:a16="http://schemas.microsoft.com/office/drawing/2014/main" xmlns="" id="{A1798794-C1E3-6A41-9D81-8ADFCAF3F1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5" name="Text Box 118">
                    <a:extLst>
                      <a:ext uri="{FF2B5EF4-FFF2-40B4-BE49-F238E27FC236}">
                        <a16:creationId xmlns:a16="http://schemas.microsoft.com/office/drawing/2014/main" xmlns="" id="{18E358E2-2F94-B541-9CDB-1B44116721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62" name="Rectangle 119">
                  <a:extLst>
                    <a:ext uri="{FF2B5EF4-FFF2-40B4-BE49-F238E27FC236}">
                      <a16:creationId xmlns:a16="http://schemas.microsoft.com/office/drawing/2014/main" xmlns="" id="{60E92D74-1C0E-6D4E-86F9-529F6B4951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Rectangle 120">
                  <a:extLst>
                    <a:ext uri="{FF2B5EF4-FFF2-40B4-BE49-F238E27FC236}">
                      <a16:creationId xmlns:a16="http://schemas.microsoft.com/office/drawing/2014/main" xmlns="" id="{B5A2B52B-B3F7-9A4A-8B7C-E471FA830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7" name="Group 121">
                <a:extLst>
                  <a:ext uri="{FF2B5EF4-FFF2-40B4-BE49-F238E27FC236}">
                    <a16:creationId xmlns:a16="http://schemas.microsoft.com/office/drawing/2014/main" xmlns="" id="{035DB159-9BF7-404E-8E6C-6F9ACC8B7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55" name="Group 122">
                  <a:extLst>
                    <a:ext uri="{FF2B5EF4-FFF2-40B4-BE49-F238E27FC236}">
                      <a16:creationId xmlns:a16="http://schemas.microsoft.com/office/drawing/2014/main" xmlns="" id="{3A1FFB78-1B84-BC4B-809E-B98424137E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59" name="Rectangle 123">
                    <a:extLst>
                      <a:ext uri="{FF2B5EF4-FFF2-40B4-BE49-F238E27FC236}">
                        <a16:creationId xmlns:a16="http://schemas.microsoft.com/office/drawing/2014/main" xmlns="" id="{9F352C53-BF43-BF4C-9D1F-B1BE99D920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0" name="Text Box 124">
                    <a:extLst>
                      <a:ext uri="{FF2B5EF4-FFF2-40B4-BE49-F238E27FC236}">
                        <a16:creationId xmlns:a16="http://schemas.microsoft.com/office/drawing/2014/main" xmlns="" id="{B38F1528-1BB7-0B43-9C6C-DC547A522E2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56" name="Group 125">
                  <a:extLst>
                    <a:ext uri="{FF2B5EF4-FFF2-40B4-BE49-F238E27FC236}">
                      <a16:creationId xmlns:a16="http://schemas.microsoft.com/office/drawing/2014/main" xmlns="" id="{31A55DB0-04AA-8349-8D23-49271CD25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57" name="Rectangle 126">
                    <a:extLst>
                      <a:ext uri="{FF2B5EF4-FFF2-40B4-BE49-F238E27FC236}">
                        <a16:creationId xmlns:a16="http://schemas.microsoft.com/office/drawing/2014/main" xmlns="" id="{94390F34-7CEE-7A49-84C0-E48FD2A2A0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8" name="Rectangle 127">
                    <a:extLst>
                      <a:ext uri="{FF2B5EF4-FFF2-40B4-BE49-F238E27FC236}">
                        <a16:creationId xmlns:a16="http://schemas.microsoft.com/office/drawing/2014/main" xmlns="" id="{538A2EF0-79E8-CD40-8370-B28254A09F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38" name="Group 128">
                <a:extLst>
                  <a:ext uri="{FF2B5EF4-FFF2-40B4-BE49-F238E27FC236}">
                    <a16:creationId xmlns:a16="http://schemas.microsoft.com/office/drawing/2014/main" xmlns="" id="{E979D308-81B4-B349-A72C-F91E666703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553" name="Rectangle 129">
                  <a:extLst>
                    <a:ext uri="{FF2B5EF4-FFF2-40B4-BE49-F238E27FC236}">
                      <a16:creationId xmlns:a16="http://schemas.microsoft.com/office/drawing/2014/main" xmlns="" id="{03290AA5-3D74-9142-8A86-FB7F133A6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4" name="Rectangle 130">
                  <a:extLst>
                    <a:ext uri="{FF2B5EF4-FFF2-40B4-BE49-F238E27FC236}">
                      <a16:creationId xmlns:a16="http://schemas.microsoft.com/office/drawing/2014/main" xmlns="" id="{83A16793-5237-0343-B0E2-17EDC0BC8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9" name="Group 131">
                <a:extLst>
                  <a:ext uri="{FF2B5EF4-FFF2-40B4-BE49-F238E27FC236}">
                    <a16:creationId xmlns:a16="http://schemas.microsoft.com/office/drawing/2014/main" xmlns="" id="{8C5CE498-6C00-1A47-A13B-047B76B73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40" name="Group 132">
                  <a:extLst>
                    <a:ext uri="{FF2B5EF4-FFF2-40B4-BE49-F238E27FC236}">
                      <a16:creationId xmlns:a16="http://schemas.microsoft.com/office/drawing/2014/main" xmlns="" id="{23F62EBA-E6FB-0649-93C1-969E5CB760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44" name="Group 133">
                    <a:extLst>
                      <a:ext uri="{FF2B5EF4-FFF2-40B4-BE49-F238E27FC236}">
                        <a16:creationId xmlns:a16="http://schemas.microsoft.com/office/drawing/2014/main" xmlns="" id="{4EA75669-10CD-3341-B63D-39C3D42157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47" name="Group 134">
                      <a:extLst>
                        <a:ext uri="{FF2B5EF4-FFF2-40B4-BE49-F238E27FC236}">
                          <a16:creationId xmlns:a16="http://schemas.microsoft.com/office/drawing/2014/main" xmlns="" id="{3DB8D785-CA4C-4F45-BC85-C0F2E04386B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551" name="Rectangle 135">
                        <a:extLst>
                          <a:ext uri="{FF2B5EF4-FFF2-40B4-BE49-F238E27FC236}">
                            <a16:creationId xmlns:a16="http://schemas.microsoft.com/office/drawing/2014/main" xmlns="" id="{73BF9FED-27A2-D749-A9D4-97C2F2137CB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2" name="Text Box 136">
                        <a:extLst>
                          <a:ext uri="{FF2B5EF4-FFF2-40B4-BE49-F238E27FC236}">
                            <a16:creationId xmlns:a16="http://schemas.microsoft.com/office/drawing/2014/main" xmlns="" id="{E27DFA6B-3DCF-5E41-804E-1E89D6FAC5B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48" name="Group 137">
                      <a:extLst>
                        <a:ext uri="{FF2B5EF4-FFF2-40B4-BE49-F238E27FC236}">
                          <a16:creationId xmlns:a16="http://schemas.microsoft.com/office/drawing/2014/main" xmlns="" id="{FE60BC03-5895-2849-A9B5-3A91D2E61F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549" name="Rectangle 138">
                        <a:extLst>
                          <a:ext uri="{FF2B5EF4-FFF2-40B4-BE49-F238E27FC236}">
                            <a16:creationId xmlns:a16="http://schemas.microsoft.com/office/drawing/2014/main" xmlns="" id="{1CC6F6E7-056B-BE49-9EDE-9E4820DFF9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0" name="Rectangle 139">
                        <a:extLst>
                          <a:ext uri="{FF2B5EF4-FFF2-40B4-BE49-F238E27FC236}">
                            <a16:creationId xmlns:a16="http://schemas.microsoft.com/office/drawing/2014/main" xmlns="" id="{B2370641-92E5-B14E-A98F-A1929AC4C3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45" name="Rectangle 140">
                    <a:extLst>
                      <a:ext uri="{FF2B5EF4-FFF2-40B4-BE49-F238E27FC236}">
                        <a16:creationId xmlns:a16="http://schemas.microsoft.com/office/drawing/2014/main" xmlns="" id="{951CE1B5-0E7C-F545-B1CE-3FD9A3AC9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46" name="Rectangle 141">
                    <a:extLst>
                      <a:ext uri="{FF2B5EF4-FFF2-40B4-BE49-F238E27FC236}">
                        <a16:creationId xmlns:a16="http://schemas.microsoft.com/office/drawing/2014/main" xmlns="" id="{EBF50DB3-3EEA-3744-B3C7-26A8B5DAB3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41" name="Rectangle 142">
                  <a:extLst>
                    <a:ext uri="{FF2B5EF4-FFF2-40B4-BE49-F238E27FC236}">
                      <a16:creationId xmlns:a16="http://schemas.microsoft.com/office/drawing/2014/main" xmlns="" id="{11872743-8187-794A-A4CC-C207808DE1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143">
                  <a:extLst>
                    <a:ext uri="{FF2B5EF4-FFF2-40B4-BE49-F238E27FC236}">
                      <a16:creationId xmlns:a16="http://schemas.microsoft.com/office/drawing/2014/main" xmlns="" id="{90686308-79B3-A741-A38F-0A9A27CC5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144">
                  <a:extLst>
                    <a:ext uri="{FF2B5EF4-FFF2-40B4-BE49-F238E27FC236}">
                      <a16:creationId xmlns:a16="http://schemas.microsoft.com/office/drawing/2014/main" xmlns="" id="{94336876-4C09-4F47-8836-78A0B6D3F2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532" name="AutoShape 145">
              <a:extLst>
                <a:ext uri="{FF2B5EF4-FFF2-40B4-BE49-F238E27FC236}">
                  <a16:creationId xmlns:a16="http://schemas.microsoft.com/office/drawing/2014/main" xmlns="" id="{0E9EC902-9ADE-1B41-89CD-08F40DDC5C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33" name="Group 146">
              <a:extLst>
                <a:ext uri="{FF2B5EF4-FFF2-40B4-BE49-F238E27FC236}">
                  <a16:creationId xmlns:a16="http://schemas.microsoft.com/office/drawing/2014/main" xmlns="" id="{26A646AA-2BA0-7E43-9602-AD9BD44C7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534" name="Rectangle 147">
                <a:extLst>
                  <a:ext uri="{FF2B5EF4-FFF2-40B4-BE49-F238E27FC236}">
                    <a16:creationId xmlns:a16="http://schemas.microsoft.com/office/drawing/2014/main" xmlns="" id="{07E25020-7B37-A04F-BC9F-CC664C1E3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Text Box 148">
                <a:extLst>
                  <a:ext uri="{FF2B5EF4-FFF2-40B4-BE49-F238E27FC236}">
                    <a16:creationId xmlns:a16="http://schemas.microsoft.com/office/drawing/2014/main" xmlns="" id="{B71D74B2-5C0B-684C-9277-C20B9E2C8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566" name="Group 149">
            <a:extLst>
              <a:ext uri="{FF2B5EF4-FFF2-40B4-BE49-F238E27FC236}">
                <a16:creationId xmlns:a16="http://schemas.microsoft.com/office/drawing/2014/main" xmlns="" id="{2E81670D-D7D0-154D-B0F0-B1DC32F51443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23492"/>
            <a:ext cx="544513" cy="244475"/>
            <a:chOff x="844" y="3337"/>
            <a:chExt cx="343" cy="154"/>
          </a:xfrm>
        </p:grpSpPr>
        <p:sp>
          <p:nvSpPr>
            <p:cNvPr id="567" name="Rectangle 150">
              <a:extLst>
                <a:ext uri="{FF2B5EF4-FFF2-40B4-BE49-F238E27FC236}">
                  <a16:creationId xmlns:a16="http://schemas.microsoft.com/office/drawing/2014/main" xmlns="" id="{33380EC7-93CD-4144-9F2C-0AA18AC6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8" name="Text Box 151">
              <a:extLst>
                <a:ext uri="{FF2B5EF4-FFF2-40B4-BE49-F238E27FC236}">
                  <a16:creationId xmlns:a16="http://schemas.microsoft.com/office/drawing/2014/main" xmlns="" id="{13B09AE2-5621-164B-9E6B-3A5B813C5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05" name="Group 201">
            <a:extLst>
              <a:ext uri="{FF2B5EF4-FFF2-40B4-BE49-F238E27FC236}">
                <a16:creationId xmlns:a16="http://schemas.microsoft.com/office/drawing/2014/main" xmlns="" id="{FF87DDB3-D188-D547-94FA-34A4BD6E75FA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17"/>
            <a:ext cx="423862" cy="647700"/>
            <a:chOff x="4140" y="429"/>
            <a:chExt cx="1425" cy="2396"/>
          </a:xfrm>
        </p:grpSpPr>
        <p:sp>
          <p:nvSpPr>
            <p:cNvPr id="406" name="Freeform 202">
              <a:extLst>
                <a:ext uri="{FF2B5EF4-FFF2-40B4-BE49-F238E27FC236}">
                  <a16:creationId xmlns:a16="http://schemas.microsoft.com/office/drawing/2014/main" xmlns="" id="{5A116C24-FD0D-524C-BD54-B4D1A0320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7" name="Rectangle 203">
              <a:extLst>
                <a:ext uri="{FF2B5EF4-FFF2-40B4-BE49-F238E27FC236}">
                  <a16:creationId xmlns:a16="http://schemas.microsoft.com/office/drawing/2014/main" xmlns="" id="{22E9C8DE-01FD-FB4C-AD1A-AD1033A7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Freeform 204">
              <a:extLst>
                <a:ext uri="{FF2B5EF4-FFF2-40B4-BE49-F238E27FC236}">
                  <a16:creationId xmlns:a16="http://schemas.microsoft.com/office/drawing/2014/main" xmlns="" id="{38BFE3EF-3D4D-7745-9107-327DDE88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05">
              <a:extLst>
                <a:ext uri="{FF2B5EF4-FFF2-40B4-BE49-F238E27FC236}">
                  <a16:creationId xmlns:a16="http://schemas.microsoft.com/office/drawing/2014/main" xmlns="" id="{C815899E-2C99-B94F-8093-F7DF2F779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206">
              <a:extLst>
                <a:ext uri="{FF2B5EF4-FFF2-40B4-BE49-F238E27FC236}">
                  <a16:creationId xmlns:a16="http://schemas.microsoft.com/office/drawing/2014/main" xmlns="" id="{12F4A1ED-74F2-2743-B6CB-84BB0A707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1" name="Group 207">
              <a:extLst>
                <a:ext uri="{FF2B5EF4-FFF2-40B4-BE49-F238E27FC236}">
                  <a16:creationId xmlns:a16="http://schemas.microsoft.com/office/drawing/2014/main" xmlns="" id="{87817073-3B24-5C4E-9EC6-D17AB590D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6" name="AutoShape 208">
                <a:extLst>
                  <a:ext uri="{FF2B5EF4-FFF2-40B4-BE49-F238E27FC236}">
                    <a16:creationId xmlns:a16="http://schemas.microsoft.com/office/drawing/2014/main" xmlns="" id="{47D7B5F5-F21D-AA47-969B-32D82A486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7" name="AutoShape 209">
                <a:extLst>
                  <a:ext uri="{FF2B5EF4-FFF2-40B4-BE49-F238E27FC236}">
                    <a16:creationId xmlns:a16="http://schemas.microsoft.com/office/drawing/2014/main" xmlns="" id="{C5BFB547-41DA-CE47-8F2A-07B32691D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2" name="Rectangle 210">
              <a:extLst>
                <a:ext uri="{FF2B5EF4-FFF2-40B4-BE49-F238E27FC236}">
                  <a16:creationId xmlns:a16="http://schemas.microsoft.com/office/drawing/2014/main" xmlns="" id="{F7426E26-DFD3-4E49-A4AB-E7D92EAD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211">
              <a:extLst>
                <a:ext uri="{FF2B5EF4-FFF2-40B4-BE49-F238E27FC236}">
                  <a16:creationId xmlns:a16="http://schemas.microsoft.com/office/drawing/2014/main" xmlns="" id="{1E5DE22A-3A7E-E34D-BC09-C6D79D5E8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4" name="AutoShape 212">
                <a:extLst>
                  <a:ext uri="{FF2B5EF4-FFF2-40B4-BE49-F238E27FC236}">
                    <a16:creationId xmlns:a16="http://schemas.microsoft.com/office/drawing/2014/main" xmlns="" id="{F3350D83-A37B-654F-BC15-3B64D5E40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5" name="AutoShape 213">
                <a:extLst>
                  <a:ext uri="{FF2B5EF4-FFF2-40B4-BE49-F238E27FC236}">
                    <a16:creationId xmlns:a16="http://schemas.microsoft.com/office/drawing/2014/main" xmlns="" id="{B18B4670-EA2C-C040-B7C7-DF1C5CD3B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4" name="Rectangle 214">
              <a:extLst>
                <a:ext uri="{FF2B5EF4-FFF2-40B4-BE49-F238E27FC236}">
                  <a16:creationId xmlns:a16="http://schemas.microsoft.com/office/drawing/2014/main" xmlns="" id="{608AB031-42A8-7844-91D7-E121D7AFB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Rectangle 215">
              <a:extLst>
                <a:ext uri="{FF2B5EF4-FFF2-40B4-BE49-F238E27FC236}">
                  <a16:creationId xmlns:a16="http://schemas.microsoft.com/office/drawing/2014/main" xmlns="" id="{BB30CE18-AA62-5D4F-9504-F379EC628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6" name="Group 216">
              <a:extLst>
                <a:ext uri="{FF2B5EF4-FFF2-40B4-BE49-F238E27FC236}">
                  <a16:creationId xmlns:a16="http://schemas.microsoft.com/office/drawing/2014/main" xmlns="" id="{F273493D-769A-6A47-81D6-CFE42FCED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2" name="AutoShape 217">
                <a:extLst>
                  <a:ext uri="{FF2B5EF4-FFF2-40B4-BE49-F238E27FC236}">
                    <a16:creationId xmlns:a16="http://schemas.microsoft.com/office/drawing/2014/main" xmlns="" id="{50233E91-DB46-0440-A9F4-7856CC600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3" name="AutoShape 218">
                <a:extLst>
                  <a:ext uri="{FF2B5EF4-FFF2-40B4-BE49-F238E27FC236}">
                    <a16:creationId xmlns:a16="http://schemas.microsoft.com/office/drawing/2014/main" xmlns="" id="{E318885A-C7D9-0040-AB6B-C8AFA11C9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7" name="Freeform 219">
              <a:extLst>
                <a:ext uri="{FF2B5EF4-FFF2-40B4-BE49-F238E27FC236}">
                  <a16:creationId xmlns:a16="http://schemas.microsoft.com/office/drawing/2014/main" xmlns="" id="{4FB59E0D-1C06-5A47-9E38-435DD5616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8" name="Group 220">
              <a:extLst>
                <a:ext uri="{FF2B5EF4-FFF2-40B4-BE49-F238E27FC236}">
                  <a16:creationId xmlns:a16="http://schemas.microsoft.com/office/drawing/2014/main" xmlns="" id="{2D81EDBC-2244-EE47-B91B-6015B8F4A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0" name="AutoShape 221">
                <a:extLst>
                  <a:ext uri="{FF2B5EF4-FFF2-40B4-BE49-F238E27FC236}">
                    <a16:creationId xmlns:a16="http://schemas.microsoft.com/office/drawing/2014/main" xmlns="" id="{8841436C-D828-444B-9F87-A00B9F6BF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1" name="AutoShape 222">
                <a:extLst>
                  <a:ext uri="{FF2B5EF4-FFF2-40B4-BE49-F238E27FC236}">
                    <a16:creationId xmlns:a16="http://schemas.microsoft.com/office/drawing/2014/main" xmlns="" id="{4B8D74A3-40FD-5B4C-A02E-D4E8386CF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9" name="Rectangle 223">
              <a:extLst>
                <a:ext uri="{FF2B5EF4-FFF2-40B4-BE49-F238E27FC236}">
                  <a16:creationId xmlns:a16="http://schemas.microsoft.com/office/drawing/2014/main" xmlns="" id="{50AB4F2E-AE72-8D4C-AA1F-7AD8290C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Freeform 224">
              <a:extLst>
                <a:ext uri="{FF2B5EF4-FFF2-40B4-BE49-F238E27FC236}">
                  <a16:creationId xmlns:a16="http://schemas.microsoft.com/office/drawing/2014/main" xmlns="" id="{4C094492-66FF-D74F-96E3-417905EB7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Freeform 225">
              <a:extLst>
                <a:ext uri="{FF2B5EF4-FFF2-40B4-BE49-F238E27FC236}">
                  <a16:creationId xmlns:a16="http://schemas.microsoft.com/office/drawing/2014/main" xmlns="" id="{4EF43682-719C-EC42-A8EC-9D770708A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Oval 226">
              <a:extLst>
                <a:ext uri="{FF2B5EF4-FFF2-40B4-BE49-F238E27FC236}">
                  <a16:creationId xmlns:a16="http://schemas.microsoft.com/office/drawing/2014/main" xmlns="" id="{5D1293CA-EFE7-1F4C-9252-D49ECE8A5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227">
              <a:extLst>
                <a:ext uri="{FF2B5EF4-FFF2-40B4-BE49-F238E27FC236}">
                  <a16:creationId xmlns:a16="http://schemas.microsoft.com/office/drawing/2014/main" xmlns="" id="{2DCDE886-6014-7445-882A-8A5AF2C08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AutoShape 228">
              <a:extLst>
                <a:ext uri="{FF2B5EF4-FFF2-40B4-BE49-F238E27FC236}">
                  <a16:creationId xmlns:a16="http://schemas.microsoft.com/office/drawing/2014/main" xmlns="" id="{CBAB532C-E94C-CE4D-93FA-6D66F82A1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AutoShape 229">
              <a:extLst>
                <a:ext uri="{FF2B5EF4-FFF2-40B4-BE49-F238E27FC236}">
                  <a16:creationId xmlns:a16="http://schemas.microsoft.com/office/drawing/2014/main" xmlns="" id="{F79D5F24-40D8-2B4D-80F5-FF46C39FC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6" name="Oval 230">
              <a:extLst>
                <a:ext uri="{FF2B5EF4-FFF2-40B4-BE49-F238E27FC236}">
                  <a16:creationId xmlns:a16="http://schemas.microsoft.com/office/drawing/2014/main" xmlns="" id="{50CC80E8-B2F6-E349-9AF6-BAEE0DA6E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Oval 231">
              <a:extLst>
                <a:ext uri="{FF2B5EF4-FFF2-40B4-BE49-F238E27FC236}">
                  <a16:creationId xmlns:a16="http://schemas.microsoft.com/office/drawing/2014/main" xmlns="" id="{3FC2A69B-7EC0-AC4A-8189-689B3A4F8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Oval 232">
              <a:extLst>
                <a:ext uri="{FF2B5EF4-FFF2-40B4-BE49-F238E27FC236}">
                  <a16:creationId xmlns:a16="http://schemas.microsoft.com/office/drawing/2014/main" xmlns="" id="{B7A2AA25-3067-2248-9695-C58263FCF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33">
              <a:extLst>
                <a:ext uri="{FF2B5EF4-FFF2-40B4-BE49-F238E27FC236}">
                  <a16:creationId xmlns:a16="http://schemas.microsoft.com/office/drawing/2014/main" xmlns="" id="{318AE34C-E894-394D-B1EF-52897C0B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2" name="Slide Number Placeholder 3">
            <a:extLst>
              <a:ext uri="{FF2B5EF4-FFF2-40B4-BE49-F238E27FC236}">
                <a16:creationId xmlns:a16="http://schemas.microsoft.com/office/drawing/2014/main" xmlns="" id="{4AFF1D3F-BB66-9045-AF2E-A9B9CDEA9B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8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31 -0.00046 L 0.22604 -0.00139 L 0.09076 0.25787 L -0.02708 0.256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4" y="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" grpId="0" build="p"/>
      <p:bldP spid="386" grpId="0"/>
      <p:bldP spid="387" grpId="0"/>
      <p:bldP spid="38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Freeform 3">
            <a:extLst>
              <a:ext uri="{FF2B5EF4-FFF2-40B4-BE49-F238E27FC236}">
                <a16:creationId xmlns:a16="http://schemas.microsoft.com/office/drawing/2014/main" xmlns="" id="{42214F0C-3946-2842-9FE2-86D791CF7CDE}"/>
              </a:ext>
            </a:extLst>
          </p:cNvPr>
          <p:cNvSpPr>
            <a:spLocks/>
          </p:cNvSpPr>
          <p:nvPr/>
        </p:nvSpPr>
        <p:spPr bwMode="auto">
          <a:xfrm>
            <a:off x="1867395" y="181849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495" name="Group 1494">
            <a:extLst>
              <a:ext uri="{FF2B5EF4-FFF2-40B4-BE49-F238E27FC236}">
                <a16:creationId xmlns:a16="http://schemas.microsoft.com/office/drawing/2014/main" xmlns="" id="{90E651B2-5767-254D-BFFF-F98A2DA290D7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1496" name="Rectangle 1495">
              <a:extLst>
                <a:ext uri="{FF2B5EF4-FFF2-40B4-BE49-F238E27FC236}">
                  <a16:creationId xmlns:a16="http://schemas.microsoft.com/office/drawing/2014/main" xmlns="" id="{D9809221-7CE0-8046-8E91-B6753569FB9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496">
              <a:extLst>
                <a:ext uri="{FF2B5EF4-FFF2-40B4-BE49-F238E27FC236}">
                  <a16:creationId xmlns:a16="http://schemas.microsoft.com/office/drawing/2014/main" xmlns="" id="{9DC472C6-9721-C642-93DD-6200DE2D95B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98" name="Group 1497">
              <a:extLst>
                <a:ext uri="{FF2B5EF4-FFF2-40B4-BE49-F238E27FC236}">
                  <a16:creationId xmlns:a16="http://schemas.microsoft.com/office/drawing/2014/main" xmlns="" id="{52AE91E4-7763-A049-AFCC-EB7B96F0955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99" name="Freeform 1498">
                <a:extLst>
                  <a:ext uri="{FF2B5EF4-FFF2-40B4-BE49-F238E27FC236}">
                    <a16:creationId xmlns:a16="http://schemas.microsoft.com/office/drawing/2014/main" xmlns="" id="{A273E984-8C3A-0740-82A8-2E2599CD381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0" name="Freeform 1499">
                <a:extLst>
                  <a:ext uri="{FF2B5EF4-FFF2-40B4-BE49-F238E27FC236}">
                    <a16:creationId xmlns:a16="http://schemas.microsoft.com/office/drawing/2014/main" xmlns="" id="{7EA2290B-2BC3-5547-860F-F85A175C858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1" name="Freeform 1500">
                <a:extLst>
                  <a:ext uri="{FF2B5EF4-FFF2-40B4-BE49-F238E27FC236}">
                    <a16:creationId xmlns:a16="http://schemas.microsoft.com/office/drawing/2014/main" xmlns="" id="{03CB962D-CD9C-CF49-8299-D8B735987FF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2" name="Freeform 1501">
                <a:extLst>
                  <a:ext uri="{FF2B5EF4-FFF2-40B4-BE49-F238E27FC236}">
                    <a16:creationId xmlns:a16="http://schemas.microsoft.com/office/drawing/2014/main" xmlns="" id="{F22BB5F1-324C-684A-BA10-14C9DC6D152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03" name="Group 1502">
            <a:extLst>
              <a:ext uri="{FF2B5EF4-FFF2-40B4-BE49-F238E27FC236}">
                <a16:creationId xmlns:a16="http://schemas.microsoft.com/office/drawing/2014/main" xmlns="" id="{C77F0771-5BFA-4F46-B018-EA1196B5BD33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1504" name="Freeform 1503">
              <a:extLst>
                <a:ext uri="{FF2B5EF4-FFF2-40B4-BE49-F238E27FC236}">
                  <a16:creationId xmlns:a16="http://schemas.microsoft.com/office/drawing/2014/main" xmlns="" id="{DC02F35E-586D-4D43-9F82-AA3C523EF1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05" name="Oval 1504">
              <a:extLst>
                <a:ext uri="{FF2B5EF4-FFF2-40B4-BE49-F238E27FC236}">
                  <a16:creationId xmlns:a16="http://schemas.microsoft.com/office/drawing/2014/main" xmlns="" id="{FC2CB17F-DB64-1D42-8E09-1FB27CCC86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6" name="Group 1505">
              <a:extLst>
                <a:ext uri="{FF2B5EF4-FFF2-40B4-BE49-F238E27FC236}">
                  <a16:creationId xmlns:a16="http://schemas.microsoft.com/office/drawing/2014/main" xmlns="" id="{C4991A85-0B3F-E04D-B5FE-9ED876C292C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07" name="Freeform 1506">
                <a:extLst>
                  <a:ext uri="{FF2B5EF4-FFF2-40B4-BE49-F238E27FC236}">
                    <a16:creationId xmlns:a16="http://schemas.microsoft.com/office/drawing/2014/main" xmlns="" id="{D2147E93-7F10-5E4E-82A7-CD68E9613A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8" name="Freeform 1507">
                <a:extLst>
                  <a:ext uri="{FF2B5EF4-FFF2-40B4-BE49-F238E27FC236}">
                    <a16:creationId xmlns:a16="http://schemas.microsoft.com/office/drawing/2014/main" xmlns="" id="{0E82B1F7-64A2-4B47-8098-6B78F006CB6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9" name="Freeform 1508">
                <a:extLst>
                  <a:ext uri="{FF2B5EF4-FFF2-40B4-BE49-F238E27FC236}">
                    <a16:creationId xmlns:a16="http://schemas.microsoft.com/office/drawing/2014/main" xmlns="" id="{2DAD4026-07D9-B348-8472-FAF792A031D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0" name="Freeform 1509">
                <a:extLst>
                  <a:ext uri="{FF2B5EF4-FFF2-40B4-BE49-F238E27FC236}">
                    <a16:creationId xmlns:a16="http://schemas.microsoft.com/office/drawing/2014/main" xmlns="" id="{97502A9C-2CE0-384A-BFF7-5DC0740BEC8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1301" name="Rectangle 3">
            <a:extLst>
              <a:ext uri="{FF2B5EF4-FFF2-40B4-BE49-F238E27FC236}">
                <a16:creationId xmlns:a16="http://schemas.microsoft.com/office/drawing/2014/main" xmlns="" id="{B0905C97-5D6E-7249-9E37-7FCBF705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20" y="1548620"/>
            <a:ext cx="5216134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DCP server formulates DHCP ACK containing client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IP address, IP address of first-hop router for client, name &amp; IP address of DNS server</a:t>
            </a:r>
          </a:p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304" name="Line 43">
            <a:extLst>
              <a:ext uri="{FF2B5EF4-FFF2-40B4-BE49-F238E27FC236}">
                <a16:creationId xmlns:a16="http://schemas.microsoft.com/office/drawing/2014/main" xmlns="" id="{8A0432BD-BA0C-F849-9871-F783C094E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695" y="3063094"/>
            <a:ext cx="555747" cy="24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6" name="Line 48">
            <a:extLst>
              <a:ext uri="{FF2B5EF4-FFF2-40B4-BE49-F238E27FC236}">
                <a16:creationId xmlns:a16="http://schemas.microsoft.com/office/drawing/2014/main" xmlns="" id="{1446ABBB-605F-0348-9C54-5F67A0839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7" name="Rectangle 148">
            <a:extLst>
              <a:ext uri="{FF2B5EF4-FFF2-40B4-BE49-F238E27FC236}">
                <a16:creationId xmlns:a16="http://schemas.microsoft.com/office/drawing/2014/main" xmlns="" id="{9158E87B-EE7D-8B47-8629-18353FFA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69" y="3320270"/>
            <a:ext cx="5201651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encapsulated DHCP server reply forwarded to client, de-muxing up to DHCP at client</a:t>
            </a:r>
          </a:p>
        </p:txBody>
      </p:sp>
      <p:grpSp>
        <p:nvGrpSpPr>
          <p:cNvPr id="1308" name="Group 153">
            <a:extLst>
              <a:ext uri="{FF2B5EF4-FFF2-40B4-BE49-F238E27FC236}">
                <a16:creationId xmlns:a16="http://schemas.microsoft.com/office/drawing/2014/main" xmlns="" id="{500FCBF7-4DEA-BA4D-8711-636C42019B46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70"/>
            <a:ext cx="850900" cy="615950"/>
            <a:chOff x="4420" y="878"/>
            <a:chExt cx="614" cy="458"/>
          </a:xfrm>
        </p:grpSpPr>
        <p:pic>
          <p:nvPicPr>
            <p:cNvPr id="1309" name="Picture 154" descr="laptop_keyboard">
              <a:extLst>
                <a:ext uri="{FF2B5EF4-FFF2-40B4-BE49-F238E27FC236}">
                  <a16:creationId xmlns:a16="http://schemas.microsoft.com/office/drawing/2014/main" xmlns="" id="{3868FFB9-BDAC-204F-B090-572CFF232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0" name="Freeform 155">
              <a:extLst>
                <a:ext uri="{FF2B5EF4-FFF2-40B4-BE49-F238E27FC236}">
                  <a16:creationId xmlns:a16="http://schemas.microsoft.com/office/drawing/2014/main" xmlns="" id="{5B3F7275-C1A2-854F-BF4E-9F9DD573C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311" name="Picture 156" descr="screen">
              <a:extLst>
                <a:ext uri="{FF2B5EF4-FFF2-40B4-BE49-F238E27FC236}">
                  <a16:creationId xmlns:a16="http://schemas.microsoft.com/office/drawing/2014/main" xmlns="" id="{82F23E43-540B-434A-87AB-A64D93387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2" name="Freeform 157">
              <a:extLst>
                <a:ext uri="{FF2B5EF4-FFF2-40B4-BE49-F238E27FC236}">
                  <a16:creationId xmlns:a16="http://schemas.microsoft.com/office/drawing/2014/main" xmlns="" id="{A23F1653-971F-4247-B468-CAF7D6476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3" name="Freeform 158">
              <a:extLst>
                <a:ext uri="{FF2B5EF4-FFF2-40B4-BE49-F238E27FC236}">
                  <a16:creationId xmlns:a16="http://schemas.microsoft.com/office/drawing/2014/main" xmlns="" id="{D9EC5F36-5E09-7C4C-8B4E-8DAF3F4D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4" name="Freeform 159">
              <a:extLst>
                <a:ext uri="{FF2B5EF4-FFF2-40B4-BE49-F238E27FC236}">
                  <a16:creationId xmlns:a16="http://schemas.microsoft.com/office/drawing/2014/main" xmlns="" id="{01712AF2-06FB-1449-BF57-9F872CAC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5" name="Freeform 160">
              <a:extLst>
                <a:ext uri="{FF2B5EF4-FFF2-40B4-BE49-F238E27FC236}">
                  <a16:creationId xmlns:a16="http://schemas.microsoft.com/office/drawing/2014/main" xmlns="" id="{AD274FB9-59F2-B843-83F1-3A45B5E6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6" name="Freeform 161">
              <a:extLst>
                <a:ext uri="{FF2B5EF4-FFF2-40B4-BE49-F238E27FC236}">
                  <a16:creationId xmlns:a16="http://schemas.microsoft.com/office/drawing/2014/main" xmlns="" id="{FD303974-7F87-0A4E-B5B4-44C379AFB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7" name="Freeform 162">
              <a:extLst>
                <a:ext uri="{FF2B5EF4-FFF2-40B4-BE49-F238E27FC236}">
                  <a16:creationId xmlns:a16="http://schemas.microsoft.com/office/drawing/2014/main" xmlns="" id="{7FE2E5A3-CD19-A546-AB4B-0EA1E8829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18" name="Group 163">
              <a:extLst>
                <a:ext uri="{FF2B5EF4-FFF2-40B4-BE49-F238E27FC236}">
                  <a16:creationId xmlns:a16="http://schemas.microsoft.com/office/drawing/2014/main" xmlns="" id="{7C6E99EF-2B63-CA4C-A5DE-9FD3B5342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325" name="Freeform 164">
                <a:extLst>
                  <a:ext uri="{FF2B5EF4-FFF2-40B4-BE49-F238E27FC236}">
                    <a16:creationId xmlns:a16="http://schemas.microsoft.com/office/drawing/2014/main" xmlns="" id="{6E12DE36-0A64-834A-BBAD-E04C44B20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6" name="Freeform 165">
                <a:extLst>
                  <a:ext uri="{FF2B5EF4-FFF2-40B4-BE49-F238E27FC236}">
                    <a16:creationId xmlns:a16="http://schemas.microsoft.com/office/drawing/2014/main" xmlns="" id="{1FBE48EE-8299-0C48-AA7E-067EF2150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7" name="Freeform 166">
                <a:extLst>
                  <a:ext uri="{FF2B5EF4-FFF2-40B4-BE49-F238E27FC236}">
                    <a16:creationId xmlns:a16="http://schemas.microsoft.com/office/drawing/2014/main" xmlns="" id="{5B9E5CB6-217A-FE41-ADE1-6C272A96D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8" name="Freeform 167">
                <a:extLst>
                  <a:ext uri="{FF2B5EF4-FFF2-40B4-BE49-F238E27FC236}">
                    <a16:creationId xmlns:a16="http://schemas.microsoft.com/office/drawing/2014/main" xmlns="" id="{92CD83EB-B4AF-A548-A5D7-EBCD60E8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9" name="Freeform 168">
                <a:extLst>
                  <a:ext uri="{FF2B5EF4-FFF2-40B4-BE49-F238E27FC236}">
                    <a16:creationId xmlns:a16="http://schemas.microsoft.com/office/drawing/2014/main" xmlns="" id="{94C640D8-D8AA-CB46-A5DC-C4ED29645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0" name="Freeform 169">
                <a:extLst>
                  <a:ext uri="{FF2B5EF4-FFF2-40B4-BE49-F238E27FC236}">
                    <a16:creationId xmlns:a16="http://schemas.microsoft.com/office/drawing/2014/main" xmlns="" id="{48296531-4D47-1C43-883A-FCB34D0E7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19" name="Freeform 170">
              <a:extLst>
                <a:ext uri="{FF2B5EF4-FFF2-40B4-BE49-F238E27FC236}">
                  <a16:creationId xmlns:a16="http://schemas.microsoft.com/office/drawing/2014/main" xmlns="" id="{B3B79E68-20B5-D540-9C6C-F5B052950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0" name="Freeform 171">
              <a:extLst>
                <a:ext uri="{FF2B5EF4-FFF2-40B4-BE49-F238E27FC236}">
                  <a16:creationId xmlns:a16="http://schemas.microsoft.com/office/drawing/2014/main" xmlns="" id="{A0BC90D7-6F1C-D743-B1E1-E6AA5880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1" name="Freeform 172">
              <a:extLst>
                <a:ext uri="{FF2B5EF4-FFF2-40B4-BE49-F238E27FC236}">
                  <a16:creationId xmlns:a16="http://schemas.microsoft.com/office/drawing/2014/main" xmlns="" id="{67AB0043-2D4A-6C4B-A1C1-11D5C002F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2" name="Freeform 173">
              <a:extLst>
                <a:ext uri="{FF2B5EF4-FFF2-40B4-BE49-F238E27FC236}">
                  <a16:creationId xmlns:a16="http://schemas.microsoft.com/office/drawing/2014/main" xmlns="" id="{29336F87-5569-2B41-A813-4C77EA082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3" name="Freeform 174">
              <a:extLst>
                <a:ext uri="{FF2B5EF4-FFF2-40B4-BE49-F238E27FC236}">
                  <a16:creationId xmlns:a16="http://schemas.microsoft.com/office/drawing/2014/main" xmlns="" id="{14DC99A0-1B13-854A-AE94-D90A916E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4" name="Freeform 175">
              <a:extLst>
                <a:ext uri="{FF2B5EF4-FFF2-40B4-BE49-F238E27FC236}">
                  <a16:creationId xmlns:a16="http://schemas.microsoft.com/office/drawing/2014/main" xmlns="" id="{C99CA53A-FCB0-C843-A9FA-161EA99536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31" name="Text Box 176">
            <a:extLst>
              <a:ext uri="{FF2B5EF4-FFF2-40B4-BE49-F238E27FC236}">
                <a16:creationId xmlns:a16="http://schemas.microsoft.com/office/drawing/2014/main" xmlns="" id="{353F74F6-1F17-C144-9E33-1C3CA4A1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8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grpSp>
        <p:nvGrpSpPr>
          <p:cNvPr id="1381" name="Group 53">
            <a:extLst>
              <a:ext uri="{FF2B5EF4-FFF2-40B4-BE49-F238E27FC236}">
                <a16:creationId xmlns:a16="http://schemas.microsoft.com/office/drawing/2014/main" xmlns="" id="{D881BBC4-DF18-094B-9377-D624EBDA50A4}"/>
              </a:ext>
            </a:extLst>
          </p:cNvPr>
          <p:cNvGrpSpPr>
            <a:grpSpLocks/>
          </p:cNvGrpSpPr>
          <p:nvPr/>
        </p:nvGrpSpPr>
        <p:grpSpPr bwMode="auto">
          <a:xfrm>
            <a:off x="1446707" y="3709208"/>
            <a:ext cx="1081088" cy="1166812"/>
            <a:chOff x="42" y="744"/>
            <a:chExt cx="681" cy="735"/>
          </a:xfrm>
        </p:grpSpPr>
        <p:grpSp>
          <p:nvGrpSpPr>
            <p:cNvPr id="1382" name="Group 54">
              <a:extLst>
                <a:ext uri="{FF2B5EF4-FFF2-40B4-BE49-F238E27FC236}">
                  <a16:creationId xmlns:a16="http://schemas.microsoft.com/office/drawing/2014/main" xmlns="" id="{170B4756-1C1B-FA4C-BE56-C5B53174E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1384" name="Group 55">
                <a:extLst>
                  <a:ext uri="{FF2B5EF4-FFF2-40B4-BE49-F238E27FC236}">
                    <a16:creationId xmlns:a16="http://schemas.microsoft.com/office/drawing/2014/main" xmlns="" id="{158AD155-91D9-8746-B26B-44DF570C8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09" name="Group 56">
                  <a:extLst>
                    <a:ext uri="{FF2B5EF4-FFF2-40B4-BE49-F238E27FC236}">
                      <a16:creationId xmlns:a16="http://schemas.microsoft.com/office/drawing/2014/main" xmlns="" id="{022CBD0E-FD62-DF4F-918D-BEF120E07F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12" name="Rectangle 57">
                    <a:extLst>
                      <a:ext uri="{FF2B5EF4-FFF2-40B4-BE49-F238E27FC236}">
                        <a16:creationId xmlns:a16="http://schemas.microsoft.com/office/drawing/2014/main" xmlns="" id="{13FCEBF7-0D42-0047-B009-0CE916D941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13" name="Text Box 58">
                    <a:extLst>
                      <a:ext uri="{FF2B5EF4-FFF2-40B4-BE49-F238E27FC236}">
                        <a16:creationId xmlns:a16="http://schemas.microsoft.com/office/drawing/2014/main" xmlns="" id="{5F0D413F-7D55-814C-931F-A524E4DB1F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10" name="Rectangle 59">
                  <a:extLst>
                    <a:ext uri="{FF2B5EF4-FFF2-40B4-BE49-F238E27FC236}">
                      <a16:creationId xmlns:a16="http://schemas.microsoft.com/office/drawing/2014/main" xmlns="" id="{15D7051B-940C-384C-B172-5ABD896F7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11" name="Rectangle 60">
                  <a:extLst>
                    <a:ext uri="{FF2B5EF4-FFF2-40B4-BE49-F238E27FC236}">
                      <a16:creationId xmlns:a16="http://schemas.microsoft.com/office/drawing/2014/main" xmlns="" id="{3FE3CD03-0639-E04F-8E4A-4707678B3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5" name="Group 61">
                <a:extLst>
                  <a:ext uri="{FF2B5EF4-FFF2-40B4-BE49-F238E27FC236}">
                    <a16:creationId xmlns:a16="http://schemas.microsoft.com/office/drawing/2014/main" xmlns="" id="{6013BA1D-3CD3-1F47-AD9B-3D59A9DDE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03" name="Group 62">
                  <a:extLst>
                    <a:ext uri="{FF2B5EF4-FFF2-40B4-BE49-F238E27FC236}">
                      <a16:creationId xmlns:a16="http://schemas.microsoft.com/office/drawing/2014/main" xmlns="" id="{6CEF2A75-681B-8C4C-955C-38E74A0C84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07" name="Rectangle 63">
                    <a:extLst>
                      <a:ext uri="{FF2B5EF4-FFF2-40B4-BE49-F238E27FC236}">
                        <a16:creationId xmlns:a16="http://schemas.microsoft.com/office/drawing/2014/main" xmlns="" id="{DBE6CEFE-5986-FC41-BD88-53508D80B7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8" name="Text Box 64">
                    <a:extLst>
                      <a:ext uri="{FF2B5EF4-FFF2-40B4-BE49-F238E27FC236}">
                        <a16:creationId xmlns:a16="http://schemas.microsoft.com/office/drawing/2014/main" xmlns="" id="{F873FD65-9277-9F48-B366-2CA149BAA44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04" name="Group 65">
                  <a:extLst>
                    <a:ext uri="{FF2B5EF4-FFF2-40B4-BE49-F238E27FC236}">
                      <a16:creationId xmlns:a16="http://schemas.microsoft.com/office/drawing/2014/main" xmlns="" id="{5F0D09C2-937B-BE4D-8632-466777C6F9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5" name="Rectangle 66">
                    <a:extLst>
                      <a:ext uri="{FF2B5EF4-FFF2-40B4-BE49-F238E27FC236}">
                        <a16:creationId xmlns:a16="http://schemas.microsoft.com/office/drawing/2014/main" xmlns="" id="{A234A500-4F4E-8347-BC11-C205D6D426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6" name="Rectangle 67">
                    <a:extLst>
                      <a:ext uri="{FF2B5EF4-FFF2-40B4-BE49-F238E27FC236}">
                        <a16:creationId xmlns:a16="http://schemas.microsoft.com/office/drawing/2014/main" xmlns="" id="{34061CA1-83C1-0845-AC89-87EDF10EAD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86" name="Group 68">
                <a:extLst>
                  <a:ext uri="{FF2B5EF4-FFF2-40B4-BE49-F238E27FC236}">
                    <a16:creationId xmlns:a16="http://schemas.microsoft.com/office/drawing/2014/main" xmlns="" id="{C84BC621-1C3C-0B4B-853A-68B80390C1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01" name="Rectangle 69">
                  <a:extLst>
                    <a:ext uri="{FF2B5EF4-FFF2-40B4-BE49-F238E27FC236}">
                      <a16:creationId xmlns:a16="http://schemas.microsoft.com/office/drawing/2014/main" xmlns="" id="{D7F39EAB-B71F-7A48-AD96-C7BBDD18C3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2" name="Rectangle 70">
                  <a:extLst>
                    <a:ext uri="{FF2B5EF4-FFF2-40B4-BE49-F238E27FC236}">
                      <a16:creationId xmlns:a16="http://schemas.microsoft.com/office/drawing/2014/main" xmlns="" id="{F08D33AF-49EF-434E-A68B-C96EC0C00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7" name="Group 71">
                <a:extLst>
                  <a:ext uri="{FF2B5EF4-FFF2-40B4-BE49-F238E27FC236}">
                    <a16:creationId xmlns:a16="http://schemas.microsoft.com/office/drawing/2014/main" xmlns="" id="{04899703-36DD-3748-90C7-050D5E980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388" name="Group 72">
                  <a:extLst>
                    <a:ext uri="{FF2B5EF4-FFF2-40B4-BE49-F238E27FC236}">
                      <a16:creationId xmlns:a16="http://schemas.microsoft.com/office/drawing/2014/main" xmlns="" id="{7E58F00D-1CE7-8A4D-B79A-5543766090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392" name="Group 73">
                    <a:extLst>
                      <a:ext uri="{FF2B5EF4-FFF2-40B4-BE49-F238E27FC236}">
                        <a16:creationId xmlns:a16="http://schemas.microsoft.com/office/drawing/2014/main" xmlns="" id="{47FB9C51-9E8B-C54D-8BC2-06F3F7531D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395" name="Group 74">
                      <a:extLst>
                        <a:ext uri="{FF2B5EF4-FFF2-40B4-BE49-F238E27FC236}">
                          <a16:creationId xmlns:a16="http://schemas.microsoft.com/office/drawing/2014/main" xmlns="" id="{48D2FA83-60D9-974D-AE72-512FA05C5F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399" name="Rectangle 75">
                        <a:extLst>
                          <a:ext uri="{FF2B5EF4-FFF2-40B4-BE49-F238E27FC236}">
                            <a16:creationId xmlns:a16="http://schemas.microsoft.com/office/drawing/2014/main" xmlns="" id="{C706B9B5-94D1-6A44-BF66-EAAFDF0847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00" name="Text Box 76">
                        <a:extLst>
                          <a:ext uri="{FF2B5EF4-FFF2-40B4-BE49-F238E27FC236}">
                            <a16:creationId xmlns:a16="http://schemas.microsoft.com/office/drawing/2014/main" xmlns="" id="{8E295886-4BD5-BF47-9ED6-1EEA0855CE3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396" name="Group 77">
                      <a:extLst>
                        <a:ext uri="{FF2B5EF4-FFF2-40B4-BE49-F238E27FC236}">
                          <a16:creationId xmlns:a16="http://schemas.microsoft.com/office/drawing/2014/main" xmlns="" id="{85E5888E-ACDE-A048-AB52-2E52B5C8324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397" name="Rectangle 78">
                        <a:extLst>
                          <a:ext uri="{FF2B5EF4-FFF2-40B4-BE49-F238E27FC236}">
                            <a16:creationId xmlns:a16="http://schemas.microsoft.com/office/drawing/2014/main" xmlns="" id="{82615A2A-BF17-5548-83C3-E32578EFC52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398" name="Rectangle 79">
                        <a:extLst>
                          <a:ext uri="{FF2B5EF4-FFF2-40B4-BE49-F238E27FC236}">
                            <a16:creationId xmlns:a16="http://schemas.microsoft.com/office/drawing/2014/main" xmlns="" id="{ABFA8DCD-5499-B64E-8686-262B4971AC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93" name="Rectangle 80">
                    <a:extLst>
                      <a:ext uri="{FF2B5EF4-FFF2-40B4-BE49-F238E27FC236}">
                        <a16:creationId xmlns:a16="http://schemas.microsoft.com/office/drawing/2014/main" xmlns="" id="{015FD140-4F4A-084B-9FD6-3D1462B6F2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94" name="Rectangle 81">
                    <a:extLst>
                      <a:ext uri="{FF2B5EF4-FFF2-40B4-BE49-F238E27FC236}">
                        <a16:creationId xmlns:a16="http://schemas.microsoft.com/office/drawing/2014/main" xmlns="" id="{CD85327C-6314-844B-BBE0-5A87CB5E5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389" name="Rectangle 82">
                  <a:extLst>
                    <a:ext uri="{FF2B5EF4-FFF2-40B4-BE49-F238E27FC236}">
                      <a16:creationId xmlns:a16="http://schemas.microsoft.com/office/drawing/2014/main" xmlns="" id="{9F39B614-10F1-774F-B244-ABEBE7670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0" name="Rectangle 83">
                  <a:extLst>
                    <a:ext uri="{FF2B5EF4-FFF2-40B4-BE49-F238E27FC236}">
                      <a16:creationId xmlns:a16="http://schemas.microsoft.com/office/drawing/2014/main" xmlns="" id="{BAC1E200-588A-7740-8C26-1A0629345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1" name="Rectangle 84">
                  <a:extLst>
                    <a:ext uri="{FF2B5EF4-FFF2-40B4-BE49-F238E27FC236}">
                      <a16:creationId xmlns:a16="http://schemas.microsoft.com/office/drawing/2014/main" xmlns="" id="{35F06EAB-82D2-C44A-A22C-E5918BD89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383" name="AutoShape 85">
              <a:extLst>
                <a:ext uri="{FF2B5EF4-FFF2-40B4-BE49-F238E27FC236}">
                  <a16:creationId xmlns:a16="http://schemas.microsoft.com/office/drawing/2014/main" xmlns="" id="{18F6CCEB-1F89-1545-BB6F-0DB94AEE1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14" name="Group 86">
            <a:extLst>
              <a:ext uri="{FF2B5EF4-FFF2-40B4-BE49-F238E27FC236}">
                <a16:creationId xmlns:a16="http://schemas.microsoft.com/office/drawing/2014/main" xmlns="" id="{1121707D-6A2B-FD4D-8EA2-98FA9D7539B1}"/>
              </a:ext>
            </a:extLst>
          </p:cNvPr>
          <p:cNvGrpSpPr>
            <a:grpSpLocks/>
          </p:cNvGrpSpPr>
          <p:nvPr/>
        </p:nvGrpSpPr>
        <p:grpSpPr bwMode="auto">
          <a:xfrm>
            <a:off x="1543545" y="4795058"/>
            <a:ext cx="1081087" cy="244475"/>
            <a:chOff x="504" y="3523"/>
            <a:chExt cx="681" cy="154"/>
          </a:xfrm>
        </p:grpSpPr>
        <p:grpSp>
          <p:nvGrpSpPr>
            <p:cNvPr id="1415" name="Group 87">
              <a:extLst>
                <a:ext uri="{FF2B5EF4-FFF2-40B4-BE49-F238E27FC236}">
                  <a16:creationId xmlns:a16="http://schemas.microsoft.com/office/drawing/2014/main" xmlns="" id="{A2C1DB06-344A-F84A-8733-AFC4DAEEE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1419" name="Group 88">
                <a:extLst>
                  <a:ext uri="{FF2B5EF4-FFF2-40B4-BE49-F238E27FC236}">
                    <a16:creationId xmlns:a16="http://schemas.microsoft.com/office/drawing/2014/main" xmlns="" id="{1312DEFD-37D9-EE4B-A6D8-BD394BBA83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1422" name="Group 89">
                  <a:extLst>
                    <a:ext uri="{FF2B5EF4-FFF2-40B4-BE49-F238E27FC236}">
                      <a16:creationId xmlns:a16="http://schemas.microsoft.com/office/drawing/2014/main" xmlns="" id="{AEB25500-68E5-0242-9D77-3AB4579429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26" name="Rectangle 90">
                    <a:extLst>
                      <a:ext uri="{FF2B5EF4-FFF2-40B4-BE49-F238E27FC236}">
                        <a16:creationId xmlns:a16="http://schemas.microsoft.com/office/drawing/2014/main" xmlns="" id="{CB0F42B1-EC5C-574D-9996-8915E9E894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7" name="Text Box 91">
                    <a:extLst>
                      <a:ext uri="{FF2B5EF4-FFF2-40B4-BE49-F238E27FC236}">
                        <a16:creationId xmlns:a16="http://schemas.microsoft.com/office/drawing/2014/main" xmlns="" id="{6165BC0B-3830-4148-A011-D65290E5C6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23" name="Group 92">
                  <a:extLst>
                    <a:ext uri="{FF2B5EF4-FFF2-40B4-BE49-F238E27FC236}">
                      <a16:creationId xmlns:a16="http://schemas.microsoft.com/office/drawing/2014/main" xmlns="" id="{B01FA0AD-A461-A44D-B4B2-0EDADF7B1D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24" name="Rectangle 93">
                    <a:extLst>
                      <a:ext uri="{FF2B5EF4-FFF2-40B4-BE49-F238E27FC236}">
                        <a16:creationId xmlns:a16="http://schemas.microsoft.com/office/drawing/2014/main" xmlns="" id="{4D064722-2CBE-3641-B55B-92EDAA8C22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5" name="Rectangle 94">
                    <a:extLst>
                      <a:ext uri="{FF2B5EF4-FFF2-40B4-BE49-F238E27FC236}">
                        <a16:creationId xmlns:a16="http://schemas.microsoft.com/office/drawing/2014/main" xmlns="" id="{F1511B9F-2E7C-3340-9B5D-715334B1E1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1420" name="Rectangle 95">
                <a:extLst>
                  <a:ext uri="{FF2B5EF4-FFF2-40B4-BE49-F238E27FC236}">
                    <a16:creationId xmlns:a16="http://schemas.microsoft.com/office/drawing/2014/main" xmlns="" id="{41BCDDA4-7173-A74D-8FA7-8C15DAE22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21" name="Rectangle 96">
                <a:extLst>
                  <a:ext uri="{FF2B5EF4-FFF2-40B4-BE49-F238E27FC236}">
                    <a16:creationId xmlns:a16="http://schemas.microsoft.com/office/drawing/2014/main" xmlns="" id="{A5C31A2B-EA68-F74D-B78C-D518F2DD9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416" name="Rectangle 97">
              <a:extLst>
                <a:ext uri="{FF2B5EF4-FFF2-40B4-BE49-F238E27FC236}">
                  <a16:creationId xmlns:a16="http://schemas.microsoft.com/office/drawing/2014/main" xmlns="" id="{45277660-2427-0E41-B8FB-470007D3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7" name="Rectangle 98">
              <a:extLst>
                <a:ext uri="{FF2B5EF4-FFF2-40B4-BE49-F238E27FC236}">
                  <a16:creationId xmlns:a16="http://schemas.microsoft.com/office/drawing/2014/main" xmlns="" id="{A8CCFB6D-51C0-524A-A7B0-AA5FCE9A9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8" name="Rectangle 99">
              <a:extLst>
                <a:ext uri="{FF2B5EF4-FFF2-40B4-BE49-F238E27FC236}">
                  <a16:creationId xmlns:a16="http://schemas.microsoft.com/office/drawing/2014/main" xmlns="" id="{7F631B2E-9741-3944-A05C-0F55FF830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28" name="Group 100">
            <a:extLst>
              <a:ext uri="{FF2B5EF4-FFF2-40B4-BE49-F238E27FC236}">
                <a16:creationId xmlns:a16="http://schemas.microsoft.com/office/drawing/2014/main" xmlns="" id="{ADC383E7-C8CF-9D44-A628-045BE938429B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8"/>
            <a:ext cx="1316037" cy="1314450"/>
            <a:chOff x="931" y="1941"/>
            <a:chExt cx="829" cy="828"/>
          </a:xfrm>
        </p:grpSpPr>
        <p:sp>
          <p:nvSpPr>
            <p:cNvPr id="1429" name="Freeform 101">
              <a:extLst>
                <a:ext uri="{FF2B5EF4-FFF2-40B4-BE49-F238E27FC236}">
                  <a16:creationId xmlns:a16="http://schemas.microsoft.com/office/drawing/2014/main" xmlns="" id="{25A378C0-55B4-C94D-A623-59A8EB7F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30" name="Group 102">
              <a:extLst>
                <a:ext uri="{FF2B5EF4-FFF2-40B4-BE49-F238E27FC236}">
                  <a16:creationId xmlns:a16="http://schemas.microsoft.com/office/drawing/2014/main" xmlns="" id="{9F804CDB-1EC2-BD48-82BF-534976C2A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1431" name="Rectangle 103">
                <a:extLst>
                  <a:ext uri="{FF2B5EF4-FFF2-40B4-BE49-F238E27FC236}">
                    <a16:creationId xmlns:a16="http://schemas.microsoft.com/office/drawing/2014/main" xmlns="" id="{F5FF0A09-50BB-5A47-BC95-9E36D622C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2" name="Text Box 104">
                <a:extLst>
                  <a:ext uri="{FF2B5EF4-FFF2-40B4-BE49-F238E27FC236}">
                    <a16:creationId xmlns:a16="http://schemas.microsoft.com/office/drawing/2014/main" xmlns="" id="{983732BD-F5E1-A040-B8D1-C73DABEAF5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33" name="Line 105">
                <a:extLst>
                  <a:ext uri="{FF2B5EF4-FFF2-40B4-BE49-F238E27FC236}">
                    <a16:creationId xmlns:a16="http://schemas.microsoft.com/office/drawing/2014/main" xmlns="" id="{ABFD8491-C1C6-2548-A702-B2F9CB59E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4" name="Line 106">
                <a:extLst>
                  <a:ext uri="{FF2B5EF4-FFF2-40B4-BE49-F238E27FC236}">
                    <a16:creationId xmlns:a16="http://schemas.microsoft.com/office/drawing/2014/main" xmlns="" id="{21CDF7E2-6761-3C43-9832-7D888CA6E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5" name="Line 107">
                <a:extLst>
                  <a:ext uri="{FF2B5EF4-FFF2-40B4-BE49-F238E27FC236}">
                    <a16:creationId xmlns:a16="http://schemas.microsoft.com/office/drawing/2014/main" xmlns="" id="{D7B9C5E9-14E3-B44B-841F-C2912C7A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6" name="Line 108">
                <a:extLst>
                  <a:ext uri="{FF2B5EF4-FFF2-40B4-BE49-F238E27FC236}">
                    <a16:creationId xmlns:a16="http://schemas.microsoft.com/office/drawing/2014/main" xmlns="" id="{47E7EAA2-A0DE-5D4C-8841-CCE69E254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37" name="Group 145">
            <a:extLst>
              <a:ext uri="{FF2B5EF4-FFF2-40B4-BE49-F238E27FC236}">
                <a16:creationId xmlns:a16="http://schemas.microsoft.com/office/drawing/2014/main" xmlns="" id="{EB3EB365-6337-534D-85A9-F5BF2F50279A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34608"/>
            <a:ext cx="544513" cy="244475"/>
            <a:chOff x="844" y="3337"/>
            <a:chExt cx="343" cy="154"/>
          </a:xfrm>
        </p:grpSpPr>
        <p:sp>
          <p:nvSpPr>
            <p:cNvPr id="1438" name="Rectangle 146">
              <a:extLst>
                <a:ext uri="{FF2B5EF4-FFF2-40B4-BE49-F238E27FC236}">
                  <a16:creationId xmlns:a16="http://schemas.microsoft.com/office/drawing/2014/main" xmlns="" id="{C1EDFB31-2B54-7F4B-B7B3-2B74EB1F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9" name="Text Box 147">
              <a:extLst>
                <a:ext uri="{FF2B5EF4-FFF2-40B4-BE49-F238E27FC236}">
                  <a16:creationId xmlns:a16="http://schemas.microsoft.com/office/drawing/2014/main" xmlns="" id="{26739997-45D8-6E4B-A423-C6DCAC597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1440" name="Group 44">
            <a:extLst>
              <a:ext uri="{FF2B5EF4-FFF2-40B4-BE49-F238E27FC236}">
                <a16:creationId xmlns:a16="http://schemas.microsoft.com/office/drawing/2014/main" xmlns="" id="{5E864C9E-2FFD-CA43-B79D-BEBA724A7561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37520"/>
            <a:ext cx="976312" cy="1460500"/>
            <a:chOff x="651" y="681"/>
            <a:chExt cx="615" cy="920"/>
          </a:xfrm>
        </p:grpSpPr>
        <p:sp>
          <p:nvSpPr>
            <p:cNvPr id="1441" name="Freeform 45">
              <a:extLst>
                <a:ext uri="{FF2B5EF4-FFF2-40B4-BE49-F238E27FC236}">
                  <a16:creationId xmlns:a16="http://schemas.microsoft.com/office/drawing/2014/main" xmlns="" id="{3296C3CB-ADF7-C543-8BF9-E52EC508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42" name="Group 46">
              <a:extLst>
                <a:ext uri="{FF2B5EF4-FFF2-40B4-BE49-F238E27FC236}">
                  <a16:creationId xmlns:a16="http://schemas.microsoft.com/office/drawing/2014/main" xmlns="" id="{C9BF4AA6-9994-8F41-A05D-CBC5A1C17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1443" name="Rectangle 47">
                <a:extLst>
                  <a:ext uri="{FF2B5EF4-FFF2-40B4-BE49-F238E27FC236}">
                    <a16:creationId xmlns:a16="http://schemas.microsoft.com/office/drawing/2014/main" xmlns="" id="{44C90133-F644-3144-9C8C-A31E26B37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4" name="Text Box 48">
                <a:extLst>
                  <a:ext uri="{FF2B5EF4-FFF2-40B4-BE49-F238E27FC236}">
                    <a16:creationId xmlns:a16="http://schemas.microsoft.com/office/drawing/2014/main" xmlns="" id="{D1000159-7078-524B-ABE3-6A5E79D44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45" name="Line 49">
                <a:extLst>
                  <a:ext uri="{FF2B5EF4-FFF2-40B4-BE49-F238E27FC236}">
                    <a16:creationId xmlns:a16="http://schemas.microsoft.com/office/drawing/2014/main" xmlns="" id="{D2C8C2BD-FE00-FA4A-A35B-038AF71B3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6" name="Line 50">
                <a:extLst>
                  <a:ext uri="{FF2B5EF4-FFF2-40B4-BE49-F238E27FC236}">
                    <a16:creationId xmlns:a16="http://schemas.microsoft.com/office/drawing/2014/main" xmlns="" id="{D202699A-F155-FF4E-87CC-CF23F4517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7" name="Line 51">
                <a:extLst>
                  <a:ext uri="{FF2B5EF4-FFF2-40B4-BE49-F238E27FC236}">
                    <a16:creationId xmlns:a16="http://schemas.microsoft.com/office/drawing/2014/main" xmlns="" id="{6E937A07-7E1F-304E-B1B7-8202278EF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8" name="Line 52">
                <a:extLst>
                  <a:ext uri="{FF2B5EF4-FFF2-40B4-BE49-F238E27FC236}">
                    <a16:creationId xmlns:a16="http://schemas.microsoft.com/office/drawing/2014/main" xmlns="" id="{55F43419-46AF-8641-A8A6-FD4FF5814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49" name="Group 109">
            <a:extLst>
              <a:ext uri="{FF2B5EF4-FFF2-40B4-BE49-F238E27FC236}">
                <a16:creationId xmlns:a16="http://schemas.microsoft.com/office/drawing/2014/main" xmlns="" id="{58FE9FE4-9009-F540-9B98-9736A8E284E0}"/>
              </a:ext>
            </a:extLst>
          </p:cNvPr>
          <p:cNvGrpSpPr>
            <a:grpSpLocks/>
          </p:cNvGrpSpPr>
          <p:nvPr/>
        </p:nvGrpSpPr>
        <p:grpSpPr bwMode="auto">
          <a:xfrm>
            <a:off x="1165720" y="1526395"/>
            <a:ext cx="1081087" cy="1217613"/>
            <a:chOff x="1404" y="3105"/>
            <a:chExt cx="681" cy="767"/>
          </a:xfrm>
        </p:grpSpPr>
        <p:grpSp>
          <p:nvGrpSpPr>
            <p:cNvPr id="1450" name="Group 110">
              <a:extLst>
                <a:ext uri="{FF2B5EF4-FFF2-40B4-BE49-F238E27FC236}">
                  <a16:creationId xmlns:a16="http://schemas.microsoft.com/office/drawing/2014/main" xmlns="" id="{CDAA7254-E209-2444-9E44-2A311BC72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455" name="Group 111">
                <a:extLst>
                  <a:ext uri="{FF2B5EF4-FFF2-40B4-BE49-F238E27FC236}">
                    <a16:creationId xmlns:a16="http://schemas.microsoft.com/office/drawing/2014/main" xmlns="" id="{7AA66DC0-034B-A34B-AAEF-041ADBFE2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80" name="Group 112">
                  <a:extLst>
                    <a:ext uri="{FF2B5EF4-FFF2-40B4-BE49-F238E27FC236}">
                      <a16:creationId xmlns:a16="http://schemas.microsoft.com/office/drawing/2014/main" xmlns="" id="{7E6F218F-EDED-5B44-9422-ABABEC3B27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83" name="Rectangle 113">
                    <a:extLst>
                      <a:ext uri="{FF2B5EF4-FFF2-40B4-BE49-F238E27FC236}">
                        <a16:creationId xmlns:a16="http://schemas.microsoft.com/office/drawing/2014/main" xmlns="" id="{9A2696C2-7BF2-3240-8202-E6BBE2E2F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84" name="Text Box 114">
                    <a:extLst>
                      <a:ext uri="{FF2B5EF4-FFF2-40B4-BE49-F238E27FC236}">
                        <a16:creationId xmlns:a16="http://schemas.microsoft.com/office/drawing/2014/main" xmlns="" id="{58C83739-1CBA-E249-9B1C-C8916D8D79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81" name="Rectangle 115">
                  <a:extLst>
                    <a:ext uri="{FF2B5EF4-FFF2-40B4-BE49-F238E27FC236}">
                      <a16:creationId xmlns:a16="http://schemas.microsoft.com/office/drawing/2014/main" xmlns="" id="{5387A33B-5D06-C046-9DCF-1C3175636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82" name="Rectangle 116">
                  <a:extLst>
                    <a:ext uri="{FF2B5EF4-FFF2-40B4-BE49-F238E27FC236}">
                      <a16:creationId xmlns:a16="http://schemas.microsoft.com/office/drawing/2014/main" xmlns="" id="{08F8503E-3B0A-7A42-97B0-9FF42C53A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6" name="Group 117">
                <a:extLst>
                  <a:ext uri="{FF2B5EF4-FFF2-40B4-BE49-F238E27FC236}">
                    <a16:creationId xmlns:a16="http://schemas.microsoft.com/office/drawing/2014/main" xmlns="" id="{C978DB29-8FB0-A943-8A79-68EEB55181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74" name="Group 118">
                  <a:extLst>
                    <a:ext uri="{FF2B5EF4-FFF2-40B4-BE49-F238E27FC236}">
                      <a16:creationId xmlns:a16="http://schemas.microsoft.com/office/drawing/2014/main" xmlns="" id="{9397A90E-1E80-FB4E-9C4A-441A9CFE53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78" name="Rectangle 119">
                    <a:extLst>
                      <a:ext uri="{FF2B5EF4-FFF2-40B4-BE49-F238E27FC236}">
                        <a16:creationId xmlns:a16="http://schemas.microsoft.com/office/drawing/2014/main" xmlns="" id="{0DB16A9C-A911-F74E-B0EC-2983F84CA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9" name="Text Box 120">
                    <a:extLst>
                      <a:ext uri="{FF2B5EF4-FFF2-40B4-BE49-F238E27FC236}">
                        <a16:creationId xmlns:a16="http://schemas.microsoft.com/office/drawing/2014/main" xmlns="" id="{92A60009-6700-4744-BC06-74E4E53DBF2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75" name="Group 121">
                  <a:extLst>
                    <a:ext uri="{FF2B5EF4-FFF2-40B4-BE49-F238E27FC236}">
                      <a16:creationId xmlns:a16="http://schemas.microsoft.com/office/drawing/2014/main" xmlns="" id="{EC28BAD4-51BE-9840-8F12-987638ECA0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76" name="Rectangle 122">
                    <a:extLst>
                      <a:ext uri="{FF2B5EF4-FFF2-40B4-BE49-F238E27FC236}">
                        <a16:creationId xmlns:a16="http://schemas.microsoft.com/office/drawing/2014/main" xmlns="" id="{C525C5B2-D191-AA43-A272-09ADE5B614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7" name="Rectangle 123">
                    <a:extLst>
                      <a:ext uri="{FF2B5EF4-FFF2-40B4-BE49-F238E27FC236}">
                        <a16:creationId xmlns:a16="http://schemas.microsoft.com/office/drawing/2014/main" xmlns="" id="{E32D1144-95E0-244B-9A90-662C631572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57" name="Group 124">
                <a:extLst>
                  <a:ext uri="{FF2B5EF4-FFF2-40B4-BE49-F238E27FC236}">
                    <a16:creationId xmlns:a16="http://schemas.microsoft.com/office/drawing/2014/main" xmlns="" id="{3A2BC2EA-7C10-2641-B88B-F885E6464C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72" name="Rectangle 125">
                  <a:extLst>
                    <a:ext uri="{FF2B5EF4-FFF2-40B4-BE49-F238E27FC236}">
                      <a16:creationId xmlns:a16="http://schemas.microsoft.com/office/drawing/2014/main" xmlns="" id="{8785FBBA-795C-CF44-B62B-D33FA9E61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73" name="Rectangle 126">
                  <a:extLst>
                    <a:ext uri="{FF2B5EF4-FFF2-40B4-BE49-F238E27FC236}">
                      <a16:creationId xmlns:a16="http://schemas.microsoft.com/office/drawing/2014/main" xmlns="" id="{76173DFA-C8EC-A843-B918-F2317BD063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8" name="Group 127">
                <a:extLst>
                  <a:ext uri="{FF2B5EF4-FFF2-40B4-BE49-F238E27FC236}">
                    <a16:creationId xmlns:a16="http://schemas.microsoft.com/office/drawing/2014/main" xmlns="" id="{A48B6F5A-E505-7448-B7A9-5579391534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459" name="Group 128">
                  <a:extLst>
                    <a:ext uri="{FF2B5EF4-FFF2-40B4-BE49-F238E27FC236}">
                      <a16:creationId xmlns:a16="http://schemas.microsoft.com/office/drawing/2014/main" xmlns="" id="{681DE71A-000E-8E42-B0E8-4482D6CFE4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463" name="Group 129">
                    <a:extLst>
                      <a:ext uri="{FF2B5EF4-FFF2-40B4-BE49-F238E27FC236}">
                        <a16:creationId xmlns:a16="http://schemas.microsoft.com/office/drawing/2014/main" xmlns="" id="{B6375359-6706-9C45-BC6D-18579F2035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466" name="Group 130">
                      <a:extLst>
                        <a:ext uri="{FF2B5EF4-FFF2-40B4-BE49-F238E27FC236}">
                          <a16:creationId xmlns:a16="http://schemas.microsoft.com/office/drawing/2014/main" xmlns="" id="{F84ECF8C-F8FC-E34C-9F1C-13FC2FCCD18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470" name="Rectangle 131">
                        <a:extLst>
                          <a:ext uri="{FF2B5EF4-FFF2-40B4-BE49-F238E27FC236}">
                            <a16:creationId xmlns:a16="http://schemas.microsoft.com/office/drawing/2014/main" xmlns="" id="{56A648A7-A050-F44E-9D3A-14E1D0E85D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71" name="Text Box 132">
                        <a:extLst>
                          <a:ext uri="{FF2B5EF4-FFF2-40B4-BE49-F238E27FC236}">
                            <a16:creationId xmlns:a16="http://schemas.microsoft.com/office/drawing/2014/main" xmlns="" id="{32C1EAAF-FBA4-124C-9646-AEC31F2D4AE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467" name="Group 133">
                      <a:extLst>
                        <a:ext uri="{FF2B5EF4-FFF2-40B4-BE49-F238E27FC236}">
                          <a16:creationId xmlns:a16="http://schemas.microsoft.com/office/drawing/2014/main" xmlns="" id="{95189338-B5FB-BB41-85DD-B07304A918F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68" name="Rectangle 134">
                        <a:extLst>
                          <a:ext uri="{FF2B5EF4-FFF2-40B4-BE49-F238E27FC236}">
                            <a16:creationId xmlns:a16="http://schemas.microsoft.com/office/drawing/2014/main" xmlns="" id="{3CBF0518-5037-F648-9BCF-79DD7705E2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69" name="Rectangle 135">
                        <a:extLst>
                          <a:ext uri="{FF2B5EF4-FFF2-40B4-BE49-F238E27FC236}">
                            <a16:creationId xmlns:a16="http://schemas.microsoft.com/office/drawing/2014/main" xmlns="" id="{BED42D69-973B-654F-9215-49EDA6426F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464" name="Rectangle 136">
                    <a:extLst>
                      <a:ext uri="{FF2B5EF4-FFF2-40B4-BE49-F238E27FC236}">
                        <a16:creationId xmlns:a16="http://schemas.microsoft.com/office/drawing/2014/main" xmlns="" id="{DA6797DB-1AFF-FF42-A09B-6871FEC345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65" name="Rectangle 137">
                    <a:extLst>
                      <a:ext uri="{FF2B5EF4-FFF2-40B4-BE49-F238E27FC236}">
                        <a16:creationId xmlns:a16="http://schemas.microsoft.com/office/drawing/2014/main" xmlns="" id="{686420C8-7F0D-A049-B975-D1A1C47243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460" name="Rectangle 138">
                  <a:extLst>
                    <a:ext uri="{FF2B5EF4-FFF2-40B4-BE49-F238E27FC236}">
                      <a16:creationId xmlns:a16="http://schemas.microsoft.com/office/drawing/2014/main" xmlns="" id="{BF847ED3-F2FA-214E-9C6C-0926FFCA7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1" name="Rectangle 139">
                  <a:extLst>
                    <a:ext uri="{FF2B5EF4-FFF2-40B4-BE49-F238E27FC236}">
                      <a16:creationId xmlns:a16="http://schemas.microsoft.com/office/drawing/2014/main" xmlns="" id="{E6D859BD-B53E-BB4C-9782-B7FDD5506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2" name="Rectangle 140">
                  <a:extLst>
                    <a:ext uri="{FF2B5EF4-FFF2-40B4-BE49-F238E27FC236}">
                      <a16:creationId xmlns:a16="http://schemas.microsoft.com/office/drawing/2014/main" xmlns="" id="{9790991B-D844-4241-B85A-CA1259965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451" name="AutoShape 141">
              <a:extLst>
                <a:ext uri="{FF2B5EF4-FFF2-40B4-BE49-F238E27FC236}">
                  <a16:creationId xmlns:a16="http://schemas.microsoft.com/office/drawing/2014/main" xmlns="" id="{B068294F-E14C-F445-92F1-F5484E9100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52" name="Group 142">
              <a:extLst>
                <a:ext uri="{FF2B5EF4-FFF2-40B4-BE49-F238E27FC236}">
                  <a16:creationId xmlns:a16="http://schemas.microsoft.com/office/drawing/2014/main" xmlns="" id="{A7BC1A01-56FC-D641-A01F-791A195CD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1453" name="Rectangle 143">
                <a:extLst>
                  <a:ext uri="{FF2B5EF4-FFF2-40B4-BE49-F238E27FC236}">
                    <a16:creationId xmlns:a16="http://schemas.microsoft.com/office/drawing/2014/main" xmlns="" id="{D94FBB29-8E0E-1A4D-B09C-73D936E62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54" name="Text Box 144">
                <a:extLst>
                  <a:ext uri="{FF2B5EF4-FFF2-40B4-BE49-F238E27FC236}">
                    <a16:creationId xmlns:a16="http://schemas.microsoft.com/office/drawing/2014/main" xmlns="" id="{C82973EC-B8F3-E842-8A88-D895358A3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sp>
        <p:nvSpPr>
          <p:cNvPr id="1485" name="Rectangle 226">
            <a:extLst>
              <a:ext uri="{FF2B5EF4-FFF2-40B4-BE49-F238E27FC236}">
                <a16:creationId xmlns:a16="http://schemas.microsoft.com/office/drawing/2014/main" xmlns="" id="{5DF70C14-A16A-3E4C-982B-58F5DD4F5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307" y="4620433"/>
            <a:ext cx="5201653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client now knows its IP address, name and IP address of DNS server, IP address of its first-hop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341" name="Group 186">
            <a:extLst>
              <a:ext uri="{FF2B5EF4-FFF2-40B4-BE49-F238E27FC236}">
                <a16:creationId xmlns:a16="http://schemas.microsoft.com/office/drawing/2014/main" xmlns="" id="{0827A38F-76E7-194D-BDA6-1A605B355FB7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20"/>
            <a:ext cx="423862" cy="647700"/>
            <a:chOff x="4140" y="429"/>
            <a:chExt cx="1425" cy="2396"/>
          </a:xfrm>
        </p:grpSpPr>
        <p:sp>
          <p:nvSpPr>
            <p:cNvPr id="1342" name="Freeform 187">
              <a:extLst>
                <a:ext uri="{FF2B5EF4-FFF2-40B4-BE49-F238E27FC236}">
                  <a16:creationId xmlns:a16="http://schemas.microsoft.com/office/drawing/2014/main" xmlns="" id="{D46F6DF5-01A2-1849-A3BB-030EF634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3" name="Rectangle 188">
              <a:extLst>
                <a:ext uri="{FF2B5EF4-FFF2-40B4-BE49-F238E27FC236}">
                  <a16:creationId xmlns:a16="http://schemas.microsoft.com/office/drawing/2014/main" xmlns="" id="{E1E80B19-9CDE-FB4C-AC77-EFE0782C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4" name="Freeform 189">
              <a:extLst>
                <a:ext uri="{FF2B5EF4-FFF2-40B4-BE49-F238E27FC236}">
                  <a16:creationId xmlns:a16="http://schemas.microsoft.com/office/drawing/2014/main" xmlns="" id="{7E3264C2-51DE-F54E-9A1B-76045D0A2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5" name="Freeform 190">
              <a:extLst>
                <a:ext uri="{FF2B5EF4-FFF2-40B4-BE49-F238E27FC236}">
                  <a16:creationId xmlns:a16="http://schemas.microsoft.com/office/drawing/2014/main" xmlns="" id="{747CB78A-D52C-CE42-AC7E-25B899892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6" name="Rectangle 191">
              <a:extLst>
                <a:ext uri="{FF2B5EF4-FFF2-40B4-BE49-F238E27FC236}">
                  <a16:creationId xmlns:a16="http://schemas.microsoft.com/office/drawing/2014/main" xmlns="" id="{4140DAEF-666D-DA47-BDAF-E2CB84851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7" name="Group 192">
              <a:extLst>
                <a:ext uri="{FF2B5EF4-FFF2-40B4-BE49-F238E27FC236}">
                  <a16:creationId xmlns:a16="http://schemas.microsoft.com/office/drawing/2014/main" xmlns="" id="{299117A0-29F3-E34B-B8B3-2F87D3986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72" name="AutoShape 193">
                <a:extLst>
                  <a:ext uri="{FF2B5EF4-FFF2-40B4-BE49-F238E27FC236}">
                    <a16:creationId xmlns:a16="http://schemas.microsoft.com/office/drawing/2014/main" xmlns="" id="{0C5A74EE-A7D5-BA47-BFF6-F3C788C5C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3" name="AutoShape 194">
                <a:extLst>
                  <a:ext uri="{FF2B5EF4-FFF2-40B4-BE49-F238E27FC236}">
                    <a16:creationId xmlns:a16="http://schemas.microsoft.com/office/drawing/2014/main" xmlns="" id="{15763F6D-F30B-604C-B1A4-B9E2BB00F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48" name="Rectangle 195">
              <a:extLst>
                <a:ext uri="{FF2B5EF4-FFF2-40B4-BE49-F238E27FC236}">
                  <a16:creationId xmlns:a16="http://schemas.microsoft.com/office/drawing/2014/main" xmlns="" id="{E273AD4D-3F24-F44B-A734-2486970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9" name="Group 196">
              <a:extLst>
                <a:ext uri="{FF2B5EF4-FFF2-40B4-BE49-F238E27FC236}">
                  <a16:creationId xmlns:a16="http://schemas.microsoft.com/office/drawing/2014/main" xmlns="" id="{59BCC23F-6EFF-E446-B163-095673448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70" name="AutoShape 197">
                <a:extLst>
                  <a:ext uri="{FF2B5EF4-FFF2-40B4-BE49-F238E27FC236}">
                    <a16:creationId xmlns:a16="http://schemas.microsoft.com/office/drawing/2014/main" xmlns="" id="{12542AF1-426D-DF40-94A4-FC77464DB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1" name="AutoShape 198">
                <a:extLst>
                  <a:ext uri="{FF2B5EF4-FFF2-40B4-BE49-F238E27FC236}">
                    <a16:creationId xmlns:a16="http://schemas.microsoft.com/office/drawing/2014/main" xmlns="" id="{5FF08725-A026-3F4F-AD7F-272FADC25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0" name="Rectangle 199">
              <a:extLst>
                <a:ext uri="{FF2B5EF4-FFF2-40B4-BE49-F238E27FC236}">
                  <a16:creationId xmlns:a16="http://schemas.microsoft.com/office/drawing/2014/main" xmlns="" id="{8AA7B66A-2CBB-2E47-80EB-79369D65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1" name="Rectangle 200">
              <a:extLst>
                <a:ext uri="{FF2B5EF4-FFF2-40B4-BE49-F238E27FC236}">
                  <a16:creationId xmlns:a16="http://schemas.microsoft.com/office/drawing/2014/main" xmlns="" id="{018E5E89-C605-0C48-BE5E-A34A2400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2" name="Group 201">
              <a:extLst>
                <a:ext uri="{FF2B5EF4-FFF2-40B4-BE49-F238E27FC236}">
                  <a16:creationId xmlns:a16="http://schemas.microsoft.com/office/drawing/2014/main" xmlns="" id="{0966AC81-07B8-E14A-BAA7-22C95C7F8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68" name="AutoShape 202">
                <a:extLst>
                  <a:ext uri="{FF2B5EF4-FFF2-40B4-BE49-F238E27FC236}">
                    <a16:creationId xmlns:a16="http://schemas.microsoft.com/office/drawing/2014/main" xmlns="" id="{5F819351-A69B-9941-940C-349769D36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9" name="AutoShape 203">
                <a:extLst>
                  <a:ext uri="{FF2B5EF4-FFF2-40B4-BE49-F238E27FC236}">
                    <a16:creationId xmlns:a16="http://schemas.microsoft.com/office/drawing/2014/main" xmlns="" id="{BFA9F2AA-7AE3-FF4B-967C-B9E2CADA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3" name="Freeform 204">
              <a:extLst>
                <a:ext uri="{FF2B5EF4-FFF2-40B4-BE49-F238E27FC236}">
                  <a16:creationId xmlns:a16="http://schemas.microsoft.com/office/drawing/2014/main" xmlns="" id="{8591C078-367E-8846-AE18-57822035D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4" name="Group 205">
              <a:extLst>
                <a:ext uri="{FF2B5EF4-FFF2-40B4-BE49-F238E27FC236}">
                  <a16:creationId xmlns:a16="http://schemas.microsoft.com/office/drawing/2014/main" xmlns="" id="{5FBF9D2A-7073-3241-B1BE-80315AD67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66" name="AutoShape 206">
                <a:extLst>
                  <a:ext uri="{FF2B5EF4-FFF2-40B4-BE49-F238E27FC236}">
                    <a16:creationId xmlns:a16="http://schemas.microsoft.com/office/drawing/2014/main" xmlns="" id="{50A69CAB-1A9D-764D-A301-38CB4AB50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7" name="AutoShape 207">
                <a:extLst>
                  <a:ext uri="{FF2B5EF4-FFF2-40B4-BE49-F238E27FC236}">
                    <a16:creationId xmlns:a16="http://schemas.microsoft.com/office/drawing/2014/main" xmlns="" id="{A40FFDE9-6F48-8D40-9ACC-0075A43FD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5" name="Rectangle 208">
              <a:extLst>
                <a:ext uri="{FF2B5EF4-FFF2-40B4-BE49-F238E27FC236}">
                  <a16:creationId xmlns:a16="http://schemas.microsoft.com/office/drawing/2014/main" xmlns="" id="{4939E403-BAAF-7740-9D06-F85AF207A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6" name="Freeform 209">
              <a:extLst>
                <a:ext uri="{FF2B5EF4-FFF2-40B4-BE49-F238E27FC236}">
                  <a16:creationId xmlns:a16="http://schemas.microsoft.com/office/drawing/2014/main" xmlns="" id="{9CFAF5A6-0089-3A4D-A737-EB7943AF5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7" name="Freeform 210">
              <a:extLst>
                <a:ext uri="{FF2B5EF4-FFF2-40B4-BE49-F238E27FC236}">
                  <a16:creationId xmlns:a16="http://schemas.microsoft.com/office/drawing/2014/main" xmlns="" id="{BB6D7824-538E-7242-AAF3-ED996B971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8" name="Oval 211">
              <a:extLst>
                <a:ext uri="{FF2B5EF4-FFF2-40B4-BE49-F238E27FC236}">
                  <a16:creationId xmlns:a16="http://schemas.microsoft.com/office/drawing/2014/main" xmlns="" id="{3E4397CD-C96C-0B4E-BD03-383F30EF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9" name="Freeform 212">
              <a:extLst>
                <a:ext uri="{FF2B5EF4-FFF2-40B4-BE49-F238E27FC236}">
                  <a16:creationId xmlns:a16="http://schemas.microsoft.com/office/drawing/2014/main" xmlns="" id="{277A6DC5-F29C-DC40-9896-6B2D357A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0" name="AutoShape 213">
              <a:extLst>
                <a:ext uri="{FF2B5EF4-FFF2-40B4-BE49-F238E27FC236}">
                  <a16:creationId xmlns:a16="http://schemas.microsoft.com/office/drawing/2014/main" xmlns="" id="{E3FA15CF-EFC6-FD4E-9002-2CF1C1E13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1" name="AutoShape 214">
              <a:extLst>
                <a:ext uri="{FF2B5EF4-FFF2-40B4-BE49-F238E27FC236}">
                  <a16:creationId xmlns:a16="http://schemas.microsoft.com/office/drawing/2014/main" xmlns="" id="{CCECAEDD-8237-794F-9E2D-46763A7A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2" name="Oval 215">
              <a:extLst>
                <a:ext uri="{FF2B5EF4-FFF2-40B4-BE49-F238E27FC236}">
                  <a16:creationId xmlns:a16="http://schemas.microsoft.com/office/drawing/2014/main" xmlns="" id="{AE6B1F3E-B8FB-7547-9217-F09ADBEA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3" name="Oval 216">
              <a:extLst>
                <a:ext uri="{FF2B5EF4-FFF2-40B4-BE49-F238E27FC236}">
                  <a16:creationId xmlns:a16="http://schemas.microsoft.com/office/drawing/2014/main" xmlns="" id="{4319B324-32C6-F449-A18D-0F337E575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364" name="Oval 217">
              <a:extLst>
                <a:ext uri="{FF2B5EF4-FFF2-40B4-BE49-F238E27FC236}">
                  <a16:creationId xmlns:a16="http://schemas.microsoft.com/office/drawing/2014/main" xmlns="" id="{F5225836-0C76-B346-8701-A3313229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5" name="Rectangle 218">
              <a:extLst>
                <a:ext uri="{FF2B5EF4-FFF2-40B4-BE49-F238E27FC236}">
                  <a16:creationId xmlns:a16="http://schemas.microsoft.com/office/drawing/2014/main" xmlns="" id="{52D4ECE6-91B2-404C-88C9-04B5ABAB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6" name="Slide Number Placeholder 3">
            <a:extLst>
              <a:ext uri="{FF2B5EF4-FFF2-40B4-BE49-F238E27FC236}">
                <a16:creationId xmlns:a16="http://schemas.microsoft.com/office/drawing/2014/main" xmlns="" id="{FEF1B6EF-B8A5-2041-9C60-52DC336233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8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54 -0.01412 L 0.13802 -0.01343 L 0.28946 -0.30648 L -0.0306 -0.30949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97" y="-1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" grpId="0" build="p"/>
      <p:bldP spid="1307" grpId="0" build="p"/>
      <p:bldP spid="148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971</Words>
  <Application>Microsoft Macintosh PowerPoint</Application>
  <PresentationFormat>Widescreen</PresentationFormat>
  <Paragraphs>200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Comic Sans MS</vt:lpstr>
      <vt:lpstr>Gill Sans MT</vt:lpstr>
      <vt:lpstr>ＭＳ Ｐゴシック</vt:lpstr>
      <vt:lpstr>Tahoma</vt:lpstr>
      <vt:lpstr>Wingdings</vt:lpstr>
      <vt:lpstr>Office Theme</vt:lpstr>
      <vt:lpstr>IT694 Computer Networks</vt:lpstr>
      <vt:lpstr>NAT: network address translation</vt:lpstr>
      <vt:lpstr>NAT: network address translation</vt:lpstr>
      <vt:lpstr>NAT: network address translation</vt:lpstr>
      <vt:lpstr>NAT: network address translation</vt:lpstr>
      <vt:lpstr>DHCP: Dynamic Host Configuration Protocol</vt:lpstr>
      <vt:lpstr>DHCP client-server scenario</vt:lpstr>
      <vt:lpstr>DHCP client-server scenario</vt:lpstr>
      <vt:lpstr>DHCP: more than IP addresses</vt:lpstr>
      <vt:lpstr>DHCP: example</vt:lpstr>
      <vt:lpstr>DHCP: example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1</cp:revision>
  <dcterms:created xsi:type="dcterms:W3CDTF">2026-04-10T04:03:44Z</dcterms:created>
  <dcterms:modified xsi:type="dcterms:W3CDTF">2026-04-10T04:09:11Z</dcterms:modified>
</cp:coreProperties>
</file>