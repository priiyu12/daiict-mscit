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5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154"/>
  </p:normalViewPr>
  <p:slideViewPr>
    <p:cSldViewPr snapToGrid="0" snapToObjects="1">
      <p:cViewPr varScale="1">
        <p:scale>
          <a:sx n="122" d="100"/>
          <a:sy n="122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FF9C3-5183-D743-866E-F026E7C29C2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AADAE-9667-0C4E-91BF-6661936E4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91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087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70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907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270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84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792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57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0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9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4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7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4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73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0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4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7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FB8E1-32ED-7441-95C4-EEB0161B9D48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90A93-1B95-8C4A-8B56-1F96E76EC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7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Week14_Lec1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56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xmlns="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xmlns="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xmlns="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xmlns="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xmlns="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xmlns="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xmlns="" id="{8B460DB4-2E41-9844-826F-488395C6C560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xmlns="" id="{32C4E5F4-2A2C-9E42-A028-6DEA491E3C1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xmlns="" id="{F1FDA34C-BC22-6549-ABE6-7CA9EDA7B96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xmlns="" id="{48E45613-CBE7-1648-828B-CAEFD720C47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xmlns="" id="{D57886AC-E8C4-3246-BD89-10FDFDE40AE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xmlns="" id="{22105952-B3F3-094E-9618-25D0F352CF2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xmlns="" id="{ABB6A2FC-66F1-2B48-B42F-38FFB2C0130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xmlns="" id="{2ABB5AB9-B4B7-0646-954A-85D6C76964C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Virtual LANs (VLANs): motivation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xmlns="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xmlns="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xmlns="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xmlns="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xmlns="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xmlns="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xmlns="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xmlns="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xmlns="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xmlns="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xmlns="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xmlns="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xmlns="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xmlns="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xmlns="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xmlns="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xmlns="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xmlns="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xmlns="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xmlns="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xmlns="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xmlns="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xmlns="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xmlns="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xmlns="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xmlns="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xmlns="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xmlns="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xmlns="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xmlns="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xmlns="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xmlns="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xmlns="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xmlns="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xmlns="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xmlns="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xmlns="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xmlns="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xmlns="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xmlns="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xmlns="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xmlns="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xmlns="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xmlns="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xmlns="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xmlns="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xmlns="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xmlns="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xmlns="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xmlns="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xmlns="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xmlns="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xmlns="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xmlns="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xmlns="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xmlns="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xmlns="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xmlns="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xmlns="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xmlns="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xmlns="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xmlns="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xmlns="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xmlns="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xmlns="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xmlns="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xmlns="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xmlns="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xmlns="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xmlns="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xmlns="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xmlns="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xmlns="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xmlns="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xmlns="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xmlns="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xmlns="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xmlns="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xmlns="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xmlns="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xmlns="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xmlns="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xmlns="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xmlns="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xmlns="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xmlns="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xmlns="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xmlns="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xmlns="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xmlns="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xmlns="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xmlns="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xmlns="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xmlns="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xmlns="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xmlns="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xmlns="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xmlns="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xmlns="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xmlns="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xmlns="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xmlns="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xmlns="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xmlns="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xmlns="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xmlns="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xmlns="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xmlns="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xmlns="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xmlns="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xmlns="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xmlns="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xmlns="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xmlns="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xmlns="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xmlns="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xmlns="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xmlns="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xmlns="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xmlns="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xmlns="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xmlns="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xmlns="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xmlns="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xmlns="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xmlns="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xmlns="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xmlns="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xmlns="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xmlns="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xmlns="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xmlns="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xmlns="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xmlns="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xmlns="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xmlns="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xmlns="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xmlns="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90E4507-2CDA-014C-9F4F-8030F04F859E}"/>
              </a:ext>
            </a:extLst>
          </p:cNvPr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906BD4-1D3D-4844-8259-6DAD4A12C76B}"/>
              </a:ext>
            </a:extLst>
          </p:cNvPr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00A8A98-CA9C-0447-A884-8B9F07077C06}"/>
              </a:ext>
            </a:extLst>
          </p:cNvPr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xmlns="" id="{FAF7F944-BF94-374F-9872-EC0AA6C7AB53}"/>
                </a:ext>
              </a:extLst>
            </p:cNvPr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xmlns="" id="{B08275E2-D861-284C-8508-F089B5612D6A}"/>
                </a:ext>
              </a:extLst>
            </p:cNvPr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EE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xmlns="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xmlns="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xmlns="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xmlns="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xmlns="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xmlns="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xmlns="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xmlns="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xmlns="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xmlns="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xmlns="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xmlns="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xmlns="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xmlns="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xmlns="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xmlns="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xmlns="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xmlns="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xmlns="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xmlns="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5" name="Rectangle 3">
            <a:extLst>
              <a:ext uri="{FF2B5EF4-FFF2-40B4-BE49-F238E27FC236}">
                <a16:creationId xmlns:a16="http://schemas.microsoft.com/office/drawing/2014/main" xmlns="" id="{C74D79B8-BA81-D94D-AF07-7D15F971D3CB}"/>
              </a:ext>
            </a:extLst>
          </p:cNvPr>
          <p:cNvSpPr txBox="1">
            <a:spLocks noChangeArrowheads="1"/>
          </p:cNvSpPr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598900-434E-1D40-BAB0-BA6898679488}"/>
              </a:ext>
            </a:extLst>
          </p:cNvPr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LAN sizes scale, users change point of attachment?</a:t>
            </a:r>
          </a:p>
        </p:txBody>
      </p:sp>
      <p:sp>
        <p:nvSpPr>
          <p:cNvPr id="226" name="Rectangle 3">
            <a:extLst>
              <a:ext uri="{FF2B5EF4-FFF2-40B4-BE49-F238E27FC236}">
                <a16:creationId xmlns:a16="http://schemas.microsoft.com/office/drawing/2014/main" xmlns="" id="{B5E87D09-B4E1-9944-B1E2-83C4CDFFD608}"/>
              </a:ext>
            </a:extLst>
          </p:cNvPr>
          <p:cNvSpPr txBox="1">
            <a:spLocks noChangeArrowheads="1"/>
          </p:cNvSpPr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 broadcast domain: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scaling: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layer-2 broadcast traffic (ARP, DHCP, unknown MAC) must cross entire LAN 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efficiency, security, privacy issues</a:t>
            </a:r>
          </a:p>
        </p:txBody>
      </p:sp>
    </p:spTree>
    <p:extLst>
      <p:ext uri="{BB962C8B-B14F-4D97-AF65-F5344CB8AC3E}">
        <p14:creationId xmlns:p14="http://schemas.microsoft.com/office/powerpoint/2010/main" val="213012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xmlns="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455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xmlns="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xmlns="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xmlns="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xmlns="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xmlns="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xmlns="" id="{8B460DB4-2E41-9844-826F-488395C6C560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xmlns="" id="{32C4E5F4-2A2C-9E42-A028-6DEA491E3C1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xmlns="" id="{F1FDA34C-BC22-6549-ABE6-7CA9EDA7B96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xmlns="" id="{48E45613-CBE7-1648-828B-CAEFD720C47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xmlns="" id="{D57886AC-E8C4-3246-BD89-10FDFDE40AE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xmlns="" id="{22105952-B3F3-094E-9618-25D0F352CF2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xmlns="" id="{ABB6A2FC-66F1-2B48-B42F-38FFB2C0130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xmlns="" id="{2ABB5AB9-B4B7-0646-954A-85D6C76964C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Virtual LANs (VLANs): motivation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xmlns="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xmlns="" id="{919CCB5A-F7A6-3041-8DED-98B562399C29}"/>
              </a:ext>
            </a:extLst>
          </p:cNvPr>
          <p:cNvSpPr txBox="1">
            <a:spLocks noChangeArrowheads="1"/>
          </p:cNvSpPr>
          <p:nvPr/>
        </p:nvSpPr>
        <p:spPr>
          <a:xfrm>
            <a:off x="6284890" y="4378817"/>
            <a:ext cx="5589431" cy="2324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administrative issues: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60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 user moves office to EE -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physically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attached to EE switch, but wants to remain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logically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attached to CS switch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xmlns="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xmlns="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xmlns="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xmlns="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xmlns="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xmlns="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xmlns="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xmlns="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xmlns="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xmlns="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xmlns="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xmlns="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xmlns="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xmlns="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5" name="Line 22">
            <a:extLst>
              <a:ext uri="{FF2B5EF4-FFF2-40B4-BE49-F238E27FC236}">
                <a16:creationId xmlns:a16="http://schemas.microsoft.com/office/drawing/2014/main" xmlns="" id="{0819FCB6-D17A-F548-A572-089E84081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2884" y="4811498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xmlns="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xmlns="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xmlns="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xmlns="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xmlns="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xmlns="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xmlns="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xmlns="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xmlns="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xmlns="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xmlns="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xmlns="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xmlns="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xmlns="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xmlns="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xmlns="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xmlns="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xmlns="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xmlns="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xmlns="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xmlns="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xmlns="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xmlns="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xmlns="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xmlns="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xmlns="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xmlns="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xmlns="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xmlns="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xmlns="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xmlns="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xmlns="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xmlns="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xmlns="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xmlns="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xmlns="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xmlns="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xmlns="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xmlns="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xmlns="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xmlns="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xmlns="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xmlns="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xmlns="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xmlns="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xmlns="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xmlns="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xmlns="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xmlns="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xmlns="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xmlns="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xmlns="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xmlns="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xmlns="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xmlns="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xmlns="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xmlns="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xmlns="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xmlns="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xmlns="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xmlns="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xmlns="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xmlns="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xmlns="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xmlns="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xmlns="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xmlns="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xmlns="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xmlns="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xmlns="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xmlns="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xmlns="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xmlns="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xmlns="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xmlns="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xmlns="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xmlns="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xmlns="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xmlns="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xmlns="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xmlns="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xmlns="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xmlns="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xmlns="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xmlns="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xmlns="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xmlns="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xmlns="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xmlns="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xmlns="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xmlns="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xmlns="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xmlns="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xmlns="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xmlns="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xmlns="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xmlns="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xmlns="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xmlns="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xmlns="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xmlns="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xmlns="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xmlns="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xmlns="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xmlns="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xmlns="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xmlns="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xmlns="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xmlns="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xmlns="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xmlns="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xmlns="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xmlns="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xmlns="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xmlns="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xmlns="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xmlns="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xmlns="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xmlns="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xmlns="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xmlns="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xmlns="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xmlns="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xmlns="" id="{8238E296-799C-104B-9D2A-5B14B9D6E997}"/>
              </a:ext>
            </a:extLst>
          </p:cNvPr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w="19050">
            <a:solidFill>
              <a:srgbClr val="000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703E46E3-5EEE-1249-846B-83D8E9F883A8}"/>
              </a:ext>
            </a:extLst>
          </p:cNvPr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90E4507-2CDA-014C-9F4F-8030F04F859E}"/>
              </a:ext>
            </a:extLst>
          </p:cNvPr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906BD4-1D3D-4844-8259-6DAD4A12C76B}"/>
              </a:ext>
            </a:extLst>
          </p:cNvPr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00A8A98-CA9C-0447-A884-8B9F07077C06}"/>
              </a:ext>
            </a:extLst>
          </p:cNvPr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xmlns="" id="{FAF7F944-BF94-374F-9872-EC0AA6C7AB53}"/>
                </a:ext>
              </a:extLst>
            </p:cNvPr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xmlns="" id="{B08275E2-D861-284C-8508-F089B5612D6A}"/>
                </a:ext>
              </a:extLst>
            </p:cNvPr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EE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xmlns="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xmlns="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xmlns="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xmlns="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xmlns="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xmlns="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xmlns="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xmlns="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9FC0C12D-791A-7C43-97DF-19F78F6E6F59}"/>
              </a:ext>
            </a:extLst>
          </p:cNvPr>
          <p:cNvGrpSpPr/>
          <p:nvPr/>
        </p:nvGrpSpPr>
        <p:grpSpPr>
          <a:xfrm>
            <a:off x="1720833" y="3315547"/>
            <a:ext cx="3403617" cy="1758103"/>
            <a:chOff x="1720833" y="3315547"/>
            <a:chExt cx="3403617" cy="17581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6F47139A-F594-B04E-B78D-A318DF9F601B}"/>
                </a:ext>
              </a:extLst>
            </p:cNvPr>
            <p:cNvGrpSpPr/>
            <p:nvPr/>
          </p:nvGrpSpPr>
          <p:grpSpPr>
            <a:xfrm>
              <a:off x="4692650" y="4630977"/>
              <a:ext cx="431800" cy="442673"/>
              <a:chOff x="4692650" y="4630977"/>
              <a:chExt cx="431800" cy="44267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xmlns="" id="{3DD359C1-18FC-7B46-9593-FA90AF3DE450}"/>
                  </a:ext>
                </a:extLst>
              </p:cNvPr>
              <p:cNvSpPr/>
              <p:nvPr/>
            </p:nvSpPr>
            <p:spPr>
              <a:xfrm>
                <a:off x="4692650" y="4654550"/>
                <a:ext cx="431800" cy="4191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2A99D692-EA7A-D04C-BBFE-C84313A8C55F}"/>
                  </a:ext>
                </a:extLst>
              </p:cNvPr>
              <p:cNvSpPr/>
              <p:nvPr/>
            </p:nvSpPr>
            <p:spPr>
              <a:xfrm rot="1672634">
                <a:off x="4708332" y="4630977"/>
                <a:ext cx="100405" cy="275301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CFD28509-F617-F84F-9927-F274B4E6008F}"/>
                </a:ext>
              </a:extLst>
            </p:cNvPr>
            <p:cNvGrpSpPr/>
            <p:nvPr/>
          </p:nvGrpSpPr>
          <p:grpSpPr>
            <a:xfrm>
              <a:off x="1720833" y="3315547"/>
              <a:ext cx="3138635" cy="1350613"/>
              <a:chOff x="1720833" y="3315547"/>
              <a:chExt cx="3138635" cy="135061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5E4B625D-8128-5940-A225-2922C6D629EE}"/>
                  </a:ext>
                </a:extLst>
              </p:cNvPr>
              <p:cNvSpPr/>
              <p:nvPr/>
            </p:nvSpPr>
            <p:spPr>
              <a:xfrm rot="959039">
                <a:off x="1720833" y="4041748"/>
                <a:ext cx="595424" cy="136164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xmlns="" id="{9858C4E2-CD6B-204D-A889-E8BC78094E5C}"/>
                  </a:ext>
                </a:extLst>
              </p:cNvPr>
              <p:cNvSpPr/>
              <p:nvPr/>
            </p:nvSpPr>
            <p:spPr>
              <a:xfrm>
                <a:off x="1831800" y="3315547"/>
                <a:ext cx="3027668" cy="1350613"/>
              </a:xfrm>
              <a:custGeom>
                <a:avLst/>
                <a:gdLst>
                  <a:gd name="connsiteX0" fmla="*/ 2579570 w 2579570"/>
                  <a:gd name="connsiteY0" fmla="*/ 1087655 h 1087655"/>
                  <a:gd name="connsiteX1" fmla="*/ 2314876 w 2579570"/>
                  <a:gd name="connsiteY1" fmla="*/ 774834 h 1087655"/>
                  <a:gd name="connsiteX2" fmla="*/ 1525604 w 2579570"/>
                  <a:gd name="connsiteY2" fmla="*/ 28876 h 1087655"/>
                  <a:gd name="connsiteX3" fmla="*/ 322446 w 2579570"/>
                  <a:gd name="connsiteY3" fmla="*/ 0 h 1087655"/>
                  <a:gd name="connsiteX4" fmla="*/ 0 w 2579570"/>
                  <a:gd name="connsiteY4" fmla="*/ 250257 h 1087655"/>
                  <a:gd name="connsiteX5" fmla="*/ 158817 w 2579570"/>
                  <a:gd name="connsiteY5" fmla="*/ 409074 h 1087655"/>
                  <a:gd name="connsiteX0" fmla="*/ 2579570 w 2579570"/>
                  <a:gd name="connsiteY0" fmla="*/ 1136124 h 1136124"/>
                  <a:gd name="connsiteX1" fmla="*/ 2314876 w 2579570"/>
                  <a:gd name="connsiteY1" fmla="*/ 823303 h 1136124"/>
                  <a:gd name="connsiteX2" fmla="*/ 1525604 w 2579570"/>
                  <a:gd name="connsiteY2" fmla="*/ 77345 h 1136124"/>
                  <a:gd name="connsiteX3" fmla="*/ 322446 w 2579570"/>
                  <a:gd name="connsiteY3" fmla="*/ 48469 h 1136124"/>
                  <a:gd name="connsiteX4" fmla="*/ 0 w 2579570"/>
                  <a:gd name="connsiteY4" fmla="*/ 298726 h 1136124"/>
                  <a:gd name="connsiteX5" fmla="*/ 158817 w 2579570"/>
                  <a:gd name="connsiteY5" fmla="*/ 457543 h 1136124"/>
                  <a:gd name="connsiteX0" fmla="*/ 2579570 w 2579570"/>
                  <a:gd name="connsiteY0" fmla="*/ 1152990 h 1152990"/>
                  <a:gd name="connsiteX1" fmla="*/ 2314876 w 2579570"/>
                  <a:gd name="connsiteY1" fmla="*/ 840169 h 1152990"/>
                  <a:gd name="connsiteX2" fmla="*/ 1525604 w 2579570"/>
                  <a:gd name="connsiteY2" fmla="*/ 94211 h 1152990"/>
                  <a:gd name="connsiteX3" fmla="*/ 322446 w 2579570"/>
                  <a:gd name="connsiteY3" fmla="*/ 65335 h 1152990"/>
                  <a:gd name="connsiteX4" fmla="*/ 0 w 2579570"/>
                  <a:gd name="connsiteY4" fmla="*/ 315592 h 1152990"/>
                  <a:gd name="connsiteX5" fmla="*/ 158817 w 2579570"/>
                  <a:gd name="connsiteY5" fmla="*/ 474409 h 1152990"/>
                  <a:gd name="connsiteX0" fmla="*/ 2609416 w 2609416"/>
                  <a:gd name="connsiteY0" fmla="*/ 1152990 h 1152990"/>
                  <a:gd name="connsiteX1" fmla="*/ 2344722 w 2609416"/>
                  <a:gd name="connsiteY1" fmla="*/ 840169 h 1152990"/>
                  <a:gd name="connsiteX2" fmla="*/ 1555450 w 2609416"/>
                  <a:gd name="connsiteY2" fmla="*/ 94211 h 1152990"/>
                  <a:gd name="connsiteX3" fmla="*/ 352292 w 2609416"/>
                  <a:gd name="connsiteY3" fmla="*/ 65335 h 1152990"/>
                  <a:gd name="connsiteX4" fmla="*/ 29846 w 2609416"/>
                  <a:gd name="connsiteY4" fmla="*/ 315592 h 1152990"/>
                  <a:gd name="connsiteX5" fmla="*/ 188663 w 2609416"/>
                  <a:gd name="connsiteY5" fmla="*/ 474409 h 1152990"/>
                  <a:gd name="connsiteX0" fmla="*/ 2580324 w 2580324"/>
                  <a:gd name="connsiteY0" fmla="*/ 1152990 h 1152990"/>
                  <a:gd name="connsiteX1" fmla="*/ 2315630 w 2580324"/>
                  <a:gd name="connsiteY1" fmla="*/ 840169 h 1152990"/>
                  <a:gd name="connsiteX2" fmla="*/ 1526358 w 2580324"/>
                  <a:gd name="connsiteY2" fmla="*/ 94211 h 1152990"/>
                  <a:gd name="connsiteX3" fmla="*/ 323200 w 2580324"/>
                  <a:gd name="connsiteY3" fmla="*/ 65335 h 1152990"/>
                  <a:gd name="connsiteX4" fmla="*/ 754 w 2580324"/>
                  <a:gd name="connsiteY4" fmla="*/ 315592 h 1152990"/>
                  <a:gd name="connsiteX5" fmla="*/ 159571 w 2580324"/>
                  <a:gd name="connsiteY5" fmla="*/ 474409 h 1152990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36935 h 1136935"/>
                  <a:gd name="connsiteX1" fmla="*/ 2277458 w 2542152"/>
                  <a:gd name="connsiteY1" fmla="*/ 824114 h 1136935"/>
                  <a:gd name="connsiteX2" fmla="*/ 1488186 w 2542152"/>
                  <a:gd name="connsiteY2" fmla="*/ 78156 h 1136935"/>
                  <a:gd name="connsiteX3" fmla="*/ 285028 w 2542152"/>
                  <a:gd name="connsiteY3" fmla="*/ 49280 h 1136935"/>
                  <a:gd name="connsiteX4" fmla="*/ 1083 w 2542152"/>
                  <a:gd name="connsiteY4" fmla="*/ 313975 h 1136935"/>
                  <a:gd name="connsiteX5" fmla="*/ 121399 w 2542152"/>
                  <a:gd name="connsiteY5" fmla="*/ 458354 h 1136935"/>
                  <a:gd name="connsiteX0" fmla="*/ 2542152 w 2542152"/>
                  <a:gd name="connsiteY0" fmla="*/ 1123846 h 1123846"/>
                  <a:gd name="connsiteX1" fmla="*/ 2277458 w 2542152"/>
                  <a:gd name="connsiteY1" fmla="*/ 811025 h 1123846"/>
                  <a:gd name="connsiteX2" fmla="*/ 1488186 w 2542152"/>
                  <a:gd name="connsiteY2" fmla="*/ 65067 h 1123846"/>
                  <a:gd name="connsiteX3" fmla="*/ 309091 w 2542152"/>
                  <a:gd name="connsiteY3" fmla="*/ 65067 h 1123846"/>
                  <a:gd name="connsiteX4" fmla="*/ 1083 w 2542152"/>
                  <a:gd name="connsiteY4" fmla="*/ 300886 h 1123846"/>
                  <a:gd name="connsiteX5" fmla="*/ 121399 w 2542152"/>
                  <a:gd name="connsiteY5" fmla="*/ 445265 h 1123846"/>
                  <a:gd name="connsiteX0" fmla="*/ 2542152 w 2542152"/>
                  <a:gd name="connsiteY0" fmla="*/ 1128000 h 1128000"/>
                  <a:gd name="connsiteX1" fmla="*/ 2277458 w 2542152"/>
                  <a:gd name="connsiteY1" fmla="*/ 815179 h 1128000"/>
                  <a:gd name="connsiteX2" fmla="*/ 1488186 w 2542152"/>
                  <a:gd name="connsiteY2" fmla="*/ 69221 h 1128000"/>
                  <a:gd name="connsiteX3" fmla="*/ 309091 w 2542152"/>
                  <a:gd name="connsiteY3" fmla="*/ 69221 h 1128000"/>
                  <a:gd name="connsiteX4" fmla="*/ 1083 w 2542152"/>
                  <a:gd name="connsiteY4" fmla="*/ 305040 h 1128000"/>
                  <a:gd name="connsiteX5" fmla="*/ 121399 w 2542152"/>
                  <a:gd name="connsiteY5" fmla="*/ 449419 h 1128000"/>
                  <a:gd name="connsiteX0" fmla="*/ 2542152 w 2542152"/>
                  <a:gd name="connsiteY0" fmla="*/ 1128000 h 1128000"/>
                  <a:gd name="connsiteX1" fmla="*/ 2277458 w 2542152"/>
                  <a:gd name="connsiteY1" fmla="*/ 815179 h 1128000"/>
                  <a:gd name="connsiteX2" fmla="*/ 1488186 w 2542152"/>
                  <a:gd name="connsiteY2" fmla="*/ 69221 h 1128000"/>
                  <a:gd name="connsiteX3" fmla="*/ 309091 w 2542152"/>
                  <a:gd name="connsiteY3" fmla="*/ 69221 h 1128000"/>
                  <a:gd name="connsiteX4" fmla="*/ 1083 w 2542152"/>
                  <a:gd name="connsiteY4" fmla="*/ 305040 h 1128000"/>
                  <a:gd name="connsiteX5" fmla="*/ 121399 w 2542152"/>
                  <a:gd name="connsiteY5" fmla="*/ 449419 h 1128000"/>
                  <a:gd name="connsiteX0" fmla="*/ 2542152 w 2542152"/>
                  <a:gd name="connsiteY0" fmla="*/ 1120089 h 1120089"/>
                  <a:gd name="connsiteX1" fmla="*/ 2277458 w 2542152"/>
                  <a:gd name="connsiteY1" fmla="*/ 807268 h 1120089"/>
                  <a:gd name="connsiteX2" fmla="*/ 1488186 w 2542152"/>
                  <a:gd name="connsiteY2" fmla="*/ 61310 h 1120089"/>
                  <a:gd name="connsiteX3" fmla="*/ 328342 w 2542152"/>
                  <a:gd name="connsiteY3" fmla="*/ 80560 h 1120089"/>
                  <a:gd name="connsiteX4" fmla="*/ 1083 w 2542152"/>
                  <a:gd name="connsiteY4" fmla="*/ 297129 h 1120089"/>
                  <a:gd name="connsiteX5" fmla="*/ 121399 w 2542152"/>
                  <a:gd name="connsiteY5" fmla="*/ 441508 h 1120089"/>
                  <a:gd name="connsiteX0" fmla="*/ 2542152 w 2542152"/>
                  <a:gd name="connsiteY0" fmla="*/ 1121356 h 1121356"/>
                  <a:gd name="connsiteX1" fmla="*/ 2277458 w 2542152"/>
                  <a:gd name="connsiteY1" fmla="*/ 808535 h 1121356"/>
                  <a:gd name="connsiteX2" fmla="*/ 1488186 w 2542152"/>
                  <a:gd name="connsiteY2" fmla="*/ 62577 h 1121356"/>
                  <a:gd name="connsiteX3" fmla="*/ 328342 w 2542152"/>
                  <a:gd name="connsiteY3" fmla="*/ 81827 h 1121356"/>
                  <a:gd name="connsiteX4" fmla="*/ 1083 w 2542152"/>
                  <a:gd name="connsiteY4" fmla="*/ 298396 h 1121356"/>
                  <a:gd name="connsiteX5" fmla="*/ 121399 w 2542152"/>
                  <a:gd name="connsiteY5" fmla="*/ 442775 h 1121356"/>
                  <a:gd name="connsiteX0" fmla="*/ 2542152 w 2542152"/>
                  <a:gd name="connsiteY0" fmla="*/ 1121356 h 1121356"/>
                  <a:gd name="connsiteX1" fmla="*/ 2277458 w 2542152"/>
                  <a:gd name="connsiteY1" fmla="*/ 808535 h 1121356"/>
                  <a:gd name="connsiteX2" fmla="*/ 1488186 w 2542152"/>
                  <a:gd name="connsiteY2" fmla="*/ 62577 h 1121356"/>
                  <a:gd name="connsiteX3" fmla="*/ 328342 w 2542152"/>
                  <a:gd name="connsiteY3" fmla="*/ 81827 h 1121356"/>
                  <a:gd name="connsiteX4" fmla="*/ 1083 w 2542152"/>
                  <a:gd name="connsiteY4" fmla="*/ 298396 h 1121356"/>
                  <a:gd name="connsiteX5" fmla="*/ 121399 w 2542152"/>
                  <a:gd name="connsiteY5" fmla="*/ 442775 h 1121356"/>
                  <a:gd name="connsiteX0" fmla="*/ 2542152 w 2542152"/>
                  <a:gd name="connsiteY0" fmla="*/ 1121356 h 1121356"/>
                  <a:gd name="connsiteX1" fmla="*/ 2277458 w 2542152"/>
                  <a:gd name="connsiteY1" fmla="*/ 808535 h 1121356"/>
                  <a:gd name="connsiteX2" fmla="*/ 1488186 w 2542152"/>
                  <a:gd name="connsiteY2" fmla="*/ 62577 h 1121356"/>
                  <a:gd name="connsiteX3" fmla="*/ 328342 w 2542152"/>
                  <a:gd name="connsiteY3" fmla="*/ 81827 h 1121356"/>
                  <a:gd name="connsiteX4" fmla="*/ 1083 w 2542152"/>
                  <a:gd name="connsiteY4" fmla="*/ 298396 h 1121356"/>
                  <a:gd name="connsiteX5" fmla="*/ 121399 w 2542152"/>
                  <a:gd name="connsiteY5" fmla="*/ 442775 h 1121356"/>
                  <a:gd name="connsiteX0" fmla="*/ 2542152 w 2542152"/>
                  <a:gd name="connsiteY0" fmla="*/ 1090184 h 1090184"/>
                  <a:gd name="connsiteX1" fmla="*/ 2277458 w 2542152"/>
                  <a:gd name="connsiteY1" fmla="*/ 777363 h 1090184"/>
                  <a:gd name="connsiteX2" fmla="*/ 1488186 w 2542152"/>
                  <a:gd name="connsiteY2" fmla="*/ 31405 h 1090184"/>
                  <a:gd name="connsiteX3" fmla="*/ 328342 w 2542152"/>
                  <a:gd name="connsiteY3" fmla="*/ 50655 h 1090184"/>
                  <a:gd name="connsiteX4" fmla="*/ 1083 w 2542152"/>
                  <a:gd name="connsiteY4" fmla="*/ 267224 h 1090184"/>
                  <a:gd name="connsiteX5" fmla="*/ 121399 w 2542152"/>
                  <a:gd name="connsiteY5" fmla="*/ 411603 h 1090184"/>
                  <a:gd name="connsiteX0" fmla="*/ 2542152 w 2542152"/>
                  <a:gd name="connsiteY0" fmla="*/ 1090184 h 1090184"/>
                  <a:gd name="connsiteX1" fmla="*/ 2277458 w 2542152"/>
                  <a:gd name="connsiteY1" fmla="*/ 777363 h 1090184"/>
                  <a:gd name="connsiteX2" fmla="*/ 1488186 w 2542152"/>
                  <a:gd name="connsiteY2" fmla="*/ 31405 h 1090184"/>
                  <a:gd name="connsiteX3" fmla="*/ 328342 w 2542152"/>
                  <a:gd name="connsiteY3" fmla="*/ 50655 h 1090184"/>
                  <a:gd name="connsiteX4" fmla="*/ 1083 w 2542152"/>
                  <a:gd name="connsiteY4" fmla="*/ 267224 h 1090184"/>
                  <a:gd name="connsiteX5" fmla="*/ 121399 w 2542152"/>
                  <a:gd name="connsiteY5" fmla="*/ 411603 h 1090184"/>
                  <a:gd name="connsiteX0" fmla="*/ 2542152 w 2542152"/>
                  <a:gd name="connsiteY0" fmla="*/ 1096253 h 1096253"/>
                  <a:gd name="connsiteX1" fmla="*/ 2277458 w 2542152"/>
                  <a:gd name="connsiteY1" fmla="*/ 783432 h 1096253"/>
                  <a:gd name="connsiteX2" fmla="*/ 1353432 w 2542152"/>
                  <a:gd name="connsiteY2" fmla="*/ 27849 h 1096253"/>
                  <a:gd name="connsiteX3" fmla="*/ 328342 w 2542152"/>
                  <a:gd name="connsiteY3" fmla="*/ 56724 h 1096253"/>
                  <a:gd name="connsiteX4" fmla="*/ 1083 w 2542152"/>
                  <a:gd name="connsiteY4" fmla="*/ 273293 h 1096253"/>
                  <a:gd name="connsiteX5" fmla="*/ 121399 w 2542152"/>
                  <a:gd name="connsiteY5" fmla="*/ 417672 h 1096253"/>
                  <a:gd name="connsiteX0" fmla="*/ 2542152 w 2542152"/>
                  <a:gd name="connsiteY0" fmla="*/ 1110529 h 1110529"/>
                  <a:gd name="connsiteX1" fmla="*/ 2277458 w 2542152"/>
                  <a:gd name="connsiteY1" fmla="*/ 797708 h 1110529"/>
                  <a:gd name="connsiteX2" fmla="*/ 1353432 w 2542152"/>
                  <a:gd name="connsiteY2" fmla="*/ 42125 h 1110529"/>
                  <a:gd name="connsiteX3" fmla="*/ 328342 w 2542152"/>
                  <a:gd name="connsiteY3" fmla="*/ 71000 h 1110529"/>
                  <a:gd name="connsiteX4" fmla="*/ 1083 w 2542152"/>
                  <a:gd name="connsiteY4" fmla="*/ 287569 h 1110529"/>
                  <a:gd name="connsiteX5" fmla="*/ 121399 w 2542152"/>
                  <a:gd name="connsiteY5" fmla="*/ 431948 h 1110529"/>
                  <a:gd name="connsiteX0" fmla="*/ 2542152 w 2542152"/>
                  <a:gd name="connsiteY0" fmla="*/ 1144442 h 1144442"/>
                  <a:gd name="connsiteX1" fmla="*/ 2277458 w 2542152"/>
                  <a:gd name="connsiteY1" fmla="*/ 831621 h 1144442"/>
                  <a:gd name="connsiteX2" fmla="*/ 1353432 w 2542152"/>
                  <a:gd name="connsiteY2" fmla="*/ 76038 h 1144442"/>
                  <a:gd name="connsiteX3" fmla="*/ 309091 w 2542152"/>
                  <a:gd name="connsiteY3" fmla="*/ 95288 h 1144442"/>
                  <a:gd name="connsiteX4" fmla="*/ 1083 w 2542152"/>
                  <a:gd name="connsiteY4" fmla="*/ 321482 h 1144442"/>
                  <a:gd name="connsiteX5" fmla="*/ 121399 w 2542152"/>
                  <a:gd name="connsiteY5" fmla="*/ 465861 h 1144442"/>
                  <a:gd name="connsiteX0" fmla="*/ 2541959 w 2541959"/>
                  <a:gd name="connsiteY0" fmla="*/ 1144442 h 1144442"/>
                  <a:gd name="connsiteX1" fmla="*/ 2277265 w 2541959"/>
                  <a:gd name="connsiteY1" fmla="*/ 831621 h 1144442"/>
                  <a:gd name="connsiteX2" fmla="*/ 1353239 w 2541959"/>
                  <a:gd name="connsiteY2" fmla="*/ 76038 h 1144442"/>
                  <a:gd name="connsiteX3" fmla="*/ 308898 w 2541959"/>
                  <a:gd name="connsiteY3" fmla="*/ 95288 h 1144442"/>
                  <a:gd name="connsiteX4" fmla="*/ 890 w 2541959"/>
                  <a:gd name="connsiteY4" fmla="*/ 321482 h 1144442"/>
                  <a:gd name="connsiteX5" fmla="*/ 140456 w 2541959"/>
                  <a:gd name="connsiteY5" fmla="*/ 470674 h 1144442"/>
                  <a:gd name="connsiteX0" fmla="*/ 2541959 w 2541959"/>
                  <a:gd name="connsiteY0" fmla="*/ 1144442 h 1144442"/>
                  <a:gd name="connsiteX1" fmla="*/ 2277265 w 2541959"/>
                  <a:gd name="connsiteY1" fmla="*/ 831621 h 1144442"/>
                  <a:gd name="connsiteX2" fmla="*/ 1353239 w 2541959"/>
                  <a:gd name="connsiteY2" fmla="*/ 76038 h 1144442"/>
                  <a:gd name="connsiteX3" fmla="*/ 308898 w 2541959"/>
                  <a:gd name="connsiteY3" fmla="*/ 95288 h 1144442"/>
                  <a:gd name="connsiteX4" fmla="*/ 890 w 2541959"/>
                  <a:gd name="connsiteY4" fmla="*/ 321482 h 1144442"/>
                  <a:gd name="connsiteX5" fmla="*/ 140456 w 2541959"/>
                  <a:gd name="connsiteY5" fmla="*/ 470674 h 1144442"/>
                  <a:gd name="connsiteX0" fmla="*/ 2549067 w 2549067"/>
                  <a:gd name="connsiteY0" fmla="*/ 1144442 h 1144442"/>
                  <a:gd name="connsiteX1" fmla="*/ 2284373 w 2549067"/>
                  <a:gd name="connsiteY1" fmla="*/ 831621 h 1144442"/>
                  <a:gd name="connsiteX2" fmla="*/ 1360347 w 2549067"/>
                  <a:gd name="connsiteY2" fmla="*/ 76038 h 1144442"/>
                  <a:gd name="connsiteX3" fmla="*/ 316006 w 2549067"/>
                  <a:gd name="connsiteY3" fmla="*/ 95288 h 1144442"/>
                  <a:gd name="connsiteX4" fmla="*/ 7998 w 2549067"/>
                  <a:gd name="connsiteY4" fmla="*/ 321482 h 1144442"/>
                  <a:gd name="connsiteX5" fmla="*/ 147564 w 2549067"/>
                  <a:gd name="connsiteY5" fmla="*/ 470674 h 1144442"/>
                  <a:gd name="connsiteX0" fmla="*/ 2530309 w 2530309"/>
                  <a:gd name="connsiteY0" fmla="*/ 1126668 h 1126668"/>
                  <a:gd name="connsiteX1" fmla="*/ 2265615 w 2530309"/>
                  <a:gd name="connsiteY1" fmla="*/ 813847 h 1126668"/>
                  <a:gd name="connsiteX2" fmla="*/ 1341589 w 2530309"/>
                  <a:gd name="connsiteY2" fmla="*/ 58264 h 1126668"/>
                  <a:gd name="connsiteX3" fmla="*/ 297248 w 2530309"/>
                  <a:gd name="connsiteY3" fmla="*/ 77514 h 1126668"/>
                  <a:gd name="connsiteX4" fmla="*/ 9118 w 2530309"/>
                  <a:gd name="connsiteY4" fmla="*/ 290455 h 1126668"/>
                  <a:gd name="connsiteX5" fmla="*/ 128806 w 2530309"/>
                  <a:gd name="connsiteY5" fmla="*/ 452900 h 1126668"/>
                  <a:gd name="connsiteX0" fmla="*/ 2536092 w 2536092"/>
                  <a:gd name="connsiteY0" fmla="*/ 1126668 h 1126668"/>
                  <a:gd name="connsiteX1" fmla="*/ 2271398 w 2536092"/>
                  <a:gd name="connsiteY1" fmla="*/ 813847 h 1126668"/>
                  <a:gd name="connsiteX2" fmla="*/ 1347372 w 2536092"/>
                  <a:gd name="connsiteY2" fmla="*/ 58264 h 1126668"/>
                  <a:gd name="connsiteX3" fmla="*/ 303031 w 2536092"/>
                  <a:gd name="connsiteY3" fmla="*/ 77514 h 1126668"/>
                  <a:gd name="connsiteX4" fmla="*/ 14901 w 2536092"/>
                  <a:gd name="connsiteY4" fmla="*/ 290455 h 1126668"/>
                  <a:gd name="connsiteX5" fmla="*/ 134589 w 2536092"/>
                  <a:gd name="connsiteY5" fmla="*/ 452900 h 1126668"/>
                  <a:gd name="connsiteX0" fmla="*/ 2529676 w 2529676"/>
                  <a:gd name="connsiteY0" fmla="*/ 1119023 h 1119023"/>
                  <a:gd name="connsiteX1" fmla="*/ 2264982 w 2529676"/>
                  <a:gd name="connsiteY1" fmla="*/ 806202 h 1119023"/>
                  <a:gd name="connsiteX2" fmla="*/ 1340956 w 2529676"/>
                  <a:gd name="connsiteY2" fmla="*/ 50619 h 1119023"/>
                  <a:gd name="connsiteX3" fmla="*/ 362875 w 2529676"/>
                  <a:gd name="connsiteY3" fmla="*/ 93060 h 1119023"/>
                  <a:gd name="connsiteX4" fmla="*/ 8485 w 2529676"/>
                  <a:gd name="connsiteY4" fmla="*/ 282810 h 1119023"/>
                  <a:gd name="connsiteX5" fmla="*/ 128173 w 2529676"/>
                  <a:gd name="connsiteY5" fmla="*/ 445255 h 1119023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26335 h 1126335"/>
                  <a:gd name="connsiteX1" fmla="*/ 2264982 w 2529676"/>
                  <a:gd name="connsiteY1" fmla="*/ 813514 h 1126335"/>
                  <a:gd name="connsiteX2" fmla="*/ 1340956 w 2529676"/>
                  <a:gd name="connsiteY2" fmla="*/ 57931 h 1126335"/>
                  <a:gd name="connsiteX3" fmla="*/ 362875 w 2529676"/>
                  <a:gd name="connsiteY3" fmla="*/ 100372 h 1126335"/>
                  <a:gd name="connsiteX4" fmla="*/ 8485 w 2529676"/>
                  <a:gd name="connsiteY4" fmla="*/ 290122 h 1126335"/>
                  <a:gd name="connsiteX5" fmla="*/ 128173 w 2529676"/>
                  <a:gd name="connsiteY5" fmla="*/ 452567 h 1126335"/>
                  <a:gd name="connsiteX0" fmla="*/ 2529676 w 2529676"/>
                  <a:gd name="connsiteY0" fmla="*/ 1119728 h 1119728"/>
                  <a:gd name="connsiteX1" fmla="*/ 2158965 w 2529676"/>
                  <a:gd name="connsiteY1" fmla="*/ 717455 h 1119728"/>
                  <a:gd name="connsiteX2" fmla="*/ 1340956 w 2529676"/>
                  <a:gd name="connsiteY2" fmla="*/ 51324 h 1119728"/>
                  <a:gd name="connsiteX3" fmla="*/ 362875 w 2529676"/>
                  <a:gd name="connsiteY3" fmla="*/ 93765 h 1119728"/>
                  <a:gd name="connsiteX4" fmla="*/ 8485 w 2529676"/>
                  <a:gd name="connsiteY4" fmla="*/ 283515 h 1119728"/>
                  <a:gd name="connsiteX5" fmla="*/ 128173 w 2529676"/>
                  <a:gd name="connsiteY5" fmla="*/ 445960 h 1119728"/>
                  <a:gd name="connsiteX0" fmla="*/ 2725145 w 2725145"/>
                  <a:gd name="connsiteY0" fmla="*/ 1030276 h 1030276"/>
                  <a:gd name="connsiteX1" fmla="*/ 2158965 w 2725145"/>
                  <a:gd name="connsiteY1" fmla="*/ 717455 h 1030276"/>
                  <a:gd name="connsiteX2" fmla="*/ 1340956 w 2725145"/>
                  <a:gd name="connsiteY2" fmla="*/ 51324 h 1030276"/>
                  <a:gd name="connsiteX3" fmla="*/ 362875 w 2725145"/>
                  <a:gd name="connsiteY3" fmla="*/ 93765 h 1030276"/>
                  <a:gd name="connsiteX4" fmla="*/ 8485 w 2725145"/>
                  <a:gd name="connsiteY4" fmla="*/ 283515 h 1030276"/>
                  <a:gd name="connsiteX5" fmla="*/ 128173 w 2725145"/>
                  <a:gd name="connsiteY5" fmla="*/ 445960 h 1030276"/>
                  <a:gd name="connsiteX0" fmla="*/ 2725145 w 2725145"/>
                  <a:gd name="connsiteY0" fmla="*/ 1030276 h 1036939"/>
                  <a:gd name="connsiteX1" fmla="*/ 2158965 w 2725145"/>
                  <a:gd name="connsiteY1" fmla="*/ 717455 h 1036939"/>
                  <a:gd name="connsiteX2" fmla="*/ 1340956 w 2725145"/>
                  <a:gd name="connsiteY2" fmla="*/ 51324 h 1036939"/>
                  <a:gd name="connsiteX3" fmla="*/ 362875 w 2725145"/>
                  <a:gd name="connsiteY3" fmla="*/ 93765 h 1036939"/>
                  <a:gd name="connsiteX4" fmla="*/ 8485 w 2725145"/>
                  <a:gd name="connsiteY4" fmla="*/ 283515 h 1036939"/>
                  <a:gd name="connsiteX5" fmla="*/ 128173 w 2725145"/>
                  <a:gd name="connsiteY5" fmla="*/ 445960 h 1036939"/>
                  <a:gd name="connsiteX0" fmla="*/ 2705267 w 2705267"/>
                  <a:gd name="connsiteY0" fmla="*/ 1026963 h 1033700"/>
                  <a:gd name="connsiteX1" fmla="*/ 2158965 w 2705267"/>
                  <a:gd name="connsiteY1" fmla="*/ 717455 h 1033700"/>
                  <a:gd name="connsiteX2" fmla="*/ 1340956 w 2705267"/>
                  <a:gd name="connsiteY2" fmla="*/ 51324 h 1033700"/>
                  <a:gd name="connsiteX3" fmla="*/ 362875 w 2705267"/>
                  <a:gd name="connsiteY3" fmla="*/ 93765 h 1033700"/>
                  <a:gd name="connsiteX4" fmla="*/ 8485 w 2705267"/>
                  <a:gd name="connsiteY4" fmla="*/ 283515 h 1033700"/>
                  <a:gd name="connsiteX5" fmla="*/ 128173 w 2705267"/>
                  <a:gd name="connsiteY5" fmla="*/ 445960 h 1033700"/>
                  <a:gd name="connsiteX0" fmla="*/ 2705267 w 2705267"/>
                  <a:gd name="connsiteY0" fmla="*/ 1026963 h 1036028"/>
                  <a:gd name="connsiteX1" fmla="*/ 2158965 w 2705267"/>
                  <a:gd name="connsiteY1" fmla="*/ 717455 h 1036028"/>
                  <a:gd name="connsiteX2" fmla="*/ 1340956 w 2705267"/>
                  <a:gd name="connsiteY2" fmla="*/ 51324 h 1036028"/>
                  <a:gd name="connsiteX3" fmla="*/ 362875 w 2705267"/>
                  <a:gd name="connsiteY3" fmla="*/ 93765 h 1036028"/>
                  <a:gd name="connsiteX4" fmla="*/ 8485 w 2705267"/>
                  <a:gd name="connsiteY4" fmla="*/ 283515 h 1036028"/>
                  <a:gd name="connsiteX5" fmla="*/ 128173 w 2705267"/>
                  <a:gd name="connsiteY5" fmla="*/ 445960 h 1036028"/>
                  <a:gd name="connsiteX0" fmla="*/ 2899345 w 2899345"/>
                  <a:gd name="connsiteY0" fmla="*/ 1026963 h 1036028"/>
                  <a:gd name="connsiteX1" fmla="*/ 2353043 w 2899345"/>
                  <a:gd name="connsiteY1" fmla="*/ 717455 h 1036028"/>
                  <a:gd name="connsiteX2" fmla="*/ 1535034 w 2899345"/>
                  <a:gd name="connsiteY2" fmla="*/ 51324 h 1036028"/>
                  <a:gd name="connsiteX3" fmla="*/ 556953 w 2899345"/>
                  <a:gd name="connsiteY3" fmla="*/ 93765 h 1036028"/>
                  <a:gd name="connsiteX4" fmla="*/ 202563 w 2899345"/>
                  <a:gd name="connsiteY4" fmla="*/ 283515 h 1036028"/>
                  <a:gd name="connsiteX5" fmla="*/ 10825 w 2899345"/>
                  <a:gd name="connsiteY5" fmla="*/ 442646 h 1036028"/>
                  <a:gd name="connsiteX0" fmla="*/ 2888520 w 2888520"/>
                  <a:gd name="connsiteY0" fmla="*/ 1026963 h 1036028"/>
                  <a:gd name="connsiteX1" fmla="*/ 2342218 w 2888520"/>
                  <a:gd name="connsiteY1" fmla="*/ 717455 h 1036028"/>
                  <a:gd name="connsiteX2" fmla="*/ 1524209 w 2888520"/>
                  <a:gd name="connsiteY2" fmla="*/ 51324 h 1036028"/>
                  <a:gd name="connsiteX3" fmla="*/ 546128 w 2888520"/>
                  <a:gd name="connsiteY3" fmla="*/ 93765 h 1036028"/>
                  <a:gd name="connsiteX4" fmla="*/ 191738 w 2888520"/>
                  <a:gd name="connsiteY4" fmla="*/ 283515 h 1036028"/>
                  <a:gd name="connsiteX5" fmla="*/ 0 w 2888520"/>
                  <a:gd name="connsiteY5" fmla="*/ 442646 h 1036028"/>
                  <a:gd name="connsiteX0" fmla="*/ 2888520 w 2888520"/>
                  <a:gd name="connsiteY0" fmla="*/ 1025382 h 1034447"/>
                  <a:gd name="connsiteX1" fmla="*/ 2342218 w 2888520"/>
                  <a:gd name="connsiteY1" fmla="*/ 715874 h 1034447"/>
                  <a:gd name="connsiteX2" fmla="*/ 1524209 w 2888520"/>
                  <a:gd name="connsiteY2" fmla="*/ 49743 h 1034447"/>
                  <a:gd name="connsiteX3" fmla="*/ 546128 w 2888520"/>
                  <a:gd name="connsiteY3" fmla="*/ 92184 h 1034447"/>
                  <a:gd name="connsiteX4" fmla="*/ 0 w 2888520"/>
                  <a:gd name="connsiteY4" fmla="*/ 441065 h 1034447"/>
                  <a:gd name="connsiteX0" fmla="*/ 2951468 w 2951468"/>
                  <a:gd name="connsiteY0" fmla="*/ 1024360 h 1033425"/>
                  <a:gd name="connsiteX1" fmla="*/ 2405166 w 2951468"/>
                  <a:gd name="connsiteY1" fmla="*/ 714852 h 1033425"/>
                  <a:gd name="connsiteX2" fmla="*/ 1587157 w 2951468"/>
                  <a:gd name="connsiteY2" fmla="*/ 48721 h 1033425"/>
                  <a:gd name="connsiteX3" fmla="*/ 609076 w 2951468"/>
                  <a:gd name="connsiteY3" fmla="*/ 91162 h 1033425"/>
                  <a:gd name="connsiteX4" fmla="*/ 0 w 2951468"/>
                  <a:gd name="connsiteY4" fmla="*/ 413539 h 1033425"/>
                  <a:gd name="connsiteX0" fmla="*/ 2951468 w 2951468"/>
                  <a:gd name="connsiteY0" fmla="*/ 1024360 h 1033425"/>
                  <a:gd name="connsiteX1" fmla="*/ 2405166 w 2951468"/>
                  <a:gd name="connsiteY1" fmla="*/ 714852 h 1033425"/>
                  <a:gd name="connsiteX2" fmla="*/ 1587157 w 2951468"/>
                  <a:gd name="connsiteY2" fmla="*/ 48721 h 1033425"/>
                  <a:gd name="connsiteX3" fmla="*/ 609076 w 2951468"/>
                  <a:gd name="connsiteY3" fmla="*/ 91162 h 1033425"/>
                  <a:gd name="connsiteX4" fmla="*/ 0 w 2951468"/>
                  <a:gd name="connsiteY4" fmla="*/ 413539 h 1033425"/>
                  <a:gd name="connsiteX0" fmla="*/ 2951468 w 2951468"/>
                  <a:gd name="connsiteY0" fmla="*/ 1025504 h 1034569"/>
                  <a:gd name="connsiteX1" fmla="*/ 2405166 w 2951468"/>
                  <a:gd name="connsiteY1" fmla="*/ 715996 h 1034569"/>
                  <a:gd name="connsiteX2" fmla="*/ 1587157 w 2951468"/>
                  <a:gd name="connsiteY2" fmla="*/ 49865 h 1034569"/>
                  <a:gd name="connsiteX3" fmla="*/ 662085 w 2951468"/>
                  <a:gd name="connsiteY3" fmla="*/ 88993 h 1034569"/>
                  <a:gd name="connsiteX4" fmla="*/ 0 w 2951468"/>
                  <a:gd name="connsiteY4" fmla="*/ 414683 h 1034569"/>
                  <a:gd name="connsiteX0" fmla="*/ 2951468 w 2951468"/>
                  <a:gd name="connsiteY0" fmla="*/ 1029589 h 1038654"/>
                  <a:gd name="connsiteX1" fmla="*/ 2405166 w 2951468"/>
                  <a:gd name="connsiteY1" fmla="*/ 720081 h 1038654"/>
                  <a:gd name="connsiteX2" fmla="*/ 1587157 w 2951468"/>
                  <a:gd name="connsiteY2" fmla="*/ 53950 h 1038654"/>
                  <a:gd name="connsiteX3" fmla="*/ 662085 w 2951468"/>
                  <a:gd name="connsiteY3" fmla="*/ 93078 h 1038654"/>
                  <a:gd name="connsiteX4" fmla="*/ 0 w 2951468"/>
                  <a:gd name="connsiteY4" fmla="*/ 418768 h 1038654"/>
                  <a:gd name="connsiteX0" fmla="*/ 3027668 w 3027668"/>
                  <a:gd name="connsiteY0" fmla="*/ 1024862 h 1033927"/>
                  <a:gd name="connsiteX1" fmla="*/ 2481366 w 3027668"/>
                  <a:gd name="connsiteY1" fmla="*/ 715354 h 1033927"/>
                  <a:gd name="connsiteX2" fmla="*/ 1663357 w 3027668"/>
                  <a:gd name="connsiteY2" fmla="*/ 49223 h 1033927"/>
                  <a:gd name="connsiteX3" fmla="*/ 738285 w 3027668"/>
                  <a:gd name="connsiteY3" fmla="*/ 88351 h 1033927"/>
                  <a:gd name="connsiteX4" fmla="*/ 0 w 3027668"/>
                  <a:gd name="connsiteY4" fmla="*/ 397476 h 1033927"/>
                  <a:gd name="connsiteX0" fmla="*/ 3027668 w 3027668"/>
                  <a:gd name="connsiteY0" fmla="*/ 1024862 h 1033927"/>
                  <a:gd name="connsiteX1" fmla="*/ 2481366 w 3027668"/>
                  <a:gd name="connsiteY1" fmla="*/ 715354 h 1033927"/>
                  <a:gd name="connsiteX2" fmla="*/ 1663357 w 3027668"/>
                  <a:gd name="connsiteY2" fmla="*/ 49223 h 1033927"/>
                  <a:gd name="connsiteX3" fmla="*/ 738285 w 3027668"/>
                  <a:gd name="connsiteY3" fmla="*/ 88351 h 1033927"/>
                  <a:gd name="connsiteX4" fmla="*/ 0 w 3027668"/>
                  <a:gd name="connsiteY4" fmla="*/ 397476 h 1033927"/>
                  <a:gd name="connsiteX0" fmla="*/ 3027668 w 3027668"/>
                  <a:gd name="connsiteY0" fmla="*/ 1030600 h 1039665"/>
                  <a:gd name="connsiteX1" fmla="*/ 2481366 w 3027668"/>
                  <a:gd name="connsiteY1" fmla="*/ 721092 h 1039665"/>
                  <a:gd name="connsiteX2" fmla="*/ 1663357 w 3027668"/>
                  <a:gd name="connsiteY2" fmla="*/ 54961 h 1039665"/>
                  <a:gd name="connsiteX3" fmla="*/ 738285 w 3027668"/>
                  <a:gd name="connsiteY3" fmla="*/ 94089 h 1039665"/>
                  <a:gd name="connsiteX4" fmla="*/ 0 w 3027668"/>
                  <a:gd name="connsiteY4" fmla="*/ 403214 h 1039665"/>
                  <a:gd name="connsiteX0" fmla="*/ 3027668 w 3027668"/>
                  <a:gd name="connsiteY0" fmla="*/ 1025634 h 1034699"/>
                  <a:gd name="connsiteX1" fmla="*/ 2481366 w 3027668"/>
                  <a:gd name="connsiteY1" fmla="*/ 716126 h 1034699"/>
                  <a:gd name="connsiteX2" fmla="*/ 1663357 w 3027668"/>
                  <a:gd name="connsiteY2" fmla="*/ 49995 h 1034699"/>
                  <a:gd name="connsiteX3" fmla="*/ 738285 w 3027668"/>
                  <a:gd name="connsiteY3" fmla="*/ 89123 h 1034699"/>
                  <a:gd name="connsiteX4" fmla="*/ 0 w 3027668"/>
                  <a:gd name="connsiteY4" fmla="*/ 398248 h 1034699"/>
                  <a:gd name="connsiteX0" fmla="*/ 3027668 w 3027668"/>
                  <a:gd name="connsiteY0" fmla="*/ 1284460 h 1293525"/>
                  <a:gd name="connsiteX1" fmla="*/ 2481366 w 3027668"/>
                  <a:gd name="connsiteY1" fmla="*/ 974952 h 1293525"/>
                  <a:gd name="connsiteX2" fmla="*/ 1638810 w 3027668"/>
                  <a:gd name="connsiteY2" fmla="*/ 20387 h 1293525"/>
                  <a:gd name="connsiteX3" fmla="*/ 738285 w 3027668"/>
                  <a:gd name="connsiteY3" fmla="*/ 347949 h 1293525"/>
                  <a:gd name="connsiteX4" fmla="*/ 0 w 3027668"/>
                  <a:gd name="connsiteY4" fmla="*/ 657074 h 1293525"/>
                  <a:gd name="connsiteX0" fmla="*/ 3027668 w 3027668"/>
                  <a:gd name="connsiteY0" fmla="*/ 1382978 h 1392043"/>
                  <a:gd name="connsiteX1" fmla="*/ 2481366 w 3027668"/>
                  <a:gd name="connsiteY1" fmla="*/ 1073470 h 1392043"/>
                  <a:gd name="connsiteX2" fmla="*/ 1638810 w 3027668"/>
                  <a:gd name="connsiteY2" fmla="*/ 118905 h 1392043"/>
                  <a:gd name="connsiteX3" fmla="*/ 953076 w 3027668"/>
                  <a:gd name="connsiteY3" fmla="*/ 84389 h 1392043"/>
                  <a:gd name="connsiteX4" fmla="*/ 0 w 3027668"/>
                  <a:gd name="connsiteY4" fmla="*/ 755592 h 1392043"/>
                  <a:gd name="connsiteX0" fmla="*/ 3027668 w 3027668"/>
                  <a:gd name="connsiteY0" fmla="*/ 1451427 h 1460492"/>
                  <a:gd name="connsiteX1" fmla="*/ 2481366 w 3027668"/>
                  <a:gd name="connsiteY1" fmla="*/ 1141919 h 1460492"/>
                  <a:gd name="connsiteX2" fmla="*/ 1577440 w 3027668"/>
                  <a:gd name="connsiteY2" fmla="*/ 83026 h 1460492"/>
                  <a:gd name="connsiteX3" fmla="*/ 953076 w 3027668"/>
                  <a:gd name="connsiteY3" fmla="*/ 152838 h 1460492"/>
                  <a:gd name="connsiteX4" fmla="*/ 0 w 3027668"/>
                  <a:gd name="connsiteY4" fmla="*/ 824041 h 1460492"/>
                  <a:gd name="connsiteX0" fmla="*/ 3027668 w 3027668"/>
                  <a:gd name="connsiteY0" fmla="*/ 1518915 h 1527980"/>
                  <a:gd name="connsiteX1" fmla="*/ 2481366 w 3027668"/>
                  <a:gd name="connsiteY1" fmla="*/ 1209407 h 1527980"/>
                  <a:gd name="connsiteX2" fmla="*/ 1577440 w 3027668"/>
                  <a:gd name="connsiteY2" fmla="*/ 150514 h 1527980"/>
                  <a:gd name="connsiteX3" fmla="*/ 1002172 w 3027668"/>
                  <a:gd name="connsiteY3" fmla="*/ 85314 h 1527980"/>
                  <a:gd name="connsiteX4" fmla="*/ 0 w 3027668"/>
                  <a:gd name="connsiteY4" fmla="*/ 891529 h 1527980"/>
                  <a:gd name="connsiteX0" fmla="*/ 3027668 w 3027668"/>
                  <a:gd name="connsiteY0" fmla="*/ 1500343 h 1509408"/>
                  <a:gd name="connsiteX1" fmla="*/ 2481366 w 3027668"/>
                  <a:gd name="connsiteY1" fmla="*/ 1190835 h 1509408"/>
                  <a:gd name="connsiteX2" fmla="*/ 1577440 w 3027668"/>
                  <a:gd name="connsiteY2" fmla="*/ 131942 h 1509408"/>
                  <a:gd name="connsiteX3" fmla="*/ 996035 w 3027668"/>
                  <a:gd name="connsiteY3" fmla="*/ 97427 h 1509408"/>
                  <a:gd name="connsiteX4" fmla="*/ 0 w 3027668"/>
                  <a:gd name="connsiteY4" fmla="*/ 872957 h 1509408"/>
                  <a:gd name="connsiteX0" fmla="*/ 3027668 w 3027668"/>
                  <a:gd name="connsiteY0" fmla="*/ 1402916 h 1411981"/>
                  <a:gd name="connsiteX1" fmla="*/ 2481366 w 3027668"/>
                  <a:gd name="connsiteY1" fmla="*/ 1093408 h 1411981"/>
                  <a:gd name="connsiteX2" fmla="*/ 996035 w 3027668"/>
                  <a:gd name="connsiteY2" fmla="*/ 0 h 1411981"/>
                  <a:gd name="connsiteX3" fmla="*/ 0 w 3027668"/>
                  <a:gd name="connsiteY3" fmla="*/ 775530 h 1411981"/>
                  <a:gd name="connsiteX0" fmla="*/ 3027668 w 3027668"/>
                  <a:gd name="connsiteY0" fmla="*/ 1353821 h 1362886"/>
                  <a:gd name="connsiteX1" fmla="*/ 2481366 w 3027668"/>
                  <a:gd name="connsiteY1" fmla="*/ 1044313 h 1362886"/>
                  <a:gd name="connsiteX2" fmla="*/ 1198553 w 3027668"/>
                  <a:gd name="connsiteY2" fmla="*/ 0 h 1362886"/>
                  <a:gd name="connsiteX3" fmla="*/ 0 w 3027668"/>
                  <a:gd name="connsiteY3" fmla="*/ 726435 h 1362886"/>
                  <a:gd name="connsiteX0" fmla="*/ 3027668 w 3027668"/>
                  <a:gd name="connsiteY0" fmla="*/ 1335410 h 1344475"/>
                  <a:gd name="connsiteX1" fmla="*/ 2481366 w 3027668"/>
                  <a:gd name="connsiteY1" fmla="*/ 1025902 h 1344475"/>
                  <a:gd name="connsiteX2" fmla="*/ 1216963 w 3027668"/>
                  <a:gd name="connsiteY2" fmla="*/ 0 h 1344475"/>
                  <a:gd name="connsiteX3" fmla="*/ 0 w 3027668"/>
                  <a:gd name="connsiteY3" fmla="*/ 708024 h 1344475"/>
                  <a:gd name="connsiteX0" fmla="*/ 3027668 w 3027668"/>
                  <a:gd name="connsiteY0" fmla="*/ 1335410 h 1344475"/>
                  <a:gd name="connsiteX1" fmla="*/ 2481366 w 3027668"/>
                  <a:gd name="connsiteY1" fmla="*/ 1025902 h 1344475"/>
                  <a:gd name="connsiteX2" fmla="*/ 1216963 w 3027668"/>
                  <a:gd name="connsiteY2" fmla="*/ 0 h 1344475"/>
                  <a:gd name="connsiteX3" fmla="*/ 0 w 3027668"/>
                  <a:gd name="connsiteY3" fmla="*/ 708024 h 1344475"/>
                  <a:gd name="connsiteX0" fmla="*/ 3027668 w 3027668"/>
                  <a:gd name="connsiteY0" fmla="*/ 1366095 h 1375160"/>
                  <a:gd name="connsiteX1" fmla="*/ 2481366 w 3027668"/>
                  <a:gd name="connsiteY1" fmla="*/ 1056587 h 1375160"/>
                  <a:gd name="connsiteX2" fmla="*/ 1247647 w 3027668"/>
                  <a:gd name="connsiteY2" fmla="*/ 0 h 1375160"/>
                  <a:gd name="connsiteX3" fmla="*/ 0 w 3027668"/>
                  <a:gd name="connsiteY3" fmla="*/ 738709 h 1375160"/>
                  <a:gd name="connsiteX0" fmla="*/ 3027668 w 3027668"/>
                  <a:gd name="connsiteY0" fmla="*/ 1341548 h 1350613"/>
                  <a:gd name="connsiteX1" fmla="*/ 2481366 w 3027668"/>
                  <a:gd name="connsiteY1" fmla="*/ 1032040 h 1350613"/>
                  <a:gd name="connsiteX2" fmla="*/ 1253784 w 3027668"/>
                  <a:gd name="connsiteY2" fmla="*/ 1 h 1350613"/>
                  <a:gd name="connsiteX3" fmla="*/ 0 w 3027668"/>
                  <a:gd name="connsiteY3" fmla="*/ 714162 h 1350613"/>
                  <a:gd name="connsiteX0" fmla="*/ 3027668 w 3027668"/>
                  <a:gd name="connsiteY0" fmla="*/ 1341548 h 1350613"/>
                  <a:gd name="connsiteX1" fmla="*/ 2481366 w 3027668"/>
                  <a:gd name="connsiteY1" fmla="*/ 1032040 h 1350613"/>
                  <a:gd name="connsiteX2" fmla="*/ 1253784 w 3027668"/>
                  <a:gd name="connsiteY2" fmla="*/ 1 h 1350613"/>
                  <a:gd name="connsiteX3" fmla="*/ 0 w 3027668"/>
                  <a:gd name="connsiteY3" fmla="*/ 714162 h 135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27668" h="1350613">
                    <a:moveTo>
                      <a:pt x="3027668" y="1341548"/>
                    </a:moveTo>
                    <a:cubicBezTo>
                      <a:pt x="2853298" y="1402927"/>
                      <a:pt x="2569597" y="1136314"/>
                      <a:pt x="2481366" y="1032040"/>
                    </a:cubicBezTo>
                    <a:cubicBezTo>
                      <a:pt x="2185720" y="779811"/>
                      <a:pt x="1590333" y="-763"/>
                      <a:pt x="1253784" y="1"/>
                    </a:cubicBezTo>
                    <a:cubicBezTo>
                      <a:pt x="917235" y="765"/>
                      <a:pt x="216481" y="770689"/>
                      <a:pt x="0" y="714162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xmlns="" id="{BB7FE575-81C5-5D41-8754-C5E3ABD66DDF}"/>
                </a:ext>
              </a:extLst>
            </p:cNvPr>
            <p:cNvSpPr/>
            <p:nvPr/>
          </p:nvSpPr>
          <p:spPr>
            <a:xfrm>
              <a:off x="2277117" y="3425460"/>
              <a:ext cx="2420012" cy="1483426"/>
            </a:xfrm>
            <a:custGeom>
              <a:avLst/>
              <a:gdLst>
                <a:gd name="connsiteX0" fmla="*/ 2579570 w 2579570"/>
                <a:gd name="connsiteY0" fmla="*/ 1087655 h 1087655"/>
                <a:gd name="connsiteX1" fmla="*/ 2314876 w 2579570"/>
                <a:gd name="connsiteY1" fmla="*/ 774834 h 1087655"/>
                <a:gd name="connsiteX2" fmla="*/ 1525604 w 2579570"/>
                <a:gd name="connsiteY2" fmla="*/ 28876 h 1087655"/>
                <a:gd name="connsiteX3" fmla="*/ 322446 w 2579570"/>
                <a:gd name="connsiteY3" fmla="*/ 0 h 1087655"/>
                <a:gd name="connsiteX4" fmla="*/ 0 w 2579570"/>
                <a:gd name="connsiteY4" fmla="*/ 250257 h 1087655"/>
                <a:gd name="connsiteX5" fmla="*/ 158817 w 2579570"/>
                <a:gd name="connsiteY5" fmla="*/ 409074 h 1087655"/>
                <a:gd name="connsiteX0" fmla="*/ 2579570 w 2579570"/>
                <a:gd name="connsiteY0" fmla="*/ 1136124 h 1136124"/>
                <a:gd name="connsiteX1" fmla="*/ 2314876 w 2579570"/>
                <a:gd name="connsiteY1" fmla="*/ 823303 h 1136124"/>
                <a:gd name="connsiteX2" fmla="*/ 1525604 w 2579570"/>
                <a:gd name="connsiteY2" fmla="*/ 77345 h 1136124"/>
                <a:gd name="connsiteX3" fmla="*/ 322446 w 2579570"/>
                <a:gd name="connsiteY3" fmla="*/ 48469 h 1136124"/>
                <a:gd name="connsiteX4" fmla="*/ 0 w 2579570"/>
                <a:gd name="connsiteY4" fmla="*/ 298726 h 1136124"/>
                <a:gd name="connsiteX5" fmla="*/ 158817 w 2579570"/>
                <a:gd name="connsiteY5" fmla="*/ 457543 h 1136124"/>
                <a:gd name="connsiteX0" fmla="*/ 2579570 w 2579570"/>
                <a:gd name="connsiteY0" fmla="*/ 1152990 h 1152990"/>
                <a:gd name="connsiteX1" fmla="*/ 2314876 w 2579570"/>
                <a:gd name="connsiteY1" fmla="*/ 840169 h 1152990"/>
                <a:gd name="connsiteX2" fmla="*/ 1525604 w 2579570"/>
                <a:gd name="connsiteY2" fmla="*/ 94211 h 1152990"/>
                <a:gd name="connsiteX3" fmla="*/ 322446 w 2579570"/>
                <a:gd name="connsiteY3" fmla="*/ 65335 h 1152990"/>
                <a:gd name="connsiteX4" fmla="*/ 0 w 2579570"/>
                <a:gd name="connsiteY4" fmla="*/ 315592 h 1152990"/>
                <a:gd name="connsiteX5" fmla="*/ 158817 w 2579570"/>
                <a:gd name="connsiteY5" fmla="*/ 474409 h 1152990"/>
                <a:gd name="connsiteX0" fmla="*/ 2609416 w 2609416"/>
                <a:gd name="connsiteY0" fmla="*/ 1152990 h 1152990"/>
                <a:gd name="connsiteX1" fmla="*/ 2344722 w 2609416"/>
                <a:gd name="connsiteY1" fmla="*/ 840169 h 1152990"/>
                <a:gd name="connsiteX2" fmla="*/ 1555450 w 2609416"/>
                <a:gd name="connsiteY2" fmla="*/ 94211 h 1152990"/>
                <a:gd name="connsiteX3" fmla="*/ 352292 w 2609416"/>
                <a:gd name="connsiteY3" fmla="*/ 65335 h 1152990"/>
                <a:gd name="connsiteX4" fmla="*/ 29846 w 2609416"/>
                <a:gd name="connsiteY4" fmla="*/ 315592 h 1152990"/>
                <a:gd name="connsiteX5" fmla="*/ 188663 w 2609416"/>
                <a:gd name="connsiteY5" fmla="*/ 474409 h 1152990"/>
                <a:gd name="connsiteX0" fmla="*/ 2580324 w 2580324"/>
                <a:gd name="connsiteY0" fmla="*/ 1152990 h 1152990"/>
                <a:gd name="connsiteX1" fmla="*/ 2315630 w 2580324"/>
                <a:gd name="connsiteY1" fmla="*/ 840169 h 1152990"/>
                <a:gd name="connsiteX2" fmla="*/ 1526358 w 2580324"/>
                <a:gd name="connsiteY2" fmla="*/ 94211 h 1152990"/>
                <a:gd name="connsiteX3" fmla="*/ 323200 w 2580324"/>
                <a:gd name="connsiteY3" fmla="*/ 65335 h 1152990"/>
                <a:gd name="connsiteX4" fmla="*/ 754 w 2580324"/>
                <a:gd name="connsiteY4" fmla="*/ 315592 h 1152990"/>
                <a:gd name="connsiteX5" fmla="*/ 159571 w 2580324"/>
                <a:gd name="connsiteY5" fmla="*/ 474409 h 1152990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23846 h 1123846"/>
                <a:gd name="connsiteX1" fmla="*/ 2277458 w 2542152"/>
                <a:gd name="connsiteY1" fmla="*/ 811025 h 1123846"/>
                <a:gd name="connsiteX2" fmla="*/ 1488186 w 2542152"/>
                <a:gd name="connsiteY2" fmla="*/ 65067 h 1123846"/>
                <a:gd name="connsiteX3" fmla="*/ 309091 w 2542152"/>
                <a:gd name="connsiteY3" fmla="*/ 65067 h 1123846"/>
                <a:gd name="connsiteX4" fmla="*/ 1083 w 2542152"/>
                <a:gd name="connsiteY4" fmla="*/ 300886 h 1123846"/>
                <a:gd name="connsiteX5" fmla="*/ 121399 w 2542152"/>
                <a:gd name="connsiteY5" fmla="*/ 445265 h 1123846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0089 h 1120089"/>
                <a:gd name="connsiteX1" fmla="*/ 2277458 w 2542152"/>
                <a:gd name="connsiteY1" fmla="*/ 807268 h 1120089"/>
                <a:gd name="connsiteX2" fmla="*/ 1488186 w 2542152"/>
                <a:gd name="connsiteY2" fmla="*/ 61310 h 1120089"/>
                <a:gd name="connsiteX3" fmla="*/ 328342 w 2542152"/>
                <a:gd name="connsiteY3" fmla="*/ 80560 h 1120089"/>
                <a:gd name="connsiteX4" fmla="*/ 1083 w 2542152"/>
                <a:gd name="connsiteY4" fmla="*/ 297129 h 1120089"/>
                <a:gd name="connsiteX5" fmla="*/ 121399 w 2542152"/>
                <a:gd name="connsiteY5" fmla="*/ 441508 h 1120089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6253 h 1096253"/>
                <a:gd name="connsiteX1" fmla="*/ 2277458 w 2542152"/>
                <a:gd name="connsiteY1" fmla="*/ 783432 h 1096253"/>
                <a:gd name="connsiteX2" fmla="*/ 1353432 w 2542152"/>
                <a:gd name="connsiteY2" fmla="*/ 27849 h 1096253"/>
                <a:gd name="connsiteX3" fmla="*/ 328342 w 2542152"/>
                <a:gd name="connsiteY3" fmla="*/ 56724 h 1096253"/>
                <a:gd name="connsiteX4" fmla="*/ 1083 w 2542152"/>
                <a:gd name="connsiteY4" fmla="*/ 273293 h 1096253"/>
                <a:gd name="connsiteX5" fmla="*/ 121399 w 2542152"/>
                <a:gd name="connsiteY5" fmla="*/ 417672 h 1096253"/>
                <a:gd name="connsiteX0" fmla="*/ 2542152 w 2542152"/>
                <a:gd name="connsiteY0" fmla="*/ 1110529 h 1110529"/>
                <a:gd name="connsiteX1" fmla="*/ 2277458 w 2542152"/>
                <a:gd name="connsiteY1" fmla="*/ 797708 h 1110529"/>
                <a:gd name="connsiteX2" fmla="*/ 1353432 w 2542152"/>
                <a:gd name="connsiteY2" fmla="*/ 42125 h 1110529"/>
                <a:gd name="connsiteX3" fmla="*/ 328342 w 2542152"/>
                <a:gd name="connsiteY3" fmla="*/ 71000 h 1110529"/>
                <a:gd name="connsiteX4" fmla="*/ 1083 w 2542152"/>
                <a:gd name="connsiteY4" fmla="*/ 287569 h 1110529"/>
                <a:gd name="connsiteX5" fmla="*/ 121399 w 2542152"/>
                <a:gd name="connsiteY5" fmla="*/ 431948 h 1110529"/>
                <a:gd name="connsiteX0" fmla="*/ 2542152 w 2542152"/>
                <a:gd name="connsiteY0" fmla="*/ 1144442 h 1144442"/>
                <a:gd name="connsiteX1" fmla="*/ 2277458 w 2542152"/>
                <a:gd name="connsiteY1" fmla="*/ 831621 h 1144442"/>
                <a:gd name="connsiteX2" fmla="*/ 1353432 w 2542152"/>
                <a:gd name="connsiteY2" fmla="*/ 76038 h 1144442"/>
                <a:gd name="connsiteX3" fmla="*/ 309091 w 2542152"/>
                <a:gd name="connsiteY3" fmla="*/ 95288 h 1144442"/>
                <a:gd name="connsiteX4" fmla="*/ 1083 w 2542152"/>
                <a:gd name="connsiteY4" fmla="*/ 321482 h 1144442"/>
                <a:gd name="connsiteX5" fmla="*/ 121399 w 2542152"/>
                <a:gd name="connsiteY5" fmla="*/ 465861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9067 w 2549067"/>
                <a:gd name="connsiteY0" fmla="*/ 1144442 h 1144442"/>
                <a:gd name="connsiteX1" fmla="*/ 2284373 w 2549067"/>
                <a:gd name="connsiteY1" fmla="*/ 831621 h 1144442"/>
                <a:gd name="connsiteX2" fmla="*/ 1360347 w 2549067"/>
                <a:gd name="connsiteY2" fmla="*/ 76038 h 1144442"/>
                <a:gd name="connsiteX3" fmla="*/ 316006 w 2549067"/>
                <a:gd name="connsiteY3" fmla="*/ 95288 h 1144442"/>
                <a:gd name="connsiteX4" fmla="*/ 7998 w 2549067"/>
                <a:gd name="connsiteY4" fmla="*/ 321482 h 1144442"/>
                <a:gd name="connsiteX5" fmla="*/ 147564 w 2549067"/>
                <a:gd name="connsiteY5" fmla="*/ 470674 h 1144442"/>
                <a:gd name="connsiteX0" fmla="*/ 2530309 w 2530309"/>
                <a:gd name="connsiteY0" fmla="*/ 1126668 h 1126668"/>
                <a:gd name="connsiteX1" fmla="*/ 2265615 w 2530309"/>
                <a:gd name="connsiteY1" fmla="*/ 813847 h 1126668"/>
                <a:gd name="connsiteX2" fmla="*/ 1341589 w 2530309"/>
                <a:gd name="connsiteY2" fmla="*/ 58264 h 1126668"/>
                <a:gd name="connsiteX3" fmla="*/ 297248 w 2530309"/>
                <a:gd name="connsiteY3" fmla="*/ 77514 h 1126668"/>
                <a:gd name="connsiteX4" fmla="*/ 9118 w 2530309"/>
                <a:gd name="connsiteY4" fmla="*/ 290455 h 1126668"/>
                <a:gd name="connsiteX5" fmla="*/ 128806 w 2530309"/>
                <a:gd name="connsiteY5" fmla="*/ 452900 h 1126668"/>
                <a:gd name="connsiteX0" fmla="*/ 2536092 w 2536092"/>
                <a:gd name="connsiteY0" fmla="*/ 1126668 h 1126668"/>
                <a:gd name="connsiteX1" fmla="*/ 2271398 w 2536092"/>
                <a:gd name="connsiteY1" fmla="*/ 813847 h 1126668"/>
                <a:gd name="connsiteX2" fmla="*/ 1347372 w 2536092"/>
                <a:gd name="connsiteY2" fmla="*/ 58264 h 1126668"/>
                <a:gd name="connsiteX3" fmla="*/ 303031 w 2536092"/>
                <a:gd name="connsiteY3" fmla="*/ 77514 h 1126668"/>
                <a:gd name="connsiteX4" fmla="*/ 14901 w 2536092"/>
                <a:gd name="connsiteY4" fmla="*/ 290455 h 1126668"/>
                <a:gd name="connsiteX5" fmla="*/ 134589 w 2536092"/>
                <a:gd name="connsiteY5" fmla="*/ 452900 h 1126668"/>
                <a:gd name="connsiteX0" fmla="*/ 2529676 w 2529676"/>
                <a:gd name="connsiteY0" fmla="*/ 1119023 h 1119023"/>
                <a:gd name="connsiteX1" fmla="*/ 2264982 w 2529676"/>
                <a:gd name="connsiteY1" fmla="*/ 806202 h 1119023"/>
                <a:gd name="connsiteX2" fmla="*/ 1340956 w 2529676"/>
                <a:gd name="connsiteY2" fmla="*/ 50619 h 1119023"/>
                <a:gd name="connsiteX3" fmla="*/ 362875 w 2529676"/>
                <a:gd name="connsiteY3" fmla="*/ 93060 h 1119023"/>
                <a:gd name="connsiteX4" fmla="*/ 8485 w 2529676"/>
                <a:gd name="connsiteY4" fmla="*/ 282810 h 1119023"/>
                <a:gd name="connsiteX5" fmla="*/ 128173 w 2529676"/>
                <a:gd name="connsiteY5" fmla="*/ 445255 h 1119023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19728 h 1119728"/>
                <a:gd name="connsiteX1" fmla="*/ 2158965 w 2529676"/>
                <a:gd name="connsiteY1" fmla="*/ 717455 h 1119728"/>
                <a:gd name="connsiteX2" fmla="*/ 1340956 w 2529676"/>
                <a:gd name="connsiteY2" fmla="*/ 51324 h 1119728"/>
                <a:gd name="connsiteX3" fmla="*/ 362875 w 2529676"/>
                <a:gd name="connsiteY3" fmla="*/ 93765 h 1119728"/>
                <a:gd name="connsiteX4" fmla="*/ 8485 w 2529676"/>
                <a:gd name="connsiteY4" fmla="*/ 283515 h 1119728"/>
                <a:gd name="connsiteX5" fmla="*/ 128173 w 2529676"/>
                <a:gd name="connsiteY5" fmla="*/ 445960 h 1119728"/>
                <a:gd name="connsiteX0" fmla="*/ 2529676 w 2529676"/>
                <a:gd name="connsiteY0" fmla="*/ 1119728 h 1119728"/>
                <a:gd name="connsiteX1" fmla="*/ 2158965 w 2529676"/>
                <a:gd name="connsiteY1" fmla="*/ 717455 h 1119728"/>
                <a:gd name="connsiteX2" fmla="*/ 1340956 w 2529676"/>
                <a:gd name="connsiteY2" fmla="*/ 51324 h 1119728"/>
                <a:gd name="connsiteX3" fmla="*/ 362875 w 2529676"/>
                <a:gd name="connsiteY3" fmla="*/ 93765 h 1119728"/>
                <a:gd name="connsiteX4" fmla="*/ 8485 w 2529676"/>
                <a:gd name="connsiteY4" fmla="*/ 283515 h 1119728"/>
                <a:gd name="connsiteX5" fmla="*/ 128173 w 2529676"/>
                <a:gd name="connsiteY5" fmla="*/ 445960 h 1119728"/>
                <a:gd name="connsiteX0" fmla="*/ 2493254 w 2493254"/>
                <a:gd name="connsiteY0" fmla="*/ 1113084 h 1113084"/>
                <a:gd name="connsiteX1" fmla="*/ 2122543 w 2493254"/>
                <a:gd name="connsiteY1" fmla="*/ 710811 h 1113084"/>
                <a:gd name="connsiteX2" fmla="*/ 1304534 w 2493254"/>
                <a:gd name="connsiteY2" fmla="*/ 44680 h 1113084"/>
                <a:gd name="connsiteX3" fmla="*/ 326453 w 2493254"/>
                <a:gd name="connsiteY3" fmla="*/ 87121 h 1113084"/>
                <a:gd name="connsiteX4" fmla="*/ 11819 w 2493254"/>
                <a:gd name="connsiteY4" fmla="*/ 296749 h 1113084"/>
                <a:gd name="connsiteX5" fmla="*/ 91751 w 2493254"/>
                <a:gd name="connsiteY5" fmla="*/ 439316 h 1113084"/>
                <a:gd name="connsiteX0" fmla="*/ 2460413 w 2460413"/>
                <a:gd name="connsiteY0" fmla="*/ 1111881 h 1111881"/>
                <a:gd name="connsiteX1" fmla="*/ 2089702 w 2460413"/>
                <a:gd name="connsiteY1" fmla="*/ 709608 h 1111881"/>
                <a:gd name="connsiteX2" fmla="*/ 1271693 w 2460413"/>
                <a:gd name="connsiteY2" fmla="*/ 43477 h 1111881"/>
                <a:gd name="connsiteX3" fmla="*/ 293612 w 2460413"/>
                <a:gd name="connsiteY3" fmla="*/ 85918 h 1111881"/>
                <a:gd name="connsiteX4" fmla="*/ 18735 w 2460413"/>
                <a:gd name="connsiteY4" fmla="*/ 259102 h 1111881"/>
                <a:gd name="connsiteX5" fmla="*/ 58910 w 2460413"/>
                <a:gd name="connsiteY5" fmla="*/ 438113 h 1111881"/>
                <a:gd name="connsiteX0" fmla="*/ 2453322 w 2453322"/>
                <a:gd name="connsiteY0" fmla="*/ 1112203 h 1112203"/>
                <a:gd name="connsiteX1" fmla="*/ 2082611 w 2453322"/>
                <a:gd name="connsiteY1" fmla="*/ 709930 h 1112203"/>
                <a:gd name="connsiteX2" fmla="*/ 1264602 w 2453322"/>
                <a:gd name="connsiteY2" fmla="*/ 43799 h 1112203"/>
                <a:gd name="connsiteX3" fmla="*/ 286521 w 2453322"/>
                <a:gd name="connsiteY3" fmla="*/ 86240 h 1112203"/>
                <a:gd name="connsiteX4" fmla="*/ 21583 w 2453322"/>
                <a:gd name="connsiteY4" fmla="*/ 269363 h 1112203"/>
                <a:gd name="connsiteX5" fmla="*/ 51819 w 2453322"/>
                <a:gd name="connsiteY5" fmla="*/ 438435 h 1112203"/>
                <a:gd name="connsiteX0" fmla="*/ 2457207 w 2457207"/>
                <a:gd name="connsiteY0" fmla="*/ 1113206 h 1113206"/>
                <a:gd name="connsiteX1" fmla="*/ 2086496 w 2457207"/>
                <a:gd name="connsiteY1" fmla="*/ 710933 h 1113206"/>
                <a:gd name="connsiteX2" fmla="*/ 1268487 w 2457207"/>
                <a:gd name="connsiteY2" fmla="*/ 44802 h 1113206"/>
                <a:gd name="connsiteX3" fmla="*/ 343415 w 2457207"/>
                <a:gd name="connsiteY3" fmla="*/ 83930 h 1113206"/>
                <a:gd name="connsiteX4" fmla="*/ 25468 w 2457207"/>
                <a:gd name="connsiteY4" fmla="*/ 270366 h 1113206"/>
                <a:gd name="connsiteX5" fmla="*/ 55704 w 2457207"/>
                <a:gd name="connsiteY5" fmla="*/ 439438 h 1113206"/>
                <a:gd name="connsiteX0" fmla="*/ 2457207 w 2457207"/>
                <a:gd name="connsiteY0" fmla="*/ 1113883 h 1113883"/>
                <a:gd name="connsiteX1" fmla="*/ 2086496 w 2457207"/>
                <a:gd name="connsiteY1" fmla="*/ 711610 h 1113883"/>
                <a:gd name="connsiteX2" fmla="*/ 1268487 w 2457207"/>
                <a:gd name="connsiteY2" fmla="*/ 45479 h 1113883"/>
                <a:gd name="connsiteX3" fmla="*/ 343415 w 2457207"/>
                <a:gd name="connsiteY3" fmla="*/ 84607 h 1113883"/>
                <a:gd name="connsiteX4" fmla="*/ 25468 w 2457207"/>
                <a:gd name="connsiteY4" fmla="*/ 271043 h 1113883"/>
                <a:gd name="connsiteX5" fmla="*/ 55704 w 2457207"/>
                <a:gd name="connsiteY5" fmla="*/ 440115 h 1113883"/>
                <a:gd name="connsiteX0" fmla="*/ 2457207 w 2457207"/>
                <a:gd name="connsiteY0" fmla="*/ 1117495 h 1117495"/>
                <a:gd name="connsiteX1" fmla="*/ 2086496 w 2457207"/>
                <a:gd name="connsiteY1" fmla="*/ 715222 h 1117495"/>
                <a:gd name="connsiteX2" fmla="*/ 1268487 w 2457207"/>
                <a:gd name="connsiteY2" fmla="*/ 49091 h 1117495"/>
                <a:gd name="connsiteX3" fmla="*/ 343415 w 2457207"/>
                <a:gd name="connsiteY3" fmla="*/ 88219 h 1117495"/>
                <a:gd name="connsiteX4" fmla="*/ 25468 w 2457207"/>
                <a:gd name="connsiteY4" fmla="*/ 274655 h 1117495"/>
                <a:gd name="connsiteX5" fmla="*/ 55704 w 2457207"/>
                <a:gd name="connsiteY5" fmla="*/ 443727 h 1117495"/>
                <a:gd name="connsiteX0" fmla="*/ 2457207 w 2457207"/>
                <a:gd name="connsiteY0" fmla="*/ 1489257 h 1489257"/>
                <a:gd name="connsiteX1" fmla="*/ 2086496 w 2457207"/>
                <a:gd name="connsiteY1" fmla="*/ 1086984 h 1489257"/>
                <a:gd name="connsiteX2" fmla="*/ 943231 w 2457207"/>
                <a:gd name="connsiteY2" fmla="*/ 15817 h 1489257"/>
                <a:gd name="connsiteX3" fmla="*/ 343415 w 2457207"/>
                <a:gd name="connsiteY3" fmla="*/ 459981 h 1489257"/>
                <a:gd name="connsiteX4" fmla="*/ 25468 w 2457207"/>
                <a:gd name="connsiteY4" fmla="*/ 646417 h 1489257"/>
                <a:gd name="connsiteX5" fmla="*/ 55704 w 2457207"/>
                <a:gd name="connsiteY5" fmla="*/ 815489 h 1489257"/>
                <a:gd name="connsiteX0" fmla="*/ 2478921 w 2478921"/>
                <a:gd name="connsiteY0" fmla="*/ 1566884 h 1566884"/>
                <a:gd name="connsiteX1" fmla="*/ 2108210 w 2478921"/>
                <a:gd name="connsiteY1" fmla="*/ 1164611 h 1566884"/>
                <a:gd name="connsiteX2" fmla="*/ 964945 w 2478921"/>
                <a:gd name="connsiteY2" fmla="*/ 93444 h 1566884"/>
                <a:gd name="connsiteX3" fmla="*/ 659701 w 2478921"/>
                <a:gd name="connsiteY3" fmla="*/ 126435 h 1566884"/>
                <a:gd name="connsiteX4" fmla="*/ 47182 w 2478921"/>
                <a:gd name="connsiteY4" fmla="*/ 724044 h 1566884"/>
                <a:gd name="connsiteX5" fmla="*/ 77418 w 2478921"/>
                <a:gd name="connsiteY5" fmla="*/ 893116 h 1566884"/>
                <a:gd name="connsiteX0" fmla="*/ 2478921 w 2478921"/>
                <a:gd name="connsiteY0" fmla="*/ 1547571 h 1547571"/>
                <a:gd name="connsiteX1" fmla="*/ 2108210 w 2478921"/>
                <a:gd name="connsiteY1" fmla="*/ 1145298 h 1547571"/>
                <a:gd name="connsiteX2" fmla="*/ 964945 w 2478921"/>
                <a:gd name="connsiteY2" fmla="*/ 74131 h 1547571"/>
                <a:gd name="connsiteX3" fmla="*/ 659701 w 2478921"/>
                <a:gd name="connsiteY3" fmla="*/ 107122 h 1547571"/>
                <a:gd name="connsiteX4" fmla="*/ 47182 w 2478921"/>
                <a:gd name="connsiteY4" fmla="*/ 704731 h 1547571"/>
                <a:gd name="connsiteX5" fmla="*/ 77418 w 2478921"/>
                <a:gd name="connsiteY5" fmla="*/ 873803 h 1547571"/>
                <a:gd name="connsiteX0" fmla="*/ 2478921 w 2478921"/>
                <a:gd name="connsiteY0" fmla="*/ 1475303 h 1475303"/>
                <a:gd name="connsiteX1" fmla="*/ 2108210 w 2478921"/>
                <a:gd name="connsiteY1" fmla="*/ 1073030 h 1475303"/>
                <a:gd name="connsiteX2" fmla="*/ 964945 w 2478921"/>
                <a:gd name="connsiteY2" fmla="*/ 1863 h 1475303"/>
                <a:gd name="connsiteX3" fmla="*/ 659701 w 2478921"/>
                <a:gd name="connsiteY3" fmla="*/ 34854 h 1475303"/>
                <a:gd name="connsiteX4" fmla="*/ 47182 w 2478921"/>
                <a:gd name="connsiteY4" fmla="*/ 632463 h 1475303"/>
                <a:gd name="connsiteX5" fmla="*/ 77418 w 2478921"/>
                <a:gd name="connsiteY5" fmla="*/ 801535 h 1475303"/>
                <a:gd name="connsiteX0" fmla="*/ 2478921 w 2478921"/>
                <a:gd name="connsiteY0" fmla="*/ 1477630 h 1477630"/>
                <a:gd name="connsiteX1" fmla="*/ 2108210 w 2478921"/>
                <a:gd name="connsiteY1" fmla="*/ 1075357 h 1477630"/>
                <a:gd name="connsiteX2" fmla="*/ 964945 w 2478921"/>
                <a:gd name="connsiteY2" fmla="*/ 4190 h 1477630"/>
                <a:gd name="connsiteX3" fmla="*/ 659701 w 2478921"/>
                <a:gd name="connsiteY3" fmla="*/ 37181 h 1477630"/>
                <a:gd name="connsiteX4" fmla="*/ 47182 w 2478921"/>
                <a:gd name="connsiteY4" fmla="*/ 634790 h 1477630"/>
                <a:gd name="connsiteX5" fmla="*/ 77418 w 2478921"/>
                <a:gd name="connsiteY5" fmla="*/ 803862 h 1477630"/>
                <a:gd name="connsiteX0" fmla="*/ 2478921 w 2478921"/>
                <a:gd name="connsiteY0" fmla="*/ 1440449 h 1440449"/>
                <a:gd name="connsiteX1" fmla="*/ 2108210 w 2478921"/>
                <a:gd name="connsiteY1" fmla="*/ 1038176 h 1440449"/>
                <a:gd name="connsiteX2" fmla="*/ 659701 w 2478921"/>
                <a:gd name="connsiteY2" fmla="*/ 0 h 1440449"/>
                <a:gd name="connsiteX3" fmla="*/ 47182 w 2478921"/>
                <a:gd name="connsiteY3" fmla="*/ 597609 h 1440449"/>
                <a:gd name="connsiteX4" fmla="*/ 77418 w 2478921"/>
                <a:gd name="connsiteY4" fmla="*/ 766681 h 1440449"/>
                <a:gd name="connsiteX0" fmla="*/ 2493438 w 2493438"/>
                <a:gd name="connsiteY0" fmla="*/ 1520229 h 1520229"/>
                <a:gd name="connsiteX1" fmla="*/ 2122727 w 2493438"/>
                <a:gd name="connsiteY1" fmla="*/ 1117956 h 1520229"/>
                <a:gd name="connsiteX2" fmla="*/ 870599 w 2493438"/>
                <a:gd name="connsiteY2" fmla="*/ 0 h 1520229"/>
                <a:gd name="connsiteX3" fmla="*/ 61699 w 2493438"/>
                <a:gd name="connsiteY3" fmla="*/ 677389 h 1520229"/>
                <a:gd name="connsiteX4" fmla="*/ 91935 w 2493438"/>
                <a:gd name="connsiteY4" fmla="*/ 846461 h 1520229"/>
                <a:gd name="connsiteX0" fmla="*/ 2493438 w 2493438"/>
                <a:gd name="connsiteY0" fmla="*/ 1520229 h 1520229"/>
                <a:gd name="connsiteX1" fmla="*/ 2122727 w 2493438"/>
                <a:gd name="connsiteY1" fmla="*/ 1117956 h 1520229"/>
                <a:gd name="connsiteX2" fmla="*/ 870599 w 2493438"/>
                <a:gd name="connsiteY2" fmla="*/ 0 h 1520229"/>
                <a:gd name="connsiteX3" fmla="*/ 61699 w 2493438"/>
                <a:gd name="connsiteY3" fmla="*/ 677389 h 1520229"/>
                <a:gd name="connsiteX4" fmla="*/ 91935 w 2493438"/>
                <a:gd name="connsiteY4" fmla="*/ 846461 h 1520229"/>
                <a:gd name="connsiteX0" fmla="*/ 2494800 w 2494800"/>
                <a:gd name="connsiteY0" fmla="*/ 1495683 h 1495683"/>
                <a:gd name="connsiteX1" fmla="*/ 2124089 w 2494800"/>
                <a:gd name="connsiteY1" fmla="*/ 1093410 h 1495683"/>
                <a:gd name="connsiteX2" fmla="*/ 890372 w 2494800"/>
                <a:gd name="connsiteY2" fmla="*/ 1 h 1495683"/>
                <a:gd name="connsiteX3" fmla="*/ 63061 w 2494800"/>
                <a:gd name="connsiteY3" fmla="*/ 652843 h 1495683"/>
                <a:gd name="connsiteX4" fmla="*/ 93297 w 2494800"/>
                <a:gd name="connsiteY4" fmla="*/ 821915 h 1495683"/>
                <a:gd name="connsiteX0" fmla="*/ 2494800 w 2494800"/>
                <a:gd name="connsiteY0" fmla="*/ 1499917 h 1499917"/>
                <a:gd name="connsiteX1" fmla="*/ 2124089 w 2494800"/>
                <a:gd name="connsiteY1" fmla="*/ 1097644 h 1499917"/>
                <a:gd name="connsiteX2" fmla="*/ 890372 w 2494800"/>
                <a:gd name="connsiteY2" fmla="*/ 4235 h 1499917"/>
                <a:gd name="connsiteX3" fmla="*/ 63061 w 2494800"/>
                <a:gd name="connsiteY3" fmla="*/ 657077 h 1499917"/>
                <a:gd name="connsiteX4" fmla="*/ 93297 w 2494800"/>
                <a:gd name="connsiteY4" fmla="*/ 826149 h 1499917"/>
                <a:gd name="connsiteX0" fmla="*/ 2494800 w 2494800"/>
                <a:gd name="connsiteY0" fmla="*/ 1499917 h 1499917"/>
                <a:gd name="connsiteX1" fmla="*/ 2124089 w 2494800"/>
                <a:gd name="connsiteY1" fmla="*/ 1097644 h 1499917"/>
                <a:gd name="connsiteX2" fmla="*/ 890372 w 2494800"/>
                <a:gd name="connsiteY2" fmla="*/ 4235 h 1499917"/>
                <a:gd name="connsiteX3" fmla="*/ 63061 w 2494800"/>
                <a:gd name="connsiteY3" fmla="*/ 657077 h 1499917"/>
                <a:gd name="connsiteX4" fmla="*/ 93297 w 2494800"/>
                <a:gd name="connsiteY4" fmla="*/ 826149 h 1499917"/>
                <a:gd name="connsiteX0" fmla="*/ 2494800 w 2494800"/>
                <a:gd name="connsiteY0" fmla="*/ 1495724 h 1495724"/>
                <a:gd name="connsiteX1" fmla="*/ 2124089 w 2494800"/>
                <a:gd name="connsiteY1" fmla="*/ 1093451 h 1495724"/>
                <a:gd name="connsiteX2" fmla="*/ 890372 w 2494800"/>
                <a:gd name="connsiteY2" fmla="*/ 42 h 1495724"/>
                <a:gd name="connsiteX3" fmla="*/ 63061 w 2494800"/>
                <a:gd name="connsiteY3" fmla="*/ 652884 h 1495724"/>
                <a:gd name="connsiteX4" fmla="*/ 93297 w 2494800"/>
                <a:gd name="connsiteY4" fmla="*/ 821956 h 1495724"/>
                <a:gd name="connsiteX0" fmla="*/ 2494800 w 2494800"/>
                <a:gd name="connsiteY0" fmla="*/ 1495724 h 1495724"/>
                <a:gd name="connsiteX1" fmla="*/ 2124089 w 2494800"/>
                <a:gd name="connsiteY1" fmla="*/ 1093451 h 1495724"/>
                <a:gd name="connsiteX2" fmla="*/ 890372 w 2494800"/>
                <a:gd name="connsiteY2" fmla="*/ 42 h 1495724"/>
                <a:gd name="connsiteX3" fmla="*/ 63061 w 2494800"/>
                <a:gd name="connsiteY3" fmla="*/ 652884 h 1495724"/>
                <a:gd name="connsiteX4" fmla="*/ 93297 w 2494800"/>
                <a:gd name="connsiteY4" fmla="*/ 821956 h 1495724"/>
                <a:gd name="connsiteX0" fmla="*/ 2494800 w 2494800"/>
                <a:gd name="connsiteY0" fmla="*/ 1532542 h 1532542"/>
                <a:gd name="connsiteX1" fmla="*/ 2124089 w 2494800"/>
                <a:gd name="connsiteY1" fmla="*/ 1130269 h 1532542"/>
                <a:gd name="connsiteX2" fmla="*/ 890372 w 2494800"/>
                <a:gd name="connsiteY2" fmla="*/ 38 h 1532542"/>
                <a:gd name="connsiteX3" fmla="*/ 63061 w 2494800"/>
                <a:gd name="connsiteY3" fmla="*/ 689702 h 1532542"/>
                <a:gd name="connsiteX4" fmla="*/ 93297 w 2494800"/>
                <a:gd name="connsiteY4" fmla="*/ 858774 h 1532542"/>
                <a:gd name="connsiteX0" fmla="*/ 2493439 w 2493439"/>
                <a:gd name="connsiteY0" fmla="*/ 1483451 h 1483451"/>
                <a:gd name="connsiteX1" fmla="*/ 2122728 w 2493439"/>
                <a:gd name="connsiteY1" fmla="*/ 1081178 h 1483451"/>
                <a:gd name="connsiteX2" fmla="*/ 870600 w 2493439"/>
                <a:gd name="connsiteY2" fmla="*/ 42 h 1483451"/>
                <a:gd name="connsiteX3" fmla="*/ 61700 w 2493439"/>
                <a:gd name="connsiteY3" fmla="*/ 640611 h 1483451"/>
                <a:gd name="connsiteX4" fmla="*/ 91936 w 2493439"/>
                <a:gd name="connsiteY4" fmla="*/ 809683 h 1483451"/>
                <a:gd name="connsiteX0" fmla="*/ 2420012 w 2420012"/>
                <a:gd name="connsiteY0" fmla="*/ 1497889 h 1497889"/>
                <a:gd name="connsiteX1" fmla="*/ 2049301 w 2420012"/>
                <a:gd name="connsiteY1" fmla="*/ 1095616 h 1497889"/>
                <a:gd name="connsiteX2" fmla="*/ 797173 w 2420012"/>
                <a:gd name="connsiteY2" fmla="*/ 14480 h 1497889"/>
                <a:gd name="connsiteX3" fmla="*/ 160106 w 2420012"/>
                <a:gd name="connsiteY3" fmla="*/ 495490 h 1497889"/>
                <a:gd name="connsiteX4" fmla="*/ 18509 w 2420012"/>
                <a:gd name="connsiteY4" fmla="*/ 824121 h 1497889"/>
                <a:gd name="connsiteX0" fmla="*/ 2420012 w 2420012"/>
                <a:gd name="connsiteY0" fmla="*/ 1483505 h 1483505"/>
                <a:gd name="connsiteX1" fmla="*/ 2049301 w 2420012"/>
                <a:gd name="connsiteY1" fmla="*/ 1081232 h 1483505"/>
                <a:gd name="connsiteX2" fmla="*/ 797173 w 2420012"/>
                <a:gd name="connsiteY2" fmla="*/ 96 h 1483505"/>
                <a:gd name="connsiteX3" fmla="*/ 160106 w 2420012"/>
                <a:gd name="connsiteY3" fmla="*/ 481106 h 1483505"/>
                <a:gd name="connsiteX4" fmla="*/ 18509 w 2420012"/>
                <a:gd name="connsiteY4" fmla="*/ 809737 h 1483505"/>
                <a:gd name="connsiteX0" fmla="*/ 2420012 w 2420012"/>
                <a:gd name="connsiteY0" fmla="*/ 1483505 h 1483505"/>
                <a:gd name="connsiteX1" fmla="*/ 2049301 w 2420012"/>
                <a:gd name="connsiteY1" fmla="*/ 1081232 h 1483505"/>
                <a:gd name="connsiteX2" fmla="*/ 797173 w 2420012"/>
                <a:gd name="connsiteY2" fmla="*/ 96 h 1483505"/>
                <a:gd name="connsiteX3" fmla="*/ 160106 w 2420012"/>
                <a:gd name="connsiteY3" fmla="*/ 481106 h 1483505"/>
                <a:gd name="connsiteX4" fmla="*/ 18509 w 2420012"/>
                <a:gd name="connsiteY4" fmla="*/ 809737 h 1483505"/>
                <a:gd name="connsiteX0" fmla="*/ 2420012 w 2420012"/>
                <a:gd name="connsiteY0" fmla="*/ 1483426 h 1483426"/>
                <a:gd name="connsiteX1" fmla="*/ 2049301 w 2420012"/>
                <a:gd name="connsiteY1" fmla="*/ 1081153 h 1483426"/>
                <a:gd name="connsiteX2" fmla="*/ 797173 w 2420012"/>
                <a:gd name="connsiteY2" fmla="*/ 17 h 1483426"/>
                <a:gd name="connsiteX3" fmla="*/ 160106 w 2420012"/>
                <a:gd name="connsiteY3" fmla="*/ 481027 h 1483426"/>
                <a:gd name="connsiteX4" fmla="*/ 18509 w 2420012"/>
                <a:gd name="connsiteY4" fmla="*/ 809658 h 148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0012" h="1483426">
                  <a:moveTo>
                    <a:pt x="2420012" y="1483426"/>
                  </a:moveTo>
                  <a:cubicBezTo>
                    <a:pt x="2401354" y="1286387"/>
                    <a:pt x="2137532" y="1185427"/>
                    <a:pt x="2049301" y="1081153"/>
                  </a:cubicBezTo>
                  <a:cubicBezTo>
                    <a:pt x="1746098" y="841078"/>
                    <a:pt x="952480" y="-4290"/>
                    <a:pt x="797173" y="17"/>
                  </a:cubicBezTo>
                  <a:cubicBezTo>
                    <a:pt x="641866" y="4324"/>
                    <a:pt x="289883" y="346087"/>
                    <a:pt x="160106" y="481027"/>
                  </a:cubicBezTo>
                  <a:cubicBezTo>
                    <a:pt x="30329" y="615967"/>
                    <a:pt x="-34430" y="756719"/>
                    <a:pt x="18509" y="809658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xmlns="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xmlns="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xmlns="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xmlns="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xmlns="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xmlns="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xmlns="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xmlns="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xmlns="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8" name="Group 44">
            <a:extLst>
              <a:ext uri="{FF2B5EF4-FFF2-40B4-BE49-F238E27FC236}">
                <a16:creationId xmlns:a16="http://schemas.microsoft.com/office/drawing/2014/main" xmlns="" id="{49176FEA-2A3D-4C46-88A0-E5272CC899B4}"/>
              </a:ext>
            </a:extLst>
          </p:cNvPr>
          <p:cNvGrpSpPr>
            <a:grpSpLocks/>
          </p:cNvGrpSpPr>
          <p:nvPr/>
        </p:nvGrpSpPr>
        <p:grpSpPr bwMode="auto">
          <a:xfrm>
            <a:off x="1996999" y="4952734"/>
            <a:ext cx="388834" cy="356970"/>
            <a:chOff x="-44" y="1473"/>
            <a:chExt cx="981" cy="1105"/>
          </a:xfrm>
        </p:grpSpPr>
        <p:pic>
          <p:nvPicPr>
            <p:cNvPr id="311" name="Picture 45" descr="desktop_computer_stylized_medium">
              <a:extLst>
                <a:ext uri="{FF2B5EF4-FFF2-40B4-BE49-F238E27FC236}">
                  <a16:creationId xmlns:a16="http://schemas.microsoft.com/office/drawing/2014/main" xmlns="" id="{6744CEA1-5DC8-3C49-9E35-3544B3A04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2" name="Freeform 46">
              <a:extLst>
                <a:ext uri="{FF2B5EF4-FFF2-40B4-BE49-F238E27FC236}">
                  <a16:creationId xmlns:a16="http://schemas.microsoft.com/office/drawing/2014/main" xmlns="" id="{4CC4AF2A-4A60-7E4E-B654-71C95B11A8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5" name="Rectangle 3">
            <a:extLst>
              <a:ext uri="{FF2B5EF4-FFF2-40B4-BE49-F238E27FC236}">
                <a16:creationId xmlns:a16="http://schemas.microsoft.com/office/drawing/2014/main" xmlns="" id="{05247610-6057-6F45-9FE7-A7221DB45A72}"/>
              </a:ext>
            </a:extLst>
          </p:cNvPr>
          <p:cNvSpPr txBox="1">
            <a:spLocks noChangeArrowheads="1"/>
          </p:cNvSpPr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 broadcast domain: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scaling: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layer-2 broadcast traffic (ARP, DHCP, unknown MAC) must cross entire LAN 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efficiency, security, privacy, efficiency issues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xmlns="" id="{2E6976FD-8FD9-464E-9D3E-35DC0F9B90E5}"/>
              </a:ext>
            </a:extLst>
          </p:cNvPr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LAN sizes scale, users change point of attachment?</a:t>
            </a:r>
          </a:p>
        </p:txBody>
      </p:sp>
    </p:spTree>
    <p:extLst>
      <p:ext uri="{BB962C8B-B14F-4D97-AF65-F5344CB8AC3E}">
        <p14:creationId xmlns:p14="http://schemas.microsoft.com/office/powerpoint/2010/main" val="25257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00023 C 0.00768 0.03611 0.0207 0.07407 0.05599 0.08727 C 0.09127 0.10046 0.18489 0.09815 0.21185 0.07847 C 0.2388 0.05856 0.24271 0.01134 0.21758 -0.0375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3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C0000"/>
                </a:solidFill>
                <a:latin typeface="Arial" charset="0"/>
                <a:cs typeface="Arial" charset="0"/>
              </a:rPr>
              <a:t/>
            </a:r>
            <a:br>
              <a:rPr lang="en-US" b="1" dirty="0">
                <a:solidFill>
                  <a:srgbClr val="CC0000"/>
                </a:solidFill>
                <a:latin typeface="Arial" charset="0"/>
                <a:cs typeface="Arial" charset="0"/>
              </a:rPr>
            </a:br>
            <a:r>
              <a:rPr lang="en-US" dirty="0">
                <a:ea typeface="ＭＳ Ｐゴシック" charset="0"/>
                <a:cs typeface="+mj-cs"/>
              </a:rPr>
              <a:t>Virtual Local Area Network</a:t>
            </a:r>
            <a:r>
              <a:rPr lang="en-US" b="1" dirty="0">
                <a:solidFill>
                  <a:srgbClr val="CC0000"/>
                </a:solidFill>
                <a:latin typeface="Arial" charset="0"/>
                <a:cs typeface="Arial" charset="0"/>
              </a:rPr>
              <a:t/>
            </a:r>
            <a:br>
              <a:rPr lang="en-US" b="1" dirty="0">
                <a:solidFill>
                  <a:srgbClr val="CC0000"/>
                </a:solidFill>
                <a:latin typeface="Arial" charset="0"/>
                <a:cs typeface="Arial" charset="0"/>
              </a:rPr>
            </a:b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4813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2B9A1820-2E6B-416F-A030-F2A83A9A6B82}" type="slidenum">
              <a:rPr lang="en-US" altLang="en-US" sz="12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8133" name="Text Box 85"/>
          <p:cNvSpPr txBox="1">
            <a:spLocks noChangeArrowheads="1"/>
          </p:cNvSpPr>
          <p:nvPr/>
        </p:nvSpPr>
        <p:spPr bwMode="auto">
          <a:xfrm>
            <a:off x="2205039" y="2265364"/>
            <a:ext cx="8835138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switch that allows multiple L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networks to be defined over a single physical local area network infrastructure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giving an appearance of multiple VLANS on single switch</a:t>
            </a:r>
          </a:p>
        </p:txBody>
      </p:sp>
      <p:sp>
        <p:nvSpPr>
          <p:cNvPr id="48134" name="Text Box 87"/>
          <p:cNvSpPr txBox="1">
            <a:spLocks noChangeArrowheads="1"/>
          </p:cNvSpPr>
          <p:nvPr/>
        </p:nvSpPr>
        <p:spPr bwMode="auto">
          <a:xfrm>
            <a:off x="2166938" y="1543050"/>
            <a:ext cx="34036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b="1">
              <a:solidFill>
                <a:srgbClr val="C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4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839751EC-3470-E44E-9E47-1DBEC48F367C}"/>
              </a:ext>
            </a:extLst>
          </p:cNvPr>
          <p:cNvGrpSpPr/>
          <p:nvPr/>
        </p:nvGrpSpPr>
        <p:grpSpPr>
          <a:xfrm>
            <a:off x="7535443" y="2298503"/>
            <a:ext cx="1243611" cy="519112"/>
            <a:chOff x="9287864" y="4082048"/>
            <a:chExt cx="1243611" cy="519112"/>
          </a:xfrm>
        </p:grpSpPr>
        <p:sp>
          <p:nvSpPr>
            <p:cNvPr id="556" name="Rectangle 75">
              <a:extLst>
                <a:ext uri="{FF2B5EF4-FFF2-40B4-BE49-F238E27FC236}">
                  <a16:creationId xmlns:a16="http://schemas.microsoft.com/office/drawing/2014/main" xmlns="" id="{86D84E7B-7F94-CF43-97CD-E40F099F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7" name="Rectangle 2">
              <a:extLst>
                <a:ext uri="{FF2B5EF4-FFF2-40B4-BE49-F238E27FC236}">
                  <a16:creationId xmlns:a16="http://schemas.microsoft.com/office/drawing/2014/main" xmlns="" id="{75001E46-9EFA-6F46-BF58-DE475A33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8" name="Line 3">
              <a:extLst>
                <a:ext uri="{FF2B5EF4-FFF2-40B4-BE49-F238E27FC236}">
                  <a16:creationId xmlns:a16="http://schemas.microsoft.com/office/drawing/2014/main" xmlns="" id="{58FD3C8D-D13C-DD42-85DC-F3FC7582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9" name="Text Box 6">
              <a:extLst>
                <a:ext uri="{FF2B5EF4-FFF2-40B4-BE49-F238E27FC236}">
                  <a16:creationId xmlns:a16="http://schemas.microsoft.com/office/drawing/2014/main" xmlns="" id="{06310D8E-E39C-8749-8C4D-6762E12A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562" name="Line 18">
              <a:extLst>
                <a:ext uri="{FF2B5EF4-FFF2-40B4-BE49-F238E27FC236}">
                  <a16:creationId xmlns:a16="http://schemas.microsoft.com/office/drawing/2014/main" xmlns="" id="{674927D0-7AF4-FB45-A199-0AA4F2F4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3" name="Line 21">
              <a:extLst>
                <a:ext uri="{FF2B5EF4-FFF2-40B4-BE49-F238E27FC236}">
                  <a16:creationId xmlns:a16="http://schemas.microsoft.com/office/drawing/2014/main" xmlns="" id="{ED992B3F-F06B-D64B-B214-C0900606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5" name="Line 23">
              <a:extLst>
                <a:ext uri="{FF2B5EF4-FFF2-40B4-BE49-F238E27FC236}">
                  <a16:creationId xmlns:a16="http://schemas.microsoft.com/office/drawing/2014/main" xmlns="" id="{0E55E53C-5364-9444-98BF-DF258E8EB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8" name="Text Box 26">
              <a:extLst>
                <a:ext uri="{FF2B5EF4-FFF2-40B4-BE49-F238E27FC236}">
                  <a16:creationId xmlns:a16="http://schemas.microsoft.com/office/drawing/2014/main" xmlns="" id="{2BB93CA1-198F-BD45-B13D-35FA7DC8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</a:p>
          </p:txBody>
        </p:sp>
        <p:sp>
          <p:nvSpPr>
            <p:cNvPr id="572" name="Text Box 30">
              <a:extLst>
                <a:ext uri="{FF2B5EF4-FFF2-40B4-BE49-F238E27FC236}">
                  <a16:creationId xmlns:a16="http://schemas.microsoft.com/office/drawing/2014/main" xmlns="" id="{B28826E1-E494-BE45-847D-47836FFF5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573" name="Text Box 57">
              <a:extLst>
                <a:ext uri="{FF2B5EF4-FFF2-40B4-BE49-F238E27FC236}">
                  <a16:creationId xmlns:a16="http://schemas.microsoft.com/office/drawing/2014/main" xmlns="" id="{0E14A6FA-A1FE-3F46-A4F2-105D9B7A7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584" name="Oval 81">
              <a:extLst>
                <a:ext uri="{FF2B5EF4-FFF2-40B4-BE49-F238E27FC236}">
                  <a16:creationId xmlns:a16="http://schemas.microsoft.com/office/drawing/2014/main" xmlns="" id="{9FE56524-10FB-6042-A1CC-7979BFD9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5" name="Oval 82">
              <a:extLst>
                <a:ext uri="{FF2B5EF4-FFF2-40B4-BE49-F238E27FC236}">
                  <a16:creationId xmlns:a16="http://schemas.microsoft.com/office/drawing/2014/main" xmlns="" id="{32B7ED54-8A66-9C40-90E0-AB788CBB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6" name="Oval 83">
              <a:extLst>
                <a:ext uri="{FF2B5EF4-FFF2-40B4-BE49-F238E27FC236}">
                  <a16:creationId xmlns:a16="http://schemas.microsoft.com/office/drawing/2014/main" xmlns="" id="{ACECF9A3-7435-ED4E-A83D-328DB3D2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EF443345-4697-A84D-B271-4440D2A31971}"/>
              </a:ext>
            </a:extLst>
          </p:cNvPr>
          <p:cNvGrpSpPr/>
          <p:nvPr/>
        </p:nvGrpSpPr>
        <p:grpSpPr>
          <a:xfrm>
            <a:off x="8704311" y="2293748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xmlns="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xmlns="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xmlns="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xmlns="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xmlns="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xmlns="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xmlns="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xmlns="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xmlns="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xmlns="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xmlns="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xmlns="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xmlns="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Port-based VLANs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xmlns="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 Box 85">
            <a:extLst>
              <a:ext uri="{FF2B5EF4-FFF2-40B4-BE49-F238E27FC236}">
                <a16:creationId xmlns:a16="http://schemas.microsoft.com/office/drawing/2014/main" xmlns="" id="{DBE7F08B-75D4-654E-BA3B-51E343AAE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828" y="2469025"/>
            <a:ext cx="36977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switch(es) supporting VLAN capabilities can be configured to define multiple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virtual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LANS over single physical LAN infrastructure.</a:t>
            </a:r>
          </a:p>
        </p:txBody>
      </p:sp>
      <p:sp>
        <p:nvSpPr>
          <p:cNvPr id="226" name="Rectangle 86">
            <a:extLst>
              <a:ext uri="{FF2B5EF4-FFF2-40B4-BE49-F238E27FC236}">
                <a16:creationId xmlns:a16="http://schemas.microsoft.com/office/drawing/2014/main" xmlns="" id="{040C315C-CE33-1045-B5A5-A72E5FF7F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603" y="1867773"/>
            <a:ext cx="4140915" cy="347696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7" name="Text Box 87">
            <a:extLst>
              <a:ext uri="{FF2B5EF4-FFF2-40B4-BE49-F238E27FC236}">
                <a16:creationId xmlns:a16="http://schemas.microsoft.com/office/drawing/2014/main" xmlns="" id="{3747A2E4-8B70-A749-8C53-5E13C96C5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65" y="1607445"/>
            <a:ext cx="3014663" cy="8280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Virtual Local Area Network (VLAN)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CDABEEB3-46FD-EA41-8074-A5BDD9C11183}"/>
              </a:ext>
            </a:extLst>
          </p:cNvPr>
          <p:cNvGrpSpPr/>
          <p:nvPr/>
        </p:nvGrpSpPr>
        <p:grpSpPr>
          <a:xfrm>
            <a:off x="7579415" y="1918955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xmlns="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xmlns="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xmlns="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xmlns="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xmlns="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xmlns="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4" name="Rectangle 3">
            <a:extLst>
              <a:ext uri="{FF2B5EF4-FFF2-40B4-BE49-F238E27FC236}">
                <a16:creationId xmlns:a16="http://schemas.microsoft.com/office/drawing/2014/main" xmlns="" id="{8B0BF6C6-7F95-0647-8336-38D2D9565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932" y="721723"/>
            <a:ext cx="5961059" cy="1625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port-based VLAN: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switch ports grouped (by switch management software) so that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single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physical switch ……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30" name="Line 61">
            <a:extLst>
              <a:ext uri="{FF2B5EF4-FFF2-40B4-BE49-F238E27FC236}">
                <a16:creationId xmlns:a16="http://schemas.microsoft.com/office/drawing/2014/main" xmlns="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7193" y="2649273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xmlns="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2956" y="2649273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xmlns="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2092" y="2664199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xmlns="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1614" y="2864458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xmlns="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0156" y="2652448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xmlns="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0631" y="2450835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xmlns="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9786293" y="2395273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xmlns="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520" y="3356023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xmlns="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7415" y="3356023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xmlns="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370" y="2827505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xmlns="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6290618" y="2835010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xmlns="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xmlns="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xmlns="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6855399" y="2840344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xmlns="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xmlns="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xmlns="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7612266" y="2835682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xmlns="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xmlns="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xmlns="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8577667" y="2831020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xmlns="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xmlns="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xmlns="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9092894" y="2836930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xmlns="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xmlns="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xmlns="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9956495" y="2845922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xmlns="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xmlns="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BB18BAC5-6F99-9949-A533-8E94FF0D852A}"/>
              </a:ext>
            </a:extLst>
          </p:cNvPr>
          <p:cNvGrpSpPr/>
          <p:nvPr/>
        </p:nvGrpSpPr>
        <p:grpSpPr>
          <a:xfrm>
            <a:off x="6211492" y="3817384"/>
            <a:ext cx="5305402" cy="2612342"/>
            <a:chOff x="6211492" y="3817384"/>
            <a:chExt cx="5305402" cy="2612342"/>
          </a:xfrm>
        </p:grpSpPr>
        <p:grpSp>
          <p:nvGrpSpPr>
            <p:cNvPr id="684" name="Group 683">
              <a:extLst>
                <a:ext uri="{FF2B5EF4-FFF2-40B4-BE49-F238E27FC236}">
                  <a16:creationId xmlns:a16="http://schemas.microsoft.com/office/drawing/2014/main" xmlns="" id="{032775F3-0670-3C4B-B2DF-70AE363DCDFF}"/>
                </a:ext>
              </a:extLst>
            </p:cNvPr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685" name="Oval 684">
                <a:extLst>
                  <a:ext uri="{FF2B5EF4-FFF2-40B4-BE49-F238E27FC236}">
                    <a16:creationId xmlns:a16="http://schemas.microsoft.com/office/drawing/2014/main" xmlns="" id="{809D7D0E-60C1-2C48-AD6E-75E52E4358D7}"/>
                  </a:ext>
                </a:extLst>
              </p:cNvPr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6" name="Oval 685">
                <a:extLst>
                  <a:ext uri="{FF2B5EF4-FFF2-40B4-BE49-F238E27FC236}">
                    <a16:creationId xmlns:a16="http://schemas.microsoft.com/office/drawing/2014/main" xmlns="" id="{EF688021-C6FD-1B4E-B315-BB324D547AD5}"/>
                  </a:ext>
                </a:extLst>
              </p:cNvPr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7" name="Oval 686">
                <a:extLst>
                  <a:ext uri="{FF2B5EF4-FFF2-40B4-BE49-F238E27FC236}">
                    <a16:creationId xmlns:a16="http://schemas.microsoft.com/office/drawing/2014/main" xmlns="" id="{1F5AD41F-54EA-6A44-B0D6-74F874C66EF2}"/>
                  </a:ext>
                </a:extLst>
              </p:cNvPr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8" name="Oval 687">
                <a:extLst>
                  <a:ext uri="{FF2B5EF4-FFF2-40B4-BE49-F238E27FC236}">
                    <a16:creationId xmlns:a16="http://schemas.microsoft.com/office/drawing/2014/main" xmlns="" id="{4C7FB047-C4AD-824E-B7ED-47D40D01146F}"/>
                  </a:ext>
                </a:extLst>
              </p:cNvPr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9" name="Oval 688">
                <a:extLst>
                  <a:ext uri="{FF2B5EF4-FFF2-40B4-BE49-F238E27FC236}">
                    <a16:creationId xmlns:a16="http://schemas.microsoft.com/office/drawing/2014/main" xmlns="" id="{012F2C31-F332-114A-9BCF-F8B282914B90}"/>
                  </a:ext>
                </a:extLst>
              </p:cNvPr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0" name="Oval 689">
                <a:extLst>
                  <a:ext uri="{FF2B5EF4-FFF2-40B4-BE49-F238E27FC236}">
                    <a16:creationId xmlns:a16="http://schemas.microsoft.com/office/drawing/2014/main" xmlns="" id="{D798AE63-63D4-7B40-9268-74F3FB1BA890}"/>
                  </a:ext>
                </a:extLst>
              </p:cNvPr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1" name="Oval 690">
                <a:extLst>
                  <a:ext uri="{FF2B5EF4-FFF2-40B4-BE49-F238E27FC236}">
                    <a16:creationId xmlns:a16="http://schemas.microsoft.com/office/drawing/2014/main" xmlns="" id="{D1D557D9-E710-6349-86FB-1E32C8BE5407}"/>
                  </a:ext>
                </a:extLst>
              </p:cNvPr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2" name="Oval 691">
                <a:extLst>
                  <a:ext uri="{FF2B5EF4-FFF2-40B4-BE49-F238E27FC236}">
                    <a16:creationId xmlns:a16="http://schemas.microsoft.com/office/drawing/2014/main" xmlns="" id="{FB07E267-41BC-A04C-B76A-60A7F3D74A23}"/>
                  </a:ext>
                </a:extLst>
              </p:cNvPr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3" name="Oval 692">
                <a:extLst>
                  <a:ext uri="{FF2B5EF4-FFF2-40B4-BE49-F238E27FC236}">
                    <a16:creationId xmlns:a16="http://schemas.microsoft.com/office/drawing/2014/main" xmlns="" id="{5682B567-D458-C848-AA8C-B31B69F32CB5}"/>
                  </a:ext>
                </a:extLst>
              </p:cNvPr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6200000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4" name="Oval 693">
                <a:extLst>
                  <a:ext uri="{FF2B5EF4-FFF2-40B4-BE49-F238E27FC236}">
                    <a16:creationId xmlns:a16="http://schemas.microsoft.com/office/drawing/2014/main" xmlns="" id="{905F9C15-25EA-7B4C-940C-44F363940A1A}"/>
                  </a:ext>
                </a:extLst>
              </p:cNvPr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3500000" algn="b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5" name="Freeform 694">
                <a:extLst>
                  <a:ext uri="{FF2B5EF4-FFF2-40B4-BE49-F238E27FC236}">
                    <a16:creationId xmlns:a16="http://schemas.microsoft.com/office/drawing/2014/main" xmlns="" id="{931DE170-9A7A-A446-A6FC-4B1B055B91C6}"/>
                  </a:ext>
                </a:extLst>
              </p:cNvPr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avLst/>
                <a:gdLst>
                  <a:gd name="connsiteX0" fmla="*/ 18918 w 3651294"/>
                  <a:gd name="connsiteY0" fmla="*/ 327923 h 1248629"/>
                  <a:gd name="connsiteX1" fmla="*/ 0 w 3651294"/>
                  <a:gd name="connsiteY1" fmla="*/ 472965 h 1248629"/>
                  <a:gd name="connsiteX2" fmla="*/ 75674 w 3651294"/>
                  <a:gd name="connsiteY2" fmla="*/ 939625 h 1248629"/>
                  <a:gd name="connsiteX3" fmla="*/ 176574 w 3651294"/>
                  <a:gd name="connsiteY3" fmla="*/ 964850 h 1248629"/>
                  <a:gd name="connsiteX4" fmla="*/ 214411 w 3651294"/>
                  <a:gd name="connsiteY4" fmla="*/ 1034218 h 1248629"/>
                  <a:gd name="connsiteX5" fmla="*/ 1072055 w 3651294"/>
                  <a:gd name="connsiteY5" fmla="*/ 1248629 h 1248629"/>
                  <a:gd name="connsiteX6" fmla="*/ 1210791 w 3651294"/>
                  <a:gd name="connsiteY6" fmla="*/ 1179261 h 1248629"/>
                  <a:gd name="connsiteX7" fmla="*/ 1311691 w 3651294"/>
                  <a:gd name="connsiteY7" fmla="*/ 1248629 h 1248629"/>
                  <a:gd name="connsiteX8" fmla="*/ 2238703 w 3651294"/>
                  <a:gd name="connsiteY8" fmla="*/ 1242323 h 1248629"/>
                  <a:gd name="connsiteX9" fmla="*/ 2352215 w 3651294"/>
                  <a:gd name="connsiteY9" fmla="*/ 1072055 h 1248629"/>
                  <a:gd name="connsiteX10" fmla="*/ 2453114 w 3651294"/>
                  <a:gd name="connsiteY10" fmla="*/ 1109892 h 1248629"/>
                  <a:gd name="connsiteX11" fmla="*/ 3165716 w 3651294"/>
                  <a:gd name="connsiteY11" fmla="*/ 1021605 h 1248629"/>
                  <a:gd name="connsiteX12" fmla="*/ 3272921 w 3651294"/>
                  <a:gd name="connsiteY12" fmla="*/ 870257 h 1248629"/>
                  <a:gd name="connsiteX13" fmla="*/ 3651294 w 3651294"/>
                  <a:gd name="connsiteY13" fmla="*/ 567559 h 1248629"/>
                  <a:gd name="connsiteX14" fmla="*/ 3600844 w 3651294"/>
                  <a:gd name="connsiteY14" fmla="*/ 510803 h 1248629"/>
                  <a:gd name="connsiteX15" fmla="*/ 3619763 w 3651294"/>
                  <a:gd name="connsiteY15" fmla="*/ 416210 h 1248629"/>
                  <a:gd name="connsiteX16" fmla="*/ 3436883 w 3651294"/>
                  <a:gd name="connsiteY16" fmla="*/ 245942 h 1248629"/>
                  <a:gd name="connsiteX17" fmla="*/ 3436883 w 3651294"/>
                  <a:gd name="connsiteY17" fmla="*/ 245942 h 1248629"/>
                  <a:gd name="connsiteX18" fmla="*/ 3285534 w 3651294"/>
                  <a:gd name="connsiteY18" fmla="*/ 182880 h 1248629"/>
                  <a:gd name="connsiteX19" fmla="*/ 2699056 w 3651294"/>
                  <a:gd name="connsiteY19" fmla="*/ 18919 h 1248629"/>
                  <a:gd name="connsiteX20" fmla="*/ 2440502 w 3651294"/>
                  <a:gd name="connsiteY20" fmla="*/ 69368 h 1248629"/>
                  <a:gd name="connsiteX21" fmla="*/ 2308071 w 3651294"/>
                  <a:gd name="connsiteY21" fmla="*/ 6306 h 1248629"/>
                  <a:gd name="connsiteX22" fmla="*/ 2011680 w 3651294"/>
                  <a:gd name="connsiteY22" fmla="*/ 0 h 1248629"/>
                  <a:gd name="connsiteX23" fmla="*/ 1828800 w 3651294"/>
                  <a:gd name="connsiteY23" fmla="*/ 31531 h 1248629"/>
                  <a:gd name="connsiteX24" fmla="*/ 775663 w 3651294"/>
                  <a:gd name="connsiteY24" fmla="*/ 94593 h 1248629"/>
                  <a:gd name="connsiteX25" fmla="*/ 599089 w 3651294"/>
                  <a:gd name="connsiteY25" fmla="*/ 170268 h 1248629"/>
                  <a:gd name="connsiteX26" fmla="*/ 283779 w 3651294"/>
                  <a:gd name="connsiteY26" fmla="*/ 195492 h 1248629"/>
                  <a:gd name="connsiteX27" fmla="*/ 18918 w 3651294"/>
                  <a:gd name="connsiteY27" fmla="*/ 327923 h 124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51294" h="1248629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82" name="Rectangle 211">
              <a:extLst>
                <a:ext uri="{FF2B5EF4-FFF2-40B4-BE49-F238E27FC236}">
                  <a16:creationId xmlns:a16="http://schemas.microsoft.com/office/drawing/2014/main" xmlns="" id="{69F6A505-6FC4-F044-8AE9-A1A9917E6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… operates as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multiple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virtual switches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28921662-C3D4-0647-9F72-39C9CE0D19E6}"/>
                </a:ext>
              </a:extLst>
            </p:cNvPr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647" name="Group 646">
                <a:extLst>
                  <a:ext uri="{FF2B5EF4-FFF2-40B4-BE49-F238E27FC236}">
                    <a16:creationId xmlns:a16="http://schemas.microsoft.com/office/drawing/2014/main" xmlns="" id="{1557549E-498F-7447-979B-9B359264E0A6}"/>
                  </a:ext>
                </a:extLst>
              </p:cNvPr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662" name="Rectangle 75">
                  <a:extLst>
                    <a:ext uri="{FF2B5EF4-FFF2-40B4-BE49-F238E27FC236}">
                      <a16:creationId xmlns:a16="http://schemas.microsoft.com/office/drawing/2014/main" xmlns="" id="{27B96988-11D0-474D-93EB-348F240AF5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3" name="Rectangle 2">
                  <a:extLst>
                    <a:ext uri="{FF2B5EF4-FFF2-40B4-BE49-F238E27FC236}">
                      <a16:creationId xmlns:a16="http://schemas.microsoft.com/office/drawing/2014/main" xmlns="" id="{8B68E981-F5E3-2F42-819A-A669CFE11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4" name="Line 3">
                  <a:extLst>
                    <a:ext uri="{FF2B5EF4-FFF2-40B4-BE49-F238E27FC236}">
                      <a16:creationId xmlns:a16="http://schemas.microsoft.com/office/drawing/2014/main" xmlns="" id="{5E688D47-83AD-C34B-A1ED-6322C3943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51453" y="4342570"/>
                  <a:ext cx="1179110" cy="14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5" name="Text Box 6">
                  <a:extLst>
                    <a:ext uri="{FF2B5EF4-FFF2-40B4-BE49-F238E27FC236}">
                      <a16:creationId xmlns:a16="http://schemas.microsoft.com/office/drawing/2014/main" xmlns="" id="{FBA92F64-DEA8-0145-A270-ADFA4F7483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</a:p>
              </p:txBody>
            </p:sp>
            <p:sp>
              <p:nvSpPr>
                <p:cNvPr id="666" name="Line 18">
                  <a:extLst>
                    <a:ext uri="{FF2B5EF4-FFF2-40B4-BE49-F238E27FC236}">
                      <a16:creationId xmlns:a16="http://schemas.microsoft.com/office/drawing/2014/main" xmlns="" id="{B05E417E-D861-214C-90B9-6B8EDFA4C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30891" y="4132848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7" name="Line 21">
                  <a:extLst>
                    <a:ext uri="{FF2B5EF4-FFF2-40B4-BE49-F238E27FC236}">
                      <a16:creationId xmlns:a16="http://schemas.microsoft.com/office/drawing/2014/main" xmlns="" id="{D7A2106C-D1FA-FC49-A4A1-12E5A11479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40378" y="4129673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8" name="Line 23">
                  <a:extLst>
                    <a:ext uri="{FF2B5EF4-FFF2-40B4-BE49-F238E27FC236}">
                      <a16:creationId xmlns:a16="http://schemas.microsoft.com/office/drawing/2014/main" xmlns="" id="{BE1A2472-CC43-B049-946E-8A2507DEC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211878" y="4137610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9" name="Text Box 26">
                  <a:extLst>
                    <a:ext uri="{FF2B5EF4-FFF2-40B4-BE49-F238E27FC236}">
                      <a16:creationId xmlns:a16="http://schemas.microsoft.com/office/drawing/2014/main" xmlns="" id="{6A32EC24-5E70-9845-AE75-3CFCAEC76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8</a:t>
                  </a:r>
                </a:p>
              </p:txBody>
            </p:sp>
            <p:sp>
              <p:nvSpPr>
                <p:cNvPr id="670" name="Text Box 30">
                  <a:extLst>
                    <a:ext uri="{FF2B5EF4-FFF2-40B4-BE49-F238E27FC236}">
                      <a16:creationId xmlns:a16="http://schemas.microsoft.com/office/drawing/2014/main" xmlns="" id="{8197BC53-69F8-A742-8EF7-9255154961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</a:p>
              </p:txBody>
            </p:sp>
            <p:sp>
              <p:nvSpPr>
                <p:cNvPr id="671" name="Text Box 57">
                  <a:extLst>
                    <a:ext uri="{FF2B5EF4-FFF2-40B4-BE49-F238E27FC236}">
                      <a16:creationId xmlns:a16="http://schemas.microsoft.com/office/drawing/2014/main" xmlns="" id="{F222EBB6-5B2A-0D45-92C3-2B55D5AE7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7</a:t>
                  </a:r>
                </a:p>
              </p:txBody>
            </p:sp>
            <p:sp>
              <p:nvSpPr>
                <p:cNvPr id="672" name="Oval 81">
                  <a:extLst>
                    <a:ext uri="{FF2B5EF4-FFF2-40B4-BE49-F238E27FC236}">
                      <a16:creationId xmlns:a16="http://schemas.microsoft.com/office/drawing/2014/main" xmlns="" id="{E52540DE-6219-0B44-87AE-A9BD6A3DC0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73" name="Oval 82">
                  <a:extLst>
                    <a:ext uri="{FF2B5EF4-FFF2-40B4-BE49-F238E27FC236}">
                      <a16:creationId xmlns:a16="http://schemas.microsoft.com/office/drawing/2014/main" xmlns="" id="{A0B5B120-1532-1C46-9438-F25A285AF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74" name="Oval 83">
                  <a:extLst>
                    <a:ext uri="{FF2B5EF4-FFF2-40B4-BE49-F238E27FC236}">
                      <a16:creationId xmlns:a16="http://schemas.microsoft.com/office/drawing/2014/main" xmlns="" id="{A3B232BC-691D-3F49-A451-1D60DC31FA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xmlns="" id="{1E0E1360-1D03-4244-AB63-FBB9A246D632}"/>
                  </a:ext>
                </a:extLst>
              </p:cNvPr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609" name="Freeform 608">
                  <a:extLst>
                    <a:ext uri="{FF2B5EF4-FFF2-40B4-BE49-F238E27FC236}">
                      <a16:creationId xmlns:a16="http://schemas.microsoft.com/office/drawing/2014/main" xmlns="" id="{93AAB91A-4626-864D-913D-2F31098E5822}"/>
                    </a:ext>
                  </a:extLst>
                </p:cNvPr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xmlns="" id="{E0274902-E835-C346-937F-15C1C8A96F98}"/>
                    </a:ext>
                  </a:extLst>
                </p:cNvPr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611" name="Freeform 610">
                    <a:extLst>
                      <a:ext uri="{FF2B5EF4-FFF2-40B4-BE49-F238E27FC236}">
                        <a16:creationId xmlns:a16="http://schemas.microsoft.com/office/drawing/2014/main" xmlns="" id="{C39AA749-E2A1-5044-812D-948525D6BBA4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2" name="Freeform 611">
                    <a:extLst>
                      <a:ext uri="{FF2B5EF4-FFF2-40B4-BE49-F238E27FC236}">
                        <a16:creationId xmlns:a16="http://schemas.microsoft.com/office/drawing/2014/main" xmlns="" id="{25F61225-EAA4-BB43-9F0E-F6385A139582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3" name="Freeform 612">
                    <a:extLst>
                      <a:ext uri="{FF2B5EF4-FFF2-40B4-BE49-F238E27FC236}">
                        <a16:creationId xmlns:a16="http://schemas.microsoft.com/office/drawing/2014/main" xmlns="" id="{DFB55FEA-9214-6845-BED9-A5E6C52BAF1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4" name="Freeform 613">
                    <a:extLst>
                      <a:ext uri="{FF2B5EF4-FFF2-40B4-BE49-F238E27FC236}">
                        <a16:creationId xmlns:a16="http://schemas.microsoft.com/office/drawing/2014/main" xmlns="" id="{F1D41D29-9F0B-6541-9334-EDDEC9F39068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xmlns="" id="{2AD004A6-8C47-C844-B24D-6D3E4EAFA6DC}"/>
                  </a:ext>
                </a:extLst>
              </p:cNvPr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sp>
              <p:nvSpPr>
                <p:cNvPr id="574" name="Line 61">
                  <a:extLst>
                    <a:ext uri="{FF2B5EF4-FFF2-40B4-BE49-F238E27FC236}">
                      <a16:creationId xmlns:a16="http://schemas.microsoft.com/office/drawing/2014/main" xmlns="" id="{C8A4EEED-1DD9-2043-A8F0-64BD1469D3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259676" y="5267911"/>
                  <a:ext cx="901700" cy="2794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75" name="Line 62">
                  <a:extLst>
                    <a:ext uri="{FF2B5EF4-FFF2-40B4-BE49-F238E27FC236}">
                      <a16:creationId xmlns:a16="http://schemas.microsoft.com/office/drawing/2014/main" xmlns="" id="{B6658ABF-84A5-9D49-88CF-B3072D8BAD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645439" y="5263098"/>
                  <a:ext cx="806450" cy="4191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76" name="Line 63">
                  <a:extLst>
                    <a:ext uri="{FF2B5EF4-FFF2-40B4-BE49-F238E27FC236}">
                      <a16:creationId xmlns:a16="http://schemas.microsoft.com/office/drawing/2014/main" xmlns="" id="{104CD8A8-65F3-2047-9A76-DB6AF9480F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64575" y="5268398"/>
                  <a:ext cx="672983" cy="36131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81" name="Text Box 72">
                  <a:extLst>
                    <a:ext uri="{FF2B5EF4-FFF2-40B4-BE49-F238E27FC236}">
                      <a16:creationId xmlns:a16="http://schemas.microsoft.com/office/drawing/2014/main" xmlns="" id="{9969E5E3-3D92-2D46-B9C4-969153B6B7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EE (VLAN ports 1-8)</a:t>
                  </a:r>
                </a:p>
              </p:txBody>
            </p:sp>
            <p:sp>
              <p:nvSpPr>
                <p:cNvPr id="590" name="Text Box 45">
                  <a:extLst>
                    <a:ext uri="{FF2B5EF4-FFF2-40B4-BE49-F238E27FC236}">
                      <a16:creationId xmlns:a16="http://schemas.microsoft.com/office/drawing/2014/main" xmlns="" id="{3C95110B-9ADB-DC4E-878A-70D85E2ACF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</a:rPr>
                    <a:t>…</a:t>
                  </a:r>
                </a:p>
              </p:txBody>
            </p:sp>
            <p:grpSp>
              <p:nvGrpSpPr>
                <p:cNvPr id="591" name="Group 44">
                  <a:extLst>
                    <a:ext uri="{FF2B5EF4-FFF2-40B4-BE49-F238E27FC236}">
                      <a16:creationId xmlns:a16="http://schemas.microsoft.com/office/drawing/2014/main" xmlns="" id="{37D271C4-F866-344E-859B-5D8A6AA5EA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7" name="Picture 45" descr="desktop_computer_stylized_medium">
                    <a:extLst>
                      <a:ext uri="{FF2B5EF4-FFF2-40B4-BE49-F238E27FC236}">
                        <a16:creationId xmlns:a16="http://schemas.microsoft.com/office/drawing/2014/main" xmlns="" id="{EE7EAE4D-E265-AD46-B29F-100BD3D8BAB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8" name="Freeform 46">
                    <a:extLst>
                      <a:ext uri="{FF2B5EF4-FFF2-40B4-BE49-F238E27FC236}">
                        <a16:creationId xmlns:a16="http://schemas.microsoft.com/office/drawing/2014/main" xmlns="" id="{1718B8A6-4704-2E47-850D-969F80C1A6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592" name="Group 44">
                  <a:extLst>
                    <a:ext uri="{FF2B5EF4-FFF2-40B4-BE49-F238E27FC236}">
                      <a16:creationId xmlns:a16="http://schemas.microsoft.com/office/drawing/2014/main" xmlns="" id="{DFF3640E-DE8E-2846-9EC4-62511FA2A7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5" name="Picture 45" descr="desktop_computer_stylized_medium">
                    <a:extLst>
                      <a:ext uri="{FF2B5EF4-FFF2-40B4-BE49-F238E27FC236}">
                        <a16:creationId xmlns:a16="http://schemas.microsoft.com/office/drawing/2014/main" xmlns="" id="{EB88B671-831A-BF4D-B80A-C0B98F2FF8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6" name="Freeform 46">
                    <a:extLst>
                      <a:ext uri="{FF2B5EF4-FFF2-40B4-BE49-F238E27FC236}">
                        <a16:creationId xmlns:a16="http://schemas.microsoft.com/office/drawing/2014/main" xmlns="" id="{FF76564F-1425-BA4E-8D99-A58B56803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593" name="Group 44">
                  <a:extLst>
                    <a:ext uri="{FF2B5EF4-FFF2-40B4-BE49-F238E27FC236}">
                      <a16:creationId xmlns:a16="http://schemas.microsoft.com/office/drawing/2014/main" xmlns="" id="{D2ACFA91-3AF2-5D49-BFE6-8B43D69F27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3" name="Picture 45" descr="desktop_computer_stylized_medium">
                    <a:extLst>
                      <a:ext uri="{FF2B5EF4-FFF2-40B4-BE49-F238E27FC236}">
                        <a16:creationId xmlns:a16="http://schemas.microsoft.com/office/drawing/2014/main" xmlns="" id="{8918D717-448C-9E42-AAA9-63B5732D6D2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4" name="Freeform 46">
                    <a:extLst>
                      <a:ext uri="{FF2B5EF4-FFF2-40B4-BE49-F238E27FC236}">
                        <a16:creationId xmlns:a16="http://schemas.microsoft.com/office/drawing/2014/main" xmlns="" id="{84DD81C4-5B4A-1545-92AE-1242C96326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xmlns="" id="{0927051A-00A6-E14B-A445-814273D5873E}"/>
                </a:ext>
              </a:extLst>
            </p:cNvPr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648" name="Group 647">
                <a:extLst>
                  <a:ext uri="{FF2B5EF4-FFF2-40B4-BE49-F238E27FC236}">
                    <a16:creationId xmlns:a16="http://schemas.microsoft.com/office/drawing/2014/main" xmlns="" id="{1B7EBF1C-A4EE-8B4D-8767-1D8755245B08}"/>
                  </a:ext>
                </a:extLst>
              </p:cNvPr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649" name="Rectangle 76">
                  <a:extLst>
                    <a:ext uri="{FF2B5EF4-FFF2-40B4-BE49-F238E27FC236}">
                      <a16:creationId xmlns:a16="http://schemas.microsoft.com/office/drawing/2014/main" xmlns="" id="{E65626A6-4868-7640-8E71-737D09BD9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0" name="Rectangle 2">
                  <a:extLst>
                    <a:ext uri="{FF2B5EF4-FFF2-40B4-BE49-F238E27FC236}">
                      <a16:creationId xmlns:a16="http://schemas.microsoft.com/office/drawing/2014/main" xmlns="" id="{71B72A86-9E20-EC4E-93E3-2CF1D58EE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1" name="Line 3">
                  <a:extLst>
                    <a:ext uri="{FF2B5EF4-FFF2-40B4-BE49-F238E27FC236}">
                      <a16:creationId xmlns:a16="http://schemas.microsoft.com/office/drawing/2014/main" xmlns="" id="{2222A9E6-7415-2841-B604-7FBC00BA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09376" y="5090714"/>
                  <a:ext cx="1163270" cy="28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2" name="Line 17">
                  <a:extLst>
                    <a:ext uri="{FF2B5EF4-FFF2-40B4-BE49-F238E27FC236}">
                      <a16:creationId xmlns:a16="http://schemas.microsoft.com/office/drawing/2014/main" xmlns="" id="{ADFAB7C5-BD60-CC48-85B2-5DCD1ED4A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01146" y="4882438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3" name="Line 24">
                  <a:extLst>
                    <a:ext uri="{FF2B5EF4-FFF2-40B4-BE49-F238E27FC236}">
                      <a16:creationId xmlns:a16="http://schemas.microsoft.com/office/drawing/2014/main" xmlns="" id="{4231A000-6642-2841-A691-17AEE6F13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05871" y="4877676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4" name="Line 25">
                  <a:extLst>
                    <a:ext uri="{FF2B5EF4-FFF2-40B4-BE49-F238E27FC236}">
                      <a16:creationId xmlns:a16="http://schemas.microsoft.com/office/drawing/2014/main" xmlns="" id="{A07D36A7-E5A1-6540-AA67-969B85C00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96421" y="4872913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5" name="Text Box 27">
                  <a:extLst>
                    <a:ext uri="{FF2B5EF4-FFF2-40B4-BE49-F238E27FC236}">
                      <a16:creationId xmlns:a16="http://schemas.microsoft.com/office/drawing/2014/main" xmlns="" id="{A4523ACC-2460-6341-86DC-C45C08E820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9</a:t>
                  </a:r>
                </a:p>
              </p:txBody>
            </p:sp>
            <p:sp>
              <p:nvSpPr>
                <p:cNvPr id="656" name="Text Box 28">
                  <a:extLst>
                    <a:ext uri="{FF2B5EF4-FFF2-40B4-BE49-F238E27FC236}">
                      <a16:creationId xmlns:a16="http://schemas.microsoft.com/office/drawing/2014/main" xmlns="" id="{59A40326-B578-E54E-A3BC-A02453F99E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16</a:t>
                  </a:r>
                </a:p>
              </p:txBody>
            </p:sp>
            <p:sp>
              <p:nvSpPr>
                <p:cNvPr id="657" name="Text Box 29">
                  <a:extLst>
                    <a:ext uri="{FF2B5EF4-FFF2-40B4-BE49-F238E27FC236}">
                      <a16:creationId xmlns:a16="http://schemas.microsoft.com/office/drawing/2014/main" xmlns="" id="{BD98A039-D622-A540-9E42-23C920966A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10</a:t>
                  </a:r>
                </a:p>
              </p:txBody>
            </p:sp>
            <p:sp>
              <p:nvSpPr>
                <p:cNvPr id="658" name="Text Box 74">
                  <a:extLst>
                    <a:ext uri="{FF2B5EF4-FFF2-40B4-BE49-F238E27FC236}">
                      <a16:creationId xmlns:a16="http://schemas.microsoft.com/office/drawing/2014/main" xmlns="" id="{1B787302-8EC4-E34A-9C56-E010EF8392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15</a:t>
                  </a:r>
                </a:p>
              </p:txBody>
            </p:sp>
            <p:sp>
              <p:nvSpPr>
                <p:cNvPr id="659" name="Oval 84">
                  <a:extLst>
                    <a:ext uri="{FF2B5EF4-FFF2-40B4-BE49-F238E27FC236}">
                      <a16:creationId xmlns:a16="http://schemas.microsoft.com/office/drawing/2014/main" xmlns="" id="{DF07D6F5-A194-324B-AA14-90705A3EA6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0" name="Oval 85">
                  <a:extLst>
                    <a:ext uri="{FF2B5EF4-FFF2-40B4-BE49-F238E27FC236}">
                      <a16:creationId xmlns:a16="http://schemas.microsoft.com/office/drawing/2014/main" xmlns="" id="{FEF46F66-7BA6-0848-A338-502D368AB3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1" name="Oval 86">
                  <a:extLst>
                    <a:ext uri="{FF2B5EF4-FFF2-40B4-BE49-F238E27FC236}">
                      <a16:creationId xmlns:a16="http://schemas.microsoft.com/office/drawing/2014/main" xmlns="" id="{CDD6FCD4-4E2B-CA4B-877B-B9C677C91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577" name="Text Box 64">
                <a:extLst>
                  <a:ext uri="{FF2B5EF4-FFF2-40B4-BE49-F238E27FC236}">
                    <a16:creationId xmlns:a16="http://schemas.microsoft.com/office/drawing/2014/main" xmlns="" id="{71E6981D-8B61-704D-9538-1846331D09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</a:rPr>
                  <a:t>…</a:t>
                </a:r>
              </a:p>
            </p:txBody>
          </p:sp>
          <p:sp>
            <p:nvSpPr>
              <p:cNvPr id="578" name="Line 69">
                <a:extLst>
                  <a:ext uri="{FF2B5EF4-FFF2-40B4-BE49-F238E27FC236}">
                    <a16:creationId xmlns:a16="http://schemas.microsoft.com/office/drawing/2014/main" xmlns="" id="{790193E6-E58F-6348-B912-D3C188C3F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63013" y="5251834"/>
                <a:ext cx="101600" cy="3778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79" name="Line 70">
                <a:extLst>
                  <a:ext uri="{FF2B5EF4-FFF2-40B4-BE49-F238E27FC236}">
                    <a16:creationId xmlns:a16="http://schemas.microsoft.com/office/drawing/2014/main" xmlns="" id="{B855E16D-E833-964B-A02F-B3E7FC8F2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53488" y="5050221"/>
                <a:ext cx="479425" cy="6032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82" name="Text Box 73">
                <a:extLst>
                  <a:ext uri="{FF2B5EF4-FFF2-40B4-BE49-F238E27FC236}">
                    <a16:creationId xmlns:a16="http://schemas.microsoft.com/office/drawing/2014/main" xmlns="" id="{9DD4CDAE-4937-AD47-8AE2-BA2CC98F77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CS (VLAN ports 9-15)</a:t>
                </a:r>
              </a:p>
            </p:txBody>
          </p:sp>
          <p:grpSp>
            <p:nvGrpSpPr>
              <p:cNvPr id="594" name="Group 44">
                <a:extLst>
                  <a:ext uri="{FF2B5EF4-FFF2-40B4-BE49-F238E27FC236}">
                    <a16:creationId xmlns:a16="http://schemas.microsoft.com/office/drawing/2014/main" xmlns="" id="{A37BDD8D-DFA2-7E49-8169-E5C71164A0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id="601" name="Picture 45" descr="desktop_computer_stylized_medium">
                  <a:extLst>
                    <a:ext uri="{FF2B5EF4-FFF2-40B4-BE49-F238E27FC236}">
                      <a16:creationId xmlns:a16="http://schemas.microsoft.com/office/drawing/2014/main" xmlns="" id="{CD31DF6B-49B9-694F-9A83-BB540C45D4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02" name="Freeform 46">
                  <a:extLst>
                    <a:ext uri="{FF2B5EF4-FFF2-40B4-BE49-F238E27FC236}">
                      <a16:creationId xmlns:a16="http://schemas.microsoft.com/office/drawing/2014/main" xmlns="" id="{B5C46613-86CD-0746-AA4E-C3F449FEF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595" name="Group 44">
                <a:extLst>
                  <a:ext uri="{FF2B5EF4-FFF2-40B4-BE49-F238E27FC236}">
                    <a16:creationId xmlns:a16="http://schemas.microsoft.com/office/drawing/2014/main" xmlns="" id="{D3C95FFE-8A11-6B4D-A493-7954CBAAB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id="599" name="Picture 45" descr="desktop_computer_stylized_medium">
                  <a:extLst>
                    <a:ext uri="{FF2B5EF4-FFF2-40B4-BE49-F238E27FC236}">
                      <a16:creationId xmlns:a16="http://schemas.microsoft.com/office/drawing/2014/main" xmlns="" id="{AC60ABBD-5927-3947-91D4-0B5FE7D9F57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00" name="Freeform 46">
                  <a:extLst>
                    <a:ext uri="{FF2B5EF4-FFF2-40B4-BE49-F238E27FC236}">
                      <a16:creationId xmlns:a16="http://schemas.microsoft.com/office/drawing/2014/main" xmlns="" id="{853B4F5E-4C5E-6A4B-A81D-0FB8F82C2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675" name="Group 674">
                <a:extLst>
                  <a:ext uri="{FF2B5EF4-FFF2-40B4-BE49-F238E27FC236}">
                    <a16:creationId xmlns:a16="http://schemas.microsoft.com/office/drawing/2014/main" xmlns="" id="{0274C7F3-D9FF-A543-9669-2E8AEFE209A9}"/>
                  </a:ext>
                </a:extLst>
              </p:cNvPr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676" name="Freeform 675">
                  <a:extLst>
                    <a:ext uri="{FF2B5EF4-FFF2-40B4-BE49-F238E27FC236}">
                      <a16:creationId xmlns:a16="http://schemas.microsoft.com/office/drawing/2014/main" xmlns="" id="{2212059A-C18E-E647-9FCF-DE3FFA066872}"/>
                    </a:ext>
                  </a:extLst>
                </p:cNvPr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77" name="Group 676">
                  <a:extLst>
                    <a:ext uri="{FF2B5EF4-FFF2-40B4-BE49-F238E27FC236}">
                      <a16:creationId xmlns:a16="http://schemas.microsoft.com/office/drawing/2014/main" xmlns="" id="{4E988FFB-790A-B64B-AD20-A08B796A51D3}"/>
                    </a:ext>
                  </a:extLst>
                </p:cNvPr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678" name="Freeform 677">
                    <a:extLst>
                      <a:ext uri="{FF2B5EF4-FFF2-40B4-BE49-F238E27FC236}">
                        <a16:creationId xmlns:a16="http://schemas.microsoft.com/office/drawing/2014/main" xmlns="" id="{66908B6C-B117-9841-879C-62BBC6B65112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9" name="Freeform 678">
                    <a:extLst>
                      <a:ext uri="{FF2B5EF4-FFF2-40B4-BE49-F238E27FC236}">
                        <a16:creationId xmlns:a16="http://schemas.microsoft.com/office/drawing/2014/main" xmlns="" id="{400F8E7D-6C49-1F45-8E8D-9C8ACEB7BF1C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0" name="Freeform 679">
                    <a:extLst>
                      <a:ext uri="{FF2B5EF4-FFF2-40B4-BE49-F238E27FC236}">
                        <a16:creationId xmlns:a16="http://schemas.microsoft.com/office/drawing/2014/main" xmlns="" id="{816B6622-EACD-A74E-8FBA-7CB71693184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1" name="Freeform 680">
                    <a:extLst>
                      <a:ext uri="{FF2B5EF4-FFF2-40B4-BE49-F238E27FC236}">
                        <a16:creationId xmlns:a16="http://schemas.microsoft.com/office/drawing/2014/main" xmlns="" id="{90BA40F3-69B1-A24F-B0C8-3C80AB37864F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682" name="Line 70">
                <a:extLst>
                  <a:ext uri="{FF2B5EF4-FFF2-40B4-BE49-F238E27FC236}">
                    <a16:creationId xmlns:a16="http://schemas.microsoft.com/office/drawing/2014/main" xmlns="" id="{0BF331E8-D094-9A4E-A183-AFB19DA81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2595" y="5048617"/>
                <a:ext cx="479425" cy="6032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96" name="Group 44">
                <a:extLst>
                  <a:ext uri="{FF2B5EF4-FFF2-40B4-BE49-F238E27FC236}">
                    <a16:creationId xmlns:a16="http://schemas.microsoft.com/office/drawing/2014/main" xmlns="" id="{E5446E80-AB67-8C42-826C-CF3CCA6BB4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id="597" name="Picture 45" descr="desktop_computer_stylized_medium">
                  <a:extLst>
                    <a:ext uri="{FF2B5EF4-FFF2-40B4-BE49-F238E27FC236}">
                      <a16:creationId xmlns:a16="http://schemas.microsoft.com/office/drawing/2014/main" xmlns="" id="{681F82DD-2C88-BE4E-A84A-D12B49ED2A4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98" name="Freeform 46">
                  <a:extLst>
                    <a:ext uri="{FF2B5EF4-FFF2-40B4-BE49-F238E27FC236}">
                      <a16:creationId xmlns:a16="http://schemas.microsoft.com/office/drawing/2014/main" xmlns="" id="{6B627442-314B-A349-9915-C40A0D16D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4581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839751EC-3470-E44E-9E47-1DBEC48F367C}"/>
              </a:ext>
            </a:extLst>
          </p:cNvPr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556" name="Rectangle 75">
              <a:extLst>
                <a:ext uri="{FF2B5EF4-FFF2-40B4-BE49-F238E27FC236}">
                  <a16:creationId xmlns:a16="http://schemas.microsoft.com/office/drawing/2014/main" xmlns="" id="{86D84E7B-7F94-CF43-97CD-E40F099F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7" name="Rectangle 2">
              <a:extLst>
                <a:ext uri="{FF2B5EF4-FFF2-40B4-BE49-F238E27FC236}">
                  <a16:creationId xmlns:a16="http://schemas.microsoft.com/office/drawing/2014/main" xmlns="" id="{75001E46-9EFA-6F46-BF58-DE475A33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8" name="Line 3">
              <a:extLst>
                <a:ext uri="{FF2B5EF4-FFF2-40B4-BE49-F238E27FC236}">
                  <a16:creationId xmlns:a16="http://schemas.microsoft.com/office/drawing/2014/main" xmlns="" id="{58FD3C8D-D13C-DD42-85DC-F3FC7582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9" name="Text Box 6">
              <a:extLst>
                <a:ext uri="{FF2B5EF4-FFF2-40B4-BE49-F238E27FC236}">
                  <a16:creationId xmlns:a16="http://schemas.microsoft.com/office/drawing/2014/main" xmlns="" id="{06310D8E-E39C-8749-8C4D-6762E12A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562" name="Line 18">
              <a:extLst>
                <a:ext uri="{FF2B5EF4-FFF2-40B4-BE49-F238E27FC236}">
                  <a16:creationId xmlns:a16="http://schemas.microsoft.com/office/drawing/2014/main" xmlns="" id="{674927D0-7AF4-FB45-A199-0AA4F2F4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3" name="Line 21">
              <a:extLst>
                <a:ext uri="{FF2B5EF4-FFF2-40B4-BE49-F238E27FC236}">
                  <a16:creationId xmlns:a16="http://schemas.microsoft.com/office/drawing/2014/main" xmlns="" id="{ED992B3F-F06B-D64B-B214-C0900606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5" name="Line 23">
              <a:extLst>
                <a:ext uri="{FF2B5EF4-FFF2-40B4-BE49-F238E27FC236}">
                  <a16:creationId xmlns:a16="http://schemas.microsoft.com/office/drawing/2014/main" xmlns="" id="{0E55E53C-5364-9444-98BF-DF258E8EB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8" name="Text Box 26">
              <a:extLst>
                <a:ext uri="{FF2B5EF4-FFF2-40B4-BE49-F238E27FC236}">
                  <a16:creationId xmlns:a16="http://schemas.microsoft.com/office/drawing/2014/main" xmlns="" id="{2BB93CA1-198F-BD45-B13D-35FA7DC8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</a:p>
          </p:txBody>
        </p:sp>
        <p:sp>
          <p:nvSpPr>
            <p:cNvPr id="572" name="Text Box 30">
              <a:extLst>
                <a:ext uri="{FF2B5EF4-FFF2-40B4-BE49-F238E27FC236}">
                  <a16:creationId xmlns:a16="http://schemas.microsoft.com/office/drawing/2014/main" xmlns="" id="{B28826E1-E494-BE45-847D-47836FFF5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573" name="Text Box 57">
              <a:extLst>
                <a:ext uri="{FF2B5EF4-FFF2-40B4-BE49-F238E27FC236}">
                  <a16:creationId xmlns:a16="http://schemas.microsoft.com/office/drawing/2014/main" xmlns="" id="{0E14A6FA-A1FE-3F46-A4F2-105D9B7A7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584" name="Oval 81">
              <a:extLst>
                <a:ext uri="{FF2B5EF4-FFF2-40B4-BE49-F238E27FC236}">
                  <a16:creationId xmlns:a16="http://schemas.microsoft.com/office/drawing/2014/main" xmlns="" id="{9FE56524-10FB-6042-A1CC-7979BFD9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5" name="Oval 82">
              <a:extLst>
                <a:ext uri="{FF2B5EF4-FFF2-40B4-BE49-F238E27FC236}">
                  <a16:creationId xmlns:a16="http://schemas.microsoft.com/office/drawing/2014/main" xmlns="" id="{32B7ED54-8A66-9C40-90E0-AB788CBB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6" name="Oval 83">
              <a:extLst>
                <a:ext uri="{FF2B5EF4-FFF2-40B4-BE49-F238E27FC236}">
                  <a16:creationId xmlns:a16="http://schemas.microsoft.com/office/drawing/2014/main" xmlns="" id="{ACECF9A3-7435-ED4E-A83D-328DB3D2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EF443345-4697-A84D-B271-4440D2A31971}"/>
              </a:ext>
            </a:extLst>
          </p:cNvPr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xmlns="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xmlns="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xmlns="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xmlns="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xmlns="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xmlns="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xmlns="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xmlns="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xmlns="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xmlns="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xmlns="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xmlns="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xmlns="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Port-based VLANs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xmlns="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CDABEEB3-46FD-EA41-8074-A5BDD9C11183}"/>
              </a:ext>
            </a:extLst>
          </p:cNvPr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xmlns="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xmlns="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xmlns="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xmlns="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xmlns="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xmlns="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xmlns="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9268" y="4222579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xmlns="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5031" y="4222579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xmlns="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64167" y="4237505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xmlns="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xmlns="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2231" y="4225754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xmlns="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2706" y="4024141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xmlns="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18368" y="3968579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xmlns="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xmlns="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xmlns="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xmlns="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xmlns="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xmlns="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xmlns="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xmlns="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xmlns="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xmlns="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xmlns="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xmlns="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xmlns="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xmlns="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xmlns="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xmlns="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xmlns="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xmlns="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xmlns="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xmlns="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xmlns="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9" name="Rectangle 116">
            <a:extLst>
              <a:ext uri="{FF2B5EF4-FFF2-40B4-BE49-F238E27FC236}">
                <a16:creationId xmlns:a16="http://schemas.microsoft.com/office/drawing/2014/main" xmlns="" id="{8752C49F-3AB0-9B44-98E8-567C5592B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7" y="1497947"/>
            <a:ext cx="6074615" cy="176371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traffic isolation: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frames to/from ports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-8 can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only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reach ports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-8</a:t>
            </a:r>
          </a:p>
          <a:p>
            <a:pPr marL="681038" marR="0" lvl="1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can also define VLAN based on MAC addresses of endpoints, rather than switch port</a:t>
            </a:r>
          </a:p>
        </p:txBody>
      </p:sp>
      <p:sp>
        <p:nvSpPr>
          <p:cNvPr id="200" name="Rectangle 117">
            <a:extLst>
              <a:ext uri="{FF2B5EF4-FFF2-40B4-BE49-F238E27FC236}">
                <a16:creationId xmlns:a16="http://schemas.microsoft.com/office/drawing/2014/main" xmlns="" id="{8500F4BE-F251-994C-BDEF-CAFC5E531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444" y="3339914"/>
            <a:ext cx="5886450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dynamic membership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ports can be dynamically assigned among VLANs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19DA561-4E6E-B142-A109-FCB9FCA9B796}"/>
              </a:ext>
            </a:extLst>
          </p:cNvPr>
          <p:cNvGrpSpPr/>
          <p:nvPr/>
        </p:nvGrpSpPr>
        <p:grpSpPr>
          <a:xfrm>
            <a:off x="994376" y="1896035"/>
            <a:ext cx="9669142" cy="4109104"/>
            <a:chOff x="994376" y="1896035"/>
            <a:chExt cx="9669142" cy="4109104"/>
          </a:xfrm>
        </p:grpSpPr>
        <p:sp>
          <p:nvSpPr>
            <p:cNvPr id="203" name="Rectangle 124">
              <a:extLst>
                <a:ext uri="{FF2B5EF4-FFF2-40B4-BE49-F238E27FC236}">
                  <a16:creationId xmlns:a16="http://schemas.microsoft.com/office/drawing/2014/main" xmlns="" id="{5B122FCB-1113-7F40-AA3B-B4A91A43D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376" y="4392239"/>
              <a:ext cx="6199939" cy="1612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forwarding between VLANS: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done via routing (just as with separate switches)</a:t>
              </a:r>
            </a:p>
            <a:p>
              <a:pPr marL="681038" marR="0" lvl="1" indent="-223838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 practice vendors sell combined switches plus routers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A972C96C-094A-EF47-93A1-1326F1D96F80}"/>
                </a:ext>
              </a:extLst>
            </p:cNvPr>
            <p:cNvCxnSpPr/>
            <p:nvPr/>
          </p:nvCxnSpPr>
          <p:spPr>
            <a:xfrm>
              <a:off x="9829800" y="2216523"/>
              <a:ext cx="0" cy="18153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xmlns="" id="{5415E4FA-7AD2-6845-8803-DF1BB0D80D4F}"/>
                </a:ext>
              </a:extLst>
            </p:cNvPr>
            <p:cNvCxnSpPr/>
            <p:nvPr/>
          </p:nvCxnSpPr>
          <p:spPr>
            <a:xfrm>
              <a:off x="10466294" y="2216523"/>
              <a:ext cx="0" cy="1815353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xmlns="" id="{0E1FAC98-C9A4-F649-9F15-34B96A45FC8B}"/>
                </a:ext>
              </a:extLst>
            </p:cNvPr>
            <p:cNvGrpSpPr/>
            <p:nvPr/>
          </p:nvGrpSpPr>
          <p:grpSpPr>
            <a:xfrm>
              <a:off x="9594532" y="1896035"/>
              <a:ext cx="1068986" cy="551329"/>
              <a:chOff x="7493876" y="2774731"/>
              <a:chExt cx="1481958" cy="894622"/>
            </a:xfrm>
          </p:grpSpPr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xmlns="" id="{DF048F4A-3B08-7A4F-A6F3-1C834DE181B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xmlns="" id="{17B002E9-2DB0-B34E-9CCE-67738614E03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46" name="Group 245">
                <a:extLst>
                  <a:ext uri="{FF2B5EF4-FFF2-40B4-BE49-F238E27FC236}">
                    <a16:creationId xmlns:a16="http://schemas.microsoft.com/office/drawing/2014/main" xmlns="" id="{F6E5CC2A-DFB6-0B46-BAE9-2651D489363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7" name="Freeform 246">
                  <a:extLst>
                    <a:ext uri="{FF2B5EF4-FFF2-40B4-BE49-F238E27FC236}">
                      <a16:creationId xmlns:a16="http://schemas.microsoft.com/office/drawing/2014/main" xmlns="" id="{6D6ABB93-D949-6048-9D4D-EDF5313B0F4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Freeform 247">
                  <a:extLst>
                    <a:ext uri="{FF2B5EF4-FFF2-40B4-BE49-F238E27FC236}">
                      <a16:creationId xmlns:a16="http://schemas.microsoft.com/office/drawing/2014/main" xmlns="" id="{94582A18-2631-8745-86BC-8C4EEC51BBF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Freeform 248">
                  <a:extLst>
                    <a:ext uri="{FF2B5EF4-FFF2-40B4-BE49-F238E27FC236}">
                      <a16:creationId xmlns:a16="http://schemas.microsoft.com/office/drawing/2014/main" xmlns="" id="{5A810355-DF9D-5842-9EB4-C9672C047BD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Freeform 249">
                  <a:extLst>
                    <a:ext uri="{FF2B5EF4-FFF2-40B4-BE49-F238E27FC236}">
                      <a16:creationId xmlns:a16="http://schemas.microsoft.com/office/drawing/2014/main" xmlns="" id="{AD1A3F54-7A96-7C40-8425-673DA70074C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6771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6">
            <a:extLst>
              <a:ext uri="{FF2B5EF4-FFF2-40B4-BE49-F238E27FC236}">
                <a16:creationId xmlns:a16="http://schemas.microsoft.com/office/drawing/2014/main" xmlns="" id="{D8A950A5-D349-3A4C-9452-45729A4FC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748" y="2279650"/>
            <a:ext cx="294061" cy="222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0" name="Rectangle 75">
            <a:extLst>
              <a:ext uri="{FF2B5EF4-FFF2-40B4-BE49-F238E27FC236}">
                <a16:creationId xmlns:a16="http://schemas.microsoft.com/office/drawing/2014/main" xmlns="" id="{8C0C85CC-E6A5-CF4D-B365-08A5FFBFE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5" name="Rectangle 76">
            <a:extLst>
              <a:ext uri="{FF2B5EF4-FFF2-40B4-BE49-F238E27FC236}">
                <a16:creationId xmlns:a16="http://schemas.microsoft.com/office/drawing/2014/main" xmlns="" id="{E36252AE-1FDF-844C-B0A3-9623FCA29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323" y="2308273"/>
            <a:ext cx="294061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6" name="Rectangle 75">
            <a:extLst>
              <a:ext uri="{FF2B5EF4-FFF2-40B4-BE49-F238E27FC236}">
                <a16:creationId xmlns:a16="http://schemas.microsoft.com/office/drawing/2014/main" xmlns="" id="{86D84E7B-7F94-CF43-97CD-E40F099F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7" name="Rectangle 2">
            <a:extLst>
              <a:ext uri="{FF2B5EF4-FFF2-40B4-BE49-F238E27FC236}">
                <a16:creationId xmlns:a16="http://schemas.microsoft.com/office/drawing/2014/main" xmlns="" id="{75001E46-9EFA-6F46-BF58-DE475A33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590" y="2277305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8" name="Line 3">
            <a:extLst>
              <a:ext uri="{FF2B5EF4-FFF2-40B4-BE49-F238E27FC236}">
                <a16:creationId xmlns:a16="http://schemas.microsoft.com/office/drawing/2014/main" xmlns="" id="{58FD3C8D-D13C-DD42-85DC-F3FC75827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6177" y="2491790"/>
            <a:ext cx="1179110" cy="14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9" name="Text Box 6">
            <a:extLst>
              <a:ext uri="{FF2B5EF4-FFF2-40B4-BE49-F238E27FC236}">
                <a16:creationId xmlns:a16="http://schemas.microsoft.com/office/drawing/2014/main" xmlns="" id="{06310D8E-E39C-8749-8C4D-6762E12A6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562" name="Line 18">
            <a:extLst>
              <a:ext uri="{FF2B5EF4-FFF2-40B4-BE49-F238E27FC236}">
                <a16:creationId xmlns:a16="http://schemas.microsoft.com/office/drawing/2014/main" xmlns="" id="{674927D0-7AF4-FB45-A199-0AA4F2F4D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615" y="228206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3" name="Line 21">
            <a:extLst>
              <a:ext uri="{FF2B5EF4-FFF2-40B4-BE49-F238E27FC236}">
                <a16:creationId xmlns:a16="http://schemas.microsoft.com/office/drawing/2014/main" xmlns="" id="{ED992B3F-F06B-D64B-B214-C09006060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02" y="227889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5" name="Line 23">
            <a:extLst>
              <a:ext uri="{FF2B5EF4-FFF2-40B4-BE49-F238E27FC236}">
                <a16:creationId xmlns:a16="http://schemas.microsoft.com/office/drawing/2014/main" xmlns="" id="{0E55E53C-5364-9444-98BF-DF258E8EB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6602" y="2286830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8" name="Text Box 26">
            <a:extLst>
              <a:ext uri="{FF2B5EF4-FFF2-40B4-BE49-F238E27FC236}">
                <a16:creationId xmlns:a16="http://schemas.microsoft.com/office/drawing/2014/main" xmlns="" id="{2BB93CA1-198F-BD45-B13D-35FA7DC8E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8</a:t>
            </a:r>
          </a:p>
        </p:txBody>
      </p:sp>
      <p:sp>
        <p:nvSpPr>
          <p:cNvPr id="572" name="Text Box 30">
            <a:extLst>
              <a:ext uri="{FF2B5EF4-FFF2-40B4-BE49-F238E27FC236}">
                <a16:creationId xmlns:a16="http://schemas.microsoft.com/office/drawing/2014/main" xmlns="" id="{B28826E1-E494-BE45-847D-47836FFF5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573" name="Text Box 57">
            <a:extLst>
              <a:ext uri="{FF2B5EF4-FFF2-40B4-BE49-F238E27FC236}">
                <a16:creationId xmlns:a16="http://schemas.microsoft.com/office/drawing/2014/main" xmlns="" id="{0E14A6FA-A1FE-3F46-A4F2-105D9B7A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7</a:t>
            </a:r>
          </a:p>
        </p:txBody>
      </p:sp>
      <p:sp>
        <p:nvSpPr>
          <p:cNvPr id="584" name="Oval 81">
            <a:extLst>
              <a:ext uri="{FF2B5EF4-FFF2-40B4-BE49-F238E27FC236}">
                <a16:creationId xmlns:a16="http://schemas.microsoft.com/office/drawing/2014/main" xmlns="" id="{9FE56524-10FB-6042-A1CC-7979BFD9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477" y="259163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5" name="Oval 82">
            <a:extLst>
              <a:ext uri="{FF2B5EF4-FFF2-40B4-BE49-F238E27FC236}">
                <a16:creationId xmlns:a16="http://schemas.microsoft.com/office/drawing/2014/main" xmlns="" id="{32B7ED54-8A66-9C40-90E0-AB788CBBD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577" y="2588455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6" name="Oval 83">
            <a:extLst>
              <a:ext uri="{FF2B5EF4-FFF2-40B4-BE49-F238E27FC236}">
                <a16:creationId xmlns:a16="http://schemas.microsoft.com/office/drawing/2014/main" xmlns="" id="{ACECF9A3-7435-ED4E-A83D-328DB3D2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952" y="2593218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9" name="Rectangle 75">
            <a:extLst>
              <a:ext uri="{FF2B5EF4-FFF2-40B4-BE49-F238E27FC236}">
                <a16:creationId xmlns:a16="http://schemas.microsoft.com/office/drawing/2014/main" xmlns="" id="{16DFA114-075D-F847-ADE2-EB0DB4279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EF443345-4697-A84D-B271-4440D2A31971}"/>
              </a:ext>
            </a:extLst>
          </p:cNvPr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xmlns="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896593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xmlns="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xmlns="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xmlns="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xmlns="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xmlns="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xmlns="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xmlns="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xmlns="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xmlns="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xmlns="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xmlns="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xmlns="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948" y="789480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VLANS spanning multiple </a:t>
            </a:r>
            <a:r>
              <a:rPr lang="en-US" b="0" kern="0" dirty="0" smtClean="0">
                <a:solidFill>
                  <a:srgbClr val="000099"/>
                </a:solidFill>
                <a:latin typeface="+mn-lt"/>
                <a:ea typeface="ＭＳ Ｐゴシック" charset="0"/>
              </a:rPr>
              <a:t>switches</a:t>
            </a:r>
            <a:br>
              <a:rPr lang="en-US" b="0" kern="0" dirty="0" smtClean="0">
                <a:solidFill>
                  <a:srgbClr val="000099"/>
                </a:solidFill>
                <a:latin typeface="+mn-lt"/>
                <a:ea typeface="ＭＳ Ｐゴシック" charset="0"/>
              </a:rPr>
            </a:br>
            <a:r>
              <a:rPr lang="en-US" sz="3600" i="1" dirty="0"/>
              <a:t>But how should these two switches be interconnected?</a:t>
            </a:r>
            <a:br>
              <a:rPr lang="en-US" sz="3600" i="1" dirty="0"/>
            </a:br>
            <a:endParaRPr lang="en-US" sz="4800" b="0" i="1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xmlns="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CDABEEB3-46FD-EA41-8074-A5BDD9C11183}"/>
              </a:ext>
            </a:extLst>
          </p:cNvPr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xmlns="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xmlns="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xmlns="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xmlns="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xmlns="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xmlns="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xmlns="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4338" y="2582038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xmlns="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0101" y="2582038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xmlns="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9236" y="2619375"/>
            <a:ext cx="683563" cy="338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xmlns="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xmlns="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2613025"/>
            <a:ext cx="99076" cy="35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xmlns="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126" y="2406650"/>
            <a:ext cx="480076" cy="58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xmlns="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7074" y="2397125"/>
            <a:ext cx="500713" cy="41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xmlns="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xmlns="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xmlns="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xmlns="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xmlns="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xmlns="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xmlns="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xmlns="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xmlns="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xmlns="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xmlns="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xmlns="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xmlns="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xmlns="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xmlns="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xmlns="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xmlns="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xmlns="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xmlns="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xmlns="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xmlns="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8" name="Rectangle 76">
            <a:extLst>
              <a:ext uri="{FF2B5EF4-FFF2-40B4-BE49-F238E27FC236}">
                <a16:creationId xmlns:a16="http://schemas.microsoft.com/office/drawing/2014/main" xmlns="" id="{DF769E42-15DD-F647-8345-8EC3377A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446" y="2518116"/>
            <a:ext cx="887249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9" name="Rectangle 2">
            <a:extLst>
              <a:ext uri="{FF2B5EF4-FFF2-40B4-BE49-F238E27FC236}">
                <a16:creationId xmlns:a16="http://schemas.microsoft.com/office/drawing/2014/main" xmlns="" id="{DDFD3528-6EFA-5F4E-9976-3E7D020C1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086" y="2300638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0" name="Line 3">
            <a:extLst>
              <a:ext uri="{FF2B5EF4-FFF2-40B4-BE49-F238E27FC236}">
                <a16:creationId xmlns:a16="http://schemas.microsoft.com/office/drawing/2014/main" xmlns="" id="{3A16DF6F-694F-9142-B056-22ED2386A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071" y="2518439"/>
            <a:ext cx="1163270" cy="2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1" name="Line 17">
            <a:extLst>
              <a:ext uri="{FF2B5EF4-FFF2-40B4-BE49-F238E27FC236}">
                <a16:creationId xmlns:a16="http://schemas.microsoft.com/office/drawing/2014/main" xmlns="" id="{2484887D-A2EE-734F-B491-51AB52AD1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8841" y="231016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2" name="Line 24">
            <a:extLst>
              <a:ext uri="{FF2B5EF4-FFF2-40B4-BE49-F238E27FC236}">
                <a16:creationId xmlns:a16="http://schemas.microsoft.com/office/drawing/2014/main" xmlns="" id="{BCB59FC5-4BEA-F743-AC28-5080DC98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3566" y="2305401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3" name="Line 25">
            <a:extLst>
              <a:ext uri="{FF2B5EF4-FFF2-40B4-BE49-F238E27FC236}">
                <a16:creationId xmlns:a16="http://schemas.microsoft.com/office/drawing/2014/main" xmlns="" id="{7401A3B1-D2E0-5741-895F-85128721E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116" y="230063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4" name="Text Box 27">
            <a:extLst>
              <a:ext uri="{FF2B5EF4-FFF2-40B4-BE49-F238E27FC236}">
                <a16:creationId xmlns:a16="http://schemas.microsoft.com/office/drawing/2014/main" xmlns="" id="{5E773376-0561-9849-B623-65C4935F7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115" name="Text Box 28">
            <a:extLst>
              <a:ext uri="{FF2B5EF4-FFF2-40B4-BE49-F238E27FC236}">
                <a16:creationId xmlns:a16="http://schemas.microsoft.com/office/drawing/2014/main" xmlns="" id="{CD7F9F23-1992-A64D-A194-FC1E2B1C8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8</a:t>
            </a:r>
          </a:p>
        </p:txBody>
      </p:sp>
      <p:sp>
        <p:nvSpPr>
          <p:cNvPr id="116" name="Text Box 29">
            <a:extLst>
              <a:ext uri="{FF2B5EF4-FFF2-40B4-BE49-F238E27FC236}">
                <a16:creationId xmlns:a16="http://schemas.microsoft.com/office/drawing/2014/main" xmlns="" id="{DF09F4FB-6C6C-8243-ADFF-89107739C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117" name="Text Box 74">
            <a:extLst>
              <a:ext uri="{FF2B5EF4-FFF2-40B4-BE49-F238E27FC236}">
                <a16:creationId xmlns:a16="http://schemas.microsoft.com/office/drawing/2014/main" xmlns="" id="{C65CC3C6-270D-CC4B-9027-9D06A78B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7</a:t>
            </a:r>
          </a:p>
        </p:txBody>
      </p:sp>
      <p:sp>
        <p:nvSpPr>
          <p:cNvPr id="118" name="Oval 84">
            <a:extLst>
              <a:ext uri="{FF2B5EF4-FFF2-40B4-BE49-F238E27FC236}">
                <a16:creationId xmlns:a16="http://schemas.microsoft.com/office/drawing/2014/main" xmlns="" id="{094D34F4-B4E1-AF40-8C9D-661E27F57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816" y="2613376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9" name="Oval 85">
            <a:extLst>
              <a:ext uri="{FF2B5EF4-FFF2-40B4-BE49-F238E27FC236}">
                <a16:creationId xmlns:a16="http://schemas.microsoft.com/office/drawing/2014/main" xmlns="" id="{ABA8AC99-BF96-784C-9799-50384ACEE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116" y="2399063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20" name="Oval 86">
            <a:extLst>
              <a:ext uri="{FF2B5EF4-FFF2-40B4-BE49-F238E27FC236}">
                <a16:creationId xmlns:a16="http://schemas.microsoft.com/office/drawing/2014/main" xmlns="" id="{5B8FA7F1-1A20-4A40-BAFA-E19D09F9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1245" y="2607922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7" name="Text Box 64">
            <a:extLst>
              <a:ext uri="{FF2B5EF4-FFF2-40B4-BE49-F238E27FC236}">
                <a16:creationId xmlns:a16="http://schemas.microsoft.com/office/drawing/2014/main" xmlns="" id="{B19E9EFE-53A3-DE4A-BE77-4CC7AA815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88" name="Line 69">
            <a:extLst>
              <a:ext uri="{FF2B5EF4-FFF2-40B4-BE49-F238E27FC236}">
                <a16:creationId xmlns:a16="http://schemas.microsoft.com/office/drawing/2014/main" xmlns="" id="{9689948A-F753-EA4C-A4D1-BD513EA05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996" y="2624279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70">
            <a:extLst>
              <a:ext uri="{FF2B5EF4-FFF2-40B4-BE49-F238E27FC236}">
                <a16:creationId xmlns:a16="http://schemas.microsoft.com/office/drawing/2014/main" xmlns="" id="{4FE0AC14-8ACA-3B40-9E0B-E5A914DC7C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6896" y="2641600"/>
            <a:ext cx="117034" cy="3843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1" name="Group 44">
            <a:extLst>
              <a:ext uri="{FF2B5EF4-FFF2-40B4-BE49-F238E27FC236}">
                <a16:creationId xmlns:a16="http://schemas.microsoft.com/office/drawing/2014/main" xmlns="" id="{3F4FD38A-71B2-BD46-B644-F748B4A95D76}"/>
              </a:ext>
            </a:extLst>
          </p:cNvPr>
          <p:cNvGrpSpPr>
            <a:grpSpLocks/>
          </p:cNvGrpSpPr>
          <p:nvPr/>
        </p:nvGrpSpPr>
        <p:grpSpPr bwMode="auto"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id="106" name="Picture 45" descr="desktop_computer_stylized_medium">
              <a:extLst>
                <a:ext uri="{FF2B5EF4-FFF2-40B4-BE49-F238E27FC236}">
                  <a16:creationId xmlns:a16="http://schemas.microsoft.com/office/drawing/2014/main" xmlns="" id="{27C36CF3-2AC9-4547-A2C2-132F4C799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46">
              <a:extLst>
                <a:ext uri="{FF2B5EF4-FFF2-40B4-BE49-F238E27FC236}">
                  <a16:creationId xmlns:a16="http://schemas.microsoft.com/office/drawing/2014/main" xmlns="" id="{CD8ED0DE-6479-5141-BE8A-06075D2B1C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xmlns="" id="{15B0B6B3-C2F3-4B44-82A3-C71C9F43FE8F}"/>
              </a:ext>
            </a:extLst>
          </p:cNvPr>
          <p:cNvGrpSpPr>
            <a:grpSpLocks/>
          </p:cNvGrpSpPr>
          <p:nvPr/>
        </p:nvGrpSpPr>
        <p:grpSpPr bwMode="auto"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id="104" name="Picture 45" descr="desktop_computer_stylized_medium">
              <a:extLst>
                <a:ext uri="{FF2B5EF4-FFF2-40B4-BE49-F238E27FC236}">
                  <a16:creationId xmlns:a16="http://schemas.microsoft.com/office/drawing/2014/main" xmlns="" id="{7B05CA4A-9316-F144-9CA1-C1D965B25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Freeform 46">
              <a:extLst>
                <a:ext uri="{FF2B5EF4-FFF2-40B4-BE49-F238E27FC236}">
                  <a16:creationId xmlns:a16="http://schemas.microsoft.com/office/drawing/2014/main" xmlns="" id="{772156A5-F08F-4742-BC92-5E267E6C3D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413FB81D-F848-6A4E-8DB2-7790BB58F883}"/>
              </a:ext>
            </a:extLst>
          </p:cNvPr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xmlns="" id="{006D9177-3534-0A4D-8375-1AECE2DE81B9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4C1CF51F-E140-A549-8FD5-911E3A1F808C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xmlns="" id="{D923E587-3908-7343-B943-9148CFD38C8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xmlns="" id="{6F6E3936-5704-904B-A965-E09D74248E2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xmlns="" id="{14553340-E893-8947-A4ED-728819D8D69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xmlns="" id="{9762F9A8-9309-FE47-99EA-B36182CCD1E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" name="Line 70">
            <a:extLst>
              <a:ext uri="{FF2B5EF4-FFF2-40B4-BE49-F238E27FC236}">
                <a16:creationId xmlns:a16="http://schemas.microsoft.com/office/drawing/2014/main" xmlns="" id="{675B8C8A-36A4-194C-B4CD-244C11639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061" y="2628348"/>
            <a:ext cx="474942" cy="3959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5" name="Group 44">
            <a:extLst>
              <a:ext uri="{FF2B5EF4-FFF2-40B4-BE49-F238E27FC236}">
                <a16:creationId xmlns:a16="http://schemas.microsoft.com/office/drawing/2014/main" xmlns="" id="{367E973A-BC2E-E449-A069-AD008F96ECC7}"/>
              </a:ext>
            </a:extLst>
          </p:cNvPr>
          <p:cNvGrpSpPr>
            <a:grpSpLocks/>
          </p:cNvGrpSpPr>
          <p:nvPr/>
        </p:nvGrpSpPr>
        <p:grpSpPr bwMode="auto"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id="96" name="Picture 45" descr="desktop_computer_stylized_medium">
              <a:extLst>
                <a:ext uri="{FF2B5EF4-FFF2-40B4-BE49-F238E27FC236}">
                  <a16:creationId xmlns:a16="http://schemas.microsoft.com/office/drawing/2014/main" xmlns="" id="{8B2D4FE3-520C-1A49-998C-A6EC8D46D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Freeform 46">
              <a:extLst>
                <a:ext uri="{FF2B5EF4-FFF2-40B4-BE49-F238E27FC236}">
                  <a16:creationId xmlns:a16="http://schemas.microsoft.com/office/drawing/2014/main" xmlns="" id="{17B4CA66-EC57-AD47-92EC-F041CAD18D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68" name="Group 170">
            <a:extLst>
              <a:ext uri="{FF2B5EF4-FFF2-40B4-BE49-F238E27FC236}">
                <a16:creationId xmlns:a16="http://schemas.microsoft.com/office/drawing/2014/main" xmlns="" id="{3B0B6F17-4816-0044-BD4C-089B84297346}"/>
              </a:ext>
            </a:extLst>
          </p:cNvPr>
          <p:cNvGrpSpPr>
            <a:grpSpLocks/>
          </p:cNvGrpSpPr>
          <p:nvPr/>
        </p:nvGrpSpPr>
        <p:grpSpPr bwMode="auto"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169" name="Oval 85">
              <a:extLst>
                <a:ext uri="{FF2B5EF4-FFF2-40B4-BE49-F238E27FC236}">
                  <a16:creationId xmlns:a16="http://schemas.microsoft.com/office/drawing/2014/main" xmlns="" id="{01BE6D7A-823D-B14C-B094-4AB33BF42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xmlns="" id="{D18077DD-CD88-FD49-913C-BC4DB320E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171" name="Text Box 28">
                <a:extLst>
                  <a:ext uri="{FF2B5EF4-FFF2-40B4-BE49-F238E27FC236}">
                    <a16:creationId xmlns:a16="http://schemas.microsoft.com/office/drawing/2014/main" xmlns="" id="{32F920CB-14C3-394B-A24F-423C9D30D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16</a:t>
                </a:r>
              </a:p>
            </p:txBody>
          </p:sp>
          <p:sp>
            <p:nvSpPr>
              <p:cNvPr id="172" name="Text Box 27">
                <a:extLst>
                  <a:ext uri="{FF2B5EF4-FFF2-40B4-BE49-F238E27FC236}">
                    <a16:creationId xmlns:a16="http://schemas.microsoft.com/office/drawing/2014/main" xmlns="" id="{182C898F-65A5-CB46-BF24-5CBF637E6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173" name="Oval 85">
                <a:extLst>
                  <a:ext uri="{FF2B5EF4-FFF2-40B4-BE49-F238E27FC236}">
                    <a16:creationId xmlns:a16="http://schemas.microsoft.com/office/drawing/2014/main" xmlns="" id="{CAA56E02-AE12-6E41-89AE-D35521E51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74" name="Freeform 168">
                <a:extLst>
                  <a:ext uri="{FF2B5EF4-FFF2-40B4-BE49-F238E27FC236}">
                    <a16:creationId xmlns:a16="http://schemas.microsoft.com/office/drawing/2014/main" xmlns="" id="{037DB8CD-0DCC-3E43-A5FF-5526E5FA6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6" name="Text Box 27">
            <a:extLst>
              <a:ext uri="{FF2B5EF4-FFF2-40B4-BE49-F238E27FC236}">
                <a16:creationId xmlns:a16="http://schemas.microsoft.com/office/drawing/2014/main" xmlns="" id="{385E4030-D5C3-924A-84F2-F800333F6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6</a:t>
            </a: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xmlns="" id="{9EE3102F-C6C5-DB49-8DB2-681B0FA0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178" name="Text Box 29">
            <a:extLst>
              <a:ext uri="{FF2B5EF4-FFF2-40B4-BE49-F238E27FC236}">
                <a16:creationId xmlns:a16="http://schemas.microsoft.com/office/drawing/2014/main" xmlns="" id="{BDE5B39E-100B-6147-986B-E3965A4E9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181" name="Oval 86">
            <a:extLst>
              <a:ext uri="{FF2B5EF4-FFF2-40B4-BE49-F238E27FC236}">
                <a16:creationId xmlns:a16="http://schemas.microsoft.com/office/drawing/2014/main" xmlns="" id="{B8FC3FE4-76F6-A34B-A1F3-AE510F7A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457" y="261938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4" name="Text Box 73">
            <a:extLst>
              <a:ext uri="{FF2B5EF4-FFF2-40B4-BE49-F238E27FC236}">
                <a16:creationId xmlns:a16="http://schemas.microsoft.com/office/drawing/2014/main" xmlns="" id="{1D88346D-98A9-0549-9F22-97A6E9BF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Ports 2,3,5 belong to EE VLAN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Ports 4,6,7,8 belong to CS VLAN</a:t>
            </a:r>
          </a:p>
        </p:txBody>
      </p:sp>
      <p:sp>
        <p:nvSpPr>
          <p:cNvPr id="185" name="Rectangle 3">
            <a:extLst>
              <a:ext uri="{FF2B5EF4-FFF2-40B4-BE49-F238E27FC236}">
                <a16:creationId xmlns:a16="http://schemas.microsoft.com/office/drawing/2014/main" xmlns="" id="{725460D0-8BC5-A14B-872E-FA5833756D4D}"/>
              </a:ext>
            </a:extLst>
          </p:cNvPr>
          <p:cNvSpPr txBox="1">
            <a:spLocks noChangeArrowheads="1"/>
          </p:cNvSpPr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trunk port: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carries frames between VLANS defined over multiple physical switches</a:t>
            </a:r>
          </a:p>
          <a:p>
            <a:pPr marL="46672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frames forwarded within VLAN between switches can’t be vanilla 802.1 frames (must carry VLAN ID info)</a:t>
            </a:r>
          </a:p>
          <a:p>
            <a:pPr marL="46672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802.1q protocol adds/removed additional header fields for frames forwarded between trunk ports</a:t>
            </a:r>
          </a:p>
        </p:txBody>
      </p:sp>
    </p:spTree>
    <p:extLst>
      <p:ext uri="{BB962C8B-B14F-4D97-AF65-F5344CB8AC3E}">
        <p14:creationId xmlns:p14="http://schemas.microsoft.com/office/powerpoint/2010/main" val="81912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802.1Q VLAN frame format</a:t>
            </a: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xmlns="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Layer: 6-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Box 28">
            <a:extLst>
              <a:ext uri="{FF2B5EF4-FFF2-40B4-BE49-F238E27FC236}">
                <a16:creationId xmlns:a16="http://schemas.microsoft.com/office/drawing/2014/main" xmlns="" id="{5863B091-D854-6543-B179-4AF1AB17C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7266" y="1963177"/>
            <a:ext cx="28533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802.1 Ethernet frame</a:t>
            </a:r>
          </a:p>
        </p:txBody>
      </p:sp>
      <p:grpSp>
        <p:nvGrpSpPr>
          <p:cNvPr id="222" name="Group 51">
            <a:extLst>
              <a:ext uri="{FF2B5EF4-FFF2-40B4-BE49-F238E27FC236}">
                <a16:creationId xmlns:a16="http://schemas.microsoft.com/office/drawing/2014/main" xmlns="" id="{71FD1940-1110-264F-922B-7062D175FA16}"/>
              </a:ext>
            </a:extLst>
          </p:cNvPr>
          <p:cNvGrpSpPr>
            <a:grpSpLocks/>
          </p:cNvGrpSpPr>
          <p:nvPr/>
        </p:nvGrpSpPr>
        <p:grpSpPr bwMode="auto">
          <a:xfrm>
            <a:off x="970245" y="1413943"/>
            <a:ext cx="7867779" cy="1104405"/>
            <a:chOff x="940711" y="4902593"/>
            <a:chExt cx="6291001" cy="992895"/>
          </a:xfrm>
        </p:grpSpPr>
        <p:sp>
          <p:nvSpPr>
            <p:cNvPr id="223" name="Line 10">
              <a:extLst>
                <a:ext uri="{FF2B5EF4-FFF2-40B4-BE49-F238E27FC236}">
                  <a16:creationId xmlns:a16="http://schemas.microsoft.com/office/drawing/2014/main" xmlns="" id="{24204A1D-8F26-9C44-BFD5-CEAEA363D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Rectangle 1">
              <a:extLst>
                <a:ext uri="{FF2B5EF4-FFF2-40B4-BE49-F238E27FC236}">
                  <a16:creationId xmlns:a16="http://schemas.microsoft.com/office/drawing/2014/main" xmlns="" id="{7F607B5C-7039-5E48-A472-4DDBFE013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5" name="Straight Connector 3">
              <a:extLst>
                <a:ext uri="{FF2B5EF4-FFF2-40B4-BE49-F238E27FC236}">
                  <a16:creationId xmlns:a16="http://schemas.microsoft.com/office/drawing/2014/main" xmlns="" id="{496EAB23-A12E-1B42-87E7-089C0E8621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6" name="Straight Connector 32">
              <a:extLst>
                <a:ext uri="{FF2B5EF4-FFF2-40B4-BE49-F238E27FC236}">
                  <a16:creationId xmlns:a16="http://schemas.microsoft.com/office/drawing/2014/main" xmlns="" id="{F650668C-7461-3B46-82C5-99887F8184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7" name="Straight Connector 33">
              <a:extLst>
                <a:ext uri="{FF2B5EF4-FFF2-40B4-BE49-F238E27FC236}">
                  <a16:creationId xmlns:a16="http://schemas.microsoft.com/office/drawing/2014/main" xmlns="" id="{680A4570-82D8-AD4F-9986-E779522F5D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8" name="Straight Connector 34">
              <a:extLst>
                <a:ext uri="{FF2B5EF4-FFF2-40B4-BE49-F238E27FC236}">
                  <a16:creationId xmlns:a16="http://schemas.microsoft.com/office/drawing/2014/main" xmlns="" id="{C862820D-E1AD-5544-A2BD-5164630AC1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9" name="Straight Connector 35">
              <a:extLst>
                <a:ext uri="{FF2B5EF4-FFF2-40B4-BE49-F238E27FC236}">
                  <a16:creationId xmlns:a16="http://schemas.microsoft.com/office/drawing/2014/main" xmlns="" id="{9F5DC5A1-94AD-274E-B8C5-61F7122E1D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0" name="TextBox 5">
              <a:extLst>
                <a:ext uri="{FF2B5EF4-FFF2-40B4-BE49-F238E27FC236}">
                  <a16:creationId xmlns:a16="http://schemas.microsoft.com/office/drawing/2014/main" xmlns="" id="{92868CAA-8B64-6448-ABB8-AEE060516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dest.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31" name="TextBox 37">
              <a:extLst>
                <a:ext uri="{FF2B5EF4-FFF2-40B4-BE49-F238E27FC236}">
                  <a16:creationId xmlns:a16="http://schemas.microsoft.com/office/drawing/2014/main" xmlns="" id="{9C53AC9A-436A-C048-AF41-591815DAA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source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32" name="TextBox 38">
              <a:extLst>
                <a:ext uri="{FF2B5EF4-FFF2-40B4-BE49-F238E27FC236}">
                  <a16:creationId xmlns:a16="http://schemas.microsoft.com/office/drawing/2014/main" xmlns="" id="{11BA3E7E-54F5-7245-819A-3F612B971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data (payload)</a:t>
              </a:r>
            </a:p>
          </p:txBody>
        </p:sp>
        <p:sp>
          <p:nvSpPr>
            <p:cNvPr id="233" name="TextBox 39">
              <a:extLst>
                <a:ext uri="{FF2B5EF4-FFF2-40B4-BE49-F238E27FC236}">
                  <a16:creationId xmlns:a16="http://schemas.microsoft.com/office/drawing/2014/main" xmlns="" id="{18D90B14-B841-4247-A2B9-8FC55526A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CRC</a:t>
              </a:r>
            </a:p>
          </p:txBody>
        </p:sp>
        <p:sp>
          <p:nvSpPr>
            <p:cNvPr id="234" name="TextBox 40">
              <a:extLst>
                <a:ext uri="{FF2B5EF4-FFF2-40B4-BE49-F238E27FC236}">
                  <a16:creationId xmlns:a16="http://schemas.microsoft.com/office/drawing/2014/main" xmlns="" id="{74F0F720-3C22-0540-A6DD-2C7FEBBA2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preamble</a:t>
              </a:r>
            </a:p>
          </p:txBody>
        </p:sp>
        <p:sp>
          <p:nvSpPr>
            <p:cNvPr id="235" name="Text Box 9">
              <a:extLst>
                <a:ext uri="{FF2B5EF4-FFF2-40B4-BE49-F238E27FC236}">
                  <a16:creationId xmlns:a16="http://schemas.microsoft.com/office/drawing/2014/main" xmlns="" id="{3006592F-6A37-1843-886D-1EFCB34DC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type</a:t>
              </a:r>
            </a:p>
          </p:txBody>
        </p:sp>
      </p:grpSp>
      <p:sp>
        <p:nvSpPr>
          <p:cNvPr id="182" name="Line 40">
            <a:extLst>
              <a:ext uri="{FF2B5EF4-FFF2-40B4-BE49-F238E27FC236}">
                <a16:creationId xmlns:a16="http://schemas.microsoft.com/office/drawing/2014/main" xmlns="" id="{12F6564B-9905-C34C-8A5B-AAB2DCBFAC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6933" y="3946525"/>
            <a:ext cx="0" cy="857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6" name="Rectangle 41">
            <a:extLst>
              <a:ext uri="{FF2B5EF4-FFF2-40B4-BE49-F238E27FC236}">
                <a16:creationId xmlns:a16="http://schemas.microsoft.com/office/drawing/2014/main" xmlns="" id="{E294B2D1-E297-1747-8E2E-6D71E416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459" y="4770209"/>
            <a:ext cx="321087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2-byte Tag Protocol Identifier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                        (value: 81-00) </a:t>
            </a:r>
          </a:p>
        </p:txBody>
      </p:sp>
      <p:sp>
        <p:nvSpPr>
          <p:cNvPr id="187" name="Rectangle 42">
            <a:extLst>
              <a:ext uri="{FF2B5EF4-FFF2-40B4-BE49-F238E27FC236}">
                <a16:creationId xmlns:a16="http://schemas.microsoft.com/office/drawing/2014/main" xmlns="" id="{4FDDD519-8245-B24C-A434-B129D7498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Tag Control Information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(12 bit VLAN ID field, 3 bit priority field like IP TOS)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189" name="Line 44">
            <a:extLst>
              <a:ext uri="{FF2B5EF4-FFF2-40B4-BE49-F238E27FC236}">
                <a16:creationId xmlns:a16="http://schemas.microsoft.com/office/drawing/2014/main" xmlns="" id="{CA2F6B01-A8AB-9E42-9EB2-7E134E2AC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2855" y="4032157"/>
            <a:ext cx="0" cy="857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" name="Rectangle 48">
            <a:extLst>
              <a:ext uri="{FF2B5EF4-FFF2-40B4-BE49-F238E27FC236}">
                <a16:creationId xmlns:a16="http://schemas.microsoft.com/office/drawing/2014/main" xmlns="" id="{6994D61A-2E6F-3C4C-8024-C641BA659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Gulim" charset="0"/>
                <a:cs typeface="Gulim" charset="0"/>
              </a:rPr>
              <a:t>Recomputed 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Gulim" charset="0"/>
                <a:cs typeface="Gulim" charset="0"/>
              </a:rPr>
              <a:t>CRC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7699AA00-69FB-8C4B-B9D8-1454D9BA6EAA}"/>
              </a:ext>
            </a:extLst>
          </p:cNvPr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sp>
          <p:nvSpPr>
            <p:cNvPr id="166" name="Line 36">
              <a:extLst>
                <a:ext uri="{FF2B5EF4-FFF2-40B4-BE49-F238E27FC236}">
                  <a16:creationId xmlns:a16="http://schemas.microsoft.com/office/drawing/2014/main" xmlns="" id="{87594C58-F1ED-E148-BCCA-74CE2EEF3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9588" y="2418509"/>
              <a:ext cx="979954" cy="956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Line 37">
              <a:extLst>
                <a:ext uri="{FF2B5EF4-FFF2-40B4-BE49-F238E27FC236}">
                  <a16:creationId xmlns:a16="http://schemas.microsoft.com/office/drawing/2014/main" xmlns="" id="{EFFFBEDE-4066-F34F-AA6E-E86BFDB68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3063" y="2441481"/>
              <a:ext cx="905714" cy="947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3" name="Text Box 29">
              <a:extLst>
                <a:ext uri="{FF2B5EF4-FFF2-40B4-BE49-F238E27FC236}">
                  <a16:creationId xmlns:a16="http://schemas.microsoft.com/office/drawing/2014/main" xmlns="" id="{4981A6AC-846C-C94C-8F75-3D52D146D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802.1Q frame</a:t>
              </a:r>
            </a:p>
          </p:txBody>
        </p:sp>
        <p:sp>
          <p:nvSpPr>
            <p:cNvPr id="237" name="Line 10">
              <a:extLst>
                <a:ext uri="{FF2B5EF4-FFF2-40B4-BE49-F238E27FC236}">
                  <a16:creationId xmlns:a16="http://schemas.microsoft.com/office/drawing/2014/main" xmlns="" id="{30F90D85-C5B8-E846-A9E7-5BD55C252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2715" y="3308495"/>
              <a:ext cx="0" cy="227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Rectangle 1">
              <a:extLst>
                <a:ext uri="{FF2B5EF4-FFF2-40B4-BE49-F238E27FC236}">
                  <a16:creationId xmlns:a16="http://schemas.microsoft.com/office/drawing/2014/main" xmlns="" id="{CDC56025-C3C8-3144-8431-3ECCF2706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9" name="Straight Connector 3">
              <a:extLst>
                <a:ext uri="{FF2B5EF4-FFF2-40B4-BE49-F238E27FC236}">
                  <a16:creationId xmlns:a16="http://schemas.microsoft.com/office/drawing/2014/main" xmlns="" id="{764958CB-85C4-4D40-8B70-78F74524FC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3192" y="3378763"/>
              <a:ext cx="0" cy="61218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0" name="Straight Connector 32">
              <a:extLst>
                <a:ext uri="{FF2B5EF4-FFF2-40B4-BE49-F238E27FC236}">
                  <a16:creationId xmlns:a16="http://schemas.microsoft.com/office/drawing/2014/main" xmlns="" id="{FF4AE762-9C5F-BC44-B002-47DCB50AED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76434" y="3382291"/>
              <a:ext cx="0" cy="64923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1" name="Straight Connector 33">
              <a:extLst>
                <a:ext uri="{FF2B5EF4-FFF2-40B4-BE49-F238E27FC236}">
                  <a16:creationId xmlns:a16="http://schemas.microsoft.com/office/drawing/2014/main" xmlns="" id="{6EDAE1EA-083B-CB47-99FA-23861C82B9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96217" y="3387584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2" name="Straight Connector 34">
              <a:extLst>
                <a:ext uri="{FF2B5EF4-FFF2-40B4-BE49-F238E27FC236}">
                  <a16:creationId xmlns:a16="http://schemas.microsoft.com/office/drawing/2014/main" xmlns="" id="{86963B64-AF82-944E-AB57-8BF7FAA160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13866" y="3382291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3" name="Straight Connector 35">
              <a:extLst>
                <a:ext uri="{FF2B5EF4-FFF2-40B4-BE49-F238E27FC236}">
                  <a16:creationId xmlns:a16="http://schemas.microsoft.com/office/drawing/2014/main" xmlns="" id="{E9CD8FE5-0690-0143-924A-0537DE301C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73664" y="3389347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44" name="TextBox 5">
              <a:extLst>
                <a:ext uri="{FF2B5EF4-FFF2-40B4-BE49-F238E27FC236}">
                  <a16:creationId xmlns:a16="http://schemas.microsoft.com/office/drawing/2014/main" xmlns="" id="{62721451-260B-5B42-B446-4A08A5449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664" y="3504009"/>
              <a:ext cx="1056553" cy="366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dest.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45" name="TextBox 37">
              <a:extLst>
                <a:ext uri="{FF2B5EF4-FFF2-40B4-BE49-F238E27FC236}">
                  <a16:creationId xmlns:a16="http://schemas.microsoft.com/office/drawing/2014/main" xmlns="" id="{3D0AD47F-C570-7447-8C6E-17BFA75B3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423" y="3508238"/>
              <a:ext cx="1056553" cy="366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source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46" name="TextBox 38">
              <a:extLst>
                <a:ext uri="{FF2B5EF4-FFF2-40B4-BE49-F238E27FC236}">
                  <a16:creationId xmlns:a16="http://schemas.microsoft.com/office/drawing/2014/main" xmlns="" id="{7CDA1998-E9C5-B148-8045-9A713C300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data (payload)</a:t>
              </a:r>
            </a:p>
          </p:txBody>
        </p:sp>
        <p:sp>
          <p:nvSpPr>
            <p:cNvPr id="247" name="TextBox 39">
              <a:extLst>
                <a:ext uri="{FF2B5EF4-FFF2-40B4-BE49-F238E27FC236}">
                  <a16:creationId xmlns:a16="http://schemas.microsoft.com/office/drawing/2014/main" xmlns="" id="{B8ABE0A2-CE51-F940-9862-68F41351F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CRC</a:t>
              </a:r>
            </a:p>
          </p:txBody>
        </p:sp>
        <p:sp>
          <p:nvSpPr>
            <p:cNvPr id="248" name="TextBox 40">
              <a:extLst>
                <a:ext uri="{FF2B5EF4-FFF2-40B4-BE49-F238E27FC236}">
                  <a16:creationId xmlns:a16="http://schemas.microsoft.com/office/drawing/2014/main" xmlns="" id="{CDFE46FD-3720-754A-A23C-C253EC32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preamble</a:t>
              </a:r>
            </a:p>
          </p:txBody>
        </p:sp>
        <p:sp>
          <p:nvSpPr>
            <p:cNvPr id="249" name="Text Box 9">
              <a:extLst>
                <a:ext uri="{FF2B5EF4-FFF2-40B4-BE49-F238E27FC236}">
                  <a16:creationId xmlns:a16="http://schemas.microsoft.com/office/drawing/2014/main" xmlns="" id="{DCF83EB4-2232-D345-A1F3-6C8A3CB5C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type</a:t>
              </a:r>
            </a:p>
          </p:txBody>
        </p:sp>
        <p:cxnSp>
          <p:nvCxnSpPr>
            <p:cNvPr id="250" name="Straight Connector 33">
              <a:extLst>
                <a:ext uri="{FF2B5EF4-FFF2-40B4-BE49-F238E27FC236}">
                  <a16:creationId xmlns:a16="http://schemas.microsoft.com/office/drawing/2014/main" xmlns="" id="{3EEE3482-CDF4-DE40-84C8-2E05C8BFC7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92170" y="3405513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51" name="Straight Connector 33">
              <a:extLst>
                <a:ext uri="{FF2B5EF4-FFF2-40B4-BE49-F238E27FC236}">
                  <a16:creationId xmlns:a16="http://schemas.microsoft.com/office/drawing/2014/main" xmlns="" id="{C3ABE881-0CBB-EB49-A630-BF0139917E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4194" y="3383101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xmlns="" id="{B875FAF9-1532-C14B-8D2A-571C5529C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424" y="2436437"/>
              <a:ext cx="19611" cy="9656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Line 36">
              <a:extLst>
                <a:ext uri="{FF2B5EF4-FFF2-40B4-BE49-F238E27FC236}">
                  <a16:creationId xmlns:a16="http://schemas.microsoft.com/office/drawing/2014/main" xmlns="" id="{8378302D-C70D-6949-ABC1-317AA474B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5495" y="2440920"/>
              <a:ext cx="19611" cy="9656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10856316-3977-AE43-89A4-247038665FF9}"/>
              </a:ext>
            </a:extLst>
          </p:cNvPr>
          <p:cNvCxnSpPr>
            <a:cxnSpLocks/>
          </p:cNvCxnSpPr>
          <p:nvPr/>
        </p:nvCxnSpPr>
        <p:spPr>
          <a:xfrm>
            <a:off x="4827494" y="4034118"/>
            <a:ext cx="0" cy="1156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A4005C6-D998-EF4E-BB11-9F85F385687A}"/>
              </a:ext>
            </a:extLst>
          </p:cNvPr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animBg="1"/>
      <p:bldP spid="186" grpId="0"/>
      <p:bldP spid="187" grpId="0"/>
      <p:bldP spid="189" grpId="0" animBg="1"/>
      <p:bldP spid="191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Trunking</a:t>
            </a:r>
            <a:r>
              <a:rPr lang="en-US" dirty="0" smtClean="0"/>
              <a:t> Vs Inter VLAN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VLAN trunks are used to span VLANs across multiple devices. </a:t>
            </a:r>
            <a:endParaRPr lang="en-US" dirty="0" smtClean="0"/>
          </a:p>
          <a:p>
            <a:r>
              <a:rPr lang="en-US" dirty="0" smtClean="0"/>
              <a:t>Trunks </a:t>
            </a:r>
            <a:r>
              <a:rPr lang="en-US" dirty="0"/>
              <a:t>allow the traffic from multiple VLANs </a:t>
            </a:r>
            <a:r>
              <a:rPr lang="en-US" dirty="0" smtClean="0"/>
              <a:t>to travel </a:t>
            </a:r>
            <a:r>
              <a:rPr lang="en-US" dirty="0"/>
              <a:t>over a single link, while keeping the VLAN identification and segmentation intact. </a:t>
            </a:r>
            <a:endParaRPr lang="en-US" dirty="0" smtClean="0"/>
          </a:p>
          <a:p>
            <a:r>
              <a:rPr lang="en-US" dirty="0"/>
              <a:t>VLANs are used to </a:t>
            </a:r>
            <a:r>
              <a:rPr lang="en-US" u="sng" dirty="0">
                <a:solidFill>
                  <a:srgbClr val="FF0000"/>
                </a:solidFill>
              </a:rPr>
              <a:t>segment switched Layer 2 networks </a:t>
            </a:r>
            <a:r>
              <a:rPr lang="en-US" dirty="0"/>
              <a:t>for a variety of </a:t>
            </a:r>
            <a:r>
              <a:rPr lang="en-US" dirty="0" smtClean="0"/>
              <a:t>reasons.</a:t>
            </a:r>
          </a:p>
          <a:p>
            <a:r>
              <a:rPr lang="en-US" dirty="0" smtClean="0"/>
              <a:t>But hosts </a:t>
            </a:r>
            <a:r>
              <a:rPr lang="en-US" dirty="0"/>
              <a:t>in one VLAN </a:t>
            </a:r>
            <a:r>
              <a:rPr lang="en-US" u="sng" dirty="0">
                <a:solidFill>
                  <a:srgbClr val="FF0000"/>
                </a:solidFill>
              </a:rPr>
              <a:t>cannot communicate </a:t>
            </a:r>
            <a:r>
              <a:rPr lang="en-US" dirty="0"/>
              <a:t>with hosts in another VLAN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Inter-VLAN </a:t>
            </a:r>
            <a:r>
              <a:rPr lang="en-US" dirty="0"/>
              <a:t>routing is the process of forwarding network traffic from one VLAN to another VLAN.</a:t>
            </a:r>
          </a:p>
          <a:p>
            <a:r>
              <a:rPr lang="en-US" dirty="0" smtClean="0"/>
              <a:t>A </a:t>
            </a:r>
            <a:r>
              <a:rPr lang="en-US" dirty="0"/>
              <a:t>particular kind </a:t>
            </a:r>
            <a:r>
              <a:rPr lang="en-US" dirty="0" smtClean="0"/>
              <a:t>of inter-VLAN </a:t>
            </a:r>
            <a:r>
              <a:rPr lang="en-US" dirty="0"/>
              <a:t>routing, called “Router-on-a-Stick”, uses a trunk from the router to the switch to enable all </a:t>
            </a:r>
            <a:r>
              <a:rPr lang="en-US" dirty="0" smtClean="0"/>
              <a:t>VLAN to </a:t>
            </a:r>
            <a:r>
              <a:rPr lang="en-US" dirty="0"/>
              <a:t>pass to the router.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81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5383" y="1803591"/>
            <a:ext cx="3730128" cy="4351338"/>
          </a:xfrm>
        </p:spPr>
        <p:txBody>
          <a:bodyPr>
            <a:normAutofit/>
          </a:bodyPr>
          <a:lstStyle/>
          <a:p>
            <a:r>
              <a:rPr lang="en-US" sz="1800" dirty="0"/>
              <a:t>R1 </a:t>
            </a:r>
            <a:r>
              <a:rPr lang="en-US" sz="1800" dirty="0" err="1"/>
              <a:t>GigabitEthernet</a:t>
            </a:r>
            <a:r>
              <a:rPr lang="en-US" sz="1800" dirty="0"/>
              <a:t> 0/0/1 interface </a:t>
            </a:r>
            <a:r>
              <a:rPr lang="en-US" sz="1800" dirty="0" smtClean="0"/>
              <a:t>is connected </a:t>
            </a:r>
            <a:r>
              <a:rPr lang="en-US" sz="1800" dirty="0"/>
              <a:t>to the S1 </a:t>
            </a:r>
            <a:r>
              <a:rPr lang="en-US" sz="1800" dirty="0" err="1"/>
              <a:t>FastEthernet</a:t>
            </a:r>
            <a:r>
              <a:rPr lang="en-US" sz="1800" dirty="0"/>
              <a:t> 0/5 port. </a:t>
            </a:r>
            <a:endParaRPr lang="en-US" sz="1800" dirty="0" smtClean="0"/>
          </a:p>
          <a:p>
            <a:r>
              <a:rPr lang="en-US" sz="1800" dirty="0" smtClean="0"/>
              <a:t>The S1 </a:t>
            </a:r>
            <a:r>
              <a:rPr lang="en-US" sz="1800" dirty="0" err="1" smtClean="0"/>
              <a:t>FastEthernet</a:t>
            </a:r>
            <a:r>
              <a:rPr lang="en-US" sz="1800" dirty="0" smtClean="0"/>
              <a:t> </a:t>
            </a:r>
            <a:r>
              <a:rPr lang="en-US" sz="1800" dirty="0"/>
              <a:t>0/1 port is connected to the </a:t>
            </a:r>
            <a:r>
              <a:rPr lang="en-US" sz="1800" dirty="0" smtClean="0"/>
              <a:t>S2 </a:t>
            </a:r>
            <a:r>
              <a:rPr lang="en-US" sz="1800" dirty="0" err="1" smtClean="0"/>
              <a:t>FastEthernet</a:t>
            </a:r>
            <a:r>
              <a:rPr lang="en-US" sz="1800" dirty="0" smtClean="0"/>
              <a:t> 0/1 </a:t>
            </a:r>
            <a:r>
              <a:rPr lang="en-US" sz="1800" dirty="0"/>
              <a:t>port. </a:t>
            </a:r>
            <a:endParaRPr lang="en-US" sz="1800" dirty="0" smtClean="0"/>
          </a:p>
          <a:p>
            <a:r>
              <a:rPr lang="en-US" sz="1600" dirty="0" smtClean="0"/>
              <a:t>These </a:t>
            </a:r>
            <a:r>
              <a:rPr lang="en-US" sz="1600" dirty="0"/>
              <a:t>are trunk links that are required to </a:t>
            </a:r>
            <a:r>
              <a:rPr lang="en-US" sz="1600" dirty="0" smtClean="0"/>
              <a:t>forward traffic </a:t>
            </a:r>
            <a:r>
              <a:rPr lang="en-US" sz="1600" dirty="0"/>
              <a:t>within and between VLANs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To </a:t>
            </a:r>
            <a:r>
              <a:rPr lang="en-US" sz="1600" dirty="0"/>
              <a:t>route between VLANs, the R1 </a:t>
            </a:r>
            <a:r>
              <a:rPr lang="en-US" sz="1600" dirty="0" err="1"/>
              <a:t>GigabitEthernet</a:t>
            </a:r>
            <a:r>
              <a:rPr lang="en-US" sz="1600" dirty="0"/>
              <a:t> </a:t>
            </a:r>
            <a:r>
              <a:rPr lang="en-US" sz="1600" dirty="0" smtClean="0"/>
              <a:t>0/0/1 interface </a:t>
            </a:r>
            <a:r>
              <a:rPr lang="en-US" sz="1600" dirty="0"/>
              <a:t>is logically divided into three </a:t>
            </a:r>
            <a:r>
              <a:rPr lang="en-US" sz="1600" dirty="0" err="1"/>
              <a:t>subinterfaces</a:t>
            </a:r>
            <a:r>
              <a:rPr lang="en-US" sz="1600" dirty="0"/>
              <a:t>, </a:t>
            </a:r>
            <a:r>
              <a:rPr lang="en-US" sz="1600" dirty="0" smtClean="0"/>
              <a:t>as shown </a:t>
            </a:r>
            <a:r>
              <a:rPr lang="en-US" sz="1600" dirty="0"/>
              <a:t>in the table. The table also shows the three VLANs</a:t>
            </a:r>
          </a:p>
          <a:p>
            <a:r>
              <a:rPr lang="en-US" sz="1600" dirty="0"/>
              <a:t>that will be configured on the switches.</a:t>
            </a:r>
          </a:p>
          <a:p>
            <a:endParaRPr lang="en-US" sz="16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105" y="2039651"/>
            <a:ext cx="4246007" cy="3589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511" y="3544601"/>
            <a:ext cx="31623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83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Synthesis: a day in the life of a web request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=""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="" xmlns:a16="http://schemas.microsoft.com/office/drawing/2014/main" id="{A4B12346-C21D-2B4E-816C-10F5298F6A06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338263"/>
            <a:ext cx="1127311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sz="3200" dirty="0"/>
              <a:t>our journey down the protocol stack is now complete!</a:t>
            </a:r>
          </a:p>
          <a:p>
            <a:pPr lvl="1">
              <a:defRPr/>
            </a:pPr>
            <a:r>
              <a:rPr lang="en-US" sz="2800" dirty="0"/>
              <a:t>application, transport, network, link</a:t>
            </a:r>
          </a:p>
          <a:p>
            <a:pPr marL="400050" indent="-269875">
              <a:defRPr/>
            </a:pPr>
            <a:r>
              <a:rPr lang="en-US" sz="3200" dirty="0"/>
              <a:t>putting-it-all-together: synthesis!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</a:rPr>
              <a:t>goal: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identify, review, understand protocols (at all layers) involved in seemingly simple scenario: requesting www page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</a:rPr>
              <a:t>scenario: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student attaches laptop to campus network, requests/receives www.google.com </a:t>
            </a:r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0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the life: scenario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94" name="Freeform 406">
            <a:extLst>
              <a:ext uri="{FF2B5EF4-FFF2-40B4-BE49-F238E27FC236}">
                <a16:creationId xmlns="" xmlns:a16="http://schemas.microsoft.com/office/drawing/2014/main" id="{DCFC0C20-D1CF-7E43-8947-76A7AA00BE54}"/>
              </a:ext>
            </a:extLst>
          </p:cNvPr>
          <p:cNvSpPr>
            <a:spLocks/>
          </p:cNvSpPr>
          <p:nvPr/>
        </p:nvSpPr>
        <p:spPr bwMode="auto">
          <a:xfrm>
            <a:off x="5037166" y="1832733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95" name="Freeform 3">
            <a:extLst>
              <a:ext uri="{FF2B5EF4-FFF2-40B4-BE49-F238E27FC236}">
                <a16:creationId xmlns=""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6" name="Text Box 34">
            <a:extLst>
              <a:ext uri="{FF2B5EF4-FFF2-40B4-BE49-F238E27FC236}">
                <a16:creationId xmlns="" xmlns:a16="http://schemas.microsoft.com/office/drawing/2014/main" id="{0EC90E30-BDF4-6845-B171-AFEA17208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669" y="2394135"/>
            <a:ext cx="14847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 err="1" smtClean="0">
                <a:solidFill>
                  <a:srgbClr val="000000"/>
                </a:solidFill>
                <a:latin typeface="Arial" charset="0"/>
              </a:rPr>
              <a:t>Airtle</a:t>
            </a:r>
            <a:r>
              <a:rPr lang="en-US" sz="1600" i="0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327" name="Line 36">
            <a:extLst>
              <a:ext uri="{FF2B5EF4-FFF2-40B4-BE49-F238E27FC236}">
                <a16:creationId xmlns=""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=""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=""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=""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=""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3">
            <a:extLst>
              <a:ext uri="{FF2B5EF4-FFF2-40B4-BE49-F238E27FC236}">
                <a16:creationId xmlns="" xmlns:a16="http://schemas.microsoft.com/office/drawing/2014/main" id="{902226A1-23A8-5E45-B02B-D52E29D10C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5382" y="2772055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Freeform 94">
            <a:extLst>
              <a:ext uri="{FF2B5EF4-FFF2-40B4-BE49-F238E27FC236}">
                <a16:creationId xmlns="" xmlns:a16="http://schemas.microsoft.com/office/drawing/2014/main" id="{07E407AD-1B7D-E549-AA8A-0678AF643944}"/>
              </a:ext>
            </a:extLst>
          </p:cNvPr>
          <p:cNvSpPr>
            <a:spLocks/>
          </p:cNvSpPr>
          <p:nvPr/>
        </p:nvSpPr>
        <p:spPr bwMode="auto">
          <a:xfrm>
            <a:off x="1169707" y="47516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2" name="Line 134">
            <a:extLst>
              <a:ext uri="{FF2B5EF4-FFF2-40B4-BE49-F238E27FC236}">
                <a16:creationId xmlns="" xmlns:a16="http://schemas.microsoft.com/office/drawing/2014/main" id="{AC887D7C-204D-A748-960E-D69E195B2E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0607" y="36801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3" name="Text Box 135">
            <a:extLst>
              <a:ext uri="{FF2B5EF4-FFF2-40B4-BE49-F238E27FC236}">
                <a16:creationId xmlns="" xmlns:a16="http://schemas.microsoft.com/office/drawing/2014/main" id="{D67BC013-3254-664B-A94F-9584B592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charset="0"/>
              </a:rPr>
              <a:t>s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64.233.160.0/19 </a:t>
            </a:r>
          </a:p>
        </p:txBody>
      </p:sp>
      <p:sp>
        <p:nvSpPr>
          <p:cNvPr id="384" name="Line 136">
            <a:extLst>
              <a:ext uri="{FF2B5EF4-FFF2-40B4-BE49-F238E27FC236}">
                <a16:creationId xmlns="" xmlns:a16="http://schemas.microsoft.com/office/drawing/2014/main" id="{2E2C2A25-D917-F543-AD3E-DCBDD122C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9795" y="54993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5" name="Text Box 137">
            <a:extLst>
              <a:ext uri="{FF2B5EF4-FFF2-40B4-BE49-F238E27FC236}">
                <a16:creationId xmlns="" xmlns:a16="http://schemas.microsoft.com/office/drawing/2014/main" id="{6A8FAC84-3043-6D45-97D6-4021E3C55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86" name="Text Box 138">
            <a:extLst>
              <a:ext uri="{FF2B5EF4-FFF2-40B4-BE49-F238E27FC236}">
                <a16:creationId xmlns="" xmlns:a16="http://schemas.microsoft.com/office/drawing/2014/main" id="{255B4B55-A4E8-1B4E-A407-15BF2F1B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sp>
        <p:nvSpPr>
          <p:cNvPr id="387" name="Text Box 139">
            <a:extLst>
              <a:ext uri="{FF2B5EF4-FFF2-40B4-BE49-F238E27FC236}">
                <a16:creationId xmlns="" xmlns:a16="http://schemas.microsoft.com/office/drawing/2014/main" id="{FEDEE7BD-5BB3-834E-9E96-6E5E6F328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06" name="Group 167">
            <a:extLst>
              <a:ext uri="{FF2B5EF4-FFF2-40B4-BE49-F238E27FC236}">
                <a16:creationId xmlns="" xmlns:a16="http://schemas.microsoft.com/office/drawing/2014/main" id="{4B437F21-E39F-2D47-801D-47D6E1DCFF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90932" y="3667405"/>
            <a:ext cx="400050" cy="152400"/>
            <a:chOff x="3228" y="1776"/>
            <a:chExt cx="252" cy="96"/>
          </a:xfrm>
        </p:grpSpPr>
        <p:sp>
          <p:nvSpPr>
            <p:cNvPr id="407" name="Line 168">
              <a:extLst>
                <a:ext uri="{FF2B5EF4-FFF2-40B4-BE49-F238E27FC236}">
                  <a16:creationId xmlns="" xmlns:a16="http://schemas.microsoft.com/office/drawing/2014/main" id="{FD263C27-58D8-2D47-ADBE-98E05BF46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Line 169">
              <a:extLst>
                <a:ext uri="{FF2B5EF4-FFF2-40B4-BE49-F238E27FC236}">
                  <a16:creationId xmlns="" xmlns:a16="http://schemas.microsoft.com/office/drawing/2014/main" id="{1376D243-074B-CA4C-9F9E-2BB1CDAD7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9" name="Group 170">
            <a:extLst>
              <a:ext uri="{FF2B5EF4-FFF2-40B4-BE49-F238E27FC236}">
                <a16:creationId xmlns="" xmlns:a16="http://schemas.microsoft.com/office/drawing/2014/main" id="{89C5EF8B-605B-7041-AC6D-4101A34A58A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6043332" y="3143530"/>
            <a:ext cx="400050" cy="152400"/>
            <a:chOff x="3228" y="1776"/>
            <a:chExt cx="252" cy="96"/>
          </a:xfrm>
        </p:grpSpPr>
        <p:sp>
          <p:nvSpPr>
            <p:cNvPr id="410" name="Line 171">
              <a:extLst>
                <a:ext uri="{FF2B5EF4-FFF2-40B4-BE49-F238E27FC236}">
                  <a16:creationId xmlns="" xmlns:a16="http://schemas.microsoft.com/office/drawing/2014/main" id="{5BFB55E0-99B2-EC4D-9167-5F6A68411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1" name="Line 172">
              <a:extLst>
                <a:ext uri="{FF2B5EF4-FFF2-40B4-BE49-F238E27FC236}">
                  <a16:creationId xmlns="" xmlns:a16="http://schemas.microsoft.com/office/drawing/2014/main" id="{95837E2C-9EAD-CF49-A1EF-B21C973DF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2" name="Group 173">
            <a:extLst>
              <a:ext uri="{FF2B5EF4-FFF2-40B4-BE49-F238E27FC236}">
                <a16:creationId xmlns="" xmlns:a16="http://schemas.microsoft.com/office/drawing/2014/main" id="{F6A40979-43D2-704B-969C-6B0676980AD1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8143595" y="3834092"/>
            <a:ext cx="400050" cy="152400"/>
            <a:chOff x="3228" y="1776"/>
            <a:chExt cx="252" cy="96"/>
          </a:xfrm>
        </p:grpSpPr>
        <p:sp>
          <p:nvSpPr>
            <p:cNvPr id="413" name="Line 174">
              <a:extLst>
                <a:ext uri="{FF2B5EF4-FFF2-40B4-BE49-F238E27FC236}">
                  <a16:creationId xmlns="" xmlns:a16="http://schemas.microsoft.com/office/drawing/2014/main" id="{D6D8176C-16F1-C248-BB4F-CB9E2BF4D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Line 175">
              <a:extLst>
                <a:ext uri="{FF2B5EF4-FFF2-40B4-BE49-F238E27FC236}">
                  <a16:creationId xmlns="" xmlns:a16="http://schemas.microsoft.com/office/drawing/2014/main" id="{8D77D5DF-B71C-D140-B9A7-018DB4E32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5" name="Group 176">
            <a:extLst>
              <a:ext uri="{FF2B5EF4-FFF2-40B4-BE49-F238E27FC236}">
                <a16:creationId xmlns="" xmlns:a16="http://schemas.microsoft.com/office/drawing/2014/main" id="{9BF7D1D3-B886-864B-9B3F-F3E421F73C9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319682" y="3853142"/>
            <a:ext cx="295275" cy="114300"/>
            <a:chOff x="3228" y="1776"/>
            <a:chExt cx="252" cy="96"/>
          </a:xfrm>
        </p:grpSpPr>
        <p:sp>
          <p:nvSpPr>
            <p:cNvPr id="416" name="Line 177">
              <a:extLst>
                <a:ext uri="{FF2B5EF4-FFF2-40B4-BE49-F238E27FC236}">
                  <a16:creationId xmlns="" xmlns:a16="http://schemas.microsoft.com/office/drawing/2014/main" id="{4250E1AF-18F0-8443-8630-B06C6E212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Line 178">
              <a:extLst>
                <a:ext uri="{FF2B5EF4-FFF2-40B4-BE49-F238E27FC236}">
                  <a16:creationId xmlns="" xmlns:a16="http://schemas.microsoft.com/office/drawing/2014/main" id="{2F337031-708D-0345-B849-EFBB00027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8" name="Group 179">
            <a:extLst>
              <a:ext uri="{FF2B5EF4-FFF2-40B4-BE49-F238E27FC236}">
                <a16:creationId xmlns="" xmlns:a16="http://schemas.microsoft.com/office/drawing/2014/main" id="{17458F55-A4E9-E343-A909-61C9FE09D648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591145" y="3195917"/>
            <a:ext cx="452437" cy="57150"/>
            <a:chOff x="3228" y="1776"/>
            <a:chExt cx="252" cy="96"/>
          </a:xfrm>
        </p:grpSpPr>
        <p:sp>
          <p:nvSpPr>
            <p:cNvPr id="419" name="Line 180">
              <a:extLst>
                <a:ext uri="{FF2B5EF4-FFF2-40B4-BE49-F238E27FC236}">
                  <a16:creationId xmlns="" xmlns:a16="http://schemas.microsoft.com/office/drawing/2014/main" id="{A5F6AD72-9626-8349-ABF3-010251533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0" name="Line 181">
              <a:extLst>
                <a:ext uri="{FF2B5EF4-FFF2-40B4-BE49-F238E27FC236}">
                  <a16:creationId xmlns="" xmlns:a16="http://schemas.microsoft.com/office/drawing/2014/main" id="{DEE5409B-29C8-524D-AE34-7C4D42D5F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1" name="Group 182">
            <a:extLst>
              <a:ext uri="{FF2B5EF4-FFF2-40B4-BE49-F238E27FC236}">
                <a16:creationId xmlns="" xmlns:a16="http://schemas.microsoft.com/office/drawing/2014/main" id="{9D12F4D2-1155-9D4D-B6B0-6F1CD5C9D7EC}"/>
              </a:ext>
            </a:extLst>
          </p:cNvPr>
          <p:cNvGrpSpPr>
            <a:grpSpLocks/>
          </p:cNvGrpSpPr>
          <p:nvPr/>
        </p:nvGrpSpPr>
        <p:grpSpPr bwMode="auto">
          <a:xfrm>
            <a:off x="6733895" y="3400705"/>
            <a:ext cx="295275" cy="114300"/>
            <a:chOff x="3228" y="1776"/>
            <a:chExt cx="252" cy="96"/>
          </a:xfrm>
        </p:grpSpPr>
        <p:sp>
          <p:nvSpPr>
            <p:cNvPr id="422" name="Line 183">
              <a:extLst>
                <a:ext uri="{FF2B5EF4-FFF2-40B4-BE49-F238E27FC236}">
                  <a16:creationId xmlns="" xmlns:a16="http://schemas.microsoft.com/office/drawing/2014/main" id="{D1974B22-4265-D74B-B7F0-C9FC82538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184">
              <a:extLst>
                <a:ext uri="{FF2B5EF4-FFF2-40B4-BE49-F238E27FC236}">
                  <a16:creationId xmlns="" xmlns:a16="http://schemas.microsoft.com/office/drawing/2014/main" id="{F76668FA-365B-9340-9C68-9DF2CCC88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4" name="Group 185">
            <a:extLst>
              <a:ext uri="{FF2B5EF4-FFF2-40B4-BE49-F238E27FC236}">
                <a16:creationId xmlns="" xmlns:a16="http://schemas.microsoft.com/office/drawing/2014/main" id="{93EE81E8-57E8-A74D-A86D-F04EBC78377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72070" y="3400705"/>
            <a:ext cx="295275" cy="114300"/>
            <a:chOff x="3228" y="1776"/>
            <a:chExt cx="252" cy="96"/>
          </a:xfrm>
        </p:grpSpPr>
        <p:sp>
          <p:nvSpPr>
            <p:cNvPr id="425" name="Line 186">
              <a:extLst>
                <a:ext uri="{FF2B5EF4-FFF2-40B4-BE49-F238E27FC236}">
                  <a16:creationId xmlns="" xmlns:a16="http://schemas.microsoft.com/office/drawing/2014/main" id="{651EF8CB-186A-BE47-904E-5976B7E8B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Line 187">
              <a:extLst>
                <a:ext uri="{FF2B5EF4-FFF2-40B4-BE49-F238E27FC236}">
                  <a16:creationId xmlns="" xmlns:a16="http://schemas.microsoft.com/office/drawing/2014/main" id="{8A988057-1892-544E-BF10-27FD203EF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7" name="Group 188">
            <a:extLst>
              <a:ext uri="{FF2B5EF4-FFF2-40B4-BE49-F238E27FC236}">
                <a16:creationId xmlns="" xmlns:a16="http://schemas.microsoft.com/office/drawing/2014/main" id="{215EB25C-038C-054D-BC89-CF04D9A19EEA}"/>
              </a:ext>
            </a:extLst>
          </p:cNvPr>
          <p:cNvGrpSpPr>
            <a:grpSpLocks/>
          </p:cNvGrpSpPr>
          <p:nvPr/>
        </p:nvGrpSpPr>
        <p:grpSpPr bwMode="auto">
          <a:xfrm>
            <a:off x="5786157" y="5348567"/>
            <a:ext cx="295275" cy="114300"/>
            <a:chOff x="3228" y="1776"/>
            <a:chExt cx="252" cy="96"/>
          </a:xfrm>
        </p:grpSpPr>
        <p:sp>
          <p:nvSpPr>
            <p:cNvPr id="428" name="Line 189">
              <a:extLst>
                <a:ext uri="{FF2B5EF4-FFF2-40B4-BE49-F238E27FC236}">
                  <a16:creationId xmlns="" xmlns:a16="http://schemas.microsoft.com/office/drawing/2014/main" id="{3B82F97E-C192-7342-B085-36B102ECD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9" name="Line 190">
              <a:extLst>
                <a:ext uri="{FF2B5EF4-FFF2-40B4-BE49-F238E27FC236}">
                  <a16:creationId xmlns="" xmlns:a16="http://schemas.microsoft.com/office/drawing/2014/main" id="{9A37EBF3-9533-FD41-808F-6C060998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0" name="Group 191">
            <a:extLst>
              <a:ext uri="{FF2B5EF4-FFF2-40B4-BE49-F238E27FC236}">
                <a16:creationId xmlns="" xmlns:a16="http://schemas.microsoft.com/office/drawing/2014/main" id="{B32F95ED-229D-6648-9BFC-AFD7ABF83F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24332" y="5348567"/>
            <a:ext cx="295275" cy="114300"/>
            <a:chOff x="3228" y="1776"/>
            <a:chExt cx="252" cy="96"/>
          </a:xfrm>
        </p:grpSpPr>
        <p:sp>
          <p:nvSpPr>
            <p:cNvPr id="431" name="Line 192">
              <a:extLst>
                <a:ext uri="{FF2B5EF4-FFF2-40B4-BE49-F238E27FC236}">
                  <a16:creationId xmlns="" xmlns:a16="http://schemas.microsoft.com/office/drawing/2014/main" id="{65E8BC10-05D3-C34C-943F-DDBD70967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Line 193">
              <a:extLst>
                <a:ext uri="{FF2B5EF4-FFF2-40B4-BE49-F238E27FC236}">
                  <a16:creationId xmlns="" xmlns:a16="http://schemas.microsoft.com/office/drawing/2014/main" id="{F56DE982-F6BE-2E4E-B482-BD554EF993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3" name="Group 194">
            <a:extLst>
              <a:ext uri="{FF2B5EF4-FFF2-40B4-BE49-F238E27FC236}">
                <a16:creationId xmlns="" xmlns:a16="http://schemas.microsoft.com/office/drawing/2014/main" id="{B5251DF1-1955-4844-9BEA-E14C7EF19014}"/>
              </a:ext>
            </a:extLst>
          </p:cNvPr>
          <p:cNvGrpSpPr>
            <a:grpSpLocks/>
          </p:cNvGrpSpPr>
          <p:nvPr/>
        </p:nvGrpSpPr>
        <p:grpSpPr bwMode="auto">
          <a:xfrm>
            <a:off x="4019270" y="5705755"/>
            <a:ext cx="295275" cy="114300"/>
            <a:chOff x="3228" y="1776"/>
            <a:chExt cx="252" cy="96"/>
          </a:xfrm>
        </p:grpSpPr>
        <p:sp>
          <p:nvSpPr>
            <p:cNvPr id="434" name="Line 195">
              <a:extLst>
                <a:ext uri="{FF2B5EF4-FFF2-40B4-BE49-F238E27FC236}">
                  <a16:creationId xmlns="" xmlns:a16="http://schemas.microsoft.com/office/drawing/2014/main" id="{5B08B7F4-6EB5-564D-BE13-B4FEB3CBB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5" name="Line 196">
              <a:extLst>
                <a:ext uri="{FF2B5EF4-FFF2-40B4-BE49-F238E27FC236}">
                  <a16:creationId xmlns="" xmlns:a16="http://schemas.microsoft.com/office/drawing/2014/main" id="{946C2213-325C-E84B-9659-2AFC1000D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6" name="Group 197">
            <a:extLst>
              <a:ext uri="{FF2B5EF4-FFF2-40B4-BE49-F238E27FC236}">
                <a16:creationId xmlns="" xmlns:a16="http://schemas.microsoft.com/office/drawing/2014/main" id="{216FE334-0B3A-BB4D-935E-B7579EF70E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57445" y="5705755"/>
            <a:ext cx="295275" cy="114300"/>
            <a:chOff x="3228" y="1776"/>
            <a:chExt cx="252" cy="96"/>
          </a:xfrm>
        </p:grpSpPr>
        <p:sp>
          <p:nvSpPr>
            <p:cNvPr id="437" name="Line 198">
              <a:extLst>
                <a:ext uri="{FF2B5EF4-FFF2-40B4-BE49-F238E27FC236}">
                  <a16:creationId xmlns="" xmlns:a16="http://schemas.microsoft.com/office/drawing/2014/main" id="{5EF8F833-297C-2547-A52E-393B13D32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Line 199">
              <a:extLst>
                <a:ext uri="{FF2B5EF4-FFF2-40B4-BE49-F238E27FC236}">
                  <a16:creationId xmlns="" xmlns:a16="http://schemas.microsoft.com/office/drawing/2014/main" id="{53D60A8F-075E-9247-822F-ADFF08B95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9" name="Group 200">
            <a:extLst>
              <a:ext uri="{FF2B5EF4-FFF2-40B4-BE49-F238E27FC236}">
                <a16:creationId xmlns="" xmlns:a16="http://schemas.microsoft.com/office/drawing/2014/main" id="{6CA836E5-5453-874C-898E-6388424546B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862232" y="5410480"/>
            <a:ext cx="295275" cy="114300"/>
            <a:chOff x="3228" y="1776"/>
            <a:chExt cx="252" cy="96"/>
          </a:xfrm>
        </p:grpSpPr>
        <p:sp>
          <p:nvSpPr>
            <p:cNvPr id="440" name="Line 201">
              <a:extLst>
                <a:ext uri="{FF2B5EF4-FFF2-40B4-BE49-F238E27FC236}">
                  <a16:creationId xmlns="" xmlns:a16="http://schemas.microsoft.com/office/drawing/2014/main" id="{98AC627A-5198-EE48-8EF3-D196EFC39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Line 202">
              <a:extLst>
                <a:ext uri="{FF2B5EF4-FFF2-40B4-BE49-F238E27FC236}">
                  <a16:creationId xmlns="" xmlns:a16="http://schemas.microsoft.com/office/drawing/2014/main" id="{DB13157A-201E-1441-90AA-E7B6C48D2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42" name="Text Box 34">
            <a:extLst>
              <a:ext uri="{FF2B5EF4-FFF2-40B4-BE49-F238E27FC236}">
                <a16:creationId xmlns="" xmlns:a16="http://schemas.microsoft.com/office/drawing/2014/main" id="{9910609B-BB13-F84A-BC05-D467BC066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42" y="3666845"/>
            <a:ext cx="14494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 smtClean="0">
                <a:solidFill>
                  <a:srgbClr val="000000"/>
                </a:solidFill>
                <a:latin typeface="Arial" charset="0"/>
              </a:rPr>
              <a:t>DAU network </a:t>
            </a:r>
            <a:endParaRPr lang="en-US" sz="1600" i="0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68.80.2.0/24</a:t>
            </a:r>
          </a:p>
        </p:txBody>
      </p:sp>
      <p:grpSp>
        <p:nvGrpSpPr>
          <p:cNvPr id="445" name="Group 405">
            <a:extLst>
              <a:ext uri="{FF2B5EF4-FFF2-40B4-BE49-F238E27FC236}">
                <a16:creationId xmlns="" xmlns:a16="http://schemas.microsoft.com/office/drawing/2014/main" id="{7ADC43EB-565B-D74B-B4AD-8DAAC293AFE6}"/>
              </a:ext>
            </a:extLst>
          </p:cNvPr>
          <p:cNvGrpSpPr>
            <a:grpSpLocks/>
          </p:cNvGrpSpPr>
          <p:nvPr/>
        </p:nvGrpSpPr>
        <p:grpSpPr bwMode="auto"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446" name="Group 400">
              <a:extLst>
                <a:ext uri="{FF2B5EF4-FFF2-40B4-BE49-F238E27FC236}">
                  <a16:creationId xmlns="" xmlns:a16="http://schemas.microsoft.com/office/drawing/2014/main" id="{C938F6AC-3134-154F-9613-9F35FFB58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448" name="Freeform 398">
                <a:extLst>
                  <a:ext uri="{FF2B5EF4-FFF2-40B4-BE49-F238E27FC236}">
                    <a16:creationId xmlns="" xmlns:a16="http://schemas.microsoft.com/office/drawing/2014/main" id="{C179A28F-2595-1D4A-A69C-95773C4D6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" y="836"/>
                <a:ext cx="928" cy="70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connsiteX0" fmla="*/ 10000 w 10000"/>
                  <a:gd name="connsiteY0" fmla="*/ 10000 h 10000"/>
                  <a:gd name="connsiteX1" fmla="*/ 0 w 10000"/>
                  <a:gd name="connsiteY1" fmla="*/ 7215 h 10000"/>
                  <a:gd name="connsiteX2" fmla="*/ 6179 w 10000"/>
                  <a:gd name="connsiteY2" fmla="*/ 5246 h 10000"/>
                  <a:gd name="connsiteX3" fmla="*/ 7573 w 10000"/>
                  <a:gd name="connsiteY3" fmla="*/ 0 h 10000"/>
                  <a:gd name="connsiteX4" fmla="*/ 9561 w 10000"/>
                  <a:gd name="connsiteY4" fmla="*/ 7933 h 10000"/>
                  <a:gd name="connsiteX5" fmla="*/ 10000 w 10000"/>
                  <a:gd name="connsiteY5" fmla="*/ 10000 h 10000"/>
                  <a:gd name="connsiteX0" fmla="*/ 10000 w 10180"/>
                  <a:gd name="connsiteY0" fmla="*/ 10000 h 10000"/>
                  <a:gd name="connsiteX1" fmla="*/ 0 w 10180"/>
                  <a:gd name="connsiteY1" fmla="*/ 7215 h 10000"/>
                  <a:gd name="connsiteX2" fmla="*/ 6179 w 10180"/>
                  <a:gd name="connsiteY2" fmla="*/ 5246 h 10000"/>
                  <a:gd name="connsiteX3" fmla="*/ 7573 w 10180"/>
                  <a:gd name="connsiteY3" fmla="*/ 0 h 10000"/>
                  <a:gd name="connsiteX4" fmla="*/ 10151 w 10180"/>
                  <a:gd name="connsiteY4" fmla="*/ 8116 h 10000"/>
                  <a:gd name="connsiteX5" fmla="*/ 10000 w 10180"/>
                  <a:gd name="connsiteY5" fmla="*/ 10000 h 10000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6179 w 10167"/>
                  <a:gd name="connsiteY2" fmla="*/ 5246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7688 w 10167"/>
                  <a:gd name="connsiteY2" fmla="*/ 7111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9086 h 9086"/>
                  <a:gd name="connsiteX1" fmla="*/ 0 w 10788"/>
                  <a:gd name="connsiteY1" fmla="*/ 5606 h 9086"/>
                  <a:gd name="connsiteX2" fmla="*/ 8180 w 10788"/>
                  <a:gd name="connsiteY2" fmla="*/ 5539 h 9086"/>
                  <a:gd name="connsiteX3" fmla="*/ 8196 w 10788"/>
                  <a:gd name="connsiteY3" fmla="*/ 0 h 9086"/>
                  <a:gd name="connsiteX4" fmla="*/ 10774 w 10788"/>
                  <a:gd name="connsiteY4" fmla="*/ 6581 h 9086"/>
                  <a:gd name="connsiteX5" fmla="*/ 10065 w 10788"/>
                  <a:gd name="connsiteY5" fmla="*/ 9086 h 9086"/>
                  <a:gd name="connsiteX0" fmla="*/ 9330 w 10000"/>
                  <a:gd name="connsiteY0" fmla="*/ 10000 h 10000"/>
                  <a:gd name="connsiteX1" fmla="*/ 0 w 10000"/>
                  <a:gd name="connsiteY1" fmla="*/ 6170 h 10000"/>
                  <a:gd name="connsiteX2" fmla="*/ 7582 w 10000"/>
                  <a:gd name="connsiteY2" fmla="*/ 6096 h 10000"/>
                  <a:gd name="connsiteX3" fmla="*/ 7597 w 10000"/>
                  <a:gd name="connsiteY3" fmla="*/ 0 h 10000"/>
                  <a:gd name="connsiteX4" fmla="*/ 9987 w 10000"/>
                  <a:gd name="connsiteY4" fmla="*/ 7243 h 10000"/>
                  <a:gd name="connsiteX5" fmla="*/ 9330 w 10000"/>
                  <a:gd name="connsiteY5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bg1">
                      <a:lumMod val="75000"/>
                    </a:schemeClr>
                  </a:gs>
                </a:gsLst>
                <a:lin ang="12900000" scaled="0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49" name="Group 392">
                <a:extLst>
                  <a:ext uri="{FF2B5EF4-FFF2-40B4-BE49-F238E27FC236}">
                    <a16:creationId xmlns="" xmlns:a16="http://schemas.microsoft.com/office/drawing/2014/main" id="{83AD51F0-9101-A543-80D3-A9F7AF82FF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451" name="Picture 393">
                  <a:extLst>
                    <a:ext uri="{FF2B5EF4-FFF2-40B4-BE49-F238E27FC236}">
                      <a16:creationId xmlns="" xmlns:a16="http://schemas.microsoft.com/office/drawing/2014/main" id="{1BCDC5B2-F988-9143-89C7-9C8B60430D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2" name="Rectangle 394">
                  <a:extLst>
                    <a:ext uri="{FF2B5EF4-FFF2-40B4-BE49-F238E27FC236}">
                      <a16:creationId xmlns="" xmlns:a16="http://schemas.microsoft.com/office/drawing/2014/main" id="{901E2284-7277-BA40-BA42-E36F21310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50" name="Rectangle 399">
                <a:extLst>
                  <a:ext uri="{FF2B5EF4-FFF2-40B4-BE49-F238E27FC236}">
                    <a16:creationId xmlns="" xmlns:a16="http://schemas.microsoft.com/office/drawing/2014/main" id="{6C65E453-463D-E84E-A45A-FC0C58E3D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" y="833"/>
                <a:ext cx="696" cy="43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47" name="Text Box 402">
              <a:extLst>
                <a:ext uri="{FF2B5EF4-FFF2-40B4-BE49-F238E27FC236}">
                  <a16:creationId xmlns="" xmlns:a16="http://schemas.microsoft.com/office/drawing/2014/main" id="{3C4B58BF-EC83-3448-9336-11CAA5654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browser</a:t>
              </a:r>
            </a:p>
          </p:txBody>
        </p:sp>
      </p:grpSp>
      <p:grpSp>
        <p:nvGrpSpPr>
          <p:cNvPr id="514" name="Group 248">
            <a:extLst>
              <a:ext uri="{FF2B5EF4-FFF2-40B4-BE49-F238E27FC236}">
                <a16:creationId xmlns="" xmlns:a16="http://schemas.microsoft.com/office/drawing/2014/main" id="{91C14C6F-2EE6-3240-8AAA-3947FAB43848}"/>
              </a:ext>
            </a:extLst>
          </p:cNvPr>
          <p:cNvGrpSpPr>
            <a:grpSpLocks/>
          </p:cNvGrpSpPr>
          <p:nvPr/>
        </p:nvGrpSpPr>
        <p:grpSpPr bwMode="auto"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515" name="Freeform 148">
              <a:extLst>
                <a:ext uri="{FF2B5EF4-FFF2-40B4-BE49-F238E27FC236}">
                  <a16:creationId xmlns="" xmlns:a16="http://schemas.microsoft.com/office/drawing/2014/main" id="{FC56F9D5-F006-AE4F-BA67-7D1F703E6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6" name="Rectangle 149">
              <a:extLst>
                <a:ext uri="{FF2B5EF4-FFF2-40B4-BE49-F238E27FC236}">
                  <a16:creationId xmlns="" xmlns:a16="http://schemas.microsoft.com/office/drawing/2014/main" id="{8E14C426-4828-3846-9E1A-A00801760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7" name="Freeform 150">
              <a:extLst>
                <a:ext uri="{FF2B5EF4-FFF2-40B4-BE49-F238E27FC236}">
                  <a16:creationId xmlns="" xmlns:a16="http://schemas.microsoft.com/office/drawing/2014/main" id="{990610A6-3D92-C54C-95B3-9B1B16EE6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8" name="Freeform 151">
              <a:extLst>
                <a:ext uri="{FF2B5EF4-FFF2-40B4-BE49-F238E27FC236}">
                  <a16:creationId xmlns="" xmlns:a16="http://schemas.microsoft.com/office/drawing/2014/main" id="{C6D5BA6D-F609-0B41-9849-C02719D4F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9" name="Rectangle 152">
              <a:extLst>
                <a:ext uri="{FF2B5EF4-FFF2-40B4-BE49-F238E27FC236}">
                  <a16:creationId xmlns="" xmlns:a16="http://schemas.microsoft.com/office/drawing/2014/main" id="{AD421E89-6D59-A94B-BAB4-497A316D0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0" name="Group 153">
              <a:extLst>
                <a:ext uri="{FF2B5EF4-FFF2-40B4-BE49-F238E27FC236}">
                  <a16:creationId xmlns="" xmlns:a16="http://schemas.microsoft.com/office/drawing/2014/main" id="{270B98D5-4811-2E48-AAAD-CB85678E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5" name="AutoShape 154">
                <a:extLst>
                  <a:ext uri="{FF2B5EF4-FFF2-40B4-BE49-F238E27FC236}">
                    <a16:creationId xmlns="" xmlns:a16="http://schemas.microsoft.com/office/drawing/2014/main" id="{46178474-736E-FD41-A5E3-5728F65B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AutoShape 155">
                <a:extLst>
                  <a:ext uri="{FF2B5EF4-FFF2-40B4-BE49-F238E27FC236}">
                    <a16:creationId xmlns="" xmlns:a16="http://schemas.microsoft.com/office/drawing/2014/main" id="{F736FB7D-255C-A44D-8B6A-3CB3FF40B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1" name="Rectangle 156">
              <a:extLst>
                <a:ext uri="{FF2B5EF4-FFF2-40B4-BE49-F238E27FC236}">
                  <a16:creationId xmlns="" xmlns:a16="http://schemas.microsoft.com/office/drawing/2014/main" id="{7C75FE92-DDC8-1C4D-9889-6547F1459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2" name="Group 157">
              <a:extLst>
                <a:ext uri="{FF2B5EF4-FFF2-40B4-BE49-F238E27FC236}">
                  <a16:creationId xmlns="" xmlns:a16="http://schemas.microsoft.com/office/drawing/2014/main" id="{45DBCF88-E72F-4043-B48F-B52AFDDB9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3" name="AutoShape 158">
                <a:extLst>
                  <a:ext uri="{FF2B5EF4-FFF2-40B4-BE49-F238E27FC236}">
                    <a16:creationId xmlns="" xmlns:a16="http://schemas.microsoft.com/office/drawing/2014/main" id="{4A3AA05D-99CF-9749-BDB7-B2547C333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4" name="AutoShape 159">
                <a:extLst>
                  <a:ext uri="{FF2B5EF4-FFF2-40B4-BE49-F238E27FC236}">
                    <a16:creationId xmlns="" xmlns:a16="http://schemas.microsoft.com/office/drawing/2014/main" id="{BD8E6385-6030-7E42-A02E-B6327F244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3" name="Rectangle 160">
              <a:extLst>
                <a:ext uri="{FF2B5EF4-FFF2-40B4-BE49-F238E27FC236}">
                  <a16:creationId xmlns="" xmlns:a16="http://schemas.microsoft.com/office/drawing/2014/main" id="{B7E80E74-2AC2-8D44-B363-37DF3DA37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4" name="Rectangle 161">
              <a:extLst>
                <a:ext uri="{FF2B5EF4-FFF2-40B4-BE49-F238E27FC236}">
                  <a16:creationId xmlns="" xmlns:a16="http://schemas.microsoft.com/office/drawing/2014/main" id="{4BB73F60-D5F2-F641-A0BF-68E3179F4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5" name="Group 162">
              <a:extLst>
                <a:ext uri="{FF2B5EF4-FFF2-40B4-BE49-F238E27FC236}">
                  <a16:creationId xmlns="" xmlns:a16="http://schemas.microsoft.com/office/drawing/2014/main" id="{4039A5BF-4E86-3D4C-91D1-FB1220CD6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1" name="AutoShape 163">
                <a:extLst>
                  <a:ext uri="{FF2B5EF4-FFF2-40B4-BE49-F238E27FC236}">
                    <a16:creationId xmlns="" xmlns:a16="http://schemas.microsoft.com/office/drawing/2014/main" id="{0E533812-E28D-7848-8C40-F91ACED2A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2" name="AutoShape 164">
                <a:extLst>
                  <a:ext uri="{FF2B5EF4-FFF2-40B4-BE49-F238E27FC236}">
                    <a16:creationId xmlns="" xmlns:a16="http://schemas.microsoft.com/office/drawing/2014/main" id="{65D9F596-07A5-F04C-9DFA-F58CB2440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6" name="Freeform 165">
              <a:extLst>
                <a:ext uri="{FF2B5EF4-FFF2-40B4-BE49-F238E27FC236}">
                  <a16:creationId xmlns="" xmlns:a16="http://schemas.microsoft.com/office/drawing/2014/main" id="{EA1FDC25-5341-AF46-8920-AA0044E93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7" name="Group 166">
              <a:extLst>
                <a:ext uri="{FF2B5EF4-FFF2-40B4-BE49-F238E27FC236}">
                  <a16:creationId xmlns="" xmlns:a16="http://schemas.microsoft.com/office/drawing/2014/main" id="{75ABD85A-8A59-734C-BBAD-F1E8418B6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9" name="AutoShape 167">
                <a:extLst>
                  <a:ext uri="{FF2B5EF4-FFF2-40B4-BE49-F238E27FC236}">
                    <a16:creationId xmlns="" xmlns:a16="http://schemas.microsoft.com/office/drawing/2014/main" id="{9A2B943C-2EE9-7B42-8D3F-004CD139D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AutoShape 168">
                <a:extLst>
                  <a:ext uri="{FF2B5EF4-FFF2-40B4-BE49-F238E27FC236}">
                    <a16:creationId xmlns="" xmlns:a16="http://schemas.microsoft.com/office/drawing/2014/main" id="{99435929-42EB-3B4A-9284-715A6D22E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8" name="Rectangle 169">
              <a:extLst>
                <a:ext uri="{FF2B5EF4-FFF2-40B4-BE49-F238E27FC236}">
                  <a16:creationId xmlns="" xmlns:a16="http://schemas.microsoft.com/office/drawing/2014/main" id="{D89E839B-0009-FA43-A322-5B355B725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9" name="Freeform 170">
              <a:extLst>
                <a:ext uri="{FF2B5EF4-FFF2-40B4-BE49-F238E27FC236}">
                  <a16:creationId xmlns="" xmlns:a16="http://schemas.microsoft.com/office/drawing/2014/main" id="{39547BFB-A126-9548-89DA-27B118EDA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0" name="Freeform 171">
              <a:extLst>
                <a:ext uri="{FF2B5EF4-FFF2-40B4-BE49-F238E27FC236}">
                  <a16:creationId xmlns="" xmlns:a16="http://schemas.microsoft.com/office/drawing/2014/main" id="{68DD62BA-94AA-4D4F-8F5B-49633C1D4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1" name="Oval 172">
              <a:extLst>
                <a:ext uri="{FF2B5EF4-FFF2-40B4-BE49-F238E27FC236}">
                  <a16:creationId xmlns="" xmlns:a16="http://schemas.microsoft.com/office/drawing/2014/main" id="{C54F0D87-7775-9345-B4FE-8867291DC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2" name="Freeform 173">
              <a:extLst>
                <a:ext uri="{FF2B5EF4-FFF2-40B4-BE49-F238E27FC236}">
                  <a16:creationId xmlns="" xmlns:a16="http://schemas.microsoft.com/office/drawing/2014/main" id="{AC478874-8B70-6F4C-8BFB-278D3D497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3" name="AutoShape 174">
              <a:extLst>
                <a:ext uri="{FF2B5EF4-FFF2-40B4-BE49-F238E27FC236}">
                  <a16:creationId xmlns="" xmlns:a16="http://schemas.microsoft.com/office/drawing/2014/main" id="{25F181E9-ECE8-6C45-9630-9E557CD92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4" name="AutoShape 175">
              <a:extLst>
                <a:ext uri="{FF2B5EF4-FFF2-40B4-BE49-F238E27FC236}">
                  <a16:creationId xmlns="" xmlns:a16="http://schemas.microsoft.com/office/drawing/2014/main" id="{1E3D4F85-FE81-8540-903A-A59235E02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5" name="Oval 176">
              <a:extLst>
                <a:ext uri="{FF2B5EF4-FFF2-40B4-BE49-F238E27FC236}">
                  <a16:creationId xmlns="" xmlns:a16="http://schemas.microsoft.com/office/drawing/2014/main" id="{BCFB597E-34FF-A143-A5DA-83836FAF5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6" name="Oval 177">
              <a:extLst>
                <a:ext uri="{FF2B5EF4-FFF2-40B4-BE49-F238E27FC236}">
                  <a16:creationId xmlns="" xmlns:a16="http://schemas.microsoft.com/office/drawing/2014/main" id="{A42D8F35-29EC-5646-B86B-9F691B5B6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7" name="Oval 178">
              <a:extLst>
                <a:ext uri="{FF2B5EF4-FFF2-40B4-BE49-F238E27FC236}">
                  <a16:creationId xmlns="" xmlns:a16="http://schemas.microsoft.com/office/drawing/2014/main" id="{CF075237-D0D9-CF4B-A3B2-26C45C78A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8" name="Rectangle 179">
              <a:extLst>
                <a:ext uri="{FF2B5EF4-FFF2-40B4-BE49-F238E27FC236}">
                  <a16:creationId xmlns="" xmlns:a16="http://schemas.microsoft.com/office/drawing/2014/main" id="{253DDF8F-80F2-B14F-97BA-109570D96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=""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=""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=""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=""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=""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=""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=""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=""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7" name="Group 596">
            <a:extLst>
              <a:ext uri="{FF2B5EF4-FFF2-40B4-BE49-F238E27FC236}">
                <a16:creationId xmlns="" xmlns:a16="http://schemas.microsoft.com/office/drawing/2014/main" id="{D93E1841-88BD-D448-9F73-830397405006}"/>
              </a:ext>
            </a:extLst>
          </p:cNvPr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598" name="Freeform 597">
              <a:extLst>
                <a:ext uri="{FF2B5EF4-FFF2-40B4-BE49-F238E27FC236}">
                  <a16:creationId xmlns="" xmlns:a16="http://schemas.microsoft.com/office/drawing/2014/main" id="{B359CA66-9104-9E46-ABBC-385E1E4483E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9" name="Oval 598">
              <a:extLst>
                <a:ext uri="{FF2B5EF4-FFF2-40B4-BE49-F238E27FC236}">
                  <a16:creationId xmlns="" xmlns:a16="http://schemas.microsoft.com/office/drawing/2014/main" id="{B2D08667-01C3-CD4F-B7A4-167AA296748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0" name="Group 599">
              <a:extLst>
                <a:ext uri="{FF2B5EF4-FFF2-40B4-BE49-F238E27FC236}">
                  <a16:creationId xmlns="" xmlns:a16="http://schemas.microsoft.com/office/drawing/2014/main" id="{4D73295F-19B2-9F4D-BF15-1339ED79C2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1" name="Freeform 600">
                <a:extLst>
                  <a:ext uri="{FF2B5EF4-FFF2-40B4-BE49-F238E27FC236}">
                    <a16:creationId xmlns="" xmlns:a16="http://schemas.microsoft.com/office/drawing/2014/main" id="{FE20BD82-3369-5A43-99ED-4E445A65AB4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2" name="Freeform 601">
                <a:extLst>
                  <a:ext uri="{FF2B5EF4-FFF2-40B4-BE49-F238E27FC236}">
                    <a16:creationId xmlns="" xmlns:a16="http://schemas.microsoft.com/office/drawing/2014/main" id="{617A137B-1D45-8C4F-8899-54EAB8E1C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3" name="Freeform 602">
                <a:extLst>
                  <a:ext uri="{FF2B5EF4-FFF2-40B4-BE49-F238E27FC236}">
                    <a16:creationId xmlns="" xmlns:a16="http://schemas.microsoft.com/office/drawing/2014/main" id="{CD807370-376F-5540-BD24-28420E4B43F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4" name="Freeform 603">
                <a:extLst>
                  <a:ext uri="{FF2B5EF4-FFF2-40B4-BE49-F238E27FC236}">
                    <a16:creationId xmlns="" xmlns:a16="http://schemas.microsoft.com/office/drawing/2014/main" id="{6B1DEE97-A3C3-2C4C-B320-BEE84FF767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5" name="Group 604">
            <a:extLst>
              <a:ext uri="{FF2B5EF4-FFF2-40B4-BE49-F238E27FC236}">
                <a16:creationId xmlns="" xmlns:a16="http://schemas.microsoft.com/office/drawing/2014/main" id="{51081915-1C7C-2048-A0F4-CFE36C5B63E9}"/>
              </a:ext>
            </a:extLst>
          </p:cNvPr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606" name="Freeform 605">
              <a:extLst>
                <a:ext uri="{FF2B5EF4-FFF2-40B4-BE49-F238E27FC236}">
                  <a16:creationId xmlns="" xmlns:a16="http://schemas.microsoft.com/office/drawing/2014/main" id="{2CCD670D-FB4E-4F45-9A28-734AABF3C6D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7" name="Oval 606">
              <a:extLst>
                <a:ext uri="{FF2B5EF4-FFF2-40B4-BE49-F238E27FC236}">
                  <a16:creationId xmlns="" xmlns:a16="http://schemas.microsoft.com/office/drawing/2014/main" id="{6B17EE1A-2279-4B41-8A72-8598678AD9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8" name="Group 607">
              <a:extLst>
                <a:ext uri="{FF2B5EF4-FFF2-40B4-BE49-F238E27FC236}">
                  <a16:creationId xmlns="" xmlns:a16="http://schemas.microsoft.com/office/drawing/2014/main" id="{3ECBE2AF-8C50-C347-AA66-6781018D86E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9" name="Freeform 608">
                <a:extLst>
                  <a:ext uri="{FF2B5EF4-FFF2-40B4-BE49-F238E27FC236}">
                    <a16:creationId xmlns="" xmlns:a16="http://schemas.microsoft.com/office/drawing/2014/main" id="{4481D58B-EEDD-EE45-B268-B4EA2246FB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0" name="Freeform 609">
                <a:extLst>
                  <a:ext uri="{FF2B5EF4-FFF2-40B4-BE49-F238E27FC236}">
                    <a16:creationId xmlns="" xmlns:a16="http://schemas.microsoft.com/office/drawing/2014/main" id="{9896F39B-E74D-2D41-8D9B-5A9CFD8DF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1" name="Freeform 610">
                <a:extLst>
                  <a:ext uri="{FF2B5EF4-FFF2-40B4-BE49-F238E27FC236}">
                    <a16:creationId xmlns="" xmlns:a16="http://schemas.microsoft.com/office/drawing/2014/main" id="{25BF311A-BCE1-C643-803E-A3F3469DD4D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2" name="Freeform 611">
                <a:extLst>
                  <a:ext uri="{FF2B5EF4-FFF2-40B4-BE49-F238E27FC236}">
                    <a16:creationId xmlns="" xmlns:a16="http://schemas.microsoft.com/office/drawing/2014/main" id="{17FD2B9C-75D3-134E-AC55-315AA4BE8FC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3" name="Group 612">
            <a:extLst>
              <a:ext uri="{FF2B5EF4-FFF2-40B4-BE49-F238E27FC236}">
                <a16:creationId xmlns="" xmlns:a16="http://schemas.microsoft.com/office/drawing/2014/main" id="{60A20BD4-E117-2C49-9814-962578CBD00D}"/>
              </a:ext>
            </a:extLst>
          </p:cNvPr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614" name="Freeform 613">
              <a:extLst>
                <a:ext uri="{FF2B5EF4-FFF2-40B4-BE49-F238E27FC236}">
                  <a16:creationId xmlns="" xmlns:a16="http://schemas.microsoft.com/office/drawing/2014/main" id="{4E4A0CD1-58ED-A54D-BBFF-12C92719E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5" name="Oval 614">
              <a:extLst>
                <a:ext uri="{FF2B5EF4-FFF2-40B4-BE49-F238E27FC236}">
                  <a16:creationId xmlns="" xmlns:a16="http://schemas.microsoft.com/office/drawing/2014/main" id="{C158890B-E991-FF49-8AA1-72A42547860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6" name="Group 615">
              <a:extLst>
                <a:ext uri="{FF2B5EF4-FFF2-40B4-BE49-F238E27FC236}">
                  <a16:creationId xmlns="" xmlns:a16="http://schemas.microsoft.com/office/drawing/2014/main" id="{E8B134DC-D1F8-B34A-9AA5-C82E19D265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7" name="Freeform 616">
                <a:extLst>
                  <a:ext uri="{FF2B5EF4-FFF2-40B4-BE49-F238E27FC236}">
                    <a16:creationId xmlns="" xmlns:a16="http://schemas.microsoft.com/office/drawing/2014/main" id="{46A021F0-A4AA-9D4C-B3CA-33BBC2B3989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8" name="Freeform 617">
                <a:extLst>
                  <a:ext uri="{FF2B5EF4-FFF2-40B4-BE49-F238E27FC236}">
                    <a16:creationId xmlns="" xmlns:a16="http://schemas.microsoft.com/office/drawing/2014/main" id="{05568410-5821-3848-8CFE-24A7B103648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9" name="Freeform 618">
                <a:extLst>
                  <a:ext uri="{FF2B5EF4-FFF2-40B4-BE49-F238E27FC236}">
                    <a16:creationId xmlns="" xmlns:a16="http://schemas.microsoft.com/office/drawing/2014/main" id="{1F622DFA-BD68-F84E-B93E-A50B5AFFF14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="" xmlns:a16="http://schemas.microsoft.com/office/drawing/2014/main" id="{3CD0E9D0-4C11-1E4C-BDBC-0878BE70EF4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1" name="Group 620">
            <a:extLst>
              <a:ext uri="{FF2B5EF4-FFF2-40B4-BE49-F238E27FC236}">
                <a16:creationId xmlns="" xmlns:a16="http://schemas.microsoft.com/office/drawing/2014/main" id="{D25D3FA7-4E6E-854A-AA36-AA556C5A251C}"/>
              </a:ext>
            </a:extLst>
          </p:cNvPr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622" name="Freeform 621">
              <a:extLst>
                <a:ext uri="{FF2B5EF4-FFF2-40B4-BE49-F238E27FC236}">
                  <a16:creationId xmlns="" xmlns:a16="http://schemas.microsoft.com/office/drawing/2014/main" id="{5FD51C8E-8595-104A-839D-0A7CCF6C839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3" name="Oval 622">
              <a:extLst>
                <a:ext uri="{FF2B5EF4-FFF2-40B4-BE49-F238E27FC236}">
                  <a16:creationId xmlns="" xmlns:a16="http://schemas.microsoft.com/office/drawing/2014/main" id="{7BF2815A-C8DA-D545-BC77-1CE42331895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4" name="Group 623">
              <a:extLst>
                <a:ext uri="{FF2B5EF4-FFF2-40B4-BE49-F238E27FC236}">
                  <a16:creationId xmlns="" xmlns:a16="http://schemas.microsoft.com/office/drawing/2014/main" id="{72683926-F4A5-734E-95F4-F7A096F17A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5" name="Freeform 624">
                <a:extLst>
                  <a:ext uri="{FF2B5EF4-FFF2-40B4-BE49-F238E27FC236}">
                    <a16:creationId xmlns="" xmlns:a16="http://schemas.microsoft.com/office/drawing/2014/main" id="{2B87A071-D3E2-BF49-BA3E-65F560A24C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6" name="Freeform 625">
                <a:extLst>
                  <a:ext uri="{FF2B5EF4-FFF2-40B4-BE49-F238E27FC236}">
                    <a16:creationId xmlns="" xmlns:a16="http://schemas.microsoft.com/office/drawing/2014/main" id="{D2B17A90-DD53-0F40-85E2-5616E727EB1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7" name="Freeform 626">
                <a:extLst>
                  <a:ext uri="{FF2B5EF4-FFF2-40B4-BE49-F238E27FC236}">
                    <a16:creationId xmlns="" xmlns:a16="http://schemas.microsoft.com/office/drawing/2014/main" id="{91E68B9D-2945-4D42-8E64-070106085C1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="" xmlns:a16="http://schemas.microsoft.com/office/drawing/2014/main" id="{FF72236A-B234-BB44-8D95-3F909B257A3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9" name="Group 628">
            <a:extLst>
              <a:ext uri="{FF2B5EF4-FFF2-40B4-BE49-F238E27FC236}">
                <a16:creationId xmlns="" xmlns:a16="http://schemas.microsoft.com/office/drawing/2014/main" id="{1113BD39-40DA-4143-8341-7A1BCEE81256}"/>
              </a:ext>
            </a:extLst>
          </p:cNvPr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630" name="Freeform 629">
              <a:extLst>
                <a:ext uri="{FF2B5EF4-FFF2-40B4-BE49-F238E27FC236}">
                  <a16:creationId xmlns="" xmlns:a16="http://schemas.microsoft.com/office/drawing/2014/main" id="{779B4EA8-4BF9-6E4B-95A5-61AE828BF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1" name="Oval 630">
              <a:extLst>
                <a:ext uri="{FF2B5EF4-FFF2-40B4-BE49-F238E27FC236}">
                  <a16:creationId xmlns="" xmlns:a16="http://schemas.microsoft.com/office/drawing/2014/main" id="{F142A987-761B-994C-B2CF-AA70DDB50D2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2" name="Group 631">
              <a:extLst>
                <a:ext uri="{FF2B5EF4-FFF2-40B4-BE49-F238E27FC236}">
                  <a16:creationId xmlns="" xmlns:a16="http://schemas.microsoft.com/office/drawing/2014/main" id="{BB8863E3-F134-5C44-AA71-F1EB9E7FAC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3" name="Freeform 632">
                <a:extLst>
                  <a:ext uri="{FF2B5EF4-FFF2-40B4-BE49-F238E27FC236}">
                    <a16:creationId xmlns="" xmlns:a16="http://schemas.microsoft.com/office/drawing/2014/main" id="{13EFE091-51A0-A84D-8C74-7D49F49E7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4" name="Freeform 633">
                <a:extLst>
                  <a:ext uri="{FF2B5EF4-FFF2-40B4-BE49-F238E27FC236}">
                    <a16:creationId xmlns="" xmlns:a16="http://schemas.microsoft.com/office/drawing/2014/main" id="{2007E57F-D7CB-A74F-B077-7439C454C46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5" name="Freeform 634">
                <a:extLst>
                  <a:ext uri="{FF2B5EF4-FFF2-40B4-BE49-F238E27FC236}">
                    <a16:creationId xmlns="" xmlns:a16="http://schemas.microsoft.com/office/drawing/2014/main" id="{1A7A87E3-0D33-1342-9288-FE279ABD0C9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6" name="Freeform 635">
                <a:extLst>
                  <a:ext uri="{FF2B5EF4-FFF2-40B4-BE49-F238E27FC236}">
                    <a16:creationId xmlns="" xmlns:a16="http://schemas.microsoft.com/office/drawing/2014/main" id="{5752FA50-1B28-BD4A-9158-8D5053B30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=""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=""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=""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=""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=""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=""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=""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=""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=""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=""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=""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=""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=""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=""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=""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=""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=""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=""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=""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=""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=""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=""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=""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=""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=""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=""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=""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=""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=""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=""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=""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=""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=""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=""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3" name="Right Arrow 672">
            <a:extLst>
              <a:ext uri="{FF2B5EF4-FFF2-40B4-BE49-F238E27FC236}">
                <a16:creationId xmlns="" xmlns:a16="http://schemas.microsoft.com/office/drawing/2014/main" id="{B97D521A-528F-F144-A8F1-1DBCAE203C92}"/>
              </a:ext>
            </a:extLst>
          </p:cNvPr>
          <p:cNvSpPr/>
          <p:nvPr/>
        </p:nvSpPr>
        <p:spPr>
          <a:xfrm>
            <a:off x="685800" y="2756646"/>
            <a:ext cx="1313330" cy="511526"/>
          </a:xfrm>
          <a:prstGeom prst="rightArrow">
            <a:avLst/>
          </a:prstGeom>
          <a:gradFill>
            <a:gsLst>
              <a:gs pos="0">
                <a:srgbClr val="FFFFFF">
                  <a:alpha val="67000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2" name="Group 681">
            <a:extLst>
              <a:ext uri="{FF2B5EF4-FFF2-40B4-BE49-F238E27FC236}">
                <a16:creationId xmlns="" xmlns:a16="http://schemas.microsoft.com/office/drawing/2014/main" id="{3683399D-A639-394A-8DF7-7F9B7AB6D7B6}"/>
              </a:ext>
            </a:extLst>
          </p:cNvPr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444" name="Text Box 404">
              <a:extLst>
                <a:ext uri="{FF2B5EF4-FFF2-40B4-BE49-F238E27FC236}">
                  <a16:creationId xmlns="" xmlns:a16="http://schemas.microsoft.com/office/drawing/2014/main" id="{E62F71C0-17AC-E842-AF41-29E05880C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C00000"/>
                  </a:solidFill>
                  <a:latin typeface="+mn-lt"/>
                </a:rPr>
                <a:t>web page</a:t>
              </a:r>
            </a:p>
          </p:txBody>
        </p:sp>
        <p:sp>
          <p:nvSpPr>
            <p:cNvPr id="677" name="Freeform 398">
              <a:extLst>
                <a:ext uri="{FF2B5EF4-FFF2-40B4-BE49-F238E27FC236}">
                  <a16:creationId xmlns="" xmlns:a16="http://schemas.microsoft.com/office/drawing/2014/main" id="{80939846-FA86-F748-B1A5-ABCAB9226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29" y="4799922"/>
              <a:ext cx="1531630" cy="868892"/>
            </a:xfrm>
            <a:custGeom>
              <a:avLst/>
              <a:gdLst>
                <a:gd name="T0" fmla="*/ 861 w 861"/>
                <a:gd name="T1" fmla="*/ 772 h 772"/>
                <a:gd name="T2" fmla="*/ 0 w 861"/>
                <a:gd name="T3" fmla="*/ 557 h 772"/>
                <a:gd name="T4" fmla="*/ 532 w 861"/>
                <a:gd name="T5" fmla="*/ 405 h 772"/>
                <a:gd name="T6" fmla="*/ 652 w 861"/>
                <a:gd name="T7" fmla="*/ 0 h 772"/>
                <a:gd name="T8" fmla="*/ 861 w 861"/>
                <a:gd name="T9" fmla="*/ 772 h 7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0000 w 10000"/>
                <a:gd name="connsiteY0" fmla="*/ 10000 h 10000"/>
                <a:gd name="connsiteX1" fmla="*/ 0 w 10000"/>
                <a:gd name="connsiteY1" fmla="*/ 7215 h 10000"/>
                <a:gd name="connsiteX2" fmla="*/ 6179 w 10000"/>
                <a:gd name="connsiteY2" fmla="*/ 5246 h 10000"/>
                <a:gd name="connsiteX3" fmla="*/ 7573 w 10000"/>
                <a:gd name="connsiteY3" fmla="*/ 0 h 10000"/>
                <a:gd name="connsiteX4" fmla="*/ 9561 w 10000"/>
                <a:gd name="connsiteY4" fmla="*/ 7933 h 10000"/>
                <a:gd name="connsiteX5" fmla="*/ 10000 w 10000"/>
                <a:gd name="connsiteY5" fmla="*/ 10000 h 10000"/>
                <a:gd name="connsiteX0" fmla="*/ 10000 w 10180"/>
                <a:gd name="connsiteY0" fmla="*/ 10000 h 10000"/>
                <a:gd name="connsiteX1" fmla="*/ 0 w 10180"/>
                <a:gd name="connsiteY1" fmla="*/ 7215 h 10000"/>
                <a:gd name="connsiteX2" fmla="*/ 6179 w 10180"/>
                <a:gd name="connsiteY2" fmla="*/ 5246 h 10000"/>
                <a:gd name="connsiteX3" fmla="*/ 7573 w 10180"/>
                <a:gd name="connsiteY3" fmla="*/ 0 h 10000"/>
                <a:gd name="connsiteX4" fmla="*/ 10151 w 10180"/>
                <a:gd name="connsiteY4" fmla="*/ 8116 h 10000"/>
                <a:gd name="connsiteX5" fmla="*/ 10000 w 10180"/>
                <a:gd name="connsiteY5" fmla="*/ 10000 h 10000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6179 w 10167"/>
                <a:gd name="connsiteY2" fmla="*/ 5246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7688 w 10167"/>
                <a:gd name="connsiteY2" fmla="*/ 7111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9086 h 9086"/>
                <a:gd name="connsiteX1" fmla="*/ 0 w 10788"/>
                <a:gd name="connsiteY1" fmla="*/ 5606 h 9086"/>
                <a:gd name="connsiteX2" fmla="*/ 8180 w 10788"/>
                <a:gd name="connsiteY2" fmla="*/ 5539 h 9086"/>
                <a:gd name="connsiteX3" fmla="*/ 8196 w 10788"/>
                <a:gd name="connsiteY3" fmla="*/ 0 h 9086"/>
                <a:gd name="connsiteX4" fmla="*/ 10774 w 10788"/>
                <a:gd name="connsiteY4" fmla="*/ 6581 h 9086"/>
                <a:gd name="connsiteX5" fmla="*/ 10065 w 10788"/>
                <a:gd name="connsiteY5" fmla="*/ 9086 h 9086"/>
                <a:gd name="connsiteX0" fmla="*/ 9330 w 10000"/>
                <a:gd name="connsiteY0" fmla="*/ 10000 h 10000"/>
                <a:gd name="connsiteX1" fmla="*/ 0 w 10000"/>
                <a:gd name="connsiteY1" fmla="*/ 6170 h 10000"/>
                <a:gd name="connsiteX2" fmla="*/ 7582 w 10000"/>
                <a:gd name="connsiteY2" fmla="*/ 6096 h 10000"/>
                <a:gd name="connsiteX3" fmla="*/ 7597 w 10000"/>
                <a:gd name="connsiteY3" fmla="*/ 0 h 10000"/>
                <a:gd name="connsiteX4" fmla="*/ 9987 w 10000"/>
                <a:gd name="connsiteY4" fmla="*/ 7243 h 10000"/>
                <a:gd name="connsiteX5" fmla="*/ 9330 w 10000"/>
                <a:gd name="connsiteY5" fmla="*/ 10000 h 10000"/>
                <a:gd name="connsiteX0" fmla="*/ 8799 w 9995"/>
                <a:gd name="connsiteY0" fmla="*/ 9361 h 9361"/>
                <a:gd name="connsiteX1" fmla="*/ 0 w 9995"/>
                <a:gd name="connsiteY1" fmla="*/ 6170 h 9361"/>
                <a:gd name="connsiteX2" fmla="*/ 7582 w 9995"/>
                <a:gd name="connsiteY2" fmla="*/ 6096 h 9361"/>
                <a:gd name="connsiteX3" fmla="*/ 7597 w 9995"/>
                <a:gd name="connsiteY3" fmla="*/ 0 h 9361"/>
                <a:gd name="connsiteX4" fmla="*/ 9987 w 9995"/>
                <a:gd name="connsiteY4" fmla="*/ 7243 h 9361"/>
                <a:gd name="connsiteX5" fmla="*/ 8799 w 9995"/>
                <a:gd name="connsiteY5" fmla="*/ 9361 h 9361"/>
                <a:gd name="connsiteX0" fmla="*/ 8803 w 8911"/>
                <a:gd name="connsiteY0" fmla="*/ 10000 h 10000"/>
                <a:gd name="connsiteX1" fmla="*/ 0 w 8911"/>
                <a:gd name="connsiteY1" fmla="*/ 6591 h 10000"/>
                <a:gd name="connsiteX2" fmla="*/ 7586 w 8911"/>
                <a:gd name="connsiteY2" fmla="*/ 6512 h 10000"/>
                <a:gd name="connsiteX3" fmla="*/ 7601 w 8911"/>
                <a:gd name="connsiteY3" fmla="*/ 0 h 10000"/>
                <a:gd name="connsiteX4" fmla="*/ 8880 w 8911"/>
                <a:gd name="connsiteY4" fmla="*/ 6748 h 10000"/>
                <a:gd name="connsiteX5" fmla="*/ 8803 w 8911"/>
                <a:gd name="connsiteY5" fmla="*/ 10000 h 10000"/>
                <a:gd name="connsiteX0" fmla="*/ 9879 w 9965"/>
                <a:gd name="connsiteY0" fmla="*/ 10000 h 10000"/>
                <a:gd name="connsiteX1" fmla="*/ 0 w 9965"/>
                <a:gd name="connsiteY1" fmla="*/ 6591 h 10000"/>
                <a:gd name="connsiteX2" fmla="*/ 8513 w 9965"/>
                <a:gd name="connsiteY2" fmla="*/ 6512 h 10000"/>
                <a:gd name="connsiteX3" fmla="*/ 8530 w 9965"/>
                <a:gd name="connsiteY3" fmla="*/ 0 h 10000"/>
                <a:gd name="connsiteX4" fmla="*/ 9965 w 9965"/>
                <a:gd name="connsiteY4" fmla="*/ 6748 h 10000"/>
                <a:gd name="connsiteX5" fmla="*/ 9879 w 9965"/>
                <a:gd name="connsiteY5" fmla="*/ 10000 h 10000"/>
                <a:gd name="connsiteX0" fmla="*/ 9914 w 10000"/>
                <a:gd name="connsiteY0" fmla="*/ 10000 h 10000"/>
                <a:gd name="connsiteX1" fmla="*/ 0 w 10000"/>
                <a:gd name="connsiteY1" fmla="*/ 6591 h 10000"/>
                <a:gd name="connsiteX2" fmla="*/ 8543 w 10000"/>
                <a:gd name="connsiteY2" fmla="*/ 6512 h 10000"/>
                <a:gd name="connsiteX3" fmla="*/ 8560 w 10000"/>
                <a:gd name="connsiteY3" fmla="*/ 0 h 10000"/>
                <a:gd name="connsiteX4" fmla="*/ 10000 w 10000"/>
                <a:gd name="connsiteY4" fmla="*/ 6748 h 10000"/>
                <a:gd name="connsiteX5" fmla="*/ 9914 w 10000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10257 w 11714"/>
                <a:gd name="connsiteY2" fmla="*/ 6512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261"/>
                <a:gd name="connsiteX1" fmla="*/ 0 w 11714"/>
                <a:gd name="connsiteY1" fmla="*/ 9319 h 10261"/>
                <a:gd name="connsiteX2" fmla="*/ 9631 w 11714"/>
                <a:gd name="connsiteY2" fmla="*/ 8797 h 10261"/>
                <a:gd name="connsiteX3" fmla="*/ 10274 w 11714"/>
                <a:gd name="connsiteY3" fmla="*/ 0 h 10261"/>
                <a:gd name="connsiteX4" fmla="*/ 11714 w 11714"/>
                <a:gd name="connsiteY4" fmla="*/ 6748 h 10261"/>
                <a:gd name="connsiteX5" fmla="*/ 11628 w 11714"/>
                <a:gd name="connsiteY5" fmla="*/ 10000 h 10261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58 w 11714"/>
                <a:gd name="connsiteY2" fmla="*/ 9070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8329 h 8329"/>
                <a:gd name="connsiteX1" fmla="*/ 0 w 11714"/>
                <a:gd name="connsiteY1" fmla="*/ 7648 h 8329"/>
                <a:gd name="connsiteX2" fmla="*/ 9658 w 11714"/>
                <a:gd name="connsiteY2" fmla="*/ 7399 h 8329"/>
                <a:gd name="connsiteX3" fmla="*/ 9784 w 11714"/>
                <a:gd name="connsiteY3" fmla="*/ 0 h 8329"/>
                <a:gd name="connsiteX4" fmla="*/ 11714 w 11714"/>
                <a:gd name="connsiteY4" fmla="*/ 5077 h 8329"/>
                <a:gd name="connsiteX5" fmla="*/ 11628 w 11714"/>
                <a:gd name="connsiteY5" fmla="*/ 8329 h 8329"/>
                <a:gd name="connsiteX0" fmla="*/ 9927 w 10000"/>
                <a:gd name="connsiteY0" fmla="*/ 10000 h 10000"/>
                <a:gd name="connsiteX1" fmla="*/ 0 w 10000"/>
                <a:gd name="connsiteY1" fmla="*/ 9182 h 10000"/>
                <a:gd name="connsiteX2" fmla="*/ 8245 w 10000"/>
                <a:gd name="connsiteY2" fmla="*/ 8883 h 10000"/>
                <a:gd name="connsiteX3" fmla="*/ 8352 w 10000"/>
                <a:gd name="connsiteY3" fmla="*/ 0 h 10000"/>
                <a:gd name="connsiteX4" fmla="*/ 10000 w 10000"/>
                <a:gd name="connsiteY4" fmla="*/ 6096 h 10000"/>
                <a:gd name="connsiteX5" fmla="*/ 9927 w 10000"/>
                <a:gd name="connsiteY5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chemeClr val="bg1">
                    <a:lumMod val="75000"/>
                  </a:schemeClr>
                </a:gs>
              </a:gsLst>
              <a:lin ang="129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443" name="Picture 401">
              <a:extLst>
                <a:ext uri="{FF2B5EF4-FFF2-40B4-BE49-F238E27FC236}">
                  <a16:creationId xmlns="" xmlns:a16="http://schemas.microsoft.com/office/drawing/2014/main" id="{6E2D6C5A-5878-8249-B10C-04E17B932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4743" y="4817138"/>
              <a:ext cx="1243012" cy="7683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547" name="Group 248">
            <a:extLst>
              <a:ext uri="{FF2B5EF4-FFF2-40B4-BE49-F238E27FC236}">
                <a16:creationId xmlns="" xmlns:a16="http://schemas.microsoft.com/office/drawing/2014/main" id="{DD74A46B-8CFF-C14D-B141-BB4A8B9E896A}"/>
              </a:ext>
            </a:extLst>
          </p:cNvPr>
          <p:cNvGrpSpPr>
            <a:grpSpLocks/>
          </p:cNvGrpSpPr>
          <p:nvPr/>
        </p:nvGrpSpPr>
        <p:grpSpPr bwMode="auto"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548" name="Freeform 148">
              <a:extLst>
                <a:ext uri="{FF2B5EF4-FFF2-40B4-BE49-F238E27FC236}">
                  <a16:creationId xmlns="" xmlns:a16="http://schemas.microsoft.com/office/drawing/2014/main" id="{E26405AF-3E42-AA41-BFD2-3B7948531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9" name="Rectangle 149">
              <a:extLst>
                <a:ext uri="{FF2B5EF4-FFF2-40B4-BE49-F238E27FC236}">
                  <a16:creationId xmlns="" xmlns:a16="http://schemas.microsoft.com/office/drawing/2014/main" id="{47D37451-2947-344E-8E7A-210E7A2D6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0" name="Freeform 150">
              <a:extLst>
                <a:ext uri="{FF2B5EF4-FFF2-40B4-BE49-F238E27FC236}">
                  <a16:creationId xmlns="" xmlns:a16="http://schemas.microsoft.com/office/drawing/2014/main" id="{794051DE-EDD2-9D49-9A64-72D78C5AF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1" name="Freeform 151">
              <a:extLst>
                <a:ext uri="{FF2B5EF4-FFF2-40B4-BE49-F238E27FC236}">
                  <a16:creationId xmlns="" xmlns:a16="http://schemas.microsoft.com/office/drawing/2014/main" id="{6B3A31B2-65E4-2D43-AF3A-C267D981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152">
              <a:extLst>
                <a:ext uri="{FF2B5EF4-FFF2-40B4-BE49-F238E27FC236}">
                  <a16:creationId xmlns="" xmlns:a16="http://schemas.microsoft.com/office/drawing/2014/main" id="{5BDB8D32-4034-0648-9A9C-461080F06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3" name="Group 153">
              <a:extLst>
                <a:ext uri="{FF2B5EF4-FFF2-40B4-BE49-F238E27FC236}">
                  <a16:creationId xmlns="" xmlns:a16="http://schemas.microsoft.com/office/drawing/2014/main" id="{98227220-D87B-BF44-BAA0-CA8B03DA6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8" name="AutoShape 154">
                <a:extLst>
                  <a:ext uri="{FF2B5EF4-FFF2-40B4-BE49-F238E27FC236}">
                    <a16:creationId xmlns="" xmlns:a16="http://schemas.microsoft.com/office/drawing/2014/main" id="{250B641D-BA68-CF4E-8F1A-14F5DEB8A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9" name="AutoShape 155">
                <a:extLst>
                  <a:ext uri="{FF2B5EF4-FFF2-40B4-BE49-F238E27FC236}">
                    <a16:creationId xmlns="" xmlns:a16="http://schemas.microsoft.com/office/drawing/2014/main" id="{787D2112-54A6-DD4C-91A7-7982CA3DD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4" name="Rectangle 156">
              <a:extLst>
                <a:ext uri="{FF2B5EF4-FFF2-40B4-BE49-F238E27FC236}">
                  <a16:creationId xmlns="" xmlns:a16="http://schemas.microsoft.com/office/drawing/2014/main" id="{ED074C77-4F92-864B-A252-8CABF356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5" name="Group 157">
              <a:extLst>
                <a:ext uri="{FF2B5EF4-FFF2-40B4-BE49-F238E27FC236}">
                  <a16:creationId xmlns="" xmlns:a16="http://schemas.microsoft.com/office/drawing/2014/main" id="{E45C5AAE-9CEA-5D45-9B1F-D1201EA7A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76" name="AutoShape 158">
                <a:extLst>
                  <a:ext uri="{FF2B5EF4-FFF2-40B4-BE49-F238E27FC236}">
                    <a16:creationId xmlns="" xmlns:a16="http://schemas.microsoft.com/office/drawing/2014/main" id="{23A4FF84-0E8C-5B4F-8656-A4C26D3FB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7" name="AutoShape 159">
                <a:extLst>
                  <a:ext uri="{FF2B5EF4-FFF2-40B4-BE49-F238E27FC236}">
                    <a16:creationId xmlns="" xmlns:a16="http://schemas.microsoft.com/office/drawing/2014/main" id="{3A8A84FE-F7E1-EA40-BE3B-E5A1F1A19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6" name="Rectangle 160">
              <a:extLst>
                <a:ext uri="{FF2B5EF4-FFF2-40B4-BE49-F238E27FC236}">
                  <a16:creationId xmlns="" xmlns:a16="http://schemas.microsoft.com/office/drawing/2014/main" id="{5A74EA63-0B5F-FB48-AA96-CDECA866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7" name="Rectangle 161">
              <a:extLst>
                <a:ext uri="{FF2B5EF4-FFF2-40B4-BE49-F238E27FC236}">
                  <a16:creationId xmlns="" xmlns:a16="http://schemas.microsoft.com/office/drawing/2014/main" id="{58A4912C-FD7F-3745-98E7-736F73EB1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8" name="Group 162">
              <a:extLst>
                <a:ext uri="{FF2B5EF4-FFF2-40B4-BE49-F238E27FC236}">
                  <a16:creationId xmlns="" xmlns:a16="http://schemas.microsoft.com/office/drawing/2014/main" id="{A7ED305B-1858-0C4C-8889-5F08D18EE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74" name="AutoShape 163">
                <a:extLst>
                  <a:ext uri="{FF2B5EF4-FFF2-40B4-BE49-F238E27FC236}">
                    <a16:creationId xmlns="" xmlns:a16="http://schemas.microsoft.com/office/drawing/2014/main" id="{E0A7BB14-4EE6-E649-A054-B7ACF2A8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AutoShape 164">
                <a:extLst>
                  <a:ext uri="{FF2B5EF4-FFF2-40B4-BE49-F238E27FC236}">
                    <a16:creationId xmlns="" xmlns:a16="http://schemas.microsoft.com/office/drawing/2014/main" id="{87C1BCDA-D3DA-3C44-A348-6B38470DD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9" name="Freeform 165">
              <a:extLst>
                <a:ext uri="{FF2B5EF4-FFF2-40B4-BE49-F238E27FC236}">
                  <a16:creationId xmlns="" xmlns:a16="http://schemas.microsoft.com/office/drawing/2014/main" id="{353439C9-DEEB-6349-ABEB-ED29E03E8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60" name="Group 166">
              <a:extLst>
                <a:ext uri="{FF2B5EF4-FFF2-40B4-BE49-F238E27FC236}">
                  <a16:creationId xmlns="" xmlns:a16="http://schemas.microsoft.com/office/drawing/2014/main" id="{B5D33585-759B-2A49-99A7-061236F88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2" name="AutoShape 167">
                <a:extLst>
                  <a:ext uri="{FF2B5EF4-FFF2-40B4-BE49-F238E27FC236}">
                    <a16:creationId xmlns="" xmlns:a16="http://schemas.microsoft.com/office/drawing/2014/main" id="{CA773528-AD84-7D48-8019-9201E6A9C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" name="AutoShape 168">
                <a:extLst>
                  <a:ext uri="{FF2B5EF4-FFF2-40B4-BE49-F238E27FC236}">
                    <a16:creationId xmlns="" xmlns:a16="http://schemas.microsoft.com/office/drawing/2014/main" id="{472F7D5E-1AD1-264C-9D28-AFB2CA688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61" name="Rectangle 169">
              <a:extLst>
                <a:ext uri="{FF2B5EF4-FFF2-40B4-BE49-F238E27FC236}">
                  <a16:creationId xmlns="" xmlns:a16="http://schemas.microsoft.com/office/drawing/2014/main" id="{1E31944B-126C-0C48-8360-3955ACFF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2" name="Freeform 170">
              <a:extLst>
                <a:ext uri="{FF2B5EF4-FFF2-40B4-BE49-F238E27FC236}">
                  <a16:creationId xmlns="" xmlns:a16="http://schemas.microsoft.com/office/drawing/2014/main" id="{AF8E0510-EA92-E34B-BAF8-A7129AFA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Freeform 171">
              <a:extLst>
                <a:ext uri="{FF2B5EF4-FFF2-40B4-BE49-F238E27FC236}">
                  <a16:creationId xmlns="" xmlns:a16="http://schemas.microsoft.com/office/drawing/2014/main" id="{794611B1-1F70-D644-A04B-BCECE318F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4" name="Oval 172">
              <a:extLst>
                <a:ext uri="{FF2B5EF4-FFF2-40B4-BE49-F238E27FC236}">
                  <a16:creationId xmlns="" xmlns:a16="http://schemas.microsoft.com/office/drawing/2014/main" id="{A637D4FD-E378-BA4B-B33A-0D90745CB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5" name="Freeform 173">
              <a:extLst>
                <a:ext uri="{FF2B5EF4-FFF2-40B4-BE49-F238E27FC236}">
                  <a16:creationId xmlns="" xmlns:a16="http://schemas.microsoft.com/office/drawing/2014/main" id="{9422064F-7319-E348-881D-6E240552A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6" name="AutoShape 174">
              <a:extLst>
                <a:ext uri="{FF2B5EF4-FFF2-40B4-BE49-F238E27FC236}">
                  <a16:creationId xmlns="" xmlns:a16="http://schemas.microsoft.com/office/drawing/2014/main" id="{2F2D8D29-4918-BC40-B587-0167A6D7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7" name="AutoShape 175">
              <a:extLst>
                <a:ext uri="{FF2B5EF4-FFF2-40B4-BE49-F238E27FC236}">
                  <a16:creationId xmlns="" xmlns:a16="http://schemas.microsoft.com/office/drawing/2014/main" id="{CA9837DA-B6EB-3E4C-8ABD-BA649DD5B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8" name="Oval 176">
              <a:extLst>
                <a:ext uri="{FF2B5EF4-FFF2-40B4-BE49-F238E27FC236}">
                  <a16:creationId xmlns="" xmlns:a16="http://schemas.microsoft.com/office/drawing/2014/main" id="{292FD403-2A63-E04F-A616-3EFB915B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9" name="Oval 177">
              <a:extLst>
                <a:ext uri="{FF2B5EF4-FFF2-40B4-BE49-F238E27FC236}">
                  <a16:creationId xmlns="" xmlns:a16="http://schemas.microsoft.com/office/drawing/2014/main" id="{B38211AD-96E2-E840-ABF7-46912AF88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0" name="Oval 178">
              <a:extLst>
                <a:ext uri="{FF2B5EF4-FFF2-40B4-BE49-F238E27FC236}">
                  <a16:creationId xmlns="" xmlns:a16="http://schemas.microsoft.com/office/drawing/2014/main" id="{33893241-FF92-AC41-AD12-42C30CE7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1" name="Rectangle 179">
              <a:extLst>
                <a:ext uri="{FF2B5EF4-FFF2-40B4-BE49-F238E27FC236}">
                  <a16:creationId xmlns="" xmlns:a16="http://schemas.microsoft.com/office/drawing/2014/main" id="{7D299A7B-FEF5-C342-9684-CEEEDE5EA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3" name="Rectangle 3">
            <a:extLst>
              <a:ext uri="{FF2B5EF4-FFF2-40B4-BE49-F238E27FC236}">
                <a16:creationId xmlns="" xmlns:a16="http://schemas.microsoft.com/office/drawing/2014/main" id="{1A556173-0263-214D-9BE3-6EA12C023AD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dirty="0"/>
              <a:t>arriving mobile client attaches to network …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4" name="Rectangle 3">
            <a:extLst>
              <a:ext uri="{FF2B5EF4-FFF2-40B4-BE49-F238E27FC236}">
                <a16:creationId xmlns="" xmlns:a16="http://schemas.microsoft.com/office/drawing/2014/main" id="{4045A4E3-35EE-8C46-A982-26140CFF7B8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sz="3000" dirty="0"/>
              <a:t>requests web page: </a:t>
            </a:r>
            <a:r>
              <a:rPr lang="en-US" sz="2600" dirty="0"/>
              <a:t>www.google.com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5" name="TextBox 684">
            <a:extLst>
              <a:ext uri="{FF2B5EF4-FFF2-40B4-BE49-F238E27FC236}">
                <a16:creationId xmlns="" xmlns:a16="http://schemas.microsoft.com/office/drawing/2014/main" id="{A1FC4D17-5B36-134E-BB1F-D0DFCB5FB268}"/>
              </a:ext>
            </a:extLst>
          </p:cNvPr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A8"/>
                </a:solidFill>
              </a:rPr>
              <a:t>scenario</a:t>
            </a:r>
            <a:r>
              <a:rPr lang="en-US" dirty="0"/>
              <a:t>:</a:t>
            </a:r>
          </a:p>
        </p:txBody>
      </p:sp>
      <p:grpSp>
        <p:nvGrpSpPr>
          <p:cNvPr id="689" name="Group 688">
            <a:extLst>
              <a:ext uri="{FF2B5EF4-FFF2-40B4-BE49-F238E27FC236}">
                <a16:creationId xmlns="" xmlns:a16="http://schemas.microsoft.com/office/drawing/2014/main" id="{230ABE4F-8AF2-9E4F-BDBA-55842C20F2DE}"/>
              </a:ext>
            </a:extLst>
          </p:cNvPr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id="687" name="Picture 686" descr="A picture containing table, drawing&#10;&#10;Description automatically generated">
              <a:extLst>
                <a:ext uri="{FF2B5EF4-FFF2-40B4-BE49-F238E27FC236}">
                  <a16:creationId xmlns="" xmlns:a16="http://schemas.microsoft.com/office/drawing/2014/main" id="{567E3F56-C964-6B44-9119-9470EAA0B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</p:spPr>
        </p:pic>
        <p:sp>
          <p:nvSpPr>
            <p:cNvPr id="688" name="TextBox 687">
              <a:extLst>
                <a:ext uri="{FF2B5EF4-FFF2-40B4-BE49-F238E27FC236}">
                  <a16:creationId xmlns="" xmlns:a16="http://schemas.microsoft.com/office/drawing/2014/main" id="{04B87FED-359F-224A-9E8E-D78A200B02F9}"/>
                </a:ext>
              </a:extLst>
            </p:cNvPr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Sounds </a:t>
              </a:r>
            </a:p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simple!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48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" grpId="0" animBg="1"/>
      <p:bldP spid="683" grpId="0"/>
      <p:bldP spid="68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=""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=""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=""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=""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=""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=""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=""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=""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=""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=""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=""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=""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=""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=""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=""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=""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=""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=""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=""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=""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=""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=""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=""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=""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=""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=""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=""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=""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=""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=""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=""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=""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=""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=""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=""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=""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=""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=""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=""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=""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=""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=""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=""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=""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=""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=""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=""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=""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=""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sp>
        <p:nvSpPr>
          <p:cNvPr id="913" name="Rectangle 189">
            <a:extLst>
              <a:ext uri="{FF2B5EF4-FFF2-40B4-BE49-F238E27FC236}">
                <a16:creationId xmlns="" xmlns:a16="http://schemas.microsoft.com/office/drawing/2014/main" id="{7F20F080-1B74-4740-BF0E-68EDFD77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160" y="1377950"/>
            <a:ext cx="6691630" cy="12620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defRPr/>
            </a:pPr>
            <a:r>
              <a:rPr lang="en-US" kern="0" dirty="0">
                <a:cs typeface="+mn-cs"/>
              </a:rPr>
              <a:t>connecting laptop needs to get its own IP address, addr of first-hop router, addr of DNS server: use </a:t>
            </a:r>
            <a:r>
              <a:rPr lang="en-US" kern="0" dirty="0">
                <a:solidFill>
                  <a:srgbClr val="C00000"/>
                </a:solidFill>
                <a:cs typeface="+mn-cs"/>
              </a:rPr>
              <a:t>DHCP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=""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=""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=""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=""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=""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=""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=""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=""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=""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24" name="Group 253">
            <a:extLst>
              <a:ext uri="{FF2B5EF4-FFF2-40B4-BE49-F238E27FC236}">
                <a16:creationId xmlns="" xmlns:a16="http://schemas.microsoft.com/office/drawing/2014/main" id="{67A91C39-2F37-074F-914B-1E78059AB1A7}"/>
              </a:ext>
            </a:extLst>
          </p:cNvPr>
          <p:cNvGrpSpPr>
            <a:grpSpLocks/>
          </p:cNvGrpSpPr>
          <p:nvPr/>
        </p:nvGrpSpPr>
        <p:grpSpPr bwMode="auto"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925" name="Rectangle 251">
              <a:extLst>
                <a:ext uri="{FF2B5EF4-FFF2-40B4-BE49-F238E27FC236}">
                  <a16:creationId xmlns="" xmlns:a16="http://schemas.microsoft.com/office/drawing/2014/main" id="{8F5C1DA1-33C0-924C-A578-C74F96AAE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26" name="Text Box 252">
              <a:extLst>
                <a:ext uri="{FF2B5EF4-FFF2-40B4-BE49-F238E27FC236}">
                  <a16:creationId xmlns="" xmlns:a16="http://schemas.microsoft.com/office/drawing/2014/main" id="{974DE7F1-6FD1-6147-BDFA-B60FCDFC9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grpSp>
        <p:nvGrpSpPr>
          <p:cNvPr id="927" name="Group 299">
            <a:extLst>
              <a:ext uri="{FF2B5EF4-FFF2-40B4-BE49-F238E27FC236}">
                <a16:creationId xmlns="" xmlns:a16="http://schemas.microsoft.com/office/drawing/2014/main" id="{036B01E1-60D7-0344-8480-3C2B28A24B85}"/>
              </a:ext>
            </a:extLst>
          </p:cNvPr>
          <p:cNvGrpSpPr>
            <a:grpSpLocks/>
          </p:cNvGrpSpPr>
          <p:nvPr/>
        </p:nvGrpSpPr>
        <p:grpSpPr bwMode="auto"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928" name="Group 296">
              <a:extLst>
                <a:ext uri="{FF2B5EF4-FFF2-40B4-BE49-F238E27FC236}">
                  <a16:creationId xmlns="" xmlns:a16="http://schemas.microsoft.com/office/drawing/2014/main" id="{25B7F2D5-26EB-404A-8078-15A558861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930" name="Group 295">
                <a:extLst>
                  <a:ext uri="{FF2B5EF4-FFF2-40B4-BE49-F238E27FC236}">
                    <a16:creationId xmlns="" xmlns:a16="http://schemas.microsoft.com/office/drawing/2014/main" id="{516792BF-0719-5146-A428-C65466ACA8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955" name="Group 254">
                  <a:extLst>
                    <a:ext uri="{FF2B5EF4-FFF2-40B4-BE49-F238E27FC236}">
                      <a16:creationId xmlns="" xmlns:a16="http://schemas.microsoft.com/office/drawing/2014/main" id="{4C401CB1-BBDA-7B43-B7C7-154C3DE1A2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958" name="Rectangle 255">
                    <a:extLst>
                      <a:ext uri="{FF2B5EF4-FFF2-40B4-BE49-F238E27FC236}">
                        <a16:creationId xmlns="" xmlns:a16="http://schemas.microsoft.com/office/drawing/2014/main" id="{D97BCFDF-D0CE-AF4F-9290-64A7466607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9" name="Text Box 256">
                    <a:extLst>
                      <a:ext uri="{FF2B5EF4-FFF2-40B4-BE49-F238E27FC236}">
                        <a16:creationId xmlns="" xmlns:a16="http://schemas.microsoft.com/office/drawing/2014/main" id="{EB33ED16-C899-C44F-8941-1661B033CF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956" name="Rectangle 266">
                  <a:extLst>
                    <a:ext uri="{FF2B5EF4-FFF2-40B4-BE49-F238E27FC236}">
                      <a16:creationId xmlns="" xmlns:a16="http://schemas.microsoft.com/office/drawing/2014/main" id="{D396D344-ADDF-F043-AA7F-9474718105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57" name="Rectangle 267">
                  <a:extLst>
                    <a:ext uri="{FF2B5EF4-FFF2-40B4-BE49-F238E27FC236}">
                      <a16:creationId xmlns="" xmlns:a16="http://schemas.microsoft.com/office/drawing/2014/main" id="{9A648105-52C6-0E40-9C6E-3AE148FAB8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1" name="Group 274">
                <a:extLst>
                  <a:ext uri="{FF2B5EF4-FFF2-40B4-BE49-F238E27FC236}">
                    <a16:creationId xmlns="" xmlns:a16="http://schemas.microsoft.com/office/drawing/2014/main" id="{0F24D476-BB38-DF44-987E-FD2321A52F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949" name="Group 268">
                  <a:extLst>
                    <a:ext uri="{FF2B5EF4-FFF2-40B4-BE49-F238E27FC236}">
                      <a16:creationId xmlns="" xmlns:a16="http://schemas.microsoft.com/office/drawing/2014/main" id="{E1FA6F16-C789-3742-9796-6EC843032C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53" name="Rectangle 269">
                    <a:extLst>
                      <a:ext uri="{FF2B5EF4-FFF2-40B4-BE49-F238E27FC236}">
                        <a16:creationId xmlns="" xmlns:a16="http://schemas.microsoft.com/office/drawing/2014/main" id="{6EB760F8-E089-9A47-9210-D6E1B526D7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4" name="Text Box 270">
                    <a:extLst>
                      <a:ext uri="{FF2B5EF4-FFF2-40B4-BE49-F238E27FC236}">
                        <a16:creationId xmlns="" xmlns:a16="http://schemas.microsoft.com/office/drawing/2014/main" id="{33F5C3C7-CEB9-2443-AD4C-63446A3F586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50" name="Group 273">
                  <a:extLst>
                    <a:ext uri="{FF2B5EF4-FFF2-40B4-BE49-F238E27FC236}">
                      <a16:creationId xmlns="" xmlns:a16="http://schemas.microsoft.com/office/drawing/2014/main" id="{D33136C0-F06F-DA45-8D61-8DBF6C3740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51" name="Rectangle 271">
                    <a:extLst>
                      <a:ext uri="{FF2B5EF4-FFF2-40B4-BE49-F238E27FC236}">
                        <a16:creationId xmlns="" xmlns:a16="http://schemas.microsoft.com/office/drawing/2014/main" id="{451E718B-7E86-4F43-85B0-BBD89C8925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2" name="Rectangle 272">
                    <a:extLst>
                      <a:ext uri="{FF2B5EF4-FFF2-40B4-BE49-F238E27FC236}">
                        <a16:creationId xmlns="" xmlns:a16="http://schemas.microsoft.com/office/drawing/2014/main" id="{D2F8ABD9-F3BA-0147-BDBF-E2EB291A1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32" name="Group 293">
                <a:extLst>
                  <a:ext uri="{FF2B5EF4-FFF2-40B4-BE49-F238E27FC236}">
                    <a16:creationId xmlns="" xmlns:a16="http://schemas.microsoft.com/office/drawing/2014/main" id="{B097776A-FF97-7247-8B17-ED5E94F12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47" name="Rectangle 276">
                  <a:extLst>
                    <a:ext uri="{FF2B5EF4-FFF2-40B4-BE49-F238E27FC236}">
                      <a16:creationId xmlns="" xmlns:a16="http://schemas.microsoft.com/office/drawing/2014/main" id="{D2C9F788-880E-284B-9438-39AE52600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48" name="Rectangle 277">
                  <a:extLst>
                    <a:ext uri="{FF2B5EF4-FFF2-40B4-BE49-F238E27FC236}">
                      <a16:creationId xmlns="" xmlns:a16="http://schemas.microsoft.com/office/drawing/2014/main" id="{38773D8B-A639-F74A-8363-73B7CBCDC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3" name="Group 294">
                <a:extLst>
                  <a:ext uri="{FF2B5EF4-FFF2-40B4-BE49-F238E27FC236}">
                    <a16:creationId xmlns="" xmlns:a16="http://schemas.microsoft.com/office/drawing/2014/main" id="{E1190CC1-4BB6-6245-8459-90EF4F5F86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34" name="Group 287">
                  <a:extLst>
                    <a:ext uri="{FF2B5EF4-FFF2-40B4-BE49-F238E27FC236}">
                      <a16:creationId xmlns="" xmlns:a16="http://schemas.microsoft.com/office/drawing/2014/main" id="{DBBAC159-5C8E-6D48-8969-BAD3135068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38" name="Group 278">
                    <a:extLst>
                      <a:ext uri="{FF2B5EF4-FFF2-40B4-BE49-F238E27FC236}">
                        <a16:creationId xmlns="" xmlns:a16="http://schemas.microsoft.com/office/drawing/2014/main" id="{833D1410-64ED-AF48-92D1-4AD4AB5820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941" name="Group 279">
                      <a:extLst>
                        <a:ext uri="{FF2B5EF4-FFF2-40B4-BE49-F238E27FC236}">
                          <a16:creationId xmlns="" xmlns:a16="http://schemas.microsoft.com/office/drawing/2014/main" id="{570CDB6F-0A4C-1A48-8368-C8B3B5CAEE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945" name="Rectangle 280">
                        <a:extLst>
                          <a:ext uri="{FF2B5EF4-FFF2-40B4-BE49-F238E27FC236}">
                            <a16:creationId xmlns="" xmlns:a16="http://schemas.microsoft.com/office/drawing/2014/main" id="{64AB7D62-F235-E443-AC7F-EF97587E2D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6" name="Text Box 281">
                        <a:extLst>
                          <a:ext uri="{FF2B5EF4-FFF2-40B4-BE49-F238E27FC236}">
                            <a16:creationId xmlns="" xmlns:a16="http://schemas.microsoft.com/office/drawing/2014/main" id="{F60EE6A9-AC6B-334C-96AE-C944BB82B5D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942" name="Group 282">
                      <a:extLst>
                        <a:ext uri="{FF2B5EF4-FFF2-40B4-BE49-F238E27FC236}">
                          <a16:creationId xmlns="" xmlns:a16="http://schemas.microsoft.com/office/drawing/2014/main" id="{6C7A6C13-64CB-2547-A7BD-5B05F7E2A8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43" name="Rectangle 283">
                        <a:extLst>
                          <a:ext uri="{FF2B5EF4-FFF2-40B4-BE49-F238E27FC236}">
                            <a16:creationId xmlns="" xmlns:a16="http://schemas.microsoft.com/office/drawing/2014/main" id="{BE5D4429-585A-3A4D-8677-5A9D50B3ACE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4" name="Rectangle 284">
                        <a:extLst>
                          <a:ext uri="{FF2B5EF4-FFF2-40B4-BE49-F238E27FC236}">
                            <a16:creationId xmlns="" xmlns:a16="http://schemas.microsoft.com/office/drawing/2014/main" id="{8B6BEFDD-E012-094C-8BDE-E4F16F6E82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39" name="Rectangle 285">
                    <a:extLst>
                      <a:ext uri="{FF2B5EF4-FFF2-40B4-BE49-F238E27FC236}">
                        <a16:creationId xmlns="" xmlns:a16="http://schemas.microsoft.com/office/drawing/2014/main" id="{F4AC69A3-E8B5-4941-B537-CA8521037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40" name="Rectangle 286">
                    <a:extLst>
                      <a:ext uri="{FF2B5EF4-FFF2-40B4-BE49-F238E27FC236}">
                        <a16:creationId xmlns="" xmlns:a16="http://schemas.microsoft.com/office/drawing/2014/main" id="{E06C5B3D-D017-9B4F-B791-7A2F26FD64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35" name="Rectangle 288">
                  <a:extLst>
                    <a:ext uri="{FF2B5EF4-FFF2-40B4-BE49-F238E27FC236}">
                      <a16:creationId xmlns="" xmlns:a16="http://schemas.microsoft.com/office/drawing/2014/main" id="{881A85A8-3B0B-F840-80D4-5D7C3E0C8F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6" name="Rectangle 290">
                  <a:extLst>
                    <a:ext uri="{FF2B5EF4-FFF2-40B4-BE49-F238E27FC236}">
                      <a16:creationId xmlns="" xmlns:a16="http://schemas.microsoft.com/office/drawing/2014/main" id="{951F7854-1323-974F-A9B1-85C00CDFF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7" name="Rectangle 291">
                  <a:extLst>
                    <a:ext uri="{FF2B5EF4-FFF2-40B4-BE49-F238E27FC236}">
                      <a16:creationId xmlns="" xmlns:a16="http://schemas.microsoft.com/office/drawing/2014/main" id="{7D05E58A-2C2B-3845-94FE-36532B8E81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29" name="AutoShape 297">
              <a:extLst>
                <a:ext uri="{FF2B5EF4-FFF2-40B4-BE49-F238E27FC236}">
                  <a16:creationId xmlns="" xmlns:a16="http://schemas.microsoft.com/office/drawing/2014/main" id="{52A07AA1-02B1-E74F-A63A-01368D82F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60" name="Group 318">
            <a:extLst>
              <a:ext uri="{FF2B5EF4-FFF2-40B4-BE49-F238E27FC236}">
                <a16:creationId xmlns="" xmlns:a16="http://schemas.microsoft.com/office/drawing/2014/main" id="{AE2E5A29-53E0-CD49-8113-CBFA420D0F5A}"/>
              </a:ext>
            </a:extLst>
          </p:cNvPr>
          <p:cNvGrpSpPr>
            <a:grpSpLocks/>
          </p:cNvGrpSpPr>
          <p:nvPr/>
        </p:nvGrpSpPr>
        <p:grpSpPr bwMode="auto"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961" name="Group 319">
              <a:extLst>
                <a:ext uri="{FF2B5EF4-FFF2-40B4-BE49-F238E27FC236}">
                  <a16:creationId xmlns="" xmlns:a16="http://schemas.microsoft.com/office/drawing/2014/main" id="{32076325-D93F-DF4F-B3CA-0BC632FEDD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965" name="Group 320">
                <a:extLst>
                  <a:ext uri="{FF2B5EF4-FFF2-40B4-BE49-F238E27FC236}">
                    <a16:creationId xmlns="" xmlns:a16="http://schemas.microsoft.com/office/drawing/2014/main" id="{740E2AF7-5689-9248-A162-3841BCBFBC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968" name="Group 321">
                  <a:extLst>
                    <a:ext uri="{FF2B5EF4-FFF2-40B4-BE49-F238E27FC236}">
                      <a16:creationId xmlns="" xmlns:a16="http://schemas.microsoft.com/office/drawing/2014/main" id="{07BB8175-B9AC-4443-8FF2-EBAE1A93BB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72" name="Rectangle 322">
                    <a:extLst>
                      <a:ext uri="{FF2B5EF4-FFF2-40B4-BE49-F238E27FC236}">
                        <a16:creationId xmlns="" xmlns:a16="http://schemas.microsoft.com/office/drawing/2014/main" id="{5F315AE2-C0AB-B948-8D19-54AE1B571D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3" name="Text Box 323">
                    <a:extLst>
                      <a:ext uri="{FF2B5EF4-FFF2-40B4-BE49-F238E27FC236}">
                        <a16:creationId xmlns="" xmlns:a16="http://schemas.microsoft.com/office/drawing/2014/main" id="{5099DC84-26F5-E34B-AA99-0B387A2727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69" name="Group 324">
                  <a:extLst>
                    <a:ext uri="{FF2B5EF4-FFF2-40B4-BE49-F238E27FC236}">
                      <a16:creationId xmlns="" xmlns:a16="http://schemas.microsoft.com/office/drawing/2014/main" id="{612ED850-223C-DE49-A666-F267507B8E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70" name="Rectangle 325">
                    <a:extLst>
                      <a:ext uri="{FF2B5EF4-FFF2-40B4-BE49-F238E27FC236}">
                        <a16:creationId xmlns="" xmlns:a16="http://schemas.microsoft.com/office/drawing/2014/main" id="{EB39FB28-9965-7A47-8350-8115025658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1" name="Rectangle 326">
                    <a:extLst>
                      <a:ext uri="{FF2B5EF4-FFF2-40B4-BE49-F238E27FC236}">
                        <a16:creationId xmlns="" xmlns:a16="http://schemas.microsoft.com/office/drawing/2014/main" id="{F10C57B1-0008-6B4D-84EE-3F7F08FFE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66" name="Rectangle 327">
                <a:extLst>
                  <a:ext uri="{FF2B5EF4-FFF2-40B4-BE49-F238E27FC236}">
                    <a16:creationId xmlns="" xmlns:a16="http://schemas.microsoft.com/office/drawing/2014/main" id="{EA174235-C690-2947-8D8A-6552937C8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67" name="Rectangle 328">
                <a:extLst>
                  <a:ext uri="{FF2B5EF4-FFF2-40B4-BE49-F238E27FC236}">
                    <a16:creationId xmlns="" xmlns:a16="http://schemas.microsoft.com/office/drawing/2014/main" id="{6F2404D7-BEC2-774E-AC4E-879C82C5F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962" name="Rectangle 329">
              <a:extLst>
                <a:ext uri="{FF2B5EF4-FFF2-40B4-BE49-F238E27FC236}">
                  <a16:creationId xmlns="" xmlns:a16="http://schemas.microsoft.com/office/drawing/2014/main" id="{0790A545-85C2-0745-A2D2-FD00ADCE6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3" name="Rectangle 330">
              <a:extLst>
                <a:ext uri="{FF2B5EF4-FFF2-40B4-BE49-F238E27FC236}">
                  <a16:creationId xmlns="" xmlns:a16="http://schemas.microsoft.com/office/drawing/2014/main" id="{258DF1A4-F461-9547-9E2F-55EDEF314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4" name="Rectangle 331">
              <a:extLst>
                <a:ext uri="{FF2B5EF4-FFF2-40B4-BE49-F238E27FC236}">
                  <a16:creationId xmlns="" xmlns:a16="http://schemas.microsoft.com/office/drawing/2014/main" id="{8E131857-A817-B641-ACBF-7B42AEF5D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74" name="Group 342">
            <a:extLst>
              <a:ext uri="{FF2B5EF4-FFF2-40B4-BE49-F238E27FC236}">
                <a16:creationId xmlns=""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=""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=""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=""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=""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=""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=""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=""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=""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83" name="Group 442">
            <a:extLst>
              <a:ext uri="{FF2B5EF4-FFF2-40B4-BE49-F238E27FC236}">
                <a16:creationId xmlns="" xmlns:a16="http://schemas.microsoft.com/office/drawing/2014/main" id="{CAE32C70-D1FB-BA42-8A1B-258AC0E2B6F1}"/>
              </a:ext>
            </a:extLst>
          </p:cNvPr>
          <p:cNvGrpSpPr>
            <a:grpSpLocks/>
          </p:cNvGrpSpPr>
          <p:nvPr/>
        </p:nvGrpSpPr>
        <p:grpSpPr bwMode="auto"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984" name="Group 344">
              <a:extLst>
                <a:ext uri="{FF2B5EF4-FFF2-40B4-BE49-F238E27FC236}">
                  <a16:creationId xmlns="" xmlns:a16="http://schemas.microsoft.com/office/drawing/2014/main" id="{535B826F-510C-BF44-9510-D17EB2F18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989" name="Group 345">
                <a:extLst>
                  <a:ext uri="{FF2B5EF4-FFF2-40B4-BE49-F238E27FC236}">
                    <a16:creationId xmlns="" xmlns:a16="http://schemas.microsoft.com/office/drawing/2014/main" id="{CC2F36E8-F561-254D-A2F3-9EC429D2FC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014" name="Group 346">
                  <a:extLst>
                    <a:ext uri="{FF2B5EF4-FFF2-40B4-BE49-F238E27FC236}">
                      <a16:creationId xmlns="" xmlns:a16="http://schemas.microsoft.com/office/drawing/2014/main" id="{2A39A3DF-37B9-A046-B45F-DDEB0747FF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017" name="Rectangle 347">
                    <a:extLst>
                      <a:ext uri="{FF2B5EF4-FFF2-40B4-BE49-F238E27FC236}">
                        <a16:creationId xmlns="" xmlns:a16="http://schemas.microsoft.com/office/drawing/2014/main" id="{CDDBFF1B-133C-C242-9AD4-CA71E208AB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8" name="Text Box 348">
                    <a:extLst>
                      <a:ext uri="{FF2B5EF4-FFF2-40B4-BE49-F238E27FC236}">
                        <a16:creationId xmlns="" xmlns:a16="http://schemas.microsoft.com/office/drawing/2014/main" id="{3E9F27AD-85F0-9142-80D2-9255459C40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015" name="Rectangle 349">
                  <a:extLst>
                    <a:ext uri="{FF2B5EF4-FFF2-40B4-BE49-F238E27FC236}">
                      <a16:creationId xmlns="" xmlns:a16="http://schemas.microsoft.com/office/drawing/2014/main" id="{A38BC2AA-3B4D-3E45-9E24-8F7FA47DC2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16" name="Rectangle 350">
                  <a:extLst>
                    <a:ext uri="{FF2B5EF4-FFF2-40B4-BE49-F238E27FC236}">
                      <a16:creationId xmlns="" xmlns:a16="http://schemas.microsoft.com/office/drawing/2014/main" id="{4D0DCC29-F838-854E-B252-6092C4CC7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0" name="Group 351">
                <a:extLst>
                  <a:ext uri="{FF2B5EF4-FFF2-40B4-BE49-F238E27FC236}">
                    <a16:creationId xmlns="" xmlns:a16="http://schemas.microsoft.com/office/drawing/2014/main" id="{E3BB0571-3E41-2243-A4B9-ADED5DED6D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008" name="Group 352">
                  <a:extLst>
                    <a:ext uri="{FF2B5EF4-FFF2-40B4-BE49-F238E27FC236}">
                      <a16:creationId xmlns="" xmlns:a16="http://schemas.microsoft.com/office/drawing/2014/main" id="{1C138F43-E151-7F43-A52C-AD2B7236B9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012" name="Rectangle 353">
                    <a:extLst>
                      <a:ext uri="{FF2B5EF4-FFF2-40B4-BE49-F238E27FC236}">
                        <a16:creationId xmlns="" xmlns:a16="http://schemas.microsoft.com/office/drawing/2014/main" id="{7653FF77-2A5B-F14E-8DBC-6CFE9E5842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3" name="Text Box 354">
                    <a:extLst>
                      <a:ext uri="{FF2B5EF4-FFF2-40B4-BE49-F238E27FC236}">
                        <a16:creationId xmlns="" xmlns:a16="http://schemas.microsoft.com/office/drawing/2014/main" id="{9CBC4FC0-A9F3-C141-A9E4-1D05ADAC0F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009" name="Group 355">
                  <a:extLst>
                    <a:ext uri="{FF2B5EF4-FFF2-40B4-BE49-F238E27FC236}">
                      <a16:creationId xmlns="" xmlns:a16="http://schemas.microsoft.com/office/drawing/2014/main" id="{310047C9-8808-4445-B52D-5CA46FDD64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10" name="Rectangle 356">
                    <a:extLst>
                      <a:ext uri="{FF2B5EF4-FFF2-40B4-BE49-F238E27FC236}">
                        <a16:creationId xmlns="" xmlns:a16="http://schemas.microsoft.com/office/drawing/2014/main" id="{96EC94E7-E7F6-424C-8131-D0050A04AC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1" name="Rectangle 357">
                    <a:extLst>
                      <a:ext uri="{FF2B5EF4-FFF2-40B4-BE49-F238E27FC236}">
                        <a16:creationId xmlns="" xmlns:a16="http://schemas.microsoft.com/office/drawing/2014/main" id="{31A0860A-5296-1C40-B3AD-99D10D108C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91" name="Group 358">
                <a:extLst>
                  <a:ext uri="{FF2B5EF4-FFF2-40B4-BE49-F238E27FC236}">
                    <a16:creationId xmlns="" xmlns:a16="http://schemas.microsoft.com/office/drawing/2014/main" id="{B8BA444A-6734-E648-A8B7-625F44F741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006" name="Rectangle 359">
                  <a:extLst>
                    <a:ext uri="{FF2B5EF4-FFF2-40B4-BE49-F238E27FC236}">
                      <a16:creationId xmlns="" xmlns:a16="http://schemas.microsoft.com/office/drawing/2014/main" id="{64C334ED-D7B4-9446-9CB5-432A9E9F14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07" name="Rectangle 360">
                  <a:extLst>
                    <a:ext uri="{FF2B5EF4-FFF2-40B4-BE49-F238E27FC236}">
                      <a16:creationId xmlns="" xmlns:a16="http://schemas.microsoft.com/office/drawing/2014/main" id="{7F68324F-E179-3446-A101-B4E7CAEE8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2" name="Group 361">
                <a:extLst>
                  <a:ext uri="{FF2B5EF4-FFF2-40B4-BE49-F238E27FC236}">
                    <a16:creationId xmlns="" xmlns:a16="http://schemas.microsoft.com/office/drawing/2014/main" id="{E66A5E66-1B3E-2D4E-9100-D69BCCCB07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93" name="Group 362">
                  <a:extLst>
                    <a:ext uri="{FF2B5EF4-FFF2-40B4-BE49-F238E27FC236}">
                      <a16:creationId xmlns="" xmlns:a16="http://schemas.microsoft.com/office/drawing/2014/main" id="{9FB4C4AA-CF1C-A240-A099-A6B39C7D16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97" name="Group 363">
                    <a:extLst>
                      <a:ext uri="{FF2B5EF4-FFF2-40B4-BE49-F238E27FC236}">
                        <a16:creationId xmlns="" xmlns:a16="http://schemas.microsoft.com/office/drawing/2014/main" id="{DD3ADBE0-19D6-AA4A-AFE7-344358E34CE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000" name="Group 364">
                      <a:extLst>
                        <a:ext uri="{FF2B5EF4-FFF2-40B4-BE49-F238E27FC236}">
                          <a16:creationId xmlns="" xmlns:a16="http://schemas.microsoft.com/office/drawing/2014/main" id="{C6146689-126B-B940-9665-055B14C214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004" name="Rectangle 365">
                        <a:extLst>
                          <a:ext uri="{FF2B5EF4-FFF2-40B4-BE49-F238E27FC236}">
                            <a16:creationId xmlns="" xmlns:a16="http://schemas.microsoft.com/office/drawing/2014/main" id="{3CCBDEDA-5855-334C-9BBC-9B86EE229E3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5" name="Text Box 366">
                        <a:extLst>
                          <a:ext uri="{FF2B5EF4-FFF2-40B4-BE49-F238E27FC236}">
                            <a16:creationId xmlns="" xmlns:a16="http://schemas.microsoft.com/office/drawing/2014/main" id="{6E0072AB-BA09-C440-BE8B-9453DC85784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001" name="Group 367">
                      <a:extLst>
                        <a:ext uri="{FF2B5EF4-FFF2-40B4-BE49-F238E27FC236}">
                          <a16:creationId xmlns="" xmlns:a16="http://schemas.microsoft.com/office/drawing/2014/main" id="{E8A63574-AAA9-514D-A845-F608E8E0B4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02" name="Rectangle 368">
                        <a:extLst>
                          <a:ext uri="{FF2B5EF4-FFF2-40B4-BE49-F238E27FC236}">
                            <a16:creationId xmlns="" xmlns:a16="http://schemas.microsoft.com/office/drawing/2014/main" id="{504B5B68-81BD-1E45-9AE7-0B22E4EF28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3" name="Rectangle 369">
                        <a:extLst>
                          <a:ext uri="{FF2B5EF4-FFF2-40B4-BE49-F238E27FC236}">
                            <a16:creationId xmlns="" xmlns:a16="http://schemas.microsoft.com/office/drawing/2014/main" id="{982029F1-0177-F84B-B77A-42B9829C52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98" name="Rectangle 370">
                    <a:extLst>
                      <a:ext uri="{FF2B5EF4-FFF2-40B4-BE49-F238E27FC236}">
                        <a16:creationId xmlns="" xmlns:a16="http://schemas.microsoft.com/office/drawing/2014/main" id="{E5DC45E8-ABEF-2B40-BF11-6C4B34D1F9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99" name="Rectangle 371">
                    <a:extLst>
                      <a:ext uri="{FF2B5EF4-FFF2-40B4-BE49-F238E27FC236}">
                        <a16:creationId xmlns="" xmlns:a16="http://schemas.microsoft.com/office/drawing/2014/main" id="{2FA6CC4C-BC5C-734A-8F22-98287FB76B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94" name="Rectangle 372">
                  <a:extLst>
                    <a:ext uri="{FF2B5EF4-FFF2-40B4-BE49-F238E27FC236}">
                      <a16:creationId xmlns="" xmlns:a16="http://schemas.microsoft.com/office/drawing/2014/main" id="{34E664B8-99D6-6F40-BE55-0AA80C7AE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5" name="Rectangle 373">
                  <a:extLst>
                    <a:ext uri="{FF2B5EF4-FFF2-40B4-BE49-F238E27FC236}">
                      <a16:creationId xmlns="" xmlns:a16="http://schemas.microsoft.com/office/drawing/2014/main" id="{CC4EE0A5-884E-484A-A205-3EFE607F3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6" name="Rectangle 374">
                  <a:extLst>
                    <a:ext uri="{FF2B5EF4-FFF2-40B4-BE49-F238E27FC236}">
                      <a16:creationId xmlns="" xmlns:a16="http://schemas.microsoft.com/office/drawing/2014/main" id="{C1058AB9-C0A2-5041-A945-698709EF8C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85" name="AutoShape 375">
              <a:extLst>
                <a:ext uri="{FF2B5EF4-FFF2-40B4-BE49-F238E27FC236}">
                  <a16:creationId xmlns="" xmlns:a16="http://schemas.microsoft.com/office/drawing/2014/main" id="{2C8575A3-B4A6-1746-BC86-0260073648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86" name="Group 379">
              <a:extLst>
                <a:ext uri="{FF2B5EF4-FFF2-40B4-BE49-F238E27FC236}">
                  <a16:creationId xmlns="" xmlns:a16="http://schemas.microsoft.com/office/drawing/2014/main" id="{8567E088-D32D-624C-8A9C-F9EDEDB11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987" name="Rectangle 380">
                <a:extLst>
                  <a:ext uri="{FF2B5EF4-FFF2-40B4-BE49-F238E27FC236}">
                    <a16:creationId xmlns="" xmlns:a16="http://schemas.microsoft.com/office/drawing/2014/main" id="{D38CEFD3-34E4-4144-A4A9-E29D2BC79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8" name="Text Box 381">
                <a:extLst>
                  <a:ext uri="{FF2B5EF4-FFF2-40B4-BE49-F238E27FC236}">
                    <a16:creationId xmlns="" xmlns:a16="http://schemas.microsoft.com/office/drawing/2014/main" id="{9C84556C-DFF7-A54D-B709-593A7941D6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1019" name="Group 476">
            <a:extLst>
              <a:ext uri="{FF2B5EF4-FFF2-40B4-BE49-F238E27FC236}">
                <a16:creationId xmlns="" xmlns:a16="http://schemas.microsoft.com/office/drawing/2014/main" id="{2C1D9870-C854-6D41-84D3-89EBBCE7DBE8}"/>
              </a:ext>
            </a:extLst>
          </p:cNvPr>
          <p:cNvGrpSpPr>
            <a:grpSpLocks/>
          </p:cNvGrpSpPr>
          <p:nvPr/>
        </p:nvGrpSpPr>
        <p:grpSpPr bwMode="auto"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1020" name="Rectangle 477">
              <a:extLst>
                <a:ext uri="{FF2B5EF4-FFF2-40B4-BE49-F238E27FC236}">
                  <a16:creationId xmlns="" xmlns:a16="http://schemas.microsoft.com/office/drawing/2014/main" id="{48A1A89D-C73C-2D42-A1DC-1D8E81C65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21" name="Text Box 478">
              <a:extLst>
                <a:ext uri="{FF2B5EF4-FFF2-40B4-BE49-F238E27FC236}">
                  <a16:creationId xmlns="" xmlns:a16="http://schemas.microsoft.com/office/drawing/2014/main" id="{8095651D-95AD-644F-9F69-F6E846D55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1022" name="Rectangle 479">
            <a:extLst>
              <a:ext uri="{FF2B5EF4-FFF2-40B4-BE49-F238E27FC236}">
                <a16:creationId xmlns="" xmlns:a16="http://schemas.microsoft.com/office/drawing/2014/main" id="{B807A09D-A4F1-304B-AB9E-DF3D2754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161" y="2817812"/>
            <a:ext cx="6365968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request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encapsulated</a:t>
            </a:r>
            <a:r>
              <a:rPr lang="en-US" sz="2800" dirty="0">
                <a:solidFill>
                  <a:srgbClr val="3333CC"/>
                </a:solidFill>
                <a:ea typeface="ＭＳ Ｐゴシック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UDP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IP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802.3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1023" name="Rectangle 480">
            <a:extLst>
              <a:ext uri="{FF2B5EF4-FFF2-40B4-BE49-F238E27FC236}">
                <a16:creationId xmlns="" xmlns:a16="http://schemas.microsoft.com/office/drawing/2014/main" id="{F684AC9E-DDAB-6349-BA14-508B7489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572" y="4229100"/>
            <a:ext cx="657367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frame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broadcast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(dest: FFFFFFFFFFFF) on LAN, received at router running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DHCP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server</a:t>
            </a:r>
          </a:p>
        </p:txBody>
      </p:sp>
      <p:sp>
        <p:nvSpPr>
          <p:cNvPr id="1024" name="Rectangle 481">
            <a:extLst>
              <a:ext uri="{FF2B5EF4-FFF2-40B4-BE49-F238E27FC236}">
                <a16:creationId xmlns="" xmlns:a16="http://schemas.microsoft.com/office/drawing/2014/main" id="{EF21724D-DF9C-9943-ABAA-C4C6633E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85" y="5565775"/>
            <a:ext cx="6541416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de-muxed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IP de-muxed, UDP de-muxed to DHCP </a:t>
            </a:r>
          </a:p>
        </p:txBody>
      </p:sp>
      <p:grpSp>
        <p:nvGrpSpPr>
          <p:cNvPr id="767" name="Group 248">
            <a:extLst>
              <a:ext uri="{FF2B5EF4-FFF2-40B4-BE49-F238E27FC236}">
                <a16:creationId xmlns=""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=""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=""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=""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=""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=""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=""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=""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=""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=""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=""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=""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=""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=""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=""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=""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=""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=""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=""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=""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=""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=""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=""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=""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=""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=""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=""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=""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=""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=""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=""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=""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=""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49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3.7037E-6 L 0.22748 0.00416 L 0.10834 0.27291 L -0.0181 0.27129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95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00" grpId="0"/>
      <p:bldP spid="913" grpId="0" build="p"/>
      <p:bldP spid="1022" grpId="0"/>
      <p:bldP spid="1023" grpId="0"/>
      <p:bldP spid="10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=""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=""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=""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=""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=""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=""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=""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=""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=""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=""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=""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=""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=""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=""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=""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=""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=""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05000" y="2501153"/>
            <a:ext cx="954696" cy="828225"/>
            <a:chOff x="7432700" y="2327293"/>
            <a:chExt cx="534987" cy="407988"/>
          </a:xfrm>
        </p:grpSpPr>
        <p:pic>
          <p:nvPicPr>
            <p:cNvPr id="649" name="Picture 1017" descr="antenna_stylized">
              <a:extLst>
                <a:ext uri="{FF2B5EF4-FFF2-40B4-BE49-F238E27FC236}">
                  <a16:creationId xmlns="" xmlns:a16="http://schemas.microsoft.com/office/drawing/2014/main" id="{DFEB7442-5BFA-4240-BDFC-20FF05514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0" name="Picture 1018" descr="laptop_keyboard">
              <a:extLst>
                <a:ext uri="{FF2B5EF4-FFF2-40B4-BE49-F238E27FC236}">
                  <a16:creationId xmlns=""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=""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=""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=""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=""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=""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=""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=""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=""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=""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=""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=""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=""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=""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=""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=""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=""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=""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=""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=""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=""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=""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=""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=""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=""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=""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=""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=""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=""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=""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=""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=""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=""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=""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=""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=""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=""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=""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=""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=""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=""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74" name="Group 342">
            <a:extLst>
              <a:ext uri="{FF2B5EF4-FFF2-40B4-BE49-F238E27FC236}">
                <a16:creationId xmlns=""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=""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=""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=""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=""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=""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=""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=""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=""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=""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=""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=""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=""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=""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=""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=""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=""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=""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=""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=""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=""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=""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=""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=""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=""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=""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=""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=""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=""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=""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=""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=""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=""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=""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=""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=""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=""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=""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=""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=""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=""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=""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9" name="Rectangle 3">
            <a:extLst>
              <a:ext uri="{FF2B5EF4-FFF2-40B4-BE49-F238E27FC236}">
                <a16:creationId xmlns="" xmlns:a16="http://schemas.microsoft.com/office/drawing/2014/main" id="{7B871886-3DE1-0B4A-8DB9-883FE1D7E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672" y="1504912"/>
            <a:ext cx="6548848" cy="157321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lnSpc>
                <a:spcPct val="80000"/>
              </a:lnSpc>
              <a:defRPr/>
            </a:pPr>
            <a:r>
              <a:rPr lang="en-US" kern="0" dirty="0">
                <a:cs typeface="+mn-cs"/>
              </a:rPr>
              <a:t>DHCP server formulates </a:t>
            </a:r>
            <a:r>
              <a:rPr lang="en-US" kern="0" dirty="0">
                <a:solidFill>
                  <a:srgbClr val="C00000"/>
                </a:solidFill>
                <a:cs typeface="+mn-cs"/>
              </a:rPr>
              <a:t>DHCP ACK </a:t>
            </a:r>
            <a:r>
              <a:rPr lang="en-US" kern="0" dirty="0">
                <a:cs typeface="+mn-cs"/>
              </a:rPr>
              <a:t>containing client</a:t>
            </a:r>
            <a:r>
              <a:rPr lang="en-US" altLang="ja-JP" kern="0" dirty="0">
                <a:cs typeface="+mn-cs"/>
              </a:rPr>
              <a:t>’</a:t>
            </a:r>
            <a:r>
              <a:rPr lang="en-US" kern="0" dirty="0">
                <a:cs typeface="+mn-cs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  <a:defRPr/>
            </a:pPr>
            <a:endParaRPr lang="en-US" kern="0" dirty="0">
              <a:cs typeface="+mn-cs"/>
            </a:endParaRPr>
          </a:p>
        </p:txBody>
      </p:sp>
      <p:grpSp>
        <p:nvGrpSpPr>
          <p:cNvPr id="290" name="Group 57">
            <a:extLst>
              <a:ext uri="{FF2B5EF4-FFF2-40B4-BE49-F238E27FC236}">
                <a16:creationId xmlns="" xmlns:a16="http://schemas.microsoft.com/office/drawing/2014/main" id="{37C8DAC2-4F10-5D40-BFEB-36DD810D29E8}"/>
              </a:ext>
            </a:extLst>
          </p:cNvPr>
          <p:cNvGrpSpPr>
            <a:grpSpLocks/>
          </p:cNvGrpSpPr>
          <p:nvPr/>
        </p:nvGrpSpPr>
        <p:grpSpPr bwMode="auto"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291" name="Group 58">
              <a:extLst>
                <a:ext uri="{FF2B5EF4-FFF2-40B4-BE49-F238E27FC236}">
                  <a16:creationId xmlns="" xmlns:a16="http://schemas.microsoft.com/office/drawing/2014/main" id="{586D51E3-E709-E748-B55A-04F83F765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93" name="Group 59">
                <a:extLst>
                  <a:ext uri="{FF2B5EF4-FFF2-40B4-BE49-F238E27FC236}">
                    <a16:creationId xmlns="" xmlns:a16="http://schemas.microsoft.com/office/drawing/2014/main" id="{61F14A68-1B09-4949-8F3A-2E3CEA136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19" name="Group 60">
                  <a:extLst>
                    <a:ext uri="{FF2B5EF4-FFF2-40B4-BE49-F238E27FC236}">
                      <a16:creationId xmlns="" xmlns:a16="http://schemas.microsoft.com/office/drawing/2014/main" id="{0964A370-2208-9941-9E3F-7ED5F1900B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22" name="Rectangle 61">
                    <a:extLst>
                      <a:ext uri="{FF2B5EF4-FFF2-40B4-BE49-F238E27FC236}">
                        <a16:creationId xmlns="" xmlns:a16="http://schemas.microsoft.com/office/drawing/2014/main" id="{306955EB-3F12-5241-949F-01DE6F58A5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Text Box 62">
                    <a:extLst>
                      <a:ext uri="{FF2B5EF4-FFF2-40B4-BE49-F238E27FC236}">
                        <a16:creationId xmlns="" xmlns:a16="http://schemas.microsoft.com/office/drawing/2014/main" id="{6C1CB358-3642-7742-913B-9FD320DFEEE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20" name="Rectangle 63">
                  <a:extLst>
                    <a:ext uri="{FF2B5EF4-FFF2-40B4-BE49-F238E27FC236}">
                      <a16:creationId xmlns="" xmlns:a16="http://schemas.microsoft.com/office/drawing/2014/main" id="{3BAB0199-2F96-024A-879C-1B4571C2C0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Rectangle 64">
                  <a:extLst>
                    <a:ext uri="{FF2B5EF4-FFF2-40B4-BE49-F238E27FC236}">
                      <a16:creationId xmlns="" xmlns:a16="http://schemas.microsoft.com/office/drawing/2014/main" id="{8AA4D9A0-7D57-9442-B07C-8B69573583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4" name="Group 65">
                <a:extLst>
                  <a:ext uri="{FF2B5EF4-FFF2-40B4-BE49-F238E27FC236}">
                    <a16:creationId xmlns="" xmlns:a16="http://schemas.microsoft.com/office/drawing/2014/main" id="{D4DD8D77-AB57-9348-AE5A-07C8ADB7D6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13" name="Group 66">
                  <a:extLst>
                    <a:ext uri="{FF2B5EF4-FFF2-40B4-BE49-F238E27FC236}">
                      <a16:creationId xmlns="" xmlns:a16="http://schemas.microsoft.com/office/drawing/2014/main" id="{7486484F-938A-3F40-A3CD-FA895820E2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17" name="Rectangle 67">
                    <a:extLst>
                      <a:ext uri="{FF2B5EF4-FFF2-40B4-BE49-F238E27FC236}">
                        <a16:creationId xmlns="" xmlns:a16="http://schemas.microsoft.com/office/drawing/2014/main" id="{8D8492F5-F289-3E4E-A7D2-E77CFD521A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8" name="Text Box 68">
                    <a:extLst>
                      <a:ext uri="{FF2B5EF4-FFF2-40B4-BE49-F238E27FC236}">
                        <a16:creationId xmlns="" xmlns:a16="http://schemas.microsoft.com/office/drawing/2014/main" id="{84DB4EB8-215F-DB43-921B-1CAF30D39C0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14" name="Group 69">
                  <a:extLst>
                    <a:ext uri="{FF2B5EF4-FFF2-40B4-BE49-F238E27FC236}">
                      <a16:creationId xmlns="" xmlns:a16="http://schemas.microsoft.com/office/drawing/2014/main" id="{E97791E3-AA44-7248-9B39-5011091659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15" name="Rectangle 70">
                    <a:extLst>
                      <a:ext uri="{FF2B5EF4-FFF2-40B4-BE49-F238E27FC236}">
                        <a16:creationId xmlns="" xmlns:a16="http://schemas.microsoft.com/office/drawing/2014/main" id="{C2F175E6-EEA1-9F4E-91D9-252F3AD8FA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6" name="Rectangle 71">
                    <a:extLst>
                      <a:ext uri="{FF2B5EF4-FFF2-40B4-BE49-F238E27FC236}">
                        <a16:creationId xmlns="" xmlns:a16="http://schemas.microsoft.com/office/drawing/2014/main" id="{E605F749-2D23-1C47-99A8-19EF2A9C6C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96" name="Group 72">
                <a:extLst>
                  <a:ext uri="{FF2B5EF4-FFF2-40B4-BE49-F238E27FC236}">
                    <a16:creationId xmlns="" xmlns:a16="http://schemas.microsoft.com/office/drawing/2014/main" id="{8CAE7331-2F85-B440-B302-D525A81148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11" name="Rectangle 73">
                  <a:extLst>
                    <a:ext uri="{FF2B5EF4-FFF2-40B4-BE49-F238E27FC236}">
                      <a16:creationId xmlns="" xmlns:a16="http://schemas.microsoft.com/office/drawing/2014/main" id="{6E683200-9017-424C-9F52-F506F2F83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74">
                  <a:extLst>
                    <a:ext uri="{FF2B5EF4-FFF2-40B4-BE49-F238E27FC236}">
                      <a16:creationId xmlns="" xmlns:a16="http://schemas.microsoft.com/office/drawing/2014/main" id="{3969F099-B1F4-974A-940F-987FE8503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75">
                <a:extLst>
                  <a:ext uri="{FF2B5EF4-FFF2-40B4-BE49-F238E27FC236}">
                    <a16:creationId xmlns="" xmlns:a16="http://schemas.microsoft.com/office/drawing/2014/main" id="{018977E7-F9A0-ED41-98D9-B4EAD08F0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98" name="Group 76">
                  <a:extLst>
                    <a:ext uri="{FF2B5EF4-FFF2-40B4-BE49-F238E27FC236}">
                      <a16:creationId xmlns="" xmlns:a16="http://schemas.microsoft.com/office/drawing/2014/main" id="{928DB5D8-985F-8347-9A9C-DA7A53A941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02" name="Group 77">
                    <a:extLst>
                      <a:ext uri="{FF2B5EF4-FFF2-40B4-BE49-F238E27FC236}">
                        <a16:creationId xmlns="" xmlns:a16="http://schemas.microsoft.com/office/drawing/2014/main" id="{888E790F-9BAC-2B40-90A9-DAD74AEF7E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05" name="Group 78">
                      <a:extLst>
                        <a:ext uri="{FF2B5EF4-FFF2-40B4-BE49-F238E27FC236}">
                          <a16:creationId xmlns="" xmlns:a16="http://schemas.microsoft.com/office/drawing/2014/main" id="{15A0B2F1-70CD-9B40-8297-7F7512A9EFA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09" name="Rectangle 79">
                        <a:extLst>
                          <a:ext uri="{FF2B5EF4-FFF2-40B4-BE49-F238E27FC236}">
                            <a16:creationId xmlns="" xmlns:a16="http://schemas.microsoft.com/office/drawing/2014/main" id="{21E258B4-731A-EC4C-839E-EFDACC71806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10" name="Text Box 80">
                        <a:extLst>
                          <a:ext uri="{FF2B5EF4-FFF2-40B4-BE49-F238E27FC236}">
                            <a16:creationId xmlns="" xmlns:a16="http://schemas.microsoft.com/office/drawing/2014/main" id="{44E618E5-B1F9-724E-B7A8-703CF4D9632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06" name="Group 81">
                      <a:extLst>
                        <a:ext uri="{FF2B5EF4-FFF2-40B4-BE49-F238E27FC236}">
                          <a16:creationId xmlns="" xmlns:a16="http://schemas.microsoft.com/office/drawing/2014/main" id="{2DA4F930-1E58-2C42-BE02-B769CCF5261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07" name="Rectangle 82">
                        <a:extLst>
                          <a:ext uri="{FF2B5EF4-FFF2-40B4-BE49-F238E27FC236}">
                            <a16:creationId xmlns="" xmlns:a16="http://schemas.microsoft.com/office/drawing/2014/main" id="{EFA99778-FD4F-084D-9FDB-510BBB0E1D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08" name="Rectangle 83">
                        <a:extLst>
                          <a:ext uri="{FF2B5EF4-FFF2-40B4-BE49-F238E27FC236}">
                            <a16:creationId xmlns="" xmlns:a16="http://schemas.microsoft.com/office/drawing/2014/main" id="{32F43842-7DD3-DE4D-A916-A19571D6C34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03" name="Rectangle 84">
                    <a:extLst>
                      <a:ext uri="{FF2B5EF4-FFF2-40B4-BE49-F238E27FC236}">
                        <a16:creationId xmlns="" xmlns:a16="http://schemas.microsoft.com/office/drawing/2014/main" id="{2445B950-0E66-EE44-9A9B-0DFD11AC58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Rectangle 85">
                    <a:extLst>
                      <a:ext uri="{FF2B5EF4-FFF2-40B4-BE49-F238E27FC236}">
                        <a16:creationId xmlns="" xmlns:a16="http://schemas.microsoft.com/office/drawing/2014/main" id="{E8257C66-806D-AF47-A755-9B8859B1FC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299" name="Rectangle 86">
                  <a:extLst>
                    <a:ext uri="{FF2B5EF4-FFF2-40B4-BE49-F238E27FC236}">
                      <a16:creationId xmlns="" xmlns:a16="http://schemas.microsoft.com/office/drawing/2014/main" id="{1479792F-21C7-BF47-9501-739658116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0" name="Rectangle 87">
                  <a:extLst>
                    <a:ext uri="{FF2B5EF4-FFF2-40B4-BE49-F238E27FC236}">
                      <a16:creationId xmlns="" xmlns:a16="http://schemas.microsoft.com/office/drawing/2014/main" id="{9954F467-6E7C-BA49-B7E8-7B2711B71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Rectangle 88">
                  <a:extLst>
                    <a:ext uri="{FF2B5EF4-FFF2-40B4-BE49-F238E27FC236}">
                      <a16:creationId xmlns="" xmlns:a16="http://schemas.microsoft.com/office/drawing/2014/main" id="{65AD9726-C793-0443-9F76-27D784834D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92" name="AutoShape 89">
              <a:extLst>
                <a:ext uri="{FF2B5EF4-FFF2-40B4-BE49-F238E27FC236}">
                  <a16:creationId xmlns="" xmlns:a16="http://schemas.microsoft.com/office/drawing/2014/main" id="{22CB65A8-1FB8-4D48-8E5A-46F62E8E7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4" name="Group 90">
            <a:extLst>
              <a:ext uri="{FF2B5EF4-FFF2-40B4-BE49-F238E27FC236}">
                <a16:creationId xmlns="" xmlns:a16="http://schemas.microsoft.com/office/drawing/2014/main" id="{627FA192-8658-9A4E-98F1-26C12012B879}"/>
              </a:ext>
            </a:extLst>
          </p:cNvPr>
          <p:cNvGrpSpPr>
            <a:grpSpLocks/>
          </p:cNvGrpSpPr>
          <p:nvPr/>
        </p:nvGrpSpPr>
        <p:grpSpPr bwMode="auto"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325" name="Group 91">
              <a:extLst>
                <a:ext uri="{FF2B5EF4-FFF2-40B4-BE49-F238E27FC236}">
                  <a16:creationId xmlns="" xmlns:a16="http://schemas.microsoft.com/office/drawing/2014/main" id="{49BA10AF-3B37-104A-BCFF-22430D3B75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333" name="Group 92">
                <a:extLst>
                  <a:ext uri="{FF2B5EF4-FFF2-40B4-BE49-F238E27FC236}">
                    <a16:creationId xmlns="" xmlns:a16="http://schemas.microsoft.com/office/drawing/2014/main" id="{1E4D7DBD-B06D-CC4D-BD5A-48BE83AC5D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336" name="Group 93">
                  <a:extLst>
                    <a:ext uri="{FF2B5EF4-FFF2-40B4-BE49-F238E27FC236}">
                      <a16:creationId xmlns="" xmlns:a16="http://schemas.microsoft.com/office/drawing/2014/main" id="{194A75E5-96A9-1C40-B18D-D18152CED4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40" name="Rectangle 94">
                    <a:extLst>
                      <a:ext uri="{FF2B5EF4-FFF2-40B4-BE49-F238E27FC236}">
                        <a16:creationId xmlns="" xmlns:a16="http://schemas.microsoft.com/office/drawing/2014/main" id="{2DC75A14-9509-FD4C-918E-CB6F2A448E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Text Box 95">
                    <a:extLst>
                      <a:ext uri="{FF2B5EF4-FFF2-40B4-BE49-F238E27FC236}">
                        <a16:creationId xmlns="" xmlns:a16="http://schemas.microsoft.com/office/drawing/2014/main" id="{F617B0D0-DB72-F449-BF5B-EF33EE6A61E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37" name="Group 96">
                  <a:extLst>
                    <a:ext uri="{FF2B5EF4-FFF2-40B4-BE49-F238E27FC236}">
                      <a16:creationId xmlns="" xmlns:a16="http://schemas.microsoft.com/office/drawing/2014/main" id="{AC25ADBB-2176-944C-8B8D-767CE85359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38" name="Rectangle 97">
                    <a:extLst>
                      <a:ext uri="{FF2B5EF4-FFF2-40B4-BE49-F238E27FC236}">
                        <a16:creationId xmlns="" xmlns:a16="http://schemas.microsoft.com/office/drawing/2014/main" id="{0E217236-4A0A-6E45-819B-C9E1E1D4C0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Rectangle 98">
                    <a:extLst>
                      <a:ext uri="{FF2B5EF4-FFF2-40B4-BE49-F238E27FC236}">
                        <a16:creationId xmlns="" xmlns:a16="http://schemas.microsoft.com/office/drawing/2014/main" id="{EF8EBD81-20D3-304E-8E45-3B88FA1FE1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334" name="Rectangle 99">
                <a:extLst>
                  <a:ext uri="{FF2B5EF4-FFF2-40B4-BE49-F238E27FC236}">
                    <a16:creationId xmlns="" xmlns:a16="http://schemas.microsoft.com/office/drawing/2014/main" id="{B6153F06-604A-A84D-94D4-BCF8985CA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00">
                <a:extLst>
                  <a:ext uri="{FF2B5EF4-FFF2-40B4-BE49-F238E27FC236}">
                    <a16:creationId xmlns="" xmlns:a16="http://schemas.microsoft.com/office/drawing/2014/main" id="{4A48C38C-FB90-9E48-863A-6098EE05F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26" name="Rectangle 101">
              <a:extLst>
                <a:ext uri="{FF2B5EF4-FFF2-40B4-BE49-F238E27FC236}">
                  <a16:creationId xmlns="" xmlns:a16="http://schemas.microsoft.com/office/drawing/2014/main" id="{B397BDA8-2CB9-2A48-BAE8-04E2FCFFC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1" name="Rectangle 102">
              <a:extLst>
                <a:ext uri="{FF2B5EF4-FFF2-40B4-BE49-F238E27FC236}">
                  <a16:creationId xmlns="" xmlns:a16="http://schemas.microsoft.com/office/drawing/2014/main" id="{4251D2BB-EBB9-744F-8FA4-ACDD4A7E2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2" name="Rectangle 103">
              <a:extLst>
                <a:ext uri="{FF2B5EF4-FFF2-40B4-BE49-F238E27FC236}">
                  <a16:creationId xmlns="" xmlns:a16="http://schemas.microsoft.com/office/drawing/2014/main" id="{D7BFE06A-92AE-374C-8F20-2F4F01A3D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2" name="Group 113">
            <a:extLst>
              <a:ext uri="{FF2B5EF4-FFF2-40B4-BE49-F238E27FC236}">
                <a16:creationId xmlns="" xmlns:a16="http://schemas.microsoft.com/office/drawing/2014/main" id="{5883EEDA-DCBD-0140-95F3-07D052C9ACEC}"/>
              </a:ext>
            </a:extLst>
          </p:cNvPr>
          <p:cNvGrpSpPr>
            <a:grpSpLocks/>
          </p:cNvGrpSpPr>
          <p:nvPr/>
        </p:nvGrpSpPr>
        <p:grpSpPr bwMode="auto"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343" name="Group 114">
              <a:extLst>
                <a:ext uri="{FF2B5EF4-FFF2-40B4-BE49-F238E27FC236}">
                  <a16:creationId xmlns="" xmlns:a16="http://schemas.microsoft.com/office/drawing/2014/main" id="{D8F28A19-02BB-2147-955B-5EC7BA1B9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348" name="Group 115">
                <a:extLst>
                  <a:ext uri="{FF2B5EF4-FFF2-40B4-BE49-F238E27FC236}">
                    <a16:creationId xmlns="" xmlns:a16="http://schemas.microsoft.com/office/drawing/2014/main" id="{5C445902-86BE-6646-AF15-158184A32A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74" name="Group 116">
                  <a:extLst>
                    <a:ext uri="{FF2B5EF4-FFF2-40B4-BE49-F238E27FC236}">
                      <a16:creationId xmlns="" xmlns:a16="http://schemas.microsoft.com/office/drawing/2014/main" id="{4311E081-C87E-F944-8B67-1DEB5ECEA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77" name="Rectangle 117">
                    <a:extLst>
                      <a:ext uri="{FF2B5EF4-FFF2-40B4-BE49-F238E27FC236}">
                        <a16:creationId xmlns="" xmlns:a16="http://schemas.microsoft.com/office/drawing/2014/main" id="{ECF635FF-3612-4C4D-8CF5-35F26DCF9E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8" name="Text Box 118">
                    <a:extLst>
                      <a:ext uri="{FF2B5EF4-FFF2-40B4-BE49-F238E27FC236}">
                        <a16:creationId xmlns="" xmlns:a16="http://schemas.microsoft.com/office/drawing/2014/main" id="{F6110A27-4F3B-E347-A46E-5CE76FF9F26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75" name="Rectangle 119">
                  <a:extLst>
                    <a:ext uri="{FF2B5EF4-FFF2-40B4-BE49-F238E27FC236}">
                      <a16:creationId xmlns="" xmlns:a16="http://schemas.microsoft.com/office/drawing/2014/main" id="{1341764B-E95B-7846-A7C7-697B31210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6" name="Rectangle 120">
                  <a:extLst>
                    <a:ext uri="{FF2B5EF4-FFF2-40B4-BE49-F238E27FC236}">
                      <a16:creationId xmlns="" xmlns:a16="http://schemas.microsoft.com/office/drawing/2014/main" id="{F3FB38BB-2247-3846-95CA-29159BEEFD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0" name="Group 121">
                <a:extLst>
                  <a:ext uri="{FF2B5EF4-FFF2-40B4-BE49-F238E27FC236}">
                    <a16:creationId xmlns="" xmlns:a16="http://schemas.microsoft.com/office/drawing/2014/main" id="{AFBD3A6C-1C80-8842-9F56-0D54017B3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68" name="Group 122">
                  <a:extLst>
                    <a:ext uri="{FF2B5EF4-FFF2-40B4-BE49-F238E27FC236}">
                      <a16:creationId xmlns="" xmlns:a16="http://schemas.microsoft.com/office/drawing/2014/main" id="{1A113B9C-3462-5942-A44E-6B07A542F0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72" name="Rectangle 123">
                    <a:extLst>
                      <a:ext uri="{FF2B5EF4-FFF2-40B4-BE49-F238E27FC236}">
                        <a16:creationId xmlns="" xmlns:a16="http://schemas.microsoft.com/office/drawing/2014/main" id="{F1CC8B66-3B5E-D349-80F7-D9084983F6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3" name="Text Box 124">
                    <a:extLst>
                      <a:ext uri="{FF2B5EF4-FFF2-40B4-BE49-F238E27FC236}">
                        <a16:creationId xmlns="" xmlns:a16="http://schemas.microsoft.com/office/drawing/2014/main" id="{9D04501E-61A9-7840-8FDD-A4B0D85E1E4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69" name="Group 125">
                  <a:extLst>
                    <a:ext uri="{FF2B5EF4-FFF2-40B4-BE49-F238E27FC236}">
                      <a16:creationId xmlns="" xmlns:a16="http://schemas.microsoft.com/office/drawing/2014/main" id="{3DD83276-AEAB-544D-8216-A2090A138D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70" name="Rectangle 126">
                    <a:extLst>
                      <a:ext uri="{FF2B5EF4-FFF2-40B4-BE49-F238E27FC236}">
                        <a16:creationId xmlns="" xmlns:a16="http://schemas.microsoft.com/office/drawing/2014/main" id="{F23B95D8-54C4-D34E-946B-DEF86CB7B8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1" name="Rectangle 127">
                    <a:extLst>
                      <a:ext uri="{FF2B5EF4-FFF2-40B4-BE49-F238E27FC236}">
                        <a16:creationId xmlns="" xmlns:a16="http://schemas.microsoft.com/office/drawing/2014/main" id="{DA734683-A318-454E-A045-23BE51F0F5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51" name="Group 128">
                <a:extLst>
                  <a:ext uri="{FF2B5EF4-FFF2-40B4-BE49-F238E27FC236}">
                    <a16:creationId xmlns="" xmlns:a16="http://schemas.microsoft.com/office/drawing/2014/main" id="{16D8F290-90C4-884D-8BEC-4F527A600F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66" name="Rectangle 129">
                  <a:extLst>
                    <a:ext uri="{FF2B5EF4-FFF2-40B4-BE49-F238E27FC236}">
                      <a16:creationId xmlns="" xmlns:a16="http://schemas.microsoft.com/office/drawing/2014/main" id="{1D3E3622-DC4A-044E-A888-13677F7D16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67" name="Rectangle 130">
                  <a:extLst>
                    <a:ext uri="{FF2B5EF4-FFF2-40B4-BE49-F238E27FC236}">
                      <a16:creationId xmlns="" xmlns:a16="http://schemas.microsoft.com/office/drawing/2014/main" id="{B7CF74F0-E826-CE41-B70E-DC73509B6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2" name="Group 131">
                <a:extLst>
                  <a:ext uri="{FF2B5EF4-FFF2-40B4-BE49-F238E27FC236}">
                    <a16:creationId xmlns="" xmlns:a16="http://schemas.microsoft.com/office/drawing/2014/main" id="{D87ED124-1122-114E-A552-2B81F10E97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53" name="Group 132">
                  <a:extLst>
                    <a:ext uri="{FF2B5EF4-FFF2-40B4-BE49-F238E27FC236}">
                      <a16:creationId xmlns="" xmlns:a16="http://schemas.microsoft.com/office/drawing/2014/main" id="{3983C9C0-A891-BF4E-A921-C7DB56F4CC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57" name="Group 133">
                    <a:extLst>
                      <a:ext uri="{FF2B5EF4-FFF2-40B4-BE49-F238E27FC236}">
                        <a16:creationId xmlns="" xmlns:a16="http://schemas.microsoft.com/office/drawing/2014/main" id="{00BCA7B6-7079-5840-B49A-A1603E6357D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60" name="Group 134">
                      <a:extLst>
                        <a:ext uri="{FF2B5EF4-FFF2-40B4-BE49-F238E27FC236}">
                          <a16:creationId xmlns="" xmlns:a16="http://schemas.microsoft.com/office/drawing/2014/main" id="{5723C07F-7067-7442-B671-6E3710D5B30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64" name="Rectangle 135">
                        <a:extLst>
                          <a:ext uri="{FF2B5EF4-FFF2-40B4-BE49-F238E27FC236}">
                            <a16:creationId xmlns="" xmlns:a16="http://schemas.microsoft.com/office/drawing/2014/main" id="{B5AF0E21-ED85-9849-B221-EFD25F84BE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5" name="Text Box 136">
                        <a:extLst>
                          <a:ext uri="{FF2B5EF4-FFF2-40B4-BE49-F238E27FC236}">
                            <a16:creationId xmlns="" xmlns:a16="http://schemas.microsoft.com/office/drawing/2014/main" id="{45723D24-31C5-4846-BE05-0E7FD549A89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61" name="Group 137">
                      <a:extLst>
                        <a:ext uri="{FF2B5EF4-FFF2-40B4-BE49-F238E27FC236}">
                          <a16:creationId xmlns="" xmlns:a16="http://schemas.microsoft.com/office/drawing/2014/main" id="{80FE1C0E-16B1-2D44-B299-88A00143E6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62" name="Rectangle 138">
                        <a:extLst>
                          <a:ext uri="{FF2B5EF4-FFF2-40B4-BE49-F238E27FC236}">
                            <a16:creationId xmlns="" xmlns:a16="http://schemas.microsoft.com/office/drawing/2014/main" id="{D1EF3C03-E9F7-EA48-B907-E23FDF7AAE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3" name="Rectangle 139">
                        <a:extLst>
                          <a:ext uri="{FF2B5EF4-FFF2-40B4-BE49-F238E27FC236}">
                            <a16:creationId xmlns="" xmlns:a16="http://schemas.microsoft.com/office/drawing/2014/main" id="{0E636BA2-C8E1-2748-ABAB-2E1309C06E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58" name="Rectangle 140">
                    <a:extLst>
                      <a:ext uri="{FF2B5EF4-FFF2-40B4-BE49-F238E27FC236}">
                        <a16:creationId xmlns="" xmlns:a16="http://schemas.microsoft.com/office/drawing/2014/main" id="{1E71C801-BC9F-C941-B2FA-82E6DFB91E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59" name="Rectangle 141">
                    <a:extLst>
                      <a:ext uri="{FF2B5EF4-FFF2-40B4-BE49-F238E27FC236}">
                        <a16:creationId xmlns="" xmlns:a16="http://schemas.microsoft.com/office/drawing/2014/main" id="{8C1C8646-0C84-7646-B3C5-C586B30A32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354" name="Rectangle 142">
                  <a:extLst>
                    <a:ext uri="{FF2B5EF4-FFF2-40B4-BE49-F238E27FC236}">
                      <a16:creationId xmlns="" xmlns:a16="http://schemas.microsoft.com/office/drawing/2014/main" id="{F7DE1756-9A3B-B144-842D-932034049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5" name="Rectangle 143">
                  <a:extLst>
                    <a:ext uri="{FF2B5EF4-FFF2-40B4-BE49-F238E27FC236}">
                      <a16:creationId xmlns="" xmlns:a16="http://schemas.microsoft.com/office/drawing/2014/main" id="{1BA49523-4DF4-5F44-9051-145D0A615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6" name="Rectangle 144">
                  <a:extLst>
                    <a:ext uri="{FF2B5EF4-FFF2-40B4-BE49-F238E27FC236}">
                      <a16:creationId xmlns="" xmlns:a16="http://schemas.microsoft.com/office/drawing/2014/main" id="{D8FFCB85-547D-C64B-A539-2E1956807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44" name="AutoShape 145">
              <a:extLst>
                <a:ext uri="{FF2B5EF4-FFF2-40B4-BE49-F238E27FC236}">
                  <a16:creationId xmlns="" xmlns:a16="http://schemas.microsoft.com/office/drawing/2014/main" id="{3F4330D4-196A-FE44-8859-2BBEE9440F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45" name="Group 146">
              <a:extLst>
                <a:ext uri="{FF2B5EF4-FFF2-40B4-BE49-F238E27FC236}">
                  <a16:creationId xmlns="" xmlns:a16="http://schemas.microsoft.com/office/drawing/2014/main" id="{2C244F89-6CDC-B14C-B8E0-593D333F6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346" name="Rectangle 147">
                <a:extLst>
                  <a:ext uri="{FF2B5EF4-FFF2-40B4-BE49-F238E27FC236}">
                    <a16:creationId xmlns="" xmlns:a16="http://schemas.microsoft.com/office/drawing/2014/main" id="{3F1C1009-8ACA-AE4D-B2EA-D060B3041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7" name="Text Box 148">
                <a:extLst>
                  <a:ext uri="{FF2B5EF4-FFF2-40B4-BE49-F238E27FC236}">
                    <a16:creationId xmlns="" xmlns:a16="http://schemas.microsoft.com/office/drawing/2014/main" id="{E9DDB984-3FC1-9442-8445-5B270D276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379" name="Group 149">
            <a:extLst>
              <a:ext uri="{FF2B5EF4-FFF2-40B4-BE49-F238E27FC236}">
                <a16:creationId xmlns="" xmlns:a16="http://schemas.microsoft.com/office/drawing/2014/main" id="{CF307C47-A864-5E4F-9726-298AD443C250}"/>
              </a:ext>
            </a:extLst>
          </p:cNvPr>
          <p:cNvGrpSpPr>
            <a:grpSpLocks/>
          </p:cNvGrpSpPr>
          <p:nvPr/>
        </p:nvGrpSpPr>
        <p:grpSpPr bwMode="auto"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380" name="Rectangle 150">
              <a:extLst>
                <a:ext uri="{FF2B5EF4-FFF2-40B4-BE49-F238E27FC236}">
                  <a16:creationId xmlns="" xmlns:a16="http://schemas.microsoft.com/office/drawing/2014/main" id="{153D2A8C-D4DA-3744-9B39-E44700761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Text Box 151">
              <a:extLst>
                <a:ext uri="{FF2B5EF4-FFF2-40B4-BE49-F238E27FC236}">
                  <a16:creationId xmlns="" xmlns:a16="http://schemas.microsoft.com/office/drawing/2014/main" id="{188D7169-9E2B-604F-A79F-4277DE2B7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382" name="Rectangle 155">
            <a:extLst>
              <a:ext uri="{FF2B5EF4-FFF2-40B4-BE49-F238E27FC236}">
                <a16:creationId xmlns="" xmlns:a16="http://schemas.microsoft.com/office/drawing/2014/main" id="{E3E60786-723F-AF41-BAEB-EAE22AF7D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223" y="3162580"/>
            <a:ext cx="6530667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encapsulation at DHCP server, frame forwarded (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switch learning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) through LAN, demultiplexing at client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83" name="Text Box 156">
            <a:extLst>
              <a:ext uri="{FF2B5EF4-FFF2-40B4-BE49-F238E27FC236}">
                <a16:creationId xmlns="" xmlns:a16="http://schemas.microsoft.com/office/drawing/2014/main" id="{C11E33FE-C63F-9746-B0FD-73D62EF6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687" y="5515572"/>
            <a:ext cx="81109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Client now has IP address, knows name &amp; addr of DNS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server, IP address of its first-hop router</a:t>
            </a:r>
          </a:p>
        </p:txBody>
      </p:sp>
      <p:sp>
        <p:nvSpPr>
          <p:cNvPr id="384" name="Rectangle 157">
            <a:extLst>
              <a:ext uri="{FF2B5EF4-FFF2-40B4-BE49-F238E27FC236}">
                <a16:creationId xmlns="" xmlns:a16="http://schemas.microsoft.com/office/drawing/2014/main" id="{EA276F5A-DB03-D14D-910F-E636747EE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766" y="4655782"/>
            <a:ext cx="6530666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client receives DHCP ACK reply</a:t>
            </a:r>
          </a:p>
        </p:txBody>
      </p:sp>
    </p:spTree>
    <p:extLst>
      <p:ext uri="{BB962C8B-B14F-4D97-AF65-F5344CB8AC3E}">
        <p14:creationId xmlns:p14="http://schemas.microsoft.com/office/powerpoint/2010/main" val="1040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3 L 0.1612 0.00278 L 0.28347 -0.29097 L -0.02422 -0.29306 " pathEditMode="relative" rAng="0" ptsTypes="AAAA">
                                      <p:cBhvr>
                                        <p:cTn id="23" dur="2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8" y="-1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 build="p"/>
      <p:bldP spid="382" grpId="0" build="p"/>
      <p:bldP spid="383" grpId="0"/>
      <p:bldP spid="38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A day in the life… ARP  </a:t>
            </a:r>
            <a:r>
              <a:rPr lang="en-US" sz="4000" dirty="0"/>
              <a:t>(before DNS, before HTTP)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=""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=""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=""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=""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=""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=""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=""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=""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=""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=""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=""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=""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=""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=""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=""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=""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=""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=""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=""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=""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=""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=""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=""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=""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=""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=""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=""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=""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=""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=""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=""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=""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=""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=""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=""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=""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=""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=""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=""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=""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=""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=""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=""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=""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=""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=""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=""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=""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ARP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=""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ARP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=""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=""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=""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=""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=""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=""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=""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=""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=""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0F4F38AC-7072-2A41-9BA4-4EA38691E8F5}"/>
              </a:ext>
            </a:extLst>
          </p:cNvPr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974" name="Group 342">
              <a:extLst>
                <a:ext uri="{FF2B5EF4-FFF2-40B4-BE49-F238E27FC236}">
                  <a16:creationId xmlns="" xmlns:a16="http://schemas.microsoft.com/office/drawing/2014/main" id="{68368F8A-0905-C04F-8373-D523E15DD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975" name="Freeform 334">
                <a:extLst>
                  <a:ext uri="{FF2B5EF4-FFF2-40B4-BE49-F238E27FC236}">
                    <a16:creationId xmlns="" xmlns:a16="http://schemas.microsoft.com/office/drawing/2014/main" id="{FEE3001B-2BDF-E641-AFF3-DFF0ECFF1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4" y="2316"/>
                <a:ext cx="263" cy="441"/>
              </a:xfrm>
              <a:custGeom>
                <a:avLst/>
                <a:gdLst>
                  <a:gd name="T0" fmla="*/ 1 w 551"/>
                  <a:gd name="T1" fmla="*/ 0 h 801"/>
                  <a:gd name="T2" fmla="*/ 28 w 551"/>
                  <a:gd name="T3" fmla="*/ 402 h 801"/>
                  <a:gd name="T4" fmla="*/ 1 w 551"/>
                  <a:gd name="T5" fmla="*/ 801 h 801"/>
                  <a:gd name="T6" fmla="*/ 1 w 551"/>
                  <a:gd name="T7" fmla="*/ 535 h 801"/>
                  <a:gd name="T8" fmla="*/ 0 w 551"/>
                  <a:gd name="T9" fmla="*/ 371 h 801"/>
                  <a:gd name="T10" fmla="*/ 1 w 551"/>
                  <a:gd name="T11" fmla="*/ 0 h 8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connsiteX0" fmla="*/ 254 w 10000"/>
                  <a:gd name="connsiteY0" fmla="*/ 0 h 10000"/>
                  <a:gd name="connsiteX1" fmla="*/ 10000 w 10000"/>
                  <a:gd name="connsiteY1" fmla="*/ 5019 h 10000"/>
                  <a:gd name="connsiteX2" fmla="*/ 109 w 10000"/>
                  <a:gd name="connsiteY2" fmla="*/ 10000 h 10000"/>
                  <a:gd name="connsiteX3" fmla="*/ 236 w 10000"/>
                  <a:gd name="connsiteY3" fmla="*/ 6679 h 10000"/>
                  <a:gd name="connsiteX4" fmla="*/ 0 w 10000"/>
                  <a:gd name="connsiteY4" fmla="*/ 4632 h 10000"/>
                  <a:gd name="connsiteX5" fmla="*/ 254 w 10000"/>
                  <a:gd name="connsiteY5" fmla="*/ 0 h 10000"/>
                  <a:gd name="connsiteX0" fmla="*/ 254 w 7841"/>
                  <a:gd name="connsiteY0" fmla="*/ 0 h 10000"/>
                  <a:gd name="connsiteX1" fmla="*/ 7841 w 7841"/>
                  <a:gd name="connsiteY1" fmla="*/ 4764 h 10000"/>
                  <a:gd name="connsiteX2" fmla="*/ 109 w 7841"/>
                  <a:gd name="connsiteY2" fmla="*/ 10000 h 10000"/>
                  <a:gd name="connsiteX3" fmla="*/ 236 w 7841"/>
                  <a:gd name="connsiteY3" fmla="*/ 6679 h 10000"/>
                  <a:gd name="connsiteX4" fmla="*/ 0 w 7841"/>
                  <a:gd name="connsiteY4" fmla="*/ 4632 h 10000"/>
                  <a:gd name="connsiteX5" fmla="*/ 254 w 7841"/>
                  <a:gd name="connsiteY5" fmla="*/ 0 h 10000"/>
                  <a:gd name="connsiteX0" fmla="*/ 324 w 10000"/>
                  <a:gd name="connsiteY0" fmla="*/ 0 h 10000"/>
                  <a:gd name="connsiteX1" fmla="*/ 10000 w 10000"/>
                  <a:gd name="connsiteY1" fmla="*/ 4764 h 10000"/>
                  <a:gd name="connsiteX2" fmla="*/ 139 w 10000"/>
                  <a:gd name="connsiteY2" fmla="*/ 10000 h 10000"/>
                  <a:gd name="connsiteX3" fmla="*/ 0 w 10000"/>
                  <a:gd name="connsiteY3" fmla="*/ 4632 h 10000"/>
                  <a:gd name="connsiteX4" fmla="*/ 324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76" name="Group 335">
                <a:extLst>
                  <a:ext uri="{FF2B5EF4-FFF2-40B4-BE49-F238E27FC236}">
                    <a16:creationId xmlns="" xmlns:a16="http://schemas.microsoft.com/office/drawing/2014/main" id="{075A72C7-137F-3848-A6E3-E64A408A3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977" name="Rectangle 336">
                  <a:extLst>
                    <a:ext uri="{FF2B5EF4-FFF2-40B4-BE49-F238E27FC236}">
                      <a16:creationId xmlns="" xmlns:a16="http://schemas.microsoft.com/office/drawing/2014/main" id="{5A39D877-B301-F047-BE8E-34B3EF11CB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78" name="Text Box 337">
                  <a:extLst>
                    <a:ext uri="{FF2B5EF4-FFF2-40B4-BE49-F238E27FC236}">
                      <a16:creationId xmlns="" xmlns:a16="http://schemas.microsoft.com/office/drawing/2014/main" id="{3B8C2E8D-8470-A948-BC08-E08C849665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Eth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</a:t>
                  </a:r>
                </a:p>
              </p:txBody>
            </p:sp>
            <p:sp>
              <p:nvSpPr>
                <p:cNvPr id="981" name="Line 340">
                  <a:extLst>
                    <a:ext uri="{FF2B5EF4-FFF2-40B4-BE49-F238E27FC236}">
                      <a16:creationId xmlns="" xmlns:a16="http://schemas.microsoft.com/office/drawing/2014/main" id="{8CF39C3F-AF73-EB42-B07E-8E2490424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2" y="3448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82" name="Line 341">
                  <a:extLst>
                    <a:ext uri="{FF2B5EF4-FFF2-40B4-BE49-F238E27FC236}">
                      <a16:creationId xmlns="" xmlns:a16="http://schemas.microsoft.com/office/drawing/2014/main" id="{6579215B-0078-6047-B238-35EDE678AB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3607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02" name="Group 252">
              <a:extLst>
                <a:ext uri="{FF2B5EF4-FFF2-40B4-BE49-F238E27FC236}">
                  <a16:creationId xmlns="" xmlns:a16="http://schemas.microsoft.com/office/drawing/2014/main" id="{06942A6D-F41F-9441-9844-427FCC6309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203" name="Rectangle 253">
                <a:extLst>
                  <a:ext uri="{FF2B5EF4-FFF2-40B4-BE49-F238E27FC236}">
                    <a16:creationId xmlns="" xmlns:a16="http://schemas.microsoft.com/office/drawing/2014/main" id="{94DAFFBE-8C37-EC41-88D4-3B6327CDA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04" name="Text Box 254">
                <a:extLst>
                  <a:ext uri="{FF2B5EF4-FFF2-40B4-BE49-F238E27FC236}">
                    <a16:creationId xmlns="" xmlns:a16="http://schemas.microsoft.com/office/drawing/2014/main" id="{CAFFDC99-9C64-4545-B4C3-A0E1FF597D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   </a:t>
                </a:r>
                <a:r>
                  <a:rPr lang="en-US" sz="11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ARP</a:t>
                </a:r>
                <a:endParaRPr lang="en-US" sz="1000" i="0" dirty="0">
                  <a:solidFill>
                    <a:srgbClr val="000000"/>
                  </a:solidFill>
                  <a:latin typeface="Arial" charset="0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=""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=""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=""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=""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=""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=""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=""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=""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=""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=""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=""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=""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=""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=""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=""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=""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=""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=""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=""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=""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=""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=""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=""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=""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=""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=""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=""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=""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=""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=""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=""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=""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=""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02" name="Rectangle 3">
            <a:extLst>
              <a:ext uri="{FF2B5EF4-FFF2-40B4-BE49-F238E27FC236}">
                <a16:creationId xmlns="" xmlns:a16="http://schemas.microsoft.com/office/drawing/2014/main" id="{9600BDB0-B69B-3A49-8AE3-C321F92D1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defRPr/>
            </a:pPr>
            <a:r>
              <a:rPr lang="en-US" sz="2400" kern="0" dirty="0">
                <a:cs typeface="+mn-cs"/>
              </a:rPr>
              <a:t>before sending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HTTP</a:t>
            </a:r>
            <a:r>
              <a:rPr lang="en-US" sz="2400" b="1" i="1" kern="0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sz="2400" kern="0" dirty="0">
                <a:cs typeface="+mn-cs"/>
              </a:rPr>
              <a:t>request, need IP address of www.google.com: 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DNS</a:t>
            </a:r>
          </a:p>
        </p:txBody>
      </p:sp>
      <p:grpSp>
        <p:nvGrpSpPr>
          <p:cNvPr id="404" name="Group 276">
            <a:extLst>
              <a:ext uri="{FF2B5EF4-FFF2-40B4-BE49-F238E27FC236}">
                <a16:creationId xmlns=""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=""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=""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=""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=""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=""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=""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=""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=""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=""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=""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=""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=""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=""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=""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=""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=""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=""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=""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=""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=""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25" name="Rectangle 152">
            <a:extLst>
              <a:ext uri="{FF2B5EF4-FFF2-40B4-BE49-F238E27FC236}">
                <a16:creationId xmlns="" xmlns:a16="http://schemas.microsoft.com/office/drawing/2014/main" id="{4CFC0AF0-7EC0-4D43-94F4-E73826F0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query created, encapsulated in UDP, encapsulated in IP, encapsulated in Eth.  To send frame to router, need MAC address of router interface: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</a:t>
            </a:r>
          </a:p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endParaRPr lang="en-US" sz="2400" b="1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426" name="Rectangle 153">
            <a:extLst>
              <a:ext uri="{FF2B5EF4-FFF2-40B4-BE49-F238E27FC236}">
                <a16:creationId xmlns="" xmlns:a16="http://schemas.microsoft.com/office/drawing/2014/main" id="{FD2FE8A7-E83B-3C4D-A1FE-0B7B25DBC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query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broadcast, received by router, which replies with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reply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giving MAC address of router interface</a:t>
            </a:r>
          </a:p>
        </p:txBody>
      </p:sp>
      <p:sp>
        <p:nvSpPr>
          <p:cNvPr id="427" name="Rectangle 154">
            <a:extLst>
              <a:ext uri="{FF2B5EF4-FFF2-40B4-BE49-F238E27FC236}">
                <a16:creationId xmlns="" xmlns:a16="http://schemas.microsoft.com/office/drawing/2014/main" id="{DDBB99F5-8593-8C4D-A838-59A6ECE1B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client now knows MAC address of first hop router, so can now send frame containing DNS query </a:t>
            </a:r>
          </a:p>
        </p:txBody>
      </p:sp>
      <p:grpSp>
        <p:nvGrpSpPr>
          <p:cNvPr id="428" name="Group 263">
            <a:extLst>
              <a:ext uri="{FF2B5EF4-FFF2-40B4-BE49-F238E27FC236}">
                <a16:creationId xmlns="" xmlns:a16="http://schemas.microsoft.com/office/drawing/2014/main" id="{68826AA2-4F98-7F47-AF24-4C4E3D26A58B}"/>
              </a:ext>
            </a:extLst>
          </p:cNvPr>
          <p:cNvGrpSpPr>
            <a:grpSpLocks/>
          </p:cNvGrpSpPr>
          <p:nvPr/>
        </p:nvGrpSpPr>
        <p:grpSpPr bwMode="auto"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429" name="Rectangle 103">
              <a:extLst>
                <a:ext uri="{FF2B5EF4-FFF2-40B4-BE49-F238E27FC236}">
                  <a16:creationId xmlns="" xmlns:a16="http://schemas.microsoft.com/office/drawing/2014/main" id="{C71ECA35-4F8D-5D47-8060-B0745197B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0" name="Rectangle 101">
              <a:extLst>
                <a:ext uri="{FF2B5EF4-FFF2-40B4-BE49-F238E27FC236}">
                  <a16:creationId xmlns="" xmlns:a16="http://schemas.microsoft.com/office/drawing/2014/main" id="{FDD4DECA-422E-4743-ADFD-53E28A987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1" name="Rectangle 102">
              <a:extLst>
                <a:ext uri="{FF2B5EF4-FFF2-40B4-BE49-F238E27FC236}">
                  <a16:creationId xmlns="" xmlns:a16="http://schemas.microsoft.com/office/drawing/2014/main" id="{EAEDB337-6724-464E-A55A-5A0E5BBF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Rectangle 100">
              <a:extLst>
                <a:ext uri="{FF2B5EF4-FFF2-40B4-BE49-F238E27FC236}">
                  <a16:creationId xmlns="" xmlns:a16="http://schemas.microsoft.com/office/drawing/2014/main" id="{1FA4EE33-78A2-794A-9CB7-B9C75F982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Text Box 95">
              <a:extLst>
                <a:ext uri="{FF2B5EF4-FFF2-40B4-BE49-F238E27FC236}">
                  <a16:creationId xmlns="" xmlns:a16="http://schemas.microsoft.com/office/drawing/2014/main" id="{875142B1-4732-5048-81A1-9B96CDE36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query</a:t>
              </a:r>
            </a:p>
          </p:txBody>
        </p:sp>
      </p:grpSp>
      <p:grpSp>
        <p:nvGrpSpPr>
          <p:cNvPr id="434" name="Group 242">
            <a:extLst>
              <a:ext uri="{FF2B5EF4-FFF2-40B4-BE49-F238E27FC236}">
                <a16:creationId xmlns="" xmlns:a16="http://schemas.microsoft.com/office/drawing/2014/main" id="{8F475CF7-DFC6-814F-B8D2-6784E7D418FB}"/>
              </a:ext>
            </a:extLst>
          </p:cNvPr>
          <p:cNvGrpSpPr>
            <a:grpSpLocks/>
          </p:cNvGrpSpPr>
          <p:nvPr/>
        </p:nvGrpSpPr>
        <p:grpSpPr bwMode="auto"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435" name="Rectangle 241">
              <a:extLst>
                <a:ext uri="{FF2B5EF4-FFF2-40B4-BE49-F238E27FC236}">
                  <a16:creationId xmlns="" xmlns:a16="http://schemas.microsoft.com/office/drawing/2014/main" id="{5AFC1130-C0C2-3444-AF07-ACAD07F9A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6" name="Text Box 240">
              <a:extLst>
                <a:ext uri="{FF2B5EF4-FFF2-40B4-BE49-F238E27FC236}">
                  <a16:creationId xmlns="" xmlns:a16="http://schemas.microsoft.com/office/drawing/2014/main" id="{8DAA4E75-2F77-7F4F-AE38-52EF63C13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</a:t>
              </a:r>
            </a:p>
          </p:txBody>
        </p:sp>
      </p:grpSp>
      <p:grpSp>
        <p:nvGrpSpPr>
          <p:cNvPr id="437" name="Group 270">
            <a:extLst>
              <a:ext uri="{FF2B5EF4-FFF2-40B4-BE49-F238E27FC236}">
                <a16:creationId xmlns="" xmlns:a16="http://schemas.microsoft.com/office/drawing/2014/main" id="{930FF8F7-BB7F-D441-9A97-FD9DD2AD487D}"/>
              </a:ext>
            </a:extLst>
          </p:cNvPr>
          <p:cNvGrpSpPr>
            <a:grpSpLocks/>
          </p:cNvGrpSpPr>
          <p:nvPr/>
        </p:nvGrpSpPr>
        <p:grpSpPr bwMode="auto"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438" name="Rectangle 271">
              <a:extLst>
                <a:ext uri="{FF2B5EF4-FFF2-40B4-BE49-F238E27FC236}">
                  <a16:creationId xmlns="" xmlns:a16="http://schemas.microsoft.com/office/drawing/2014/main" id="{61FC6345-4973-8140-A6BB-928CDD828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9" name="Rectangle 272">
              <a:extLst>
                <a:ext uri="{FF2B5EF4-FFF2-40B4-BE49-F238E27FC236}">
                  <a16:creationId xmlns="" xmlns:a16="http://schemas.microsoft.com/office/drawing/2014/main" id="{5EFDDE48-FE9E-9249-87DD-27F8785A6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0" name="Rectangle 273">
              <a:extLst>
                <a:ext uri="{FF2B5EF4-FFF2-40B4-BE49-F238E27FC236}">
                  <a16:creationId xmlns="" xmlns:a16="http://schemas.microsoft.com/office/drawing/2014/main" id="{CE69DA54-A2DB-AA4B-9B32-11813B2F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Rectangle 274">
              <a:extLst>
                <a:ext uri="{FF2B5EF4-FFF2-40B4-BE49-F238E27FC236}">
                  <a16:creationId xmlns="" xmlns:a16="http://schemas.microsoft.com/office/drawing/2014/main" id="{C4B49586-4E68-A548-84ED-789AD9B8F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2" name="Text Box 275">
              <a:extLst>
                <a:ext uri="{FF2B5EF4-FFF2-40B4-BE49-F238E27FC236}">
                  <a16:creationId xmlns="" xmlns:a16="http://schemas.microsoft.com/office/drawing/2014/main" id="{1179A2EB-EEF0-3847-837A-72FA8FFDC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636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2777 C -0.00247 0.06782 -0.00234 0.10856 -0.00195 0.14884 L 0.34974 0.15694 L 0.18919 0.39421 C 0.13945 0.39328 0.08893 0.39606 0.03919 0.39514 C 0.03919 0.36666 0.03932 0.31319 0.03932 0.28449 " pathEditMode="relative" rAng="0" ptsTypes="AAAAAA">
                                      <p:cBhvr>
                                        <p:cTn id="31" dur="2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1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C -3.75E-6 0.02639 -3.75E-6 0.05277 0.00026 0.07893 L 0.14662 0.08009 L 0.29414 -0.12269 C 0.15756 -0.12199 0.09532 -0.13033 -0.04127 -0.12963 C -0.04127 -0.14352 -0.0414 -0.16135 -0.0414 -0.175 C -0.04179 -0.1838 -0.04114 -0.27292 -0.04166 -0.28148 " pathEditMode="relative" rAng="0" ptsTypes="AAAAAAA">
                                      <p:cBhvr>
                                        <p:cTn id="46" dur="2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17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/>
      <p:bldP spid="426" grpId="0"/>
      <p:bldP spid="4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/>
          </a:bodyPr>
          <a:lstStyle/>
          <a:p>
            <a:r>
              <a:rPr lang="en-US" sz="4900" dirty="0"/>
              <a:t>A day in the life… using DNS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=""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=""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=""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=""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=""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=""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=""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=""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=""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=""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=""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=""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=""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=""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=""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=""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=""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=""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=""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=""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=""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=""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=""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=""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=""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=""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=""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=""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=""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=""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=""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=""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=""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=""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=""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=""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=""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=""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=""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=""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=""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=""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=""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=""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=""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=""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=""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15" name="Group 250">
            <a:extLst>
              <a:ext uri="{FF2B5EF4-FFF2-40B4-BE49-F238E27FC236}">
                <a16:creationId xmlns=""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=""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=""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=""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=""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=""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=""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=""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=""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=""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=""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=""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=""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=""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=""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=""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=""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=""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=""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=""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=""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=""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=""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=""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=""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=""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=""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=""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=""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=""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=""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=""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=""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=""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=""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=""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=""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=""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=""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=""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=""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=""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=""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=""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=""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=""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=""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=""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=""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=""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=""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=""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=""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=""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=""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=""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=""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=""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=""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=""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=""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=""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=""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=""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2" y="1792392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=""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3671606"/>
            <a:ext cx="14847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 smtClean="0">
                <a:solidFill>
                  <a:srgbClr val="000000"/>
                </a:solidFill>
                <a:latin typeface="Arial" charset="0"/>
              </a:rPr>
              <a:t>Airtel network </a:t>
            </a:r>
            <a:endParaRPr lang="en-US" sz="1600" i="0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=""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1" name="Line 93">
            <a:extLst>
              <a:ext uri="{FF2B5EF4-FFF2-40B4-BE49-F238E27FC236}">
                <a16:creationId xmlns="" xmlns:a16="http://schemas.microsoft.com/office/drawing/2014/main" id="{EAAF435E-6997-7049-AE19-F5A3D5ECC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9888" y="2731714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2" name="Text Box 139">
            <a:extLst>
              <a:ext uri="{FF2B5EF4-FFF2-40B4-BE49-F238E27FC236}">
                <a16:creationId xmlns="" xmlns:a16="http://schemas.microsoft.com/office/drawing/2014/main" id="{D18D0D17-3537-854D-BE00-799B204FD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=""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=""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=""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=""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=""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=""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9" name="Group 173">
            <a:extLst>
              <a:ext uri="{FF2B5EF4-FFF2-40B4-BE49-F238E27FC236}">
                <a16:creationId xmlns="" xmlns:a16="http://schemas.microsoft.com/office/drawing/2014/main" id="{FD9B7ECC-8F8F-8B4A-85D5-2A868F36C505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7888101" y="3793751"/>
            <a:ext cx="400050" cy="152400"/>
            <a:chOff x="3228" y="1776"/>
            <a:chExt cx="252" cy="96"/>
          </a:xfrm>
        </p:grpSpPr>
        <p:sp>
          <p:nvSpPr>
            <p:cNvPr id="160" name="Line 174">
              <a:extLst>
                <a:ext uri="{FF2B5EF4-FFF2-40B4-BE49-F238E27FC236}">
                  <a16:creationId xmlns="" xmlns:a16="http://schemas.microsoft.com/office/drawing/2014/main" id="{E4C9DD3C-343B-B043-9CF6-10B42EAC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Line 175">
              <a:extLst>
                <a:ext uri="{FF2B5EF4-FFF2-40B4-BE49-F238E27FC236}">
                  <a16:creationId xmlns="" xmlns:a16="http://schemas.microsoft.com/office/drawing/2014/main" id="{343368E1-A457-5D48-A3F0-A3B53D5B0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2" name="Group 176">
            <a:extLst>
              <a:ext uri="{FF2B5EF4-FFF2-40B4-BE49-F238E27FC236}">
                <a16:creationId xmlns="" xmlns:a16="http://schemas.microsoft.com/office/drawing/2014/main" id="{592F8EA2-6661-5445-8C3D-825FD532EE6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064188" y="3812801"/>
            <a:ext cx="295275" cy="114300"/>
            <a:chOff x="3228" y="1776"/>
            <a:chExt cx="252" cy="96"/>
          </a:xfrm>
        </p:grpSpPr>
        <p:sp>
          <p:nvSpPr>
            <p:cNvPr id="163" name="Line 177">
              <a:extLst>
                <a:ext uri="{FF2B5EF4-FFF2-40B4-BE49-F238E27FC236}">
                  <a16:creationId xmlns="" xmlns:a16="http://schemas.microsoft.com/office/drawing/2014/main" id="{C81F7411-7489-D040-A6B8-B4BBD27EC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4" name="Line 178">
              <a:extLst>
                <a:ext uri="{FF2B5EF4-FFF2-40B4-BE49-F238E27FC236}">
                  <a16:creationId xmlns="" xmlns:a16="http://schemas.microsoft.com/office/drawing/2014/main" id="{FE32B4AA-D33A-6545-A3C1-DDC1B9A51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5" name="Group 179">
            <a:extLst>
              <a:ext uri="{FF2B5EF4-FFF2-40B4-BE49-F238E27FC236}">
                <a16:creationId xmlns="" xmlns:a16="http://schemas.microsoft.com/office/drawing/2014/main" id="{CC82D047-4926-4B42-8EC3-A5ACCDE16B9C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335651" y="3155576"/>
            <a:ext cx="452437" cy="57150"/>
            <a:chOff x="3228" y="1776"/>
            <a:chExt cx="252" cy="96"/>
          </a:xfrm>
        </p:grpSpPr>
        <p:sp>
          <p:nvSpPr>
            <p:cNvPr id="166" name="Line 180">
              <a:extLst>
                <a:ext uri="{FF2B5EF4-FFF2-40B4-BE49-F238E27FC236}">
                  <a16:creationId xmlns="" xmlns:a16="http://schemas.microsoft.com/office/drawing/2014/main" id="{0C3E47A6-9D40-F446-B950-E19DB4AE8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Line 181">
              <a:extLst>
                <a:ext uri="{FF2B5EF4-FFF2-40B4-BE49-F238E27FC236}">
                  <a16:creationId xmlns="" xmlns:a16="http://schemas.microsoft.com/office/drawing/2014/main" id="{97B34EB4-6DFA-1D49-AE95-1E8C335D9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8" name="Group 182">
            <a:extLst>
              <a:ext uri="{FF2B5EF4-FFF2-40B4-BE49-F238E27FC236}">
                <a16:creationId xmlns="" xmlns:a16="http://schemas.microsoft.com/office/drawing/2014/main" id="{1BDD731C-4A33-B447-95B4-B36A72034B1F}"/>
              </a:ext>
            </a:extLst>
          </p:cNvPr>
          <p:cNvGrpSpPr>
            <a:grpSpLocks/>
          </p:cNvGrpSpPr>
          <p:nvPr/>
        </p:nvGrpSpPr>
        <p:grpSpPr bwMode="auto">
          <a:xfrm>
            <a:off x="6478401" y="3360364"/>
            <a:ext cx="295275" cy="114300"/>
            <a:chOff x="3228" y="1776"/>
            <a:chExt cx="252" cy="96"/>
          </a:xfrm>
        </p:grpSpPr>
        <p:sp>
          <p:nvSpPr>
            <p:cNvPr id="169" name="Line 183">
              <a:extLst>
                <a:ext uri="{FF2B5EF4-FFF2-40B4-BE49-F238E27FC236}">
                  <a16:creationId xmlns="" xmlns:a16="http://schemas.microsoft.com/office/drawing/2014/main" id="{366216FC-944A-0D49-BBD1-3FEF1FF82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0" name="Line 184">
              <a:extLst>
                <a:ext uri="{FF2B5EF4-FFF2-40B4-BE49-F238E27FC236}">
                  <a16:creationId xmlns="" xmlns:a16="http://schemas.microsoft.com/office/drawing/2014/main" id="{2EA25562-C312-A440-ACDF-79E1C923B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1" name="Group 185">
            <a:extLst>
              <a:ext uri="{FF2B5EF4-FFF2-40B4-BE49-F238E27FC236}">
                <a16:creationId xmlns="" xmlns:a16="http://schemas.microsoft.com/office/drawing/2014/main" id="{B85300C2-B57F-2740-9176-B263E29ECFC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6576" y="3360364"/>
            <a:ext cx="295275" cy="114300"/>
            <a:chOff x="3228" y="1776"/>
            <a:chExt cx="252" cy="96"/>
          </a:xfrm>
        </p:grpSpPr>
        <p:sp>
          <p:nvSpPr>
            <p:cNvPr id="172" name="Line 186">
              <a:extLst>
                <a:ext uri="{FF2B5EF4-FFF2-40B4-BE49-F238E27FC236}">
                  <a16:creationId xmlns="" xmlns:a16="http://schemas.microsoft.com/office/drawing/2014/main" id="{7EE5A1A6-FF75-2A4F-91EF-CC4086E07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3" name="Line 187">
              <a:extLst>
                <a:ext uri="{FF2B5EF4-FFF2-40B4-BE49-F238E27FC236}">
                  <a16:creationId xmlns="" xmlns:a16="http://schemas.microsoft.com/office/drawing/2014/main" id="{A29381E6-C25F-3941-829A-5C20D09EC9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=""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=""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=""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=""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=""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=""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=""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=""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="" xmlns:a16="http://schemas.microsoft.com/office/drawing/2014/main" id="{3CDC88CA-73F6-2A4E-A5B8-07F9CE6EB356}"/>
              </a:ext>
            </a:extLst>
          </p:cNvPr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219" name="Freeform 218">
              <a:extLst>
                <a:ext uri="{FF2B5EF4-FFF2-40B4-BE49-F238E27FC236}">
                  <a16:creationId xmlns="" xmlns:a16="http://schemas.microsoft.com/office/drawing/2014/main" id="{76662FEE-416B-4241-A864-32CEE22908B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0" name="Oval 219">
              <a:extLst>
                <a:ext uri="{FF2B5EF4-FFF2-40B4-BE49-F238E27FC236}">
                  <a16:creationId xmlns="" xmlns:a16="http://schemas.microsoft.com/office/drawing/2014/main" id="{BF854949-8588-4043-8969-4FC76142F8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="" xmlns:a16="http://schemas.microsoft.com/office/drawing/2014/main" id="{D7A98B50-6531-6143-A56B-A0078198E20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" name="Freeform 221">
                <a:extLst>
                  <a:ext uri="{FF2B5EF4-FFF2-40B4-BE49-F238E27FC236}">
                    <a16:creationId xmlns="" xmlns:a16="http://schemas.microsoft.com/office/drawing/2014/main" id="{8EF0E65E-1BE5-3640-B843-535E698DCED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="" xmlns:a16="http://schemas.microsoft.com/office/drawing/2014/main" id="{8B3135FD-22F2-1745-85CC-4BD5AD2C994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="" xmlns:a16="http://schemas.microsoft.com/office/drawing/2014/main" id="{CBF8CAA5-2F9E-6F4F-B932-2A9A9FA6FB3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="" xmlns:a16="http://schemas.microsoft.com/office/drawing/2014/main" id="{BAC7EA6A-1F82-BE41-ABF4-1F0EFC4511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6" name="Group 225">
            <a:extLst>
              <a:ext uri="{FF2B5EF4-FFF2-40B4-BE49-F238E27FC236}">
                <a16:creationId xmlns="" xmlns:a16="http://schemas.microsoft.com/office/drawing/2014/main" id="{3FE2CB04-538F-224A-AF22-DA95DCBB0B6E}"/>
              </a:ext>
            </a:extLst>
          </p:cNvPr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227" name="Freeform 226">
              <a:extLst>
                <a:ext uri="{FF2B5EF4-FFF2-40B4-BE49-F238E27FC236}">
                  <a16:creationId xmlns="" xmlns:a16="http://schemas.microsoft.com/office/drawing/2014/main" id="{554365BE-E9A1-B147-927A-2FEA0E686F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xmlns="" xmlns:a16="http://schemas.microsoft.com/office/drawing/2014/main" id="{41069F9B-234B-AF4D-9BE6-991F3EE817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="" xmlns:a16="http://schemas.microsoft.com/office/drawing/2014/main" id="{78215878-BF48-DA4D-86CB-2D4407EC3A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="" xmlns:a16="http://schemas.microsoft.com/office/drawing/2014/main" id="{230159EF-EC94-2C46-8E32-C44AE9FFF3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="" xmlns:a16="http://schemas.microsoft.com/office/drawing/2014/main" id="{7342E9BF-DE69-4845-BD2D-B9FB0C05B2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="" xmlns:a16="http://schemas.microsoft.com/office/drawing/2014/main" id="{9857134D-B0E3-0741-A4BB-E37AC2713E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="" xmlns:a16="http://schemas.microsoft.com/office/drawing/2014/main" id="{DAC16FA5-30B2-9A4A-B1B4-A15CCF467D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3">
            <a:extLst>
              <a:ext uri="{FF2B5EF4-FFF2-40B4-BE49-F238E27FC236}">
                <a16:creationId xmlns="" xmlns:a16="http://schemas.microsoft.com/office/drawing/2014/main" id="{A72EC927-0C95-E645-8775-84E1A80FD737}"/>
              </a:ext>
            </a:extLst>
          </p:cNvPr>
          <p:cNvGrpSpPr>
            <a:grpSpLocks/>
          </p:cNvGrpSpPr>
          <p:nvPr/>
        </p:nvGrpSpPr>
        <p:grpSpPr bwMode="auto"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578" name="Rectangle 54">
              <a:extLst>
                <a:ext uri="{FF2B5EF4-FFF2-40B4-BE49-F238E27FC236}">
                  <a16:creationId xmlns="" xmlns:a16="http://schemas.microsoft.com/office/drawing/2014/main" id="{DB540962-D523-B049-9978-FD6CEDB13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9" name="Text Box 55">
              <a:extLst>
                <a:ext uri="{FF2B5EF4-FFF2-40B4-BE49-F238E27FC236}">
                  <a16:creationId xmlns="" xmlns:a16="http://schemas.microsoft.com/office/drawing/2014/main" id="{A671B148-0EBD-CE4C-A7BE-F05C67A79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DNS</a:t>
              </a:r>
            </a:p>
          </p:txBody>
        </p:sp>
      </p:grpSp>
      <p:grpSp>
        <p:nvGrpSpPr>
          <p:cNvPr id="580" name="Group 58">
            <a:extLst>
              <a:ext uri="{FF2B5EF4-FFF2-40B4-BE49-F238E27FC236}">
                <a16:creationId xmlns="" xmlns:a16="http://schemas.microsoft.com/office/drawing/2014/main" id="{FFB657E9-A85D-134E-ADB3-005972A3CE32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597" name="Group 59">
              <a:extLst>
                <a:ext uri="{FF2B5EF4-FFF2-40B4-BE49-F238E27FC236}">
                  <a16:creationId xmlns="" xmlns:a16="http://schemas.microsoft.com/office/drawing/2014/main" id="{554D2BDB-333B-E345-B92C-BC3E4A984E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600" name="Rectangle 60">
                <a:extLst>
                  <a:ext uri="{FF2B5EF4-FFF2-40B4-BE49-F238E27FC236}">
                    <a16:creationId xmlns="" xmlns:a16="http://schemas.microsoft.com/office/drawing/2014/main" id="{E15A9A2D-77B5-474A-B586-F25A2E4EF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1" name="Text Box 61">
                <a:extLst>
                  <a:ext uri="{FF2B5EF4-FFF2-40B4-BE49-F238E27FC236}">
                    <a16:creationId xmlns="" xmlns:a16="http://schemas.microsoft.com/office/drawing/2014/main" id="{CF5ECB89-933F-2D4C-94B5-EA4941F676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598" name="Rectangle 62">
              <a:extLst>
                <a:ext uri="{FF2B5EF4-FFF2-40B4-BE49-F238E27FC236}">
                  <a16:creationId xmlns="" xmlns:a16="http://schemas.microsoft.com/office/drawing/2014/main" id="{33C66E75-40B4-5B4E-AC62-94491E022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9" name="Rectangle 63">
              <a:extLst>
                <a:ext uri="{FF2B5EF4-FFF2-40B4-BE49-F238E27FC236}">
                  <a16:creationId xmlns="" xmlns:a16="http://schemas.microsoft.com/office/drawing/2014/main" id="{47B4C203-AC10-904B-B43F-659A64228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02" name="Group 64">
            <a:extLst>
              <a:ext uri="{FF2B5EF4-FFF2-40B4-BE49-F238E27FC236}">
                <a16:creationId xmlns="" xmlns:a16="http://schemas.microsoft.com/office/drawing/2014/main" id="{DCA10A8F-0364-4B44-B765-6D34363A4894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603" name="Group 65">
              <a:extLst>
                <a:ext uri="{FF2B5EF4-FFF2-40B4-BE49-F238E27FC236}">
                  <a16:creationId xmlns="" xmlns:a16="http://schemas.microsoft.com/office/drawing/2014/main" id="{464D5627-EF2F-604D-89D6-5C5B9F7BA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607" name="Rectangle 66">
                <a:extLst>
                  <a:ext uri="{FF2B5EF4-FFF2-40B4-BE49-F238E27FC236}">
                    <a16:creationId xmlns="" xmlns:a16="http://schemas.microsoft.com/office/drawing/2014/main" id="{0E8BAB2D-962C-DB42-8CFB-36171998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8" name="Text Box 67">
                <a:extLst>
                  <a:ext uri="{FF2B5EF4-FFF2-40B4-BE49-F238E27FC236}">
                    <a16:creationId xmlns="" xmlns:a16="http://schemas.microsoft.com/office/drawing/2014/main" id="{207611A9-15A8-004A-8780-651D63CB2D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604" name="Group 68">
              <a:extLst>
                <a:ext uri="{FF2B5EF4-FFF2-40B4-BE49-F238E27FC236}">
                  <a16:creationId xmlns="" xmlns:a16="http://schemas.microsoft.com/office/drawing/2014/main" id="{0350647D-B9CB-F44C-A3BB-4911E53B4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605" name="Rectangle 69">
                <a:extLst>
                  <a:ext uri="{FF2B5EF4-FFF2-40B4-BE49-F238E27FC236}">
                    <a16:creationId xmlns="" xmlns:a16="http://schemas.microsoft.com/office/drawing/2014/main" id="{D6D06566-8FDC-1049-9915-F0119E1E0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6" name="Rectangle 70">
                <a:extLst>
                  <a:ext uri="{FF2B5EF4-FFF2-40B4-BE49-F238E27FC236}">
                    <a16:creationId xmlns="" xmlns:a16="http://schemas.microsoft.com/office/drawing/2014/main" id="{C642603C-03C1-BF49-A5FF-7101DC51C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09" name="Group 71">
            <a:extLst>
              <a:ext uri="{FF2B5EF4-FFF2-40B4-BE49-F238E27FC236}">
                <a16:creationId xmlns="" xmlns:a16="http://schemas.microsoft.com/office/drawing/2014/main" id="{66AFA242-11CE-7D44-B7FD-065E7607A538}"/>
              </a:ext>
            </a:extLst>
          </p:cNvPr>
          <p:cNvGrpSpPr>
            <a:grpSpLocks/>
          </p:cNvGrpSpPr>
          <p:nvPr/>
        </p:nvGrpSpPr>
        <p:grpSpPr bwMode="auto"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610" name="Rectangle 72">
              <a:extLst>
                <a:ext uri="{FF2B5EF4-FFF2-40B4-BE49-F238E27FC236}">
                  <a16:creationId xmlns="" xmlns:a16="http://schemas.microsoft.com/office/drawing/2014/main" id="{3B194A0B-DB59-884F-9A9C-0367A34DF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1" name="Rectangle 73">
              <a:extLst>
                <a:ext uri="{FF2B5EF4-FFF2-40B4-BE49-F238E27FC236}">
                  <a16:creationId xmlns="" xmlns:a16="http://schemas.microsoft.com/office/drawing/2014/main" id="{C81F721E-1CF4-B64A-95E4-0ADFE4A2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12" name="Group 74">
            <a:extLst>
              <a:ext uri="{FF2B5EF4-FFF2-40B4-BE49-F238E27FC236}">
                <a16:creationId xmlns="" xmlns:a16="http://schemas.microsoft.com/office/drawing/2014/main" id="{30108D55-C6E3-8A47-B5DA-F1FCD41B77C2}"/>
              </a:ext>
            </a:extLst>
          </p:cNvPr>
          <p:cNvGrpSpPr>
            <a:grpSpLocks/>
          </p:cNvGrpSpPr>
          <p:nvPr/>
        </p:nvGrpSpPr>
        <p:grpSpPr bwMode="auto"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613" name="Group 75">
              <a:extLst>
                <a:ext uri="{FF2B5EF4-FFF2-40B4-BE49-F238E27FC236}">
                  <a16:creationId xmlns="" xmlns:a16="http://schemas.microsoft.com/office/drawing/2014/main" id="{662C3101-9651-794A-8982-A5212E0B98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17" name="Group 76">
                <a:extLst>
                  <a:ext uri="{FF2B5EF4-FFF2-40B4-BE49-F238E27FC236}">
                    <a16:creationId xmlns="" xmlns:a16="http://schemas.microsoft.com/office/drawing/2014/main" id="{79F2BE77-0F5A-6146-812E-AB85DDAC3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20" name="Group 77">
                  <a:extLst>
                    <a:ext uri="{FF2B5EF4-FFF2-40B4-BE49-F238E27FC236}">
                      <a16:creationId xmlns="" xmlns:a16="http://schemas.microsoft.com/office/drawing/2014/main" id="{B6CD1476-BAF9-C740-93F0-6C99E4E6B3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24" name="Rectangle 78">
                    <a:extLst>
                      <a:ext uri="{FF2B5EF4-FFF2-40B4-BE49-F238E27FC236}">
                        <a16:creationId xmlns="" xmlns:a16="http://schemas.microsoft.com/office/drawing/2014/main" id="{B578C0B1-B81E-AA41-810D-12A3F1BF8C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5" name="Text Box 79">
                    <a:extLst>
                      <a:ext uri="{FF2B5EF4-FFF2-40B4-BE49-F238E27FC236}">
                        <a16:creationId xmlns="" xmlns:a16="http://schemas.microsoft.com/office/drawing/2014/main" id="{1B07ACFB-219C-864C-9976-F2AF1C53A8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21" name="Group 80">
                  <a:extLst>
                    <a:ext uri="{FF2B5EF4-FFF2-40B4-BE49-F238E27FC236}">
                      <a16:creationId xmlns="" xmlns:a16="http://schemas.microsoft.com/office/drawing/2014/main" id="{EA66BCF1-7483-AD4C-BB6B-0066AA6977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22" name="Rectangle 81">
                    <a:extLst>
                      <a:ext uri="{FF2B5EF4-FFF2-40B4-BE49-F238E27FC236}">
                        <a16:creationId xmlns="" xmlns:a16="http://schemas.microsoft.com/office/drawing/2014/main" id="{FC8C8F27-84EE-1E4F-86DF-7CEEA38BE1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3" name="Rectangle 82">
                    <a:extLst>
                      <a:ext uri="{FF2B5EF4-FFF2-40B4-BE49-F238E27FC236}">
                        <a16:creationId xmlns="" xmlns:a16="http://schemas.microsoft.com/office/drawing/2014/main" id="{226E5629-190E-FA4E-A28E-286B978286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18" name="Rectangle 83">
                <a:extLst>
                  <a:ext uri="{FF2B5EF4-FFF2-40B4-BE49-F238E27FC236}">
                    <a16:creationId xmlns="" xmlns:a16="http://schemas.microsoft.com/office/drawing/2014/main" id="{61B8A8D0-55FD-834A-9434-D3CB23CC1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" name="Rectangle 84">
                <a:extLst>
                  <a:ext uri="{FF2B5EF4-FFF2-40B4-BE49-F238E27FC236}">
                    <a16:creationId xmlns="" xmlns:a16="http://schemas.microsoft.com/office/drawing/2014/main" id="{EFC22242-4FA1-BD40-9546-D33F919B5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14" name="Rectangle 85">
              <a:extLst>
                <a:ext uri="{FF2B5EF4-FFF2-40B4-BE49-F238E27FC236}">
                  <a16:creationId xmlns="" xmlns:a16="http://schemas.microsoft.com/office/drawing/2014/main" id="{F78B0DE0-60EC-6E4A-9779-CCE2139AC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Rectangle 86">
              <a:extLst>
                <a:ext uri="{FF2B5EF4-FFF2-40B4-BE49-F238E27FC236}">
                  <a16:creationId xmlns="" xmlns:a16="http://schemas.microsoft.com/office/drawing/2014/main" id="{DDCCFF6A-7B2A-DD4E-819E-E38A0553A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Rectangle 87">
              <a:extLst>
                <a:ext uri="{FF2B5EF4-FFF2-40B4-BE49-F238E27FC236}">
                  <a16:creationId xmlns="" xmlns:a16="http://schemas.microsoft.com/office/drawing/2014/main" id="{E8EC758B-CD76-4B49-A7CD-627808E88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26" name="AutoShape 88">
            <a:extLst>
              <a:ext uri="{FF2B5EF4-FFF2-40B4-BE49-F238E27FC236}">
                <a16:creationId xmlns="" xmlns:a16="http://schemas.microsoft.com/office/drawing/2014/main" id="{373F1512-8CA6-B644-A978-61C53EA1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11" y="1183316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27" name="Group 89">
            <a:extLst>
              <a:ext uri="{FF2B5EF4-FFF2-40B4-BE49-F238E27FC236}">
                <a16:creationId xmlns="" xmlns:a16="http://schemas.microsoft.com/office/drawing/2014/main" id="{7F4ADFB9-C1B4-DC48-9014-BD3FC3E5A35E}"/>
              </a:ext>
            </a:extLst>
          </p:cNvPr>
          <p:cNvGrpSpPr>
            <a:grpSpLocks/>
          </p:cNvGrpSpPr>
          <p:nvPr/>
        </p:nvGrpSpPr>
        <p:grpSpPr bwMode="auto"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628" name="Group 90">
              <a:extLst>
                <a:ext uri="{FF2B5EF4-FFF2-40B4-BE49-F238E27FC236}">
                  <a16:creationId xmlns="" xmlns:a16="http://schemas.microsoft.com/office/drawing/2014/main" id="{99123354-1166-3747-8416-6765BD917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32" name="Group 91">
                <a:extLst>
                  <a:ext uri="{FF2B5EF4-FFF2-40B4-BE49-F238E27FC236}">
                    <a16:creationId xmlns="" xmlns:a16="http://schemas.microsoft.com/office/drawing/2014/main" id="{2521277A-E4D1-7B47-8E5E-B1EEBE5C5A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35" name="Group 92">
                  <a:extLst>
                    <a:ext uri="{FF2B5EF4-FFF2-40B4-BE49-F238E27FC236}">
                      <a16:creationId xmlns="" xmlns:a16="http://schemas.microsoft.com/office/drawing/2014/main" id="{482F7D40-F1F7-AC47-B312-160F387D75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41" name="Rectangle 93">
                    <a:extLst>
                      <a:ext uri="{FF2B5EF4-FFF2-40B4-BE49-F238E27FC236}">
                        <a16:creationId xmlns="" xmlns:a16="http://schemas.microsoft.com/office/drawing/2014/main" id="{5A5D4DA1-5358-E74E-9DDB-8F5EDD1F12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2" name="Text Box 94">
                    <a:extLst>
                      <a:ext uri="{FF2B5EF4-FFF2-40B4-BE49-F238E27FC236}">
                        <a16:creationId xmlns="" xmlns:a16="http://schemas.microsoft.com/office/drawing/2014/main" id="{711DD1D0-1145-B045-A8D5-3C7E6F8EA5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36" name="Group 95">
                  <a:extLst>
                    <a:ext uri="{FF2B5EF4-FFF2-40B4-BE49-F238E27FC236}">
                      <a16:creationId xmlns="" xmlns:a16="http://schemas.microsoft.com/office/drawing/2014/main" id="{E35BB6C0-63F2-C74C-8B63-A1833C18FE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37" name="Rectangle 96">
                    <a:extLst>
                      <a:ext uri="{FF2B5EF4-FFF2-40B4-BE49-F238E27FC236}">
                        <a16:creationId xmlns="" xmlns:a16="http://schemas.microsoft.com/office/drawing/2014/main" id="{A7AA138E-6F9F-7149-B237-FE8DDE68D5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0" name="Rectangle 97">
                    <a:extLst>
                      <a:ext uri="{FF2B5EF4-FFF2-40B4-BE49-F238E27FC236}">
                        <a16:creationId xmlns="" xmlns:a16="http://schemas.microsoft.com/office/drawing/2014/main" id="{E5B09828-1A27-6F41-983D-85215354D2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33" name="Rectangle 98">
                <a:extLst>
                  <a:ext uri="{FF2B5EF4-FFF2-40B4-BE49-F238E27FC236}">
                    <a16:creationId xmlns="" xmlns:a16="http://schemas.microsoft.com/office/drawing/2014/main" id="{80D83DCD-C9ED-4D4A-BEA7-FDC543327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4" name="Rectangle 99">
                <a:extLst>
                  <a:ext uri="{FF2B5EF4-FFF2-40B4-BE49-F238E27FC236}">
                    <a16:creationId xmlns="" xmlns:a16="http://schemas.microsoft.com/office/drawing/2014/main" id="{5936CB08-2138-904D-A399-85EB9305E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29" name="Rectangle 100">
              <a:extLst>
                <a:ext uri="{FF2B5EF4-FFF2-40B4-BE49-F238E27FC236}">
                  <a16:creationId xmlns="" xmlns:a16="http://schemas.microsoft.com/office/drawing/2014/main" id="{500C95BF-E7E2-2F40-B2D0-4616E5711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Rectangle 101">
              <a:extLst>
                <a:ext uri="{FF2B5EF4-FFF2-40B4-BE49-F238E27FC236}">
                  <a16:creationId xmlns="" xmlns:a16="http://schemas.microsoft.com/office/drawing/2014/main" id="{7348B440-180E-2544-8C19-3C8D8CF28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Rectangle 102">
              <a:extLst>
                <a:ext uri="{FF2B5EF4-FFF2-40B4-BE49-F238E27FC236}">
                  <a16:creationId xmlns="" xmlns:a16="http://schemas.microsoft.com/office/drawing/2014/main" id="{D6AA62D3-51AB-8841-A908-73564AFB5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43" name="Rectangle 103">
            <a:extLst>
              <a:ext uri="{FF2B5EF4-FFF2-40B4-BE49-F238E27FC236}">
                <a16:creationId xmlns="" xmlns:a16="http://schemas.microsoft.com/office/drawing/2014/main" id="{873E501C-73D5-B048-BF0B-B7FBD524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containing DNS query forwarded via LAN switch from client to 1</a:t>
            </a:r>
            <a:r>
              <a:rPr lang="en-US" sz="2400" baseline="30000" dirty="0">
                <a:solidFill>
                  <a:srgbClr val="000000"/>
                </a:solidFill>
                <a:ea typeface="ＭＳ Ｐゴシック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hop router</a:t>
            </a:r>
          </a:p>
        </p:txBody>
      </p:sp>
      <p:sp>
        <p:nvSpPr>
          <p:cNvPr id="644" name="Rectangle 104">
            <a:extLst>
              <a:ext uri="{FF2B5EF4-FFF2-40B4-BE49-F238E27FC236}">
                <a16:creationId xmlns="" xmlns:a16="http://schemas.microsoft.com/office/drawing/2014/main" id="{B78EC689-D545-8441-B61E-769A0D79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forwarded from campus network into Comcast network, routed (tables created by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RIP, OSPF, IS-IS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and/or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BGP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routing protocols) to DNS server</a:t>
            </a:r>
          </a:p>
        </p:txBody>
      </p:sp>
      <p:sp>
        <p:nvSpPr>
          <p:cNvPr id="645" name="Rectangle 105">
            <a:extLst>
              <a:ext uri="{FF2B5EF4-FFF2-40B4-BE49-F238E27FC236}">
                <a16:creationId xmlns="" xmlns:a16="http://schemas.microsoft.com/office/drawing/2014/main" id="{90E95EE5-FC39-E148-8B00-785F719BD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de-mux</a:t>
            </a:r>
            <a:r>
              <a:rPr lang="en-US" altLang="ja-JP" sz="2400" dirty="0">
                <a:solidFill>
                  <a:srgbClr val="000000"/>
                </a:solidFill>
                <a:ea typeface="ＭＳ Ｐゴシック" charset="0"/>
              </a:rPr>
              <a:t>ed to DNS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replies to client with IP address of www.google.com </a:t>
            </a:r>
          </a:p>
        </p:txBody>
      </p:sp>
      <p:grpSp>
        <p:nvGrpSpPr>
          <p:cNvPr id="674" name="Group 187">
            <a:extLst>
              <a:ext uri="{FF2B5EF4-FFF2-40B4-BE49-F238E27FC236}">
                <a16:creationId xmlns="" xmlns:a16="http://schemas.microsoft.com/office/drawing/2014/main" id="{C785CCCA-8BB4-6A4D-B52C-2CD9521BF4DD}"/>
              </a:ext>
            </a:extLst>
          </p:cNvPr>
          <p:cNvGrpSpPr>
            <a:grpSpLocks/>
          </p:cNvGrpSpPr>
          <p:nvPr/>
        </p:nvGrpSpPr>
        <p:grpSpPr bwMode="auto"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675" name="Freeform 188">
              <a:extLst>
                <a:ext uri="{FF2B5EF4-FFF2-40B4-BE49-F238E27FC236}">
                  <a16:creationId xmlns="" xmlns:a16="http://schemas.microsoft.com/office/drawing/2014/main" id="{8003B93D-94BD-9E42-B9C2-58440DC85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7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254 w 10000"/>
                <a:gd name="connsiteY0" fmla="*/ 0 h 10000"/>
                <a:gd name="connsiteX1" fmla="*/ 10000 w 10000"/>
                <a:gd name="connsiteY1" fmla="*/ 5019 h 10000"/>
                <a:gd name="connsiteX2" fmla="*/ 5720 w 10000"/>
                <a:gd name="connsiteY2" fmla="*/ 7201 h 10000"/>
                <a:gd name="connsiteX3" fmla="*/ 109 w 10000"/>
                <a:gd name="connsiteY3" fmla="*/ 10000 h 10000"/>
                <a:gd name="connsiteX4" fmla="*/ 236 w 10000"/>
                <a:gd name="connsiteY4" fmla="*/ 6679 h 10000"/>
                <a:gd name="connsiteX5" fmla="*/ 0 w 10000"/>
                <a:gd name="connsiteY5" fmla="*/ 4632 h 10000"/>
                <a:gd name="connsiteX6" fmla="*/ 254 w 10000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24" h="10000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99000">
                  <a:schemeClr val="bg1"/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76" name="Group 189">
              <a:extLst>
                <a:ext uri="{FF2B5EF4-FFF2-40B4-BE49-F238E27FC236}">
                  <a16:creationId xmlns="" xmlns:a16="http://schemas.microsoft.com/office/drawing/2014/main" id="{143562C0-5361-6240-B520-1E19C24C9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677" name="Rectangle 190">
                <a:extLst>
                  <a:ext uri="{FF2B5EF4-FFF2-40B4-BE49-F238E27FC236}">
                    <a16:creationId xmlns="" xmlns:a16="http://schemas.microsoft.com/office/drawing/2014/main" id="{349F8EC0-27D5-4349-907D-BB3017AE3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191">
                <a:extLst>
                  <a:ext uri="{FF2B5EF4-FFF2-40B4-BE49-F238E27FC236}">
                    <a16:creationId xmlns="" xmlns:a16="http://schemas.microsoft.com/office/drawing/2014/main" id="{23467518-4906-8A41-B8C2-35FFEA3442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679" name="Line 192">
                <a:extLst>
                  <a:ext uri="{FF2B5EF4-FFF2-40B4-BE49-F238E27FC236}">
                    <a16:creationId xmlns="" xmlns:a16="http://schemas.microsoft.com/office/drawing/2014/main" id="{23801BE2-040C-9B4B-A8F3-7264AE3E5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Line 193">
                <a:extLst>
                  <a:ext uri="{FF2B5EF4-FFF2-40B4-BE49-F238E27FC236}">
                    <a16:creationId xmlns="" xmlns:a16="http://schemas.microsoft.com/office/drawing/2014/main" id="{4FC79998-5D20-F94B-94C6-EBEBEE39C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1" name="Line 194">
                <a:extLst>
                  <a:ext uri="{FF2B5EF4-FFF2-40B4-BE49-F238E27FC236}">
                    <a16:creationId xmlns="" xmlns:a16="http://schemas.microsoft.com/office/drawing/2014/main" id="{7C075311-BBA4-5843-8E33-8C979CED9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2" name="Line 195">
                <a:extLst>
                  <a:ext uri="{FF2B5EF4-FFF2-40B4-BE49-F238E27FC236}">
                    <a16:creationId xmlns="" xmlns:a16="http://schemas.microsoft.com/office/drawing/2014/main" id="{BF18DFB8-D1BE-E041-A803-4A29C63E1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83" name="Group 196">
            <a:extLst>
              <a:ext uri="{FF2B5EF4-FFF2-40B4-BE49-F238E27FC236}">
                <a16:creationId xmlns="" xmlns:a16="http://schemas.microsoft.com/office/drawing/2014/main" id="{7BA78456-746C-CE4E-A8FB-AF29B4878EAE}"/>
              </a:ext>
            </a:extLst>
          </p:cNvPr>
          <p:cNvGrpSpPr>
            <a:grpSpLocks/>
          </p:cNvGrpSpPr>
          <p:nvPr/>
        </p:nvGrpSpPr>
        <p:grpSpPr bwMode="auto"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684" name="Group 197">
              <a:extLst>
                <a:ext uri="{FF2B5EF4-FFF2-40B4-BE49-F238E27FC236}">
                  <a16:creationId xmlns="" xmlns:a16="http://schemas.microsoft.com/office/drawing/2014/main" id="{EB43FE30-2E4F-284B-84EC-888E46985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689" name="Group 198">
                <a:extLst>
                  <a:ext uri="{FF2B5EF4-FFF2-40B4-BE49-F238E27FC236}">
                    <a16:creationId xmlns="" xmlns:a16="http://schemas.microsoft.com/office/drawing/2014/main" id="{ECA7DA69-5BBB-A046-A422-FA189BF9E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714" name="Group 199">
                  <a:extLst>
                    <a:ext uri="{FF2B5EF4-FFF2-40B4-BE49-F238E27FC236}">
                      <a16:creationId xmlns="" xmlns:a16="http://schemas.microsoft.com/office/drawing/2014/main" id="{932D35F8-BEDB-1844-B106-804B50CBEC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717" name="Rectangle 200">
                    <a:extLst>
                      <a:ext uri="{FF2B5EF4-FFF2-40B4-BE49-F238E27FC236}">
                        <a16:creationId xmlns="" xmlns:a16="http://schemas.microsoft.com/office/drawing/2014/main" id="{D685F722-E345-AA41-8A63-787012D34B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8" name="Text Box 201">
                    <a:extLst>
                      <a:ext uri="{FF2B5EF4-FFF2-40B4-BE49-F238E27FC236}">
                        <a16:creationId xmlns="" xmlns:a16="http://schemas.microsoft.com/office/drawing/2014/main" id="{ABA1ADB3-7EDA-D641-B2AE-3069634DA2A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sp>
              <p:nvSpPr>
                <p:cNvPr id="715" name="Rectangle 202">
                  <a:extLst>
                    <a:ext uri="{FF2B5EF4-FFF2-40B4-BE49-F238E27FC236}">
                      <a16:creationId xmlns="" xmlns:a16="http://schemas.microsoft.com/office/drawing/2014/main" id="{46765DC8-A2C9-9E4A-B7A9-218058CA8D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16" name="Rectangle 203">
                  <a:extLst>
                    <a:ext uri="{FF2B5EF4-FFF2-40B4-BE49-F238E27FC236}">
                      <a16:creationId xmlns="" xmlns:a16="http://schemas.microsoft.com/office/drawing/2014/main" id="{CAAAD386-0C50-F945-B03D-048CA16D77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0" name="Group 204">
                <a:extLst>
                  <a:ext uri="{FF2B5EF4-FFF2-40B4-BE49-F238E27FC236}">
                    <a16:creationId xmlns="" xmlns:a16="http://schemas.microsoft.com/office/drawing/2014/main" id="{25BAA23E-EA3F-0F4C-A11D-B93B5829C5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708" name="Group 205">
                  <a:extLst>
                    <a:ext uri="{FF2B5EF4-FFF2-40B4-BE49-F238E27FC236}">
                      <a16:creationId xmlns="" xmlns:a16="http://schemas.microsoft.com/office/drawing/2014/main" id="{373C402E-6ACA-8E47-B786-CE64B796CE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712" name="Rectangle 206">
                    <a:extLst>
                      <a:ext uri="{FF2B5EF4-FFF2-40B4-BE49-F238E27FC236}">
                        <a16:creationId xmlns="" xmlns:a16="http://schemas.microsoft.com/office/drawing/2014/main" id="{B51D004E-AE15-F64F-B261-E1ECCF0AAA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3" name="Text Box 207">
                    <a:extLst>
                      <a:ext uri="{FF2B5EF4-FFF2-40B4-BE49-F238E27FC236}">
                        <a16:creationId xmlns="" xmlns:a16="http://schemas.microsoft.com/office/drawing/2014/main" id="{3C6E7598-D15F-BA43-B537-042BE31648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709" name="Group 208">
                  <a:extLst>
                    <a:ext uri="{FF2B5EF4-FFF2-40B4-BE49-F238E27FC236}">
                      <a16:creationId xmlns="" xmlns:a16="http://schemas.microsoft.com/office/drawing/2014/main" id="{29BF291F-B4D5-1D4C-913D-86A482741F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710" name="Rectangle 209">
                    <a:extLst>
                      <a:ext uri="{FF2B5EF4-FFF2-40B4-BE49-F238E27FC236}">
                        <a16:creationId xmlns="" xmlns:a16="http://schemas.microsoft.com/office/drawing/2014/main" id="{61FBF84B-CE50-B643-AE79-9D89AE733F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1" name="Rectangle 210">
                    <a:extLst>
                      <a:ext uri="{FF2B5EF4-FFF2-40B4-BE49-F238E27FC236}">
                        <a16:creationId xmlns="" xmlns:a16="http://schemas.microsoft.com/office/drawing/2014/main" id="{E5121B12-FBF0-4342-BF6D-87B9B283F2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691" name="Group 211">
                <a:extLst>
                  <a:ext uri="{FF2B5EF4-FFF2-40B4-BE49-F238E27FC236}">
                    <a16:creationId xmlns="" xmlns:a16="http://schemas.microsoft.com/office/drawing/2014/main" id="{B0E7ACA9-2CF6-1243-9F9A-0D709EE070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706" name="Rectangle 212">
                  <a:extLst>
                    <a:ext uri="{FF2B5EF4-FFF2-40B4-BE49-F238E27FC236}">
                      <a16:creationId xmlns="" xmlns:a16="http://schemas.microsoft.com/office/drawing/2014/main" id="{CB0204CB-AB58-C940-B731-04091AC26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07" name="Rectangle 213">
                  <a:extLst>
                    <a:ext uri="{FF2B5EF4-FFF2-40B4-BE49-F238E27FC236}">
                      <a16:creationId xmlns="" xmlns:a16="http://schemas.microsoft.com/office/drawing/2014/main" id="{0B38DAE2-5553-E244-8B07-8FC2A6735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2" name="Group 214">
                <a:extLst>
                  <a:ext uri="{FF2B5EF4-FFF2-40B4-BE49-F238E27FC236}">
                    <a16:creationId xmlns="" xmlns:a16="http://schemas.microsoft.com/office/drawing/2014/main" id="{4A68C375-1CEB-0845-95BA-B239F6E622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693" name="Group 215">
                  <a:extLst>
                    <a:ext uri="{FF2B5EF4-FFF2-40B4-BE49-F238E27FC236}">
                      <a16:creationId xmlns="" xmlns:a16="http://schemas.microsoft.com/office/drawing/2014/main" id="{9E6C3DE1-7976-6F45-8A25-72AB746BD4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697" name="Group 216">
                    <a:extLst>
                      <a:ext uri="{FF2B5EF4-FFF2-40B4-BE49-F238E27FC236}">
                        <a16:creationId xmlns="" xmlns:a16="http://schemas.microsoft.com/office/drawing/2014/main" id="{CCA61FE2-639D-B541-A0E1-D867961882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700" name="Group 217">
                      <a:extLst>
                        <a:ext uri="{FF2B5EF4-FFF2-40B4-BE49-F238E27FC236}">
                          <a16:creationId xmlns="" xmlns:a16="http://schemas.microsoft.com/office/drawing/2014/main" id="{5E34812B-E977-C349-A338-24FA5598520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704" name="Rectangle 218">
                        <a:extLst>
                          <a:ext uri="{FF2B5EF4-FFF2-40B4-BE49-F238E27FC236}">
                            <a16:creationId xmlns="" xmlns:a16="http://schemas.microsoft.com/office/drawing/2014/main" id="{D0619781-83D7-AA45-8ACB-511E9E48B7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5" name="Text Box 219">
                        <a:extLst>
                          <a:ext uri="{FF2B5EF4-FFF2-40B4-BE49-F238E27FC236}">
                            <a16:creationId xmlns="" xmlns:a16="http://schemas.microsoft.com/office/drawing/2014/main" id="{E98FBF2F-723D-B747-8B9B-86363B2AC118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701" name="Group 220">
                      <a:extLst>
                        <a:ext uri="{FF2B5EF4-FFF2-40B4-BE49-F238E27FC236}">
                          <a16:creationId xmlns="" xmlns:a16="http://schemas.microsoft.com/office/drawing/2014/main" id="{831B80DD-C2F6-264E-98EA-E1865CB81ED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702" name="Rectangle 221">
                        <a:extLst>
                          <a:ext uri="{FF2B5EF4-FFF2-40B4-BE49-F238E27FC236}">
                            <a16:creationId xmlns="" xmlns:a16="http://schemas.microsoft.com/office/drawing/2014/main" id="{8EA783A9-E38D-4042-9805-1ECF12F5B7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3" name="Rectangle 222">
                        <a:extLst>
                          <a:ext uri="{FF2B5EF4-FFF2-40B4-BE49-F238E27FC236}">
                            <a16:creationId xmlns="" xmlns:a16="http://schemas.microsoft.com/office/drawing/2014/main" id="{8711C814-64CC-D441-8472-85CBD1B30A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698" name="Rectangle 223">
                    <a:extLst>
                      <a:ext uri="{FF2B5EF4-FFF2-40B4-BE49-F238E27FC236}">
                        <a16:creationId xmlns="" xmlns:a16="http://schemas.microsoft.com/office/drawing/2014/main" id="{2A58AC39-92ED-B846-A308-8A8B1485C7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9" name="Rectangle 224">
                    <a:extLst>
                      <a:ext uri="{FF2B5EF4-FFF2-40B4-BE49-F238E27FC236}">
                        <a16:creationId xmlns="" xmlns:a16="http://schemas.microsoft.com/office/drawing/2014/main" id="{A393CD03-293E-A74B-B8CE-1F9571B66F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94" name="Rectangle 225">
                  <a:extLst>
                    <a:ext uri="{FF2B5EF4-FFF2-40B4-BE49-F238E27FC236}">
                      <a16:creationId xmlns="" xmlns:a16="http://schemas.microsoft.com/office/drawing/2014/main" id="{77E35D46-4F7B-6745-AE76-82EF8774B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5" name="Rectangle 226">
                  <a:extLst>
                    <a:ext uri="{FF2B5EF4-FFF2-40B4-BE49-F238E27FC236}">
                      <a16:creationId xmlns="" xmlns:a16="http://schemas.microsoft.com/office/drawing/2014/main" id="{326A96ED-AB23-384C-A796-7D2AB9337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6" name="Rectangle 227">
                  <a:extLst>
                    <a:ext uri="{FF2B5EF4-FFF2-40B4-BE49-F238E27FC236}">
                      <a16:creationId xmlns="" xmlns:a16="http://schemas.microsoft.com/office/drawing/2014/main" id="{FEDE95BD-327A-B34F-A164-D7395B700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685" name="AutoShape 228">
              <a:extLst>
                <a:ext uri="{FF2B5EF4-FFF2-40B4-BE49-F238E27FC236}">
                  <a16:creationId xmlns="" xmlns:a16="http://schemas.microsoft.com/office/drawing/2014/main" id="{7E540946-B645-6F49-8239-C8D7D6C583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86" name="Group 229">
              <a:extLst>
                <a:ext uri="{FF2B5EF4-FFF2-40B4-BE49-F238E27FC236}">
                  <a16:creationId xmlns="" xmlns:a16="http://schemas.microsoft.com/office/drawing/2014/main" id="{6BA61DA2-A413-E44B-AEFA-AA547DAB2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687" name="Rectangle 230">
                <a:extLst>
                  <a:ext uri="{FF2B5EF4-FFF2-40B4-BE49-F238E27FC236}">
                    <a16:creationId xmlns="" xmlns:a16="http://schemas.microsoft.com/office/drawing/2014/main" id="{4298490A-8079-374C-9608-987C5F6BA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8" name="Text Box 231">
                <a:extLst>
                  <a:ext uri="{FF2B5EF4-FFF2-40B4-BE49-F238E27FC236}">
                    <a16:creationId xmlns="" xmlns:a16="http://schemas.microsoft.com/office/drawing/2014/main" id="{DFCFF247-06AF-C44C-8721-8E3FAA97F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</p:grpSp>
      <p:grpSp>
        <p:nvGrpSpPr>
          <p:cNvPr id="174" name="Group 248">
            <a:extLst>
              <a:ext uri="{FF2B5EF4-FFF2-40B4-BE49-F238E27FC236}">
                <a16:creationId xmlns="" xmlns:a16="http://schemas.microsoft.com/office/drawing/2014/main" id="{BA24EA86-E609-CE4E-99CD-C3F5EEC98D5E}"/>
              </a:ext>
            </a:extLst>
          </p:cNvPr>
          <p:cNvGrpSpPr>
            <a:grpSpLocks/>
          </p:cNvGrpSpPr>
          <p:nvPr/>
        </p:nvGrpSpPr>
        <p:grpSpPr bwMode="auto"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175" name="Freeform 148">
              <a:extLst>
                <a:ext uri="{FF2B5EF4-FFF2-40B4-BE49-F238E27FC236}">
                  <a16:creationId xmlns="" xmlns:a16="http://schemas.microsoft.com/office/drawing/2014/main" id="{8350240D-86DF-D14A-AE97-8866B95B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6" name="Rectangle 149">
              <a:extLst>
                <a:ext uri="{FF2B5EF4-FFF2-40B4-BE49-F238E27FC236}">
                  <a16:creationId xmlns="" xmlns:a16="http://schemas.microsoft.com/office/drawing/2014/main" id="{2E95E385-ED1A-2B4D-BD18-2501FD76B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7" name="Freeform 150">
              <a:extLst>
                <a:ext uri="{FF2B5EF4-FFF2-40B4-BE49-F238E27FC236}">
                  <a16:creationId xmlns="" xmlns:a16="http://schemas.microsoft.com/office/drawing/2014/main" id="{C1BAE21E-7184-3C47-BD21-0D357950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8" name="Freeform 151">
              <a:extLst>
                <a:ext uri="{FF2B5EF4-FFF2-40B4-BE49-F238E27FC236}">
                  <a16:creationId xmlns="" xmlns:a16="http://schemas.microsoft.com/office/drawing/2014/main" id="{90457001-FC0D-0E41-A13D-0BDA915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Rectangle 152">
              <a:extLst>
                <a:ext uri="{FF2B5EF4-FFF2-40B4-BE49-F238E27FC236}">
                  <a16:creationId xmlns="" xmlns:a16="http://schemas.microsoft.com/office/drawing/2014/main" id="{E7330E90-9DD8-0A4A-8C05-BCE03E9BE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0" name="Group 153">
              <a:extLst>
                <a:ext uri="{FF2B5EF4-FFF2-40B4-BE49-F238E27FC236}">
                  <a16:creationId xmlns="" xmlns:a16="http://schemas.microsoft.com/office/drawing/2014/main" id="{9B69857C-D710-6442-BB78-8153EE3EB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8" name="AutoShape 154">
                <a:extLst>
                  <a:ext uri="{FF2B5EF4-FFF2-40B4-BE49-F238E27FC236}">
                    <a16:creationId xmlns="" xmlns:a16="http://schemas.microsoft.com/office/drawing/2014/main" id="{6270511B-D2F9-294E-AEB5-29C1A2B52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AutoShape 155">
                <a:extLst>
                  <a:ext uri="{FF2B5EF4-FFF2-40B4-BE49-F238E27FC236}">
                    <a16:creationId xmlns="" xmlns:a16="http://schemas.microsoft.com/office/drawing/2014/main" id="{98DF3608-E392-6D43-AAB6-C4A3AD78A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1" name="Rectangle 156">
              <a:extLst>
                <a:ext uri="{FF2B5EF4-FFF2-40B4-BE49-F238E27FC236}">
                  <a16:creationId xmlns="" xmlns:a16="http://schemas.microsoft.com/office/drawing/2014/main" id="{F815B378-AF9E-EE4F-A309-282DA3E4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2" name="Group 157">
              <a:extLst>
                <a:ext uri="{FF2B5EF4-FFF2-40B4-BE49-F238E27FC236}">
                  <a16:creationId xmlns="" xmlns:a16="http://schemas.microsoft.com/office/drawing/2014/main" id="{67E01184-334F-3545-AB40-BB314E4F9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6" name="AutoShape 158">
                <a:extLst>
                  <a:ext uri="{FF2B5EF4-FFF2-40B4-BE49-F238E27FC236}">
                    <a16:creationId xmlns="" xmlns:a16="http://schemas.microsoft.com/office/drawing/2014/main" id="{2BBCFBE6-69B0-A846-B264-B4F74AEC5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7" name="AutoShape 159">
                <a:extLst>
                  <a:ext uri="{FF2B5EF4-FFF2-40B4-BE49-F238E27FC236}">
                    <a16:creationId xmlns="" xmlns:a16="http://schemas.microsoft.com/office/drawing/2014/main" id="{B46CC4E6-97C8-E346-BA88-4BE5F3D10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3" name="Rectangle 160">
              <a:extLst>
                <a:ext uri="{FF2B5EF4-FFF2-40B4-BE49-F238E27FC236}">
                  <a16:creationId xmlns="" xmlns:a16="http://schemas.microsoft.com/office/drawing/2014/main" id="{3A68D5E8-E8F5-6941-AA7A-DB4724A1A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161">
              <a:extLst>
                <a:ext uri="{FF2B5EF4-FFF2-40B4-BE49-F238E27FC236}">
                  <a16:creationId xmlns="" xmlns:a16="http://schemas.microsoft.com/office/drawing/2014/main" id="{C85FE9F8-AB9B-DC49-B969-5A8909D91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5" name="Group 162">
              <a:extLst>
                <a:ext uri="{FF2B5EF4-FFF2-40B4-BE49-F238E27FC236}">
                  <a16:creationId xmlns="" xmlns:a16="http://schemas.microsoft.com/office/drawing/2014/main" id="{83136C62-1CD4-8B40-839F-A7EEC2777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163">
                <a:extLst>
                  <a:ext uri="{FF2B5EF4-FFF2-40B4-BE49-F238E27FC236}">
                    <a16:creationId xmlns="" xmlns:a16="http://schemas.microsoft.com/office/drawing/2014/main" id="{EB609148-CFB5-2A44-949A-AA2E8B42E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5" name="AutoShape 164">
                <a:extLst>
                  <a:ext uri="{FF2B5EF4-FFF2-40B4-BE49-F238E27FC236}">
                    <a16:creationId xmlns="" xmlns:a16="http://schemas.microsoft.com/office/drawing/2014/main" id="{A2E1E84C-7141-1743-B35A-4172B2D67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6" name="Freeform 165">
              <a:extLst>
                <a:ext uri="{FF2B5EF4-FFF2-40B4-BE49-F238E27FC236}">
                  <a16:creationId xmlns="" xmlns:a16="http://schemas.microsoft.com/office/drawing/2014/main" id="{43050567-31E9-244B-93D9-5A67D0788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7" name="Group 166">
              <a:extLst>
                <a:ext uri="{FF2B5EF4-FFF2-40B4-BE49-F238E27FC236}">
                  <a16:creationId xmlns="" xmlns:a16="http://schemas.microsoft.com/office/drawing/2014/main" id="{30BC8383-936E-0243-A67E-87F464BD0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67">
                <a:extLst>
                  <a:ext uri="{FF2B5EF4-FFF2-40B4-BE49-F238E27FC236}">
                    <a16:creationId xmlns="" xmlns:a16="http://schemas.microsoft.com/office/drawing/2014/main" id="{36E98FE5-C685-5F4F-9812-01F5B196A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0" name="AutoShape 168">
                <a:extLst>
                  <a:ext uri="{FF2B5EF4-FFF2-40B4-BE49-F238E27FC236}">
                    <a16:creationId xmlns="" xmlns:a16="http://schemas.microsoft.com/office/drawing/2014/main" id="{62A48F7A-763D-F94A-B670-67B97F409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8" name="Rectangle 169">
              <a:extLst>
                <a:ext uri="{FF2B5EF4-FFF2-40B4-BE49-F238E27FC236}">
                  <a16:creationId xmlns="" xmlns:a16="http://schemas.microsoft.com/office/drawing/2014/main" id="{98A2D58B-8610-0049-9824-1E1CCFB8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Freeform 170">
              <a:extLst>
                <a:ext uri="{FF2B5EF4-FFF2-40B4-BE49-F238E27FC236}">
                  <a16:creationId xmlns="" xmlns:a16="http://schemas.microsoft.com/office/drawing/2014/main" id="{11AF6B7E-B658-0E42-B146-B4505BFC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0" name="Freeform 171">
              <a:extLst>
                <a:ext uri="{FF2B5EF4-FFF2-40B4-BE49-F238E27FC236}">
                  <a16:creationId xmlns="" xmlns:a16="http://schemas.microsoft.com/office/drawing/2014/main" id="{6617EE11-1A08-B148-9C6E-2B115F7DA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1" name="Oval 172">
              <a:extLst>
                <a:ext uri="{FF2B5EF4-FFF2-40B4-BE49-F238E27FC236}">
                  <a16:creationId xmlns="" xmlns:a16="http://schemas.microsoft.com/office/drawing/2014/main" id="{EC8F463F-0BDA-0F45-9F76-2C41270B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2" name="Freeform 173">
              <a:extLst>
                <a:ext uri="{FF2B5EF4-FFF2-40B4-BE49-F238E27FC236}">
                  <a16:creationId xmlns="" xmlns:a16="http://schemas.microsoft.com/office/drawing/2014/main" id="{029218AA-C435-EC48-972D-7D279AA97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3" name="AutoShape 174">
              <a:extLst>
                <a:ext uri="{FF2B5EF4-FFF2-40B4-BE49-F238E27FC236}">
                  <a16:creationId xmlns="" xmlns:a16="http://schemas.microsoft.com/office/drawing/2014/main" id="{004AF6A9-08DC-4C40-BD6A-E99AA1ED3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4" name="AutoShape 175">
              <a:extLst>
                <a:ext uri="{FF2B5EF4-FFF2-40B4-BE49-F238E27FC236}">
                  <a16:creationId xmlns="" xmlns:a16="http://schemas.microsoft.com/office/drawing/2014/main" id="{58FF6008-68B1-1F41-A35F-1814BE389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5" name="Oval 176">
              <a:extLst>
                <a:ext uri="{FF2B5EF4-FFF2-40B4-BE49-F238E27FC236}">
                  <a16:creationId xmlns="" xmlns:a16="http://schemas.microsoft.com/office/drawing/2014/main" id="{D3C587EC-E48C-E842-BC9C-FF13CB39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6" name="Oval 177">
              <a:extLst>
                <a:ext uri="{FF2B5EF4-FFF2-40B4-BE49-F238E27FC236}">
                  <a16:creationId xmlns="" xmlns:a16="http://schemas.microsoft.com/office/drawing/2014/main" id="{012B9197-2851-C241-AF64-90AEA8FD0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7" name="Oval 178">
              <a:extLst>
                <a:ext uri="{FF2B5EF4-FFF2-40B4-BE49-F238E27FC236}">
                  <a16:creationId xmlns="" xmlns:a16="http://schemas.microsoft.com/office/drawing/2014/main" id="{1016A314-384F-CB4F-B077-543DA4A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8" name="Rectangle 179">
              <a:extLst>
                <a:ext uri="{FF2B5EF4-FFF2-40B4-BE49-F238E27FC236}">
                  <a16:creationId xmlns="" xmlns:a16="http://schemas.microsoft.com/office/drawing/2014/main" id="{5922B0DF-34CC-0949-8A0A-5B645EA4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ACA6F153-E77E-2C42-832A-3394AC9B48B8}"/>
              </a:ext>
            </a:extLst>
          </p:cNvPr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719" name="Group 53">
              <a:extLst>
                <a:ext uri="{FF2B5EF4-FFF2-40B4-BE49-F238E27FC236}">
                  <a16:creationId xmlns="" xmlns:a16="http://schemas.microsoft.com/office/drawing/2014/main" id="{8B05B42C-C438-E24D-AFA2-298485978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720" name="Rectangle 54">
                <a:extLst>
                  <a:ext uri="{FF2B5EF4-FFF2-40B4-BE49-F238E27FC236}">
                    <a16:creationId xmlns="" xmlns:a16="http://schemas.microsoft.com/office/drawing/2014/main" id="{D126321D-B0DA-3244-AC5F-32642BCEE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1" name="Text Box 55">
                <a:extLst>
                  <a:ext uri="{FF2B5EF4-FFF2-40B4-BE49-F238E27FC236}">
                    <a16:creationId xmlns="" xmlns:a16="http://schemas.microsoft.com/office/drawing/2014/main" id="{BC8AD8C6-CCDE-A54B-8E07-A6320750AF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722" name="AutoShape 88">
              <a:extLst>
                <a:ext uri="{FF2B5EF4-FFF2-40B4-BE49-F238E27FC236}">
                  <a16:creationId xmlns="" xmlns:a16="http://schemas.microsoft.com/office/drawing/2014/main" id="{0C51A2FB-6AD3-AF4D-BF7E-5FC96D20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915" y="1475417"/>
              <a:ext cx="381000" cy="487292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633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0.30208 0.00047 C 0.26822 0.07408 0.22513 0.17477 0.19544 0.2474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4" y="1236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0.24746 C 0.22916 0.21204 0.2526 0.20463 0.31184 0.16389 C 0.37122 0.12315 0.45169 0.08102 0.50768 0.0206 C 0.48984 0.02084 0.39205 0.01922 0.37057 0.02037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12" y="-1136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" grpId="0"/>
      <p:bldP spid="6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999694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A day in the life…TCP connection carrying HTTP</a:t>
            </a:r>
            <a:endParaRPr lang="en-US" sz="3200" b="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=""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=""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=""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=""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=""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=""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=""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=""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=""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=""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=""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=""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=""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=""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=""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=""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=""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=""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=""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=""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=""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=""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=""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=""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=""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=""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=""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=""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=""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=""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=""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=""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=""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=""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=""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=""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=""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=""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=""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=""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=""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=""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=""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=""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=""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=""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=""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=""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=""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=""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=""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=""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=""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=""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=""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=""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=""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=""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=""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=""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=""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=""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=""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=""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=""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=""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=""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=""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=""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=""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=""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=""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=""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=""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=""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=""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=""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=""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=""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=""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4847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 smtClean="0">
                <a:solidFill>
                  <a:srgbClr val="000000"/>
                </a:solidFill>
                <a:latin typeface="Arial" charset="0"/>
              </a:rPr>
              <a:t>Airtel network </a:t>
            </a:r>
            <a:endParaRPr lang="en-US" sz="1600" i="0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=""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=""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=""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=""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=""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=""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=""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=""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=""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=""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=""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=""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=""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=""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=""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=""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=""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=""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=""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=""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=""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=""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=""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=""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=""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=""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=""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=""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=""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=""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=""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=""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=""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=""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=""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=""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=""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=""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=""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=""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=""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=""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=""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=""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=""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=""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=""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=""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=""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=""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=""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=""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=""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=""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=""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=""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=""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=""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=""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=""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=""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=""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=""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=""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=""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=""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=""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=""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=""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=""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=""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=""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=""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=""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=""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=""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=""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=""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=""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42" name="Group 325">
            <a:extLst>
              <a:ext uri="{FF2B5EF4-FFF2-40B4-BE49-F238E27FC236}">
                <a16:creationId xmlns="" xmlns:a16="http://schemas.microsoft.com/office/drawing/2014/main" id="{44BB38E6-E14F-E243-A361-68D05E58CCCB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543" name="Group 52">
              <a:extLst>
                <a:ext uri="{FF2B5EF4-FFF2-40B4-BE49-F238E27FC236}">
                  <a16:creationId xmlns="" xmlns:a16="http://schemas.microsoft.com/office/drawing/2014/main" id="{0A8D6708-4609-6945-A946-E47D0AA23B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545" name="Rectangle 53">
                <a:extLst>
                  <a:ext uri="{FF2B5EF4-FFF2-40B4-BE49-F238E27FC236}">
                    <a16:creationId xmlns="" xmlns:a16="http://schemas.microsoft.com/office/drawing/2014/main" id="{B6E73418-9916-914F-BAF1-61EBBD28B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Text Box 54">
                <a:extLst>
                  <a:ext uri="{FF2B5EF4-FFF2-40B4-BE49-F238E27FC236}">
                    <a16:creationId xmlns="" xmlns:a16="http://schemas.microsoft.com/office/drawing/2014/main" id="{EB3D178B-2079-974C-BBAF-D1859C342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544" name="AutoShape 85">
              <a:extLst>
                <a:ext uri="{FF2B5EF4-FFF2-40B4-BE49-F238E27FC236}">
                  <a16:creationId xmlns="" xmlns:a16="http://schemas.microsoft.com/office/drawing/2014/main" id="{B164A8CC-CDC1-E443-A720-0B9C1A59C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47" name="Rectangle 100">
            <a:extLst>
              <a:ext uri="{FF2B5EF4-FFF2-40B4-BE49-F238E27FC236}">
                <a16:creationId xmlns="" xmlns:a16="http://schemas.microsoft.com/office/drawing/2014/main" id="{736B0FF4-A2E8-AE45-921A-22C015CB3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8" y="1568450"/>
            <a:ext cx="4227512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to send HTTP request, client first opens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socket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web server</a:t>
            </a:r>
          </a:p>
        </p:txBody>
      </p:sp>
      <p:sp>
        <p:nvSpPr>
          <p:cNvPr id="548" name="Rectangle 101">
            <a:extLst>
              <a:ext uri="{FF2B5EF4-FFF2-40B4-BE49-F238E27FC236}">
                <a16:creationId xmlns="" xmlns:a16="http://schemas.microsoft.com/office/drawing/2014/main" id="{FC65F5D7-75A7-7843-969E-B8C83BD5E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2" y="2924175"/>
            <a:ext cx="4783138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SYN segment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1 in TCP 3-way handshake)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inter-domain routed to web server</a:t>
            </a:r>
          </a:p>
        </p:txBody>
      </p:sp>
      <p:sp>
        <p:nvSpPr>
          <p:cNvPr id="549" name="Rectangle 102">
            <a:extLst>
              <a:ext uri="{FF2B5EF4-FFF2-40B4-BE49-F238E27FC236}">
                <a16:creationId xmlns="" xmlns:a16="http://schemas.microsoft.com/office/drawing/2014/main" id="{51C744F0-EF71-344A-B333-4EEF1D80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7" y="5397500"/>
            <a:ext cx="499774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connection established!</a:t>
            </a:r>
          </a:p>
        </p:txBody>
      </p:sp>
      <p:grpSp>
        <p:nvGrpSpPr>
          <p:cNvPr id="550" name="Group 314">
            <a:extLst>
              <a:ext uri="{FF2B5EF4-FFF2-40B4-BE49-F238E27FC236}">
                <a16:creationId xmlns="" xmlns:a16="http://schemas.microsoft.com/office/drawing/2014/main" id="{4E3B24CA-FEEE-3E47-9A58-189AE2727095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551" name="Rectangle 99">
              <a:extLst>
                <a:ext uri="{FF2B5EF4-FFF2-40B4-BE49-F238E27FC236}">
                  <a16:creationId xmlns="" xmlns:a16="http://schemas.microsoft.com/office/drawing/2014/main" id="{287E07CE-E274-3F4D-96B8-D3177BBB1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95">
              <a:extLst>
                <a:ext uri="{FF2B5EF4-FFF2-40B4-BE49-F238E27FC236}">
                  <a16:creationId xmlns="" xmlns:a16="http://schemas.microsoft.com/office/drawing/2014/main" id="{8886EA9A-C5FF-A347-84C6-EC7C6AFE8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3" name="Rectangle 96">
              <a:extLst>
                <a:ext uri="{FF2B5EF4-FFF2-40B4-BE49-F238E27FC236}">
                  <a16:creationId xmlns="" xmlns:a16="http://schemas.microsoft.com/office/drawing/2014/main" id="{3E962067-480B-FE47-A3AE-7153A4C45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4" name="Rectangle 97">
              <a:extLst>
                <a:ext uri="{FF2B5EF4-FFF2-40B4-BE49-F238E27FC236}">
                  <a16:creationId xmlns="" xmlns:a16="http://schemas.microsoft.com/office/drawing/2014/main" id="{B4CDB1AD-3C2F-3347-A517-1F1AEEF6D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5" name="Rectangle 98">
              <a:extLst>
                <a:ext uri="{FF2B5EF4-FFF2-40B4-BE49-F238E27FC236}">
                  <a16:creationId xmlns="" xmlns:a16="http://schemas.microsoft.com/office/drawing/2014/main" id="{B0AC5248-EFDD-2142-9FBF-32AD6EF4B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6" name="Group 310">
              <a:extLst>
                <a:ext uri="{FF2B5EF4-FFF2-40B4-BE49-F238E27FC236}">
                  <a16:creationId xmlns="" xmlns:a16="http://schemas.microsoft.com/office/drawing/2014/main" id="{24999875-A88C-FD45-9FAA-ED70B2D1A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557" name="Rectangle 311">
                <a:extLst>
                  <a:ext uri="{FF2B5EF4-FFF2-40B4-BE49-F238E27FC236}">
                    <a16:creationId xmlns="" xmlns:a16="http://schemas.microsoft.com/office/drawing/2014/main" id="{D865E817-3F6A-2344-8E60-F652C9FDE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8" name="Rectangle 312">
                <a:extLst>
                  <a:ext uri="{FF2B5EF4-FFF2-40B4-BE49-F238E27FC236}">
                    <a16:creationId xmlns="" xmlns:a16="http://schemas.microsoft.com/office/drawing/2014/main" id="{197093E6-8F10-9442-89AF-4F26EE9D4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9" name="Text Box 313">
                <a:extLst>
                  <a:ext uri="{FF2B5EF4-FFF2-40B4-BE49-F238E27FC236}">
                    <a16:creationId xmlns="" xmlns:a16="http://schemas.microsoft.com/office/drawing/2014/main" id="{4A84191B-BE9C-EE49-85DF-BE63E57CAE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</p:grpSp>
      <p:grpSp>
        <p:nvGrpSpPr>
          <p:cNvPr id="560" name="Group 326">
            <a:extLst>
              <a:ext uri="{FF2B5EF4-FFF2-40B4-BE49-F238E27FC236}">
                <a16:creationId xmlns="" xmlns:a16="http://schemas.microsoft.com/office/drawing/2014/main" id="{6035F0FF-3872-4E4A-B014-49029AA39D2F}"/>
              </a:ext>
            </a:extLst>
          </p:cNvPr>
          <p:cNvGrpSpPr>
            <a:grpSpLocks/>
          </p:cNvGrpSpPr>
          <p:nvPr/>
        </p:nvGrpSpPr>
        <p:grpSpPr bwMode="auto"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561" name="Group 68">
              <a:extLst>
                <a:ext uri="{FF2B5EF4-FFF2-40B4-BE49-F238E27FC236}">
                  <a16:creationId xmlns="" xmlns:a16="http://schemas.microsoft.com/office/drawing/2014/main" id="{05F3B1DD-FD64-574D-A15D-8719F0552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23" name="Rectangle 69">
                <a:extLst>
                  <a:ext uri="{FF2B5EF4-FFF2-40B4-BE49-F238E27FC236}">
                    <a16:creationId xmlns="" xmlns:a16="http://schemas.microsoft.com/office/drawing/2014/main" id="{0ECCD2F8-075F-0A4D-B835-3EDF82D22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4" name="Rectangle 70">
                <a:extLst>
                  <a:ext uri="{FF2B5EF4-FFF2-40B4-BE49-F238E27FC236}">
                    <a16:creationId xmlns="" xmlns:a16="http://schemas.microsoft.com/office/drawing/2014/main" id="{EBF470C4-203D-234A-BB30-E9BF4F288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62" name="Group 301">
              <a:extLst>
                <a:ext uri="{FF2B5EF4-FFF2-40B4-BE49-F238E27FC236}">
                  <a16:creationId xmlns="" xmlns:a16="http://schemas.microsoft.com/office/drawing/2014/main" id="{E2F59A8B-1798-8245-B3C6-525C81A83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646" name="Rectangle 59">
                <a:extLst>
                  <a:ext uri="{FF2B5EF4-FFF2-40B4-BE49-F238E27FC236}">
                    <a16:creationId xmlns="" xmlns:a16="http://schemas.microsoft.com/office/drawing/2014/main" id="{9FDB2F95-1041-4549-879B-1B6E036E1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7" name="Rectangle 60">
                <a:extLst>
                  <a:ext uri="{FF2B5EF4-FFF2-40B4-BE49-F238E27FC236}">
                    <a16:creationId xmlns="" xmlns:a16="http://schemas.microsoft.com/office/drawing/2014/main" id="{D867A23D-4E29-624B-9F72-E29177D4C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3" name="Text Box 297">
                <a:extLst>
                  <a:ext uri="{FF2B5EF4-FFF2-40B4-BE49-F238E27FC236}">
                    <a16:creationId xmlns="" xmlns:a16="http://schemas.microsoft.com/office/drawing/2014/main" id="{2CD54253-7CF3-C34D-B65E-37D425B451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3" name="Group 302">
              <a:extLst>
                <a:ext uri="{FF2B5EF4-FFF2-40B4-BE49-F238E27FC236}">
                  <a16:creationId xmlns="" xmlns:a16="http://schemas.microsoft.com/office/drawing/2014/main" id="{27EAE6D6-CC8D-BC4B-985B-D73103885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574" name="Rectangle 303">
                <a:extLst>
                  <a:ext uri="{FF2B5EF4-FFF2-40B4-BE49-F238E27FC236}">
                    <a16:creationId xmlns="" xmlns:a16="http://schemas.microsoft.com/office/drawing/2014/main" id="{161A0B61-4B46-1246-B317-2A22E46F6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Rectangle 304">
                <a:extLst>
                  <a:ext uri="{FF2B5EF4-FFF2-40B4-BE49-F238E27FC236}">
                    <a16:creationId xmlns="" xmlns:a16="http://schemas.microsoft.com/office/drawing/2014/main" id="{6CF3ECE3-58C4-8F4C-91B7-8E5A9B5C9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6" name="Text Box 305">
                <a:extLst>
                  <a:ext uri="{FF2B5EF4-FFF2-40B4-BE49-F238E27FC236}">
                    <a16:creationId xmlns="" xmlns:a16="http://schemas.microsoft.com/office/drawing/2014/main" id="{BADE4FCB-B8A8-034E-9598-B068A15725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4" name="Group 315">
              <a:extLst>
                <a:ext uri="{FF2B5EF4-FFF2-40B4-BE49-F238E27FC236}">
                  <a16:creationId xmlns="" xmlns:a16="http://schemas.microsoft.com/office/drawing/2014/main" id="{D29235BE-BACD-D946-AB55-0AA77A9B45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565" name="Rectangle 316">
                <a:extLst>
                  <a:ext uri="{FF2B5EF4-FFF2-40B4-BE49-F238E27FC236}">
                    <a16:creationId xmlns="" xmlns:a16="http://schemas.microsoft.com/office/drawing/2014/main" id="{71D1FC90-B0D4-0748-B73C-0C001AABA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6" name="Rectangle 317">
                <a:extLst>
                  <a:ext uri="{FF2B5EF4-FFF2-40B4-BE49-F238E27FC236}">
                    <a16:creationId xmlns="" xmlns:a16="http://schemas.microsoft.com/office/drawing/2014/main" id="{259D6AF6-E31C-B04A-985C-2997A516D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7" name="Rectangle 318">
                <a:extLst>
                  <a:ext uri="{FF2B5EF4-FFF2-40B4-BE49-F238E27FC236}">
                    <a16:creationId xmlns="" xmlns:a16="http://schemas.microsoft.com/office/drawing/2014/main" id="{2A231446-5FA9-CF40-928B-8DF94AD2E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8" name="Rectangle 319">
                <a:extLst>
                  <a:ext uri="{FF2B5EF4-FFF2-40B4-BE49-F238E27FC236}">
                    <a16:creationId xmlns="" xmlns:a16="http://schemas.microsoft.com/office/drawing/2014/main" id="{8323599A-5DB9-4848-8D70-91081A64A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9" name="Rectangle 320">
                <a:extLst>
                  <a:ext uri="{FF2B5EF4-FFF2-40B4-BE49-F238E27FC236}">
                    <a16:creationId xmlns="" xmlns:a16="http://schemas.microsoft.com/office/drawing/2014/main" id="{F497CB89-2EBF-0144-AF05-9D589F900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570" name="Group 321">
                <a:extLst>
                  <a:ext uri="{FF2B5EF4-FFF2-40B4-BE49-F238E27FC236}">
                    <a16:creationId xmlns="" xmlns:a16="http://schemas.microsoft.com/office/drawing/2014/main" id="{BD18992D-86F7-8246-A366-53CBF4FFE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571" name="Rectangle 322">
                  <a:extLst>
                    <a:ext uri="{FF2B5EF4-FFF2-40B4-BE49-F238E27FC236}">
                      <a16:creationId xmlns="" xmlns:a16="http://schemas.microsoft.com/office/drawing/2014/main" id="{D1798245-1945-B24B-957C-B072AF1AF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2" name="Rectangle 323">
                  <a:extLst>
                    <a:ext uri="{FF2B5EF4-FFF2-40B4-BE49-F238E27FC236}">
                      <a16:creationId xmlns="" xmlns:a16="http://schemas.microsoft.com/office/drawing/2014/main" id="{E643A63C-1C57-B945-8DAB-10DAD13D9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3" name="Text Box 324">
                  <a:extLst>
                    <a:ext uri="{FF2B5EF4-FFF2-40B4-BE49-F238E27FC236}">
                      <a16:creationId xmlns="" xmlns:a16="http://schemas.microsoft.com/office/drawing/2014/main" id="{A6BFAAD3-2439-FF41-9F7B-7FAA3A2AAC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25" name="Group 336">
            <a:extLst>
              <a:ext uri="{FF2B5EF4-FFF2-40B4-BE49-F238E27FC236}">
                <a16:creationId xmlns=""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=""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=""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=""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=""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=""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=""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=""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=""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34" name="Group 337">
            <a:extLst>
              <a:ext uri="{FF2B5EF4-FFF2-40B4-BE49-F238E27FC236}">
                <a16:creationId xmlns="" xmlns:a16="http://schemas.microsoft.com/office/drawing/2014/main" id="{BDBCD45F-1F7A-9543-8559-5895A90FD148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735" name="Group 338">
              <a:extLst>
                <a:ext uri="{FF2B5EF4-FFF2-40B4-BE49-F238E27FC236}">
                  <a16:creationId xmlns="" xmlns:a16="http://schemas.microsoft.com/office/drawing/2014/main" id="{0241F242-E3E0-E04C-9D42-A8DA1F463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54" name="Rectangle 339">
                <a:extLst>
                  <a:ext uri="{FF2B5EF4-FFF2-40B4-BE49-F238E27FC236}">
                    <a16:creationId xmlns="" xmlns:a16="http://schemas.microsoft.com/office/drawing/2014/main" id="{40719677-5F13-A547-B939-37B964C39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5" name="Rectangle 340">
                <a:extLst>
                  <a:ext uri="{FF2B5EF4-FFF2-40B4-BE49-F238E27FC236}">
                    <a16:creationId xmlns="" xmlns:a16="http://schemas.microsoft.com/office/drawing/2014/main" id="{8FBD903F-689E-1E4F-A4E8-B865330E9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36" name="Group 341">
              <a:extLst>
                <a:ext uri="{FF2B5EF4-FFF2-40B4-BE49-F238E27FC236}">
                  <a16:creationId xmlns="" xmlns:a16="http://schemas.microsoft.com/office/drawing/2014/main" id="{D3A49F13-3F7D-AF43-A7B5-75D42D3F0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751" name="Rectangle 342">
                <a:extLst>
                  <a:ext uri="{FF2B5EF4-FFF2-40B4-BE49-F238E27FC236}">
                    <a16:creationId xmlns="" xmlns:a16="http://schemas.microsoft.com/office/drawing/2014/main" id="{6560040F-827B-4144-9A62-12A938DFB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2" name="Rectangle 343">
                <a:extLst>
                  <a:ext uri="{FF2B5EF4-FFF2-40B4-BE49-F238E27FC236}">
                    <a16:creationId xmlns="" xmlns:a16="http://schemas.microsoft.com/office/drawing/2014/main" id="{4979BB7B-93B5-3A44-9BF4-72A3A854B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3" name="Text Box 344">
                <a:extLst>
                  <a:ext uri="{FF2B5EF4-FFF2-40B4-BE49-F238E27FC236}">
                    <a16:creationId xmlns="" xmlns:a16="http://schemas.microsoft.com/office/drawing/2014/main" id="{C02CFF55-650B-AD4A-92D7-CDA2D2C4C1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7" name="Group 345">
              <a:extLst>
                <a:ext uri="{FF2B5EF4-FFF2-40B4-BE49-F238E27FC236}">
                  <a16:creationId xmlns="" xmlns:a16="http://schemas.microsoft.com/office/drawing/2014/main" id="{B6AC2CCC-A76E-2445-8246-899C8784E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748" name="Rectangle 346">
                <a:extLst>
                  <a:ext uri="{FF2B5EF4-FFF2-40B4-BE49-F238E27FC236}">
                    <a16:creationId xmlns="" xmlns:a16="http://schemas.microsoft.com/office/drawing/2014/main" id="{91D927BE-A5DA-AB48-AF73-32631E45B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9" name="Rectangle 347">
                <a:extLst>
                  <a:ext uri="{FF2B5EF4-FFF2-40B4-BE49-F238E27FC236}">
                    <a16:creationId xmlns="" xmlns:a16="http://schemas.microsoft.com/office/drawing/2014/main" id="{7BE391C6-43DB-3043-B89D-6DEE17F0E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0" name="Text Box 348">
                <a:extLst>
                  <a:ext uri="{FF2B5EF4-FFF2-40B4-BE49-F238E27FC236}">
                    <a16:creationId xmlns="" xmlns:a16="http://schemas.microsoft.com/office/drawing/2014/main" id="{78193E8E-5EDB-3C4B-908D-01FFF86C6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8" name="Group 349">
              <a:extLst>
                <a:ext uri="{FF2B5EF4-FFF2-40B4-BE49-F238E27FC236}">
                  <a16:creationId xmlns="" xmlns:a16="http://schemas.microsoft.com/office/drawing/2014/main" id="{63AF8189-9A3F-D542-9CEC-58D39BCAEE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739" name="Rectangle 350">
                <a:extLst>
                  <a:ext uri="{FF2B5EF4-FFF2-40B4-BE49-F238E27FC236}">
                    <a16:creationId xmlns="" xmlns:a16="http://schemas.microsoft.com/office/drawing/2014/main" id="{A020A05E-94BF-C640-A8CB-AF123AA2F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0" name="Rectangle 351">
                <a:extLst>
                  <a:ext uri="{FF2B5EF4-FFF2-40B4-BE49-F238E27FC236}">
                    <a16:creationId xmlns="" xmlns:a16="http://schemas.microsoft.com/office/drawing/2014/main" id="{22E1DFE5-9FD3-AA4B-BDC5-018CD8E70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1" name="Rectangle 352">
                <a:extLst>
                  <a:ext uri="{FF2B5EF4-FFF2-40B4-BE49-F238E27FC236}">
                    <a16:creationId xmlns="" xmlns:a16="http://schemas.microsoft.com/office/drawing/2014/main" id="{0849A1A5-14E0-374C-BA02-9C63B614D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2" name="Rectangle 353">
                <a:extLst>
                  <a:ext uri="{FF2B5EF4-FFF2-40B4-BE49-F238E27FC236}">
                    <a16:creationId xmlns="" xmlns:a16="http://schemas.microsoft.com/office/drawing/2014/main" id="{82BE04FB-4B53-BA46-B018-3B9000714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3" name="Rectangle 354">
                <a:extLst>
                  <a:ext uri="{FF2B5EF4-FFF2-40B4-BE49-F238E27FC236}">
                    <a16:creationId xmlns="" xmlns:a16="http://schemas.microsoft.com/office/drawing/2014/main" id="{13D8F146-B1F3-FA41-A508-298A5DADE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4" name="Group 355">
                <a:extLst>
                  <a:ext uri="{FF2B5EF4-FFF2-40B4-BE49-F238E27FC236}">
                    <a16:creationId xmlns="" xmlns:a16="http://schemas.microsoft.com/office/drawing/2014/main" id="{87B22912-5DB4-CC4E-8302-A587515DDD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745" name="Rectangle 356">
                  <a:extLst>
                    <a:ext uri="{FF2B5EF4-FFF2-40B4-BE49-F238E27FC236}">
                      <a16:creationId xmlns="" xmlns:a16="http://schemas.microsoft.com/office/drawing/2014/main" id="{E761A945-3F5E-CA4E-A896-C01C89521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6" name="Rectangle 357">
                  <a:extLst>
                    <a:ext uri="{FF2B5EF4-FFF2-40B4-BE49-F238E27FC236}">
                      <a16:creationId xmlns="" xmlns:a16="http://schemas.microsoft.com/office/drawing/2014/main" id="{84134D3E-13F8-6042-9D38-AF73D970B8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7" name="Text Box 358">
                  <a:extLst>
                    <a:ext uri="{FF2B5EF4-FFF2-40B4-BE49-F238E27FC236}">
                      <a16:creationId xmlns="" xmlns:a16="http://schemas.microsoft.com/office/drawing/2014/main" id="{360C0654-D2F5-A249-98C0-8B4B35A822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sp>
        <p:nvSpPr>
          <p:cNvPr id="756" name="Rectangle 359">
            <a:extLst>
              <a:ext uri="{FF2B5EF4-FFF2-40B4-BE49-F238E27FC236}">
                <a16:creationId xmlns="" xmlns:a16="http://schemas.microsoft.com/office/drawing/2014/main" id="{A9BE400C-E7A8-814F-9EFA-D314343C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57" name="Group 391">
            <a:extLst>
              <a:ext uri="{FF2B5EF4-FFF2-40B4-BE49-F238E27FC236}">
                <a16:creationId xmlns="" xmlns:a16="http://schemas.microsoft.com/office/drawing/2014/main" id="{17C83498-6185-2647-828E-58DDFAF371A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758" name="Group 361">
              <a:extLst>
                <a:ext uri="{FF2B5EF4-FFF2-40B4-BE49-F238E27FC236}">
                  <a16:creationId xmlns="" xmlns:a16="http://schemas.microsoft.com/office/drawing/2014/main" id="{18FD13CD-0315-B647-B6AF-39F23BA87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810" name="Rectangle 362">
                <a:extLst>
                  <a:ext uri="{FF2B5EF4-FFF2-40B4-BE49-F238E27FC236}">
                    <a16:creationId xmlns="" xmlns:a16="http://schemas.microsoft.com/office/drawing/2014/main" id="{9C3274D0-8E72-FF4D-AA28-A8EAE39D6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11" name="Rectangle 363">
                <a:extLst>
                  <a:ext uri="{FF2B5EF4-FFF2-40B4-BE49-F238E27FC236}">
                    <a16:creationId xmlns="" xmlns:a16="http://schemas.microsoft.com/office/drawing/2014/main" id="{2A85A536-6D67-544C-8670-9B17244FB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59" name="Group 382">
              <a:extLst>
                <a:ext uri="{FF2B5EF4-FFF2-40B4-BE49-F238E27FC236}">
                  <a16:creationId xmlns="" xmlns:a16="http://schemas.microsoft.com/office/drawing/2014/main" id="{A64FBDF6-0E86-E740-A72D-FB97797F5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807" name="Rectangle 365">
                <a:extLst>
                  <a:ext uri="{FF2B5EF4-FFF2-40B4-BE49-F238E27FC236}">
                    <a16:creationId xmlns="" xmlns:a16="http://schemas.microsoft.com/office/drawing/2014/main" id="{8E976F92-FA7A-AB47-9B21-9CC5C1911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8" name="Rectangle 366">
                <a:extLst>
                  <a:ext uri="{FF2B5EF4-FFF2-40B4-BE49-F238E27FC236}">
                    <a16:creationId xmlns="" xmlns:a16="http://schemas.microsoft.com/office/drawing/2014/main" id="{6AD327EE-B6BC-D741-A7C2-B834A5D59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9" name="Text Box 367">
                <a:extLst>
                  <a:ext uri="{FF2B5EF4-FFF2-40B4-BE49-F238E27FC236}">
                    <a16:creationId xmlns="" xmlns:a16="http://schemas.microsoft.com/office/drawing/2014/main" id="{96F9A0CD-789B-D04C-9566-4A2973C5EF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760" name="Rectangle 373">
              <a:extLst>
                <a:ext uri="{FF2B5EF4-FFF2-40B4-BE49-F238E27FC236}">
                  <a16:creationId xmlns="" xmlns:a16="http://schemas.microsoft.com/office/drawing/2014/main" id="{F2EBED54-BD1B-ED40-89CC-56E9651CA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1" name="Rectangle 374">
              <a:extLst>
                <a:ext uri="{FF2B5EF4-FFF2-40B4-BE49-F238E27FC236}">
                  <a16:creationId xmlns="" xmlns:a16="http://schemas.microsoft.com/office/drawing/2014/main" id="{74AF0931-1E02-754D-9005-03A58D5C2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2" name="Rectangle 375">
              <a:extLst>
                <a:ext uri="{FF2B5EF4-FFF2-40B4-BE49-F238E27FC236}">
                  <a16:creationId xmlns="" xmlns:a16="http://schemas.microsoft.com/office/drawing/2014/main" id="{9DE1570C-335C-9C44-9681-536C219A3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3" name="Rectangle 376">
              <a:extLst>
                <a:ext uri="{FF2B5EF4-FFF2-40B4-BE49-F238E27FC236}">
                  <a16:creationId xmlns="" xmlns:a16="http://schemas.microsoft.com/office/drawing/2014/main" id="{1A5BAEF7-331F-F14B-B97F-78D5BE86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4" name="Rectangle 377">
              <a:extLst>
                <a:ext uri="{FF2B5EF4-FFF2-40B4-BE49-F238E27FC236}">
                  <a16:creationId xmlns="" xmlns:a16="http://schemas.microsoft.com/office/drawing/2014/main" id="{84336569-B3A7-6A49-A82B-99D5EC339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65" name="Group 383">
              <a:extLst>
                <a:ext uri="{FF2B5EF4-FFF2-40B4-BE49-F238E27FC236}">
                  <a16:creationId xmlns="" xmlns:a16="http://schemas.microsoft.com/office/drawing/2014/main" id="{28790B64-9067-B544-9439-EB76C10C1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804" name="Rectangle 384">
                <a:extLst>
                  <a:ext uri="{FF2B5EF4-FFF2-40B4-BE49-F238E27FC236}">
                    <a16:creationId xmlns="" xmlns:a16="http://schemas.microsoft.com/office/drawing/2014/main" id="{BEF7727E-C16B-5F45-BAA7-AE952E893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5" name="Rectangle 385">
                <a:extLst>
                  <a:ext uri="{FF2B5EF4-FFF2-40B4-BE49-F238E27FC236}">
                    <a16:creationId xmlns="" xmlns:a16="http://schemas.microsoft.com/office/drawing/2014/main" id="{FB8C79D1-4376-1A40-B6C0-F73357935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6" name="Text Box 386">
                <a:extLst>
                  <a:ext uri="{FF2B5EF4-FFF2-40B4-BE49-F238E27FC236}">
                    <a16:creationId xmlns="" xmlns:a16="http://schemas.microsoft.com/office/drawing/2014/main" id="{7D800199-8CF4-F44C-B339-C1A262289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766" name="Group 387">
              <a:extLst>
                <a:ext uri="{FF2B5EF4-FFF2-40B4-BE49-F238E27FC236}">
                  <a16:creationId xmlns="" xmlns:a16="http://schemas.microsoft.com/office/drawing/2014/main" id="{A3096BC9-64B5-ED4E-A43F-70809FA8A1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801" name="Rectangle 388">
                <a:extLst>
                  <a:ext uri="{FF2B5EF4-FFF2-40B4-BE49-F238E27FC236}">
                    <a16:creationId xmlns="" xmlns:a16="http://schemas.microsoft.com/office/drawing/2014/main" id="{F61F578C-8BF0-8341-943D-39CDE967F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2" name="Rectangle 389">
                <a:extLst>
                  <a:ext uri="{FF2B5EF4-FFF2-40B4-BE49-F238E27FC236}">
                    <a16:creationId xmlns="" xmlns:a16="http://schemas.microsoft.com/office/drawing/2014/main" id="{E8B4EC9C-05C8-C142-955E-B40BA2278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3" name="Text Box 390">
                <a:extLst>
                  <a:ext uri="{FF2B5EF4-FFF2-40B4-BE49-F238E27FC236}">
                    <a16:creationId xmlns="" xmlns:a16="http://schemas.microsoft.com/office/drawing/2014/main" id="{AEB443BC-BE15-5740-B309-D2DC97FAE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12" name="Group 423">
            <a:extLst>
              <a:ext uri="{FF2B5EF4-FFF2-40B4-BE49-F238E27FC236}">
                <a16:creationId xmlns="" xmlns:a16="http://schemas.microsoft.com/office/drawing/2014/main" id="{A6880A50-5449-0E46-A5C1-4F3EDBB5D53B}"/>
              </a:ext>
            </a:extLst>
          </p:cNvPr>
          <p:cNvGrpSpPr>
            <a:grpSpLocks/>
          </p:cNvGrpSpPr>
          <p:nvPr/>
        </p:nvGrpSpPr>
        <p:grpSpPr bwMode="auto"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813" name="Group 393">
              <a:extLst>
                <a:ext uri="{FF2B5EF4-FFF2-40B4-BE49-F238E27FC236}">
                  <a16:creationId xmlns="" xmlns:a16="http://schemas.microsoft.com/office/drawing/2014/main" id="{C0CC2508-5523-1E46-8737-BE4E4E429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831" name="Rectangle 394">
                <a:extLst>
                  <a:ext uri="{FF2B5EF4-FFF2-40B4-BE49-F238E27FC236}">
                    <a16:creationId xmlns="" xmlns:a16="http://schemas.microsoft.com/office/drawing/2014/main" id="{90649956-CFA3-AB44-82F9-1A40A1314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2" name="Rectangle 395">
                <a:extLst>
                  <a:ext uri="{FF2B5EF4-FFF2-40B4-BE49-F238E27FC236}">
                    <a16:creationId xmlns="" xmlns:a16="http://schemas.microsoft.com/office/drawing/2014/main" id="{8BD70DAB-651C-5047-B975-B174CE645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814" name="Group 396">
              <a:extLst>
                <a:ext uri="{FF2B5EF4-FFF2-40B4-BE49-F238E27FC236}">
                  <a16:creationId xmlns="" xmlns:a16="http://schemas.microsoft.com/office/drawing/2014/main" id="{40C19D6E-09EE-3045-9039-85D4B044B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828" name="Rectangle 397">
                <a:extLst>
                  <a:ext uri="{FF2B5EF4-FFF2-40B4-BE49-F238E27FC236}">
                    <a16:creationId xmlns="" xmlns:a16="http://schemas.microsoft.com/office/drawing/2014/main" id="{66D59E5F-377E-C549-9CE6-0433DF2E0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9" name="Rectangle 398">
                <a:extLst>
                  <a:ext uri="{FF2B5EF4-FFF2-40B4-BE49-F238E27FC236}">
                    <a16:creationId xmlns="" xmlns:a16="http://schemas.microsoft.com/office/drawing/2014/main" id="{D1732789-3643-5E46-94EF-A715FF8A5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0" name="Text Box 399">
                <a:extLst>
                  <a:ext uri="{FF2B5EF4-FFF2-40B4-BE49-F238E27FC236}">
                    <a16:creationId xmlns="" xmlns:a16="http://schemas.microsoft.com/office/drawing/2014/main" id="{D256CEEF-EDB6-0E44-963C-AB56839D6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815" name="Rectangle 400">
              <a:extLst>
                <a:ext uri="{FF2B5EF4-FFF2-40B4-BE49-F238E27FC236}">
                  <a16:creationId xmlns="" xmlns:a16="http://schemas.microsoft.com/office/drawing/2014/main" id="{CAD9F45E-35B7-F24A-8A08-33EC261E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6" name="Rectangle 401">
              <a:extLst>
                <a:ext uri="{FF2B5EF4-FFF2-40B4-BE49-F238E27FC236}">
                  <a16:creationId xmlns="" xmlns:a16="http://schemas.microsoft.com/office/drawing/2014/main" id="{6A723820-5A3C-934C-8004-55656E64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7" name="Rectangle 402">
              <a:extLst>
                <a:ext uri="{FF2B5EF4-FFF2-40B4-BE49-F238E27FC236}">
                  <a16:creationId xmlns="" xmlns:a16="http://schemas.microsoft.com/office/drawing/2014/main" id="{6334C52D-28B6-7248-A490-DD6B1607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8" name="Rectangle 403">
              <a:extLst>
                <a:ext uri="{FF2B5EF4-FFF2-40B4-BE49-F238E27FC236}">
                  <a16:creationId xmlns="" xmlns:a16="http://schemas.microsoft.com/office/drawing/2014/main" id="{43965A11-3A3A-9842-98E9-480DC62F6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9" name="Rectangle 404">
              <a:extLst>
                <a:ext uri="{FF2B5EF4-FFF2-40B4-BE49-F238E27FC236}">
                  <a16:creationId xmlns="" xmlns:a16="http://schemas.microsoft.com/office/drawing/2014/main" id="{CF02A561-A967-8146-9791-21417B4AD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20" name="Group 405">
              <a:extLst>
                <a:ext uri="{FF2B5EF4-FFF2-40B4-BE49-F238E27FC236}">
                  <a16:creationId xmlns="" xmlns:a16="http://schemas.microsoft.com/office/drawing/2014/main" id="{931BB545-418C-D04E-BE16-C1DDB3B30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825" name="Rectangle 406">
                <a:extLst>
                  <a:ext uri="{FF2B5EF4-FFF2-40B4-BE49-F238E27FC236}">
                    <a16:creationId xmlns="" xmlns:a16="http://schemas.microsoft.com/office/drawing/2014/main" id="{F4D73D91-C3AE-5048-A766-146F05C8D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6" name="Rectangle 407">
                <a:extLst>
                  <a:ext uri="{FF2B5EF4-FFF2-40B4-BE49-F238E27FC236}">
                    <a16:creationId xmlns="" xmlns:a16="http://schemas.microsoft.com/office/drawing/2014/main" id="{06CF0FC6-D090-2D4F-8B68-D98E606A3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7" name="Text Box 408">
                <a:extLst>
                  <a:ext uri="{FF2B5EF4-FFF2-40B4-BE49-F238E27FC236}">
                    <a16:creationId xmlns="" xmlns:a16="http://schemas.microsoft.com/office/drawing/2014/main" id="{B109233B-D33D-6A48-8899-85AA2DD4C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821" name="Group 409">
              <a:extLst>
                <a:ext uri="{FF2B5EF4-FFF2-40B4-BE49-F238E27FC236}">
                  <a16:creationId xmlns="" xmlns:a16="http://schemas.microsoft.com/office/drawing/2014/main" id="{CD622C02-5474-6A42-8C31-C4287EECC1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822" name="Rectangle 410">
                <a:extLst>
                  <a:ext uri="{FF2B5EF4-FFF2-40B4-BE49-F238E27FC236}">
                    <a16:creationId xmlns="" xmlns:a16="http://schemas.microsoft.com/office/drawing/2014/main" id="{C53E0714-5945-D949-987E-678D2F53E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3" name="Rectangle 411">
                <a:extLst>
                  <a:ext uri="{FF2B5EF4-FFF2-40B4-BE49-F238E27FC236}">
                    <a16:creationId xmlns="" xmlns:a16="http://schemas.microsoft.com/office/drawing/2014/main" id="{74E3AA68-A459-0A4D-A8C4-09CDD067B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4" name="Text Box 412">
                <a:extLst>
                  <a:ext uri="{FF2B5EF4-FFF2-40B4-BE49-F238E27FC236}">
                    <a16:creationId xmlns="" xmlns:a16="http://schemas.microsoft.com/office/drawing/2014/main" id="{8CCC7B6F-8CBE-7B40-BA63-57B01F1C6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33" name="Group 422">
            <a:extLst>
              <a:ext uri="{FF2B5EF4-FFF2-40B4-BE49-F238E27FC236}">
                <a16:creationId xmlns="" xmlns:a16="http://schemas.microsoft.com/office/drawing/2014/main" id="{4A286599-58F8-7C4A-A7A6-AE8BCFB5D157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834" name="Rectangle 413">
              <a:extLst>
                <a:ext uri="{FF2B5EF4-FFF2-40B4-BE49-F238E27FC236}">
                  <a16:creationId xmlns="" xmlns:a16="http://schemas.microsoft.com/office/drawing/2014/main" id="{FD8A8249-C601-C946-91D0-25E0C9B3D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5" name="Rectangle 414">
              <a:extLst>
                <a:ext uri="{FF2B5EF4-FFF2-40B4-BE49-F238E27FC236}">
                  <a16:creationId xmlns="" xmlns:a16="http://schemas.microsoft.com/office/drawing/2014/main" id="{9BE238B3-D908-7344-ACF3-4F7D0E8BE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6" name="Rectangle 415">
              <a:extLst>
                <a:ext uri="{FF2B5EF4-FFF2-40B4-BE49-F238E27FC236}">
                  <a16:creationId xmlns="" xmlns:a16="http://schemas.microsoft.com/office/drawing/2014/main" id="{D85BA8BC-478D-F344-8115-DC7B5B39F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7" name="Rectangle 416">
              <a:extLst>
                <a:ext uri="{FF2B5EF4-FFF2-40B4-BE49-F238E27FC236}">
                  <a16:creationId xmlns="" xmlns:a16="http://schemas.microsoft.com/office/drawing/2014/main" id="{7E72D931-C69A-D547-A589-54D811811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8" name="Rectangle 417">
              <a:extLst>
                <a:ext uri="{FF2B5EF4-FFF2-40B4-BE49-F238E27FC236}">
                  <a16:creationId xmlns="" xmlns:a16="http://schemas.microsoft.com/office/drawing/2014/main" id="{96929BF6-5BEC-064E-823F-64C7B6097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39" name="Group 418">
              <a:extLst>
                <a:ext uri="{FF2B5EF4-FFF2-40B4-BE49-F238E27FC236}">
                  <a16:creationId xmlns="" xmlns:a16="http://schemas.microsoft.com/office/drawing/2014/main" id="{B9FE97D1-EB90-084D-832B-370177733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840" name="Rectangle 419">
                <a:extLst>
                  <a:ext uri="{FF2B5EF4-FFF2-40B4-BE49-F238E27FC236}">
                    <a16:creationId xmlns="" xmlns:a16="http://schemas.microsoft.com/office/drawing/2014/main" id="{A7398EAD-94A6-2C46-88ED-F3EAEE4C7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1" name="Rectangle 420">
                <a:extLst>
                  <a:ext uri="{FF2B5EF4-FFF2-40B4-BE49-F238E27FC236}">
                    <a16:creationId xmlns="" xmlns:a16="http://schemas.microsoft.com/office/drawing/2014/main" id="{4C167B55-EB55-FD4C-A289-D74D3CBC3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2" name="Text Box 421">
                <a:extLst>
                  <a:ext uri="{FF2B5EF4-FFF2-40B4-BE49-F238E27FC236}">
                    <a16:creationId xmlns="" xmlns:a16="http://schemas.microsoft.com/office/drawing/2014/main" id="{B28E28A9-E5F1-E142-B8BF-E0874F48D6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sp>
        <p:nvSpPr>
          <p:cNvPr id="843" name="Rectangle 424">
            <a:extLst>
              <a:ext uri="{FF2B5EF4-FFF2-40B4-BE49-F238E27FC236}">
                <a16:creationId xmlns="" xmlns:a16="http://schemas.microsoft.com/office/drawing/2014/main" id="{6E37BF3E-D4DC-974D-992C-BCA1B9A0E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388" y="4141788"/>
            <a:ext cx="4652603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SYNACK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2 in TCP 3-way handshake)</a:t>
            </a: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=""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=""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=""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=""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=""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=""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=""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=""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=""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=""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=""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=""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=""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=""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=""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=""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=""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=""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=""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=""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=""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=""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=""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891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C 0.00052 0.02477 -0.0017 0.01806 -0.00117 0.04468 L 0.30299 0.04584 C 0.25677 0.14121 0.25455 0.14862 0.20924 0.23473 C 0.26836 0.18542 0.34922 0.13797 0.40846 0.08843 C 0.35976 0.20903 0.30924 0.34121 0.2612 0.46181 L 0.02838 0.46274 C 0.02838 0.42547 0.02786 0.42223 0.02786 0.38588 " pathEditMode="relative" rAng="0" ptsTypes="AAAAAAAA">
                                      <p:cBhvr>
                                        <p:cTn id="29" dur="30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65" y="2312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2 L -0.00052 0.09421 L 0.25287 0.09121 L 0.39297 -0.29166 L 0.18503 -0.15208 L 0.28034 -0.33079 L -0.02916 -0.3331 C -0.02916 -0.3618 -0.02916 -0.3618 -0.02877 -0.39051 " pathEditMode="relative" rAng="0" ptsTypes="AAAAAAAA">
                                      <p:cBhvr>
                                        <p:cTn id="66" dur="3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42" y="-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" grpId="0"/>
      <p:bldP spid="548" grpId="0"/>
      <p:bldP spid="549" grpId="0"/>
      <p:bldP spid="8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999694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A day in the life… HTTP request/reply </a:t>
            </a:r>
            <a:endParaRPr lang="en-US" sz="3200" b="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=""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=""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=""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=""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=""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=""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=""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=""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=""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=""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=""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=""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=""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=""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=""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=""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=""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=""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=""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=""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=""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=""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=""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=""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=""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=""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=""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=""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=""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=""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=""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=""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=""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=""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=""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=""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=""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=""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=""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=""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=""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=""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=""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=""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=""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=""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=""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=""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=""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=""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=""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=""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=""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=""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=""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=""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=""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=""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=""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=""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=""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=""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=""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=""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=""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=""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=""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=""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=""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=""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=""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=""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=""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=""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=""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=""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=""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=""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=""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=""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=""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=""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=""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=""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=""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=""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=""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=""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=""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=""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=""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=""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=""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=""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=""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=""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=""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=""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=""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=""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=""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=""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=""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=""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=""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=""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=""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=""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=""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=""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=""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=""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=""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=""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=""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=""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=""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=""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=""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=""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=""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=""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=""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=""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=""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=""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=""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=""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=""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=""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=""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=""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=""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=""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=""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=""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=""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=""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=""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=""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=""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=""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=""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=""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=""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=""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=""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=""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=""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=""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=""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=""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=""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=""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=""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=""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=""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=""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=""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25" name="Group 336">
            <a:extLst>
              <a:ext uri="{FF2B5EF4-FFF2-40B4-BE49-F238E27FC236}">
                <a16:creationId xmlns=""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=""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=""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=""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=""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=""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=""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=""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=""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48" name="Group 647">
            <a:extLst>
              <a:ext uri="{FF2B5EF4-FFF2-40B4-BE49-F238E27FC236}">
                <a16:creationId xmlns=""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=""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=""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=""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=""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=""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=""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=""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=""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=""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=""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=""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=""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=""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=""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=""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=""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=""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=""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=""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=""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=""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=""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25" name="Group 44">
            <a:extLst>
              <a:ext uri="{FF2B5EF4-FFF2-40B4-BE49-F238E27FC236}">
                <a16:creationId xmlns="" xmlns:a16="http://schemas.microsoft.com/office/drawing/2014/main" id="{7D080CBD-9770-0F45-BF83-E0C84073A156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1326" name="Group 45">
              <a:extLst>
                <a:ext uri="{FF2B5EF4-FFF2-40B4-BE49-F238E27FC236}">
                  <a16:creationId xmlns="" xmlns:a16="http://schemas.microsoft.com/office/drawing/2014/main" id="{7590256B-9C4F-0C4E-9BC9-B6D369E67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1328" name="Rectangle 46">
                <a:extLst>
                  <a:ext uri="{FF2B5EF4-FFF2-40B4-BE49-F238E27FC236}">
                    <a16:creationId xmlns="" xmlns:a16="http://schemas.microsoft.com/office/drawing/2014/main" id="{0A2ACA70-A173-A945-A6CE-F1BA1D552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29" name="Text Box 47">
                <a:extLst>
                  <a:ext uri="{FF2B5EF4-FFF2-40B4-BE49-F238E27FC236}">
                    <a16:creationId xmlns="" xmlns:a16="http://schemas.microsoft.com/office/drawing/2014/main" id="{C6594267-3465-984D-9173-0264280355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1327" name="AutoShape 48">
              <a:extLst>
                <a:ext uri="{FF2B5EF4-FFF2-40B4-BE49-F238E27FC236}">
                  <a16:creationId xmlns="" xmlns:a16="http://schemas.microsoft.com/office/drawing/2014/main" id="{318DC197-ADA3-8D40-B2D1-6A3B69CE6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30" name="Rectangle 49">
            <a:extLst>
              <a:ext uri="{FF2B5EF4-FFF2-40B4-BE49-F238E27FC236}">
                <a16:creationId xmlns="" xmlns:a16="http://schemas.microsoft.com/office/drawing/2014/main" id="{99FA9281-64A1-3C45-962E-4C46EDCFA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0" y="1581150"/>
            <a:ext cx="4383088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request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sent into TCP socket</a:t>
            </a:r>
          </a:p>
        </p:txBody>
      </p:sp>
      <p:sp>
        <p:nvSpPr>
          <p:cNvPr id="1331" name="Rectangle 50">
            <a:extLst>
              <a:ext uri="{FF2B5EF4-FFF2-40B4-BE49-F238E27FC236}">
                <a16:creationId xmlns="" xmlns:a16="http://schemas.microsoft.com/office/drawing/2014/main" id="{AA08BDAE-F57E-5E40-9927-D2F1F761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991" y="2527300"/>
            <a:ext cx="455871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request routed to www.google.com</a:t>
            </a:r>
          </a:p>
        </p:txBody>
      </p:sp>
      <p:sp>
        <p:nvSpPr>
          <p:cNvPr id="1332" name="Rectangle 51">
            <a:extLst>
              <a:ext uri="{FF2B5EF4-FFF2-40B4-BE49-F238E27FC236}">
                <a16:creationId xmlns="" xmlns:a16="http://schemas.microsoft.com/office/drawing/2014/main" id="{266F9D11-DB8B-9746-BCB5-3E2896050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14" y="5168900"/>
            <a:ext cx="4364086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reply routed back to client</a:t>
            </a:r>
          </a:p>
        </p:txBody>
      </p:sp>
      <p:sp>
        <p:nvSpPr>
          <p:cNvPr id="1335" name="Rectangle 229">
            <a:extLst>
              <a:ext uri="{FF2B5EF4-FFF2-40B4-BE49-F238E27FC236}">
                <a16:creationId xmlns="" xmlns:a16="http://schemas.microsoft.com/office/drawing/2014/main" id="{C5EC8EF9-6B00-CE43-96D3-46334FDB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340" y="3859213"/>
            <a:ext cx="4823823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reply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(containing web page)</a:t>
            </a:r>
          </a:p>
        </p:txBody>
      </p:sp>
      <p:grpSp>
        <p:nvGrpSpPr>
          <p:cNvPr id="1336" name="Group 357">
            <a:extLst>
              <a:ext uri="{FF2B5EF4-FFF2-40B4-BE49-F238E27FC236}">
                <a16:creationId xmlns="" xmlns:a16="http://schemas.microsoft.com/office/drawing/2014/main" id="{498FC3B9-C849-D046-93C0-E903FF687CA1}"/>
              </a:ext>
            </a:extLst>
          </p:cNvPr>
          <p:cNvGrpSpPr>
            <a:grpSpLocks/>
          </p:cNvGrpSpPr>
          <p:nvPr/>
        </p:nvGrpSpPr>
        <p:grpSpPr bwMode="auto"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1337" name="Group 230">
              <a:extLst>
                <a:ext uri="{FF2B5EF4-FFF2-40B4-BE49-F238E27FC236}">
                  <a16:creationId xmlns="" xmlns:a16="http://schemas.microsoft.com/office/drawing/2014/main" id="{211485D0-CF18-8243-B23E-3DF2FE018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1363" name="Group 231">
                <a:extLst>
                  <a:ext uri="{FF2B5EF4-FFF2-40B4-BE49-F238E27FC236}">
                    <a16:creationId xmlns="" xmlns:a16="http://schemas.microsoft.com/office/drawing/2014/main" id="{60D840E1-BAA7-6747-854D-AC0EC3094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366" name="Rectangle 232">
                  <a:extLst>
                    <a:ext uri="{FF2B5EF4-FFF2-40B4-BE49-F238E27FC236}">
                      <a16:creationId xmlns="" xmlns:a16="http://schemas.microsoft.com/office/drawing/2014/main" id="{F6DEB09B-85EA-8A4F-B600-C0A42D5F1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7" name="Text Box 233">
                  <a:extLst>
                    <a:ext uri="{FF2B5EF4-FFF2-40B4-BE49-F238E27FC236}">
                      <a16:creationId xmlns="" xmlns:a16="http://schemas.microsoft.com/office/drawing/2014/main" id="{6BB9D797-F7E1-EE4F-9126-32E8EE8549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364" name="Rectangle 234">
                <a:extLst>
                  <a:ext uri="{FF2B5EF4-FFF2-40B4-BE49-F238E27FC236}">
                    <a16:creationId xmlns="" xmlns:a16="http://schemas.microsoft.com/office/drawing/2014/main" id="{0133C8DE-62B1-B14A-8153-6B446DA19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65" name="Rectangle 235">
                <a:extLst>
                  <a:ext uri="{FF2B5EF4-FFF2-40B4-BE49-F238E27FC236}">
                    <a16:creationId xmlns="" xmlns:a16="http://schemas.microsoft.com/office/drawing/2014/main" id="{35F0D385-1891-B544-83AB-60FBCA31A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38" name="Group 236">
              <a:extLst>
                <a:ext uri="{FF2B5EF4-FFF2-40B4-BE49-F238E27FC236}">
                  <a16:creationId xmlns="" xmlns:a16="http://schemas.microsoft.com/office/drawing/2014/main" id="{D35C09D2-55E4-1E46-A8DD-4F7F9A32B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1357" name="Group 237">
                <a:extLst>
                  <a:ext uri="{FF2B5EF4-FFF2-40B4-BE49-F238E27FC236}">
                    <a16:creationId xmlns="" xmlns:a16="http://schemas.microsoft.com/office/drawing/2014/main" id="{8568F975-82C6-A245-BE57-C6B8341A2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361" name="Rectangle 238">
                  <a:extLst>
                    <a:ext uri="{FF2B5EF4-FFF2-40B4-BE49-F238E27FC236}">
                      <a16:creationId xmlns="" xmlns:a16="http://schemas.microsoft.com/office/drawing/2014/main" id="{95728DE9-470A-9F4E-82B4-F58E4FC88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2" name="Text Box 239">
                  <a:extLst>
                    <a:ext uri="{FF2B5EF4-FFF2-40B4-BE49-F238E27FC236}">
                      <a16:creationId xmlns="" xmlns:a16="http://schemas.microsoft.com/office/drawing/2014/main" id="{6497CDFB-8416-6643-AC3B-D3BAAE9565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358" name="Group 240">
                <a:extLst>
                  <a:ext uri="{FF2B5EF4-FFF2-40B4-BE49-F238E27FC236}">
                    <a16:creationId xmlns="" xmlns:a16="http://schemas.microsoft.com/office/drawing/2014/main" id="{BC9BDF36-2BB9-284A-9094-CEABBD97B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359" name="Rectangle 241">
                  <a:extLst>
                    <a:ext uri="{FF2B5EF4-FFF2-40B4-BE49-F238E27FC236}">
                      <a16:creationId xmlns="" xmlns:a16="http://schemas.microsoft.com/office/drawing/2014/main" id="{015762AE-9D71-7F43-AB3C-5771B544E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0" name="Rectangle 242">
                  <a:extLst>
                    <a:ext uri="{FF2B5EF4-FFF2-40B4-BE49-F238E27FC236}">
                      <a16:creationId xmlns="" xmlns:a16="http://schemas.microsoft.com/office/drawing/2014/main" id="{BB45A8C1-A77B-CF46-87CA-131561CF2E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39" name="Group 243">
              <a:extLst>
                <a:ext uri="{FF2B5EF4-FFF2-40B4-BE49-F238E27FC236}">
                  <a16:creationId xmlns="" xmlns:a16="http://schemas.microsoft.com/office/drawing/2014/main" id="{1C89D901-01BF-A841-BD93-150D9FBDE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355" name="Rectangle 244">
                <a:extLst>
                  <a:ext uri="{FF2B5EF4-FFF2-40B4-BE49-F238E27FC236}">
                    <a16:creationId xmlns="" xmlns:a16="http://schemas.microsoft.com/office/drawing/2014/main" id="{DDCC2DC4-37D5-AD43-AD6B-0CDC2F621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56" name="Rectangle 245">
                <a:extLst>
                  <a:ext uri="{FF2B5EF4-FFF2-40B4-BE49-F238E27FC236}">
                    <a16:creationId xmlns="" xmlns:a16="http://schemas.microsoft.com/office/drawing/2014/main" id="{A9608D03-34B6-A04D-9860-20DD5F48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40" name="Group 246">
              <a:extLst>
                <a:ext uri="{FF2B5EF4-FFF2-40B4-BE49-F238E27FC236}">
                  <a16:creationId xmlns="" xmlns:a16="http://schemas.microsoft.com/office/drawing/2014/main" id="{16BA17B6-D2AB-8E47-B2F9-3F2DED5AB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1342" name="Group 247">
                <a:extLst>
                  <a:ext uri="{FF2B5EF4-FFF2-40B4-BE49-F238E27FC236}">
                    <a16:creationId xmlns="" xmlns:a16="http://schemas.microsoft.com/office/drawing/2014/main" id="{C160BE36-EC02-D940-9D1D-9591143A06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1346" name="Group 248">
                  <a:extLst>
                    <a:ext uri="{FF2B5EF4-FFF2-40B4-BE49-F238E27FC236}">
                      <a16:creationId xmlns="" xmlns:a16="http://schemas.microsoft.com/office/drawing/2014/main" id="{283F0D02-4B90-6143-8184-A9DB804018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349" name="Group 249">
                    <a:extLst>
                      <a:ext uri="{FF2B5EF4-FFF2-40B4-BE49-F238E27FC236}">
                        <a16:creationId xmlns="" xmlns:a16="http://schemas.microsoft.com/office/drawing/2014/main" id="{67049BBA-983F-3D41-8E5A-CD1393902B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353" name="Rectangle 250">
                      <a:extLst>
                        <a:ext uri="{FF2B5EF4-FFF2-40B4-BE49-F238E27FC236}">
                          <a16:creationId xmlns="" xmlns:a16="http://schemas.microsoft.com/office/drawing/2014/main" id="{68B3C2DF-C8E3-124D-BFEC-8D6B75EA471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4" name="Text Box 251">
                      <a:extLst>
                        <a:ext uri="{FF2B5EF4-FFF2-40B4-BE49-F238E27FC236}">
                          <a16:creationId xmlns="" xmlns:a16="http://schemas.microsoft.com/office/drawing/2014/main" id="{7C7E334C-58E7-9A43-AE59-87AF2FEDF35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350" name="Group 252">
                    <a:extLst>
                      <a:ext uri="{FF2B5EF4-FFF2-40B4-BE49-F238E27FC236}">
                        <a16:creationId xmlns="" xmlns:a16="http://schemas.microsoft.com/office/drawing/2014/main" id="{8F9FBDEA-818E-9640-98FC-B4BED7F4807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351" name="Rectangle 253">
                      <a:extLst>
                        <a:ext uri="{FF2B5EF4-FFF2-40B4-BE49-F238E27FC236}">
                          <a16:creationId xmlns="" xmlns:a16="http://schemas.microsoft.com/office/drawing/2014/main" id="{6A64B999-D129-854E-B639-2BFA092804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2" name="Rectangle 254">
                      <a:extLst>
                        <a:ext uri="{FF2B5EF4-FFF2-40B4-BE49-F238E27FC236}">
                          <a16:creationId xmlns="" xmlns:a16="http://schemas.microsoft.com/office/drawing/2014/main" id="{F4C7C486-565F-8C44-97CC-F98A59FD7EF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347" name="Rectangle 255">
                  <a:extLst>
                    <a:ext uri="{FF2B5EF4-FFF2-40B4-BE49-F238E27FC236}">
                      <a16:creationId xmlns="" xmlns:a16="http://schemas.microsoft.com/office/drawing/2014/main" id="{4557EB11-2CE1-A94C-A3B8-AC3F6671A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48" name="Rectangle 256">
                  <a:extLst>
                    <a:ext uri="{FF2B5EF4-FFF2-40B4-BE49-F238E27FC236}">
                      <a16:creationId xmlns="" xmlns:a16="http://schemas.microsoft.com/office/drawing/2014/main" id="{06C978F1-F28F-B246-B76C-56C2AE79D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343" name="Rectangle 257">
                <a:extLst>
                  <a:ext uri="{FF2B5EF4-FFF2-40B4-BE49-F238E27FC236}">
                    <a16:creationId xmlns="" xmlns:a16="http://schemas.microsoft.com/office/drawing/2014/main" id="{72D59FC1-58FA-6140-A61A-9A23AED6B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4" name="Rectangle 258">
                <a:extLst>
                  <a:ext uri="{FF2B5EF4-FFF2-40B4-BE49-F238E27FC236}">
                    <a16:creationId xmlns="" xmlns:a16="http://schemas.microsoft.com/office/drawing/2014/main" id="{DD90E8AF-5786-D844-9163-A5312426F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5" name="Rectangle 259">
                <a:extLst>
                  <a:ext uri="{FF2B5EF4-FFF2-40B4-BE49-F238E27FC236}">
                    <a16:creationId xmlns="" xmlns:a16="http://schemas.microsoft.com/office/drawing/2014/main" id="{F29D8D75-D4E7-BC40-B894-F7552FDC1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41" name="AutoShape 356">
              <a:extLst>
                <a:ext uri="{FF2B5EF4-FFF2-40B4-BE49-F238E27FC236}">
                  <a16:creationId xmlns="" xmlns:a16="http://schemas.microsoft.com/office/drawing/2014/main" id="{821D161B-1E7C-EE45-B496-924C0605B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68" name="Group 389">
            <a:extLst>
              <a:ext uri="{FF2B5EF4-FFF2-40B4-BE49-F238E27FC236}">
                <a16:creationId xmlns="" xmlns:a16="http://schemas.microsoft.com/office/drawing/2014/main" id="{5FF729A6-CAC3-2349-9B60-CAA70F09B9AD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1369" name="Rectangle 388">
              <a:extLst>
                <a:ext uri="{FF2B5EF4-FFF2-40B4-BE49-F238E27FC236}">
                  <a16:creationId xmlns="" xmlns:a16="http://schemas.microsoft.com/office/drawing/2014/main" id="{E399C489-E20D-234E-A19C-FF79E5C6C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370" name="Group 376">
              <a:extLst>
                <a:ext uri="{FF2B5EF4-FFF2-40B4-BE49-F238E27FC236}">
                  <a16:creationId xmlns="" xmlns:a16="http://schemas.microsoft.com/office/drawing/2014/main" id="{8BFB1694-C915-7847-9185-7CD60899D0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1373" name="Group 377">
                <a:extLst>
                  <a:ext uri="{FF2B5EF4-FFF2-40B4-BE49-F238E27FC236}">
                    <a16:creationId xmlns="" xmlns:a16="http://schemas.microsoft.com/office/drawing/2014/main" id="{361FD504-1404-A149-B3B0-047E46A73E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376" name="Group 378">
                  <a:extLst>
                    <a:ext uri="{FF2B5EF4-FFF2-40B4-BE49-F238E27FC236}">
                      <a16:creationId xmlns="" xmlns:a16="http://schemas.microsoft.com/office/drawing/2014/main" id="{AAC045A9-76D6-2F49-8E91-19BB1CDAAB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380" name="Rectangle 379">
                    <a:extLst>
                      <a:ext uri="{FF2B5EF4-FFF2-40B4-BE49-F238E27FC236}">
                        <a16:creationId xmlns="" xmlns:a16="http://schemas.microsoft.com/office/drawing/2014/main" id="{9D5B8A86-4BAE-264F-8BFD-27D84CC4E3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81" name="Text Box 380">
                    <a:extLst>
                      <a:ext uri="{FF2B5EF4-FFF2-40B4-BE49-F238E27FC236}">
                        <a16:creationId xmlns="" xmlns:a16="http://schemas.microsoft.com/office/drawing/2014/main" id="{D060CE99-A218-C244-9EC4-755E76B54F1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377" name="Group 381">
                  <a:extLst>
                    <a:ext uri="{FF2B5EF4-FFF2-40B4-BE49-F238E27FC236}">
                      <a16:creationId xmlns="" xmlns:a16="http://schemas.microsoft.com/office/drawing/2014/main" id="{4756CFF7-7124-2C43-BF13-A00B2EDF51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378" name="Rectangle 382">
                    <a:extLst>
                      <a:ext uri="{FF2B5EF4-FFF2-40B4-BE49-F238E27FC236}">
                        <a16:creationId xmlns="" xmlns:a16="http://schemas.microsoft.com/office/drawing/2014/main" id="{241A9728-0FEA-4540-A0EA-B61A59FBD9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79" name="Rectangle 383">
                    <a:extLst>
                      <a:ext uri="{FF2B5EF4-FFF2-40B4-BE49-F238E27FC236}">
                        <a16:creationId xmlns="" xmlns:a16="http://schemas.microsoft.com/office/drawing/2014/main" id="{D78C14E3-D995-1340-ADB9-4D5A5327F9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374" name="Rectangle 384">
                <a:extLst>
                  <a:ext uri="{FF2B5EF4-FFF2-40B4-BE49-F238E27FC236}">
                    <a16:creationId xmlns="" xmlns:a16="http://schemas.microsoft.com/office/drawing/2014/main" id="{3002B227-5C5A-C245-A8B9-F5EEF9AAD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75" name="Rectangle 385">
                <a:extLst>
                  <a:ext uri="{FF2B5EF4-FFF2-40B4-BE49-F238E27FC236}">
                    <a16:creationId xmlns="" xmlns:a16="http://schemas.microsoft.com/office/drawing/2014/main" id="{79FACD39-A2D2-2E45-AC4A-B5B1F0B51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71" name="Rectangle 386">
              <a:extLst>
                <a:ext uri="{FF2B5EF4-FFF2-40B4-BE49-F238E27FC236}">
                  <a16:creationId xmlns="" xmlns:a16="http://schemas.microsoft.com/office/drawing/2014/main" id="{7D8F1886-A84D-7341-AA77-305A78453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72" name="Rectangle 387">
              <a:extLst>
                <a:ext uri="{FF2B5EF4-FFF2-40B4-BE49-F238E27FC236}">
                  <a16:creationId xmlns="" xmlns:a16="http://schemas.microsoft.com/office/drawing/2014/main" id="{CE065416-38D0-E342-B700-A10B7D715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82" name="Group 391">
            <a:extLst>
              <a:ext uri="{FF2B5EF4-FFF2-40B4-BE49-F238E27FC236}">
                <a16:creationId xmlns="" xmlns:a16="http://schemas.microsoft.com/office/drawing/2014/main" id="{1D3A8E6C-9163-1E40-91B0-9B85B7BC2F78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1383" name="Group 392">
              <a:extLst>
                <a:ext uri="{FF2B5EF4-FFF2-40B4-BE49-F238E27FC236}">
                  <a16:creationId xmlns="" xmlns:a16="http://schemas.microsoft.com/office/drawing/2014/main" id="{A674A9D4-6F7C-B94A-9520-EAA53D16DE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1387" name="Group 393">
                <a:extLst>
                  <a:ext uri="{FF2B5EF4-FFF2-40B4-BE49-F238E27FC236}">
                    <a16:creationId xmlns="" xmlns:a16="http://schemas.microsoft.com/office/drawing/2014/main" id="{ECA31A49-36D5-D046-A36F-1F01D82268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1412" name="Group 394">
                  <a:extLst>
                    <a:ext uri="{FF2B5EF4-FFF2-40B4-BE49-F238E27FC236}">
                      <a16:creationId xmlns="" xmlns:a16="http://schemas.microsoft.com/office/drawing/2014/main" id="{4D848505-175F-5146-A9DC-10D8133DE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1415" name="Rectangle 395">
                    <a:extLst>
                      <a:ext uri="{FF2B5EF4-FFF2-40B4-BE49-F238E27FC236}">
                        <a16:creationId xmlns="" xmlns:a16="http://schemas.microsoft.com/office/drawing/2014/main" id="{1B7B2BFE-FCCC-0443-9DE6-4C9F521507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6" name="Text Box 396">
                    <a:extLst>
                      <a:ext uri="{FF2B5EF4-FFF2-40B4-BE49-F238E27FC236}">
                        <a16:creationId xmlns="" xmlns:a16="http://schemas.microsoft.com/office/drawing/2014/main" id="{5EBE232F-06DA-C84A-B28A-9D91E0CB5E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sp>
              <p:nvSpPr>
                <p:cNvPr id="1413" name="Rectangle 397">
                  <a:extLst>
                    <a:ext uri="{FF2B5EF4-FFF2-40B4-BE49-F238E27FC236}">
                      <a16:creationId xmlns="" xmlns:a16="http://schemas.microsoft.com/office/drawing/2014/main" id="{3165F2EA-E309-9D44-B809-074990ED4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14" name="Rectangle 398">
                  <a:extLst>
                    <a:ext uri="{FF2B5EF4-FFF2-40B4-BE49-F238E27FC236}">
                      <a16:creationId xmlns="" xmlns:a16="http://schemas.microsoft.com/office/drawing/2014/main" id="{347F2916-D218-544D-BCF9-22D27D084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88" name="Group 399">
                <a:extLst>
                  <a:ext uri="{FF2B5EF4-FFF2-40B4-BE49-F238E27FC236}">
                    <a16:creationId xmlns="" xmlns:a16="http://schemas.microsoft.com/office/drawing/2014/main" id="{F06582F6-491B-3C4A-9DBF-38DAE177E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1406" name="Group 400">
                  <a:extLst>
                    <a:ext uri="{FF2B5EF4-FFF2-40B4-BE49-F238E27FC236}">
                      <a16:creationId xmlns="" xmlns:a16="http://schemas.microsoft.com/office/drawing/2014/main" id="{2B3331E0-1512-1948-88F6-2A59A45EE2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10" name="Rectangle 401">
                    <a:extLst>
                      <a:ext uri="{FF2B5EF4-FFF2-40B4-BE49-F238E27FC236}">
                        <a16:creationId xmlns="" xmlns:a16="http://schemas.microsoft.com/office/drawing/2014/main" id="{6CB9829F-BDFE-534D-A81C-6B90328697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1" name="Text Box 402">
                    <a:extLst>
                      <a:ext uri="{FF2B5EF4-FFF2-40B4-BE49-F238E27FC236}">
                        <a16:creationId xmlns="" xmlns:a16="http://schemas.microsoft.com/office/drawing/2014/main" id="{BF046B08-009C-B54A-845D-3EA97CF8A40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07" name="Group 403">
                  <a:extLst>
                    <a:ext uri="{FF2B5EF4-FFF2-40B4-BE49-F238E27FC236}">
                      <a16:creationId xmlns="" xmlns:a16="http://schemas.microsoft.com/office/drawing/2014/main" id="{14C1AB36-B354-F748-BB41-D28297A570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08" name="Rectangle 404">
                    <a:extLst>
                      <a:ext uri="{FF2B5EF4-FFF2-40B4-BE49-F238E27FC236}">
                        <a16:creationId xmlns="" xmlns:a16="http://schemas.microsoft.com/office/drawing/2014/main" id="{92BCB4D4-EE6B-3A4F-90D1-058BD26F82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09" name="Rectangle 405">
                    <a:extLst>
                      <a:ext uri="{FF2B5EF4-FFF2-40B4-BE49-F238E27FC236}">
                        <a16:creationId xmlns="" xmlns:a16="http://schemas.microsoft.com/office/drawing/2014/main" id="{9DE8286C-561B-0248-8949-7BED3AE934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389" name="Group 406">
                <a:extLst>
                  <a:ext uri="{FF2B5EF4-FFF2-40B4-BE49-F238E27FC236}">
                    <a16:creationId xmlns="" xmlns:a16="http://schemas.microsoft.com/office/drawing/2014/main" id="{8DE10AE3-BBFE-BE40-96BF-7BE290E4E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1404" name="Rectangle 407">
                  <a:extLst>
                    <a:ext uri="{FF2B5EF4-FFF2-40B4-BE49-F238E27FC236}">
                      <a16:creationId xmlns="" xmlns:a16="http://schemas.microsoft.com/office/drawing/2014/main" id="{398CBED0-24D0-4848-B4EC-C60335559E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05" name="Rectangle 408">
                  <a:extLst>
                    <a:ext uri="{FF2B5EF4-FFF2-40B4-BE49-F238E27FC236}">
                      <a16:creationId xmlns="" xmlns:a16="http://schemas.microsoft.com/office/drawing/2014/main" id="{F397ABF4-0C69-5B41-89DC-2D08E00F3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90" name="Group 409">
                <a:extLst>
                  <a:ext uri="{FF2B5EF4-FFF2-40B4-BE49-F238E27FC236}">
                    <a16:creationId xmlns="" xmlns:a16="http://schemas.microsoft.com/office/drawing/2014/main" id="{819ED642-BF66-A94A-97DC-306DF96BB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1391" name="Group 410">
                  <a:extLst>
                    <a:ext uri="{FF2B5EF4-FFF2-40B4-BE49-F238E27FC236}">
                      <a16:creationId xmlns="" xmlns:a16="http://schemas.microsoft.com/office/drawing/2014/main" id="{27961D25-0616-CA42-9129-0E007FA92F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1395" name="Group 411">
                    <a:extLst>
                      <a:ext uri="{FF2B5EF4-FFF2-40B4-BE49-F238E27FC236}">
                        <a16:creationId xmlns="" xmlns:a16="http://schemas.microsoft.com/office/drawing/2014/main" id="{88AB7FD9-A804-4E47-8E9D-B9E88C6B03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1398" name="Group 412">
                      <a:extLst>
                        <a:ext uri="{FF2B5EF4-FFF2-40B4-BE49-F238E27FC236}">
                          <a16:creationId xmlns="" xmlns:a16="http://schemas.microsoft.com/office/drawing/2014/main" id="{D14E5602-12F4-B74A-8804-5BC51007E9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1402" name="Rectangle 413">
                        <a:extLst>
                          <a:ext uri="{FF2B5EF4-FFF2-40B4-BE49-F238E27FC236}">
                            <a16:creationId xmlns="" xmlns:a16="http://schemas.microsoft.com/office/drawing/2014/main" id="{1538BE46-64CA-5D4A-8631-B40DF60A87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3" name="Text Box 414">
                        <a:extLst>
                          <a:ext uri="{FF2B5EF4-FFF2-40B4-BE49-F238E27FC236}">
                            <a16:creationId xmlns="" xmlns:a16="http://schemas.microsoft.com/office/drawing/2014/main" id="{98BC5D4F-31BF-2A4D-8E15-113129FDE3D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1399" name="Group 415">
                      <a:extLst>
                        <a:ext uri="{FF2B5EF4-FFF2-40B4-BE49-F238E27FC236}">
                          <a16:creationId xmlns="" xmlns:a16="http://schemas.microsoft.com/office/drawing/2014/main" id="{F8E7AA7B-7457-2048-A1CB-FCD0F323A5A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400" name="Rectangle 416">
                        <a:extLst>
                          <a:ext uri="{FF2B5EF4-FFF2-40B4-BE49-F238E27FC236}">
                            <a16:creationId xmlns="" xmlns:a16="http://schemas.microsoft.com/office/drawing/2014/main" id="{9A530D9A-28C0-DA45-B8C2-416245B6065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1" name="Rectangle 417">
                        <a:extLst>
                          <a:ext uri="{FF2B5EF4-FFF2-40B4-BE49-F238E27FC236}">
                            <a16:creationId xmlns="" xmlns:a16="http://schemas.microsoft.com/office/drawing/2014/main" id="{E8D004B1-9E38-DB47-9093-6438F10B13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1396" name="Rectangle 418">
                    <a:extLst>
                      <a:ext uri="{FF2B5EF4-FFF2-40B4-BE49-F238E27FC236}">
                        <a16:creationId xmlns="" xmlns:a16="http://schemas.microsoft.com/office/drawing/2014/main" id="{51FC546D-DB83-D444-A1E1-5B29F5568A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97" name="Rectangle 419">
                    <a:extLst>
                      <a:ext uri="{FF2B5EF4-FFF2-40B4-BE49-F238E27FC236}">
                        <a16:creationId xmlns="" xmlns:a16="http://schemas.microsoft.com/office/drawing/2014/main" id="{1EE5FD5E-781E-E945-A579-35AC91704A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392" name="Rectangle 420">
                  <a:extLst>
                    <a:ext uri="{FF2B5EF4-FFF2-40B4-BE49-F238E27FC236}">
                      <a16:creationId xmlns="" xmlns:a16="http://schemas.microsoft.com/office/drawing/2014/main" id="{CC7E642E-916D-4741-8C6E-2D74E8F4E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3" name="Rectangle 421">
                  <a:extLst>
                    <a:ext uri="{FF2B5EF4-FFF2-40B4-BE49-F238E27FC236}">
                      <a16:creationId xmlns="" xmlns:a16="http://schemas.microsoft.com/office/drawing/2014/main" id="{3CD93751-BB57-E447-9D5E-3A454DEA4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4" name="Rectangle 422">
                  <a:extLst>
                    <a:ext uri="{FF2B5EF4-FFF2-40B4-BE49-F238E27FC236}">
                      <a16:creationId xmlns="" xmlns:a16="http://schemas.microsoft.com/office/drawing/2014/main" id="{9BFC2B4B-48CE-FA4B-944F-9260DEDC6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84" name="Group 423">
              <a:extLst>
                <a:ext uri="{FF2B5EF4-FFF2-40B4-BE49-F238E27FC236}">
                  <a16:creationId xmlns="" xmlns:a16="http://schemas.microsoft.com/office/drawing/2014/main" id="{56B3D7BE-60AE-B744-BD7F-65431AF8A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1385" name="Rectangle 424">
                <a:extLst>
                  <a:ext uri="{FF2B5EF4-FFF2-40B4-BE49-F238E27FC236}">
                    <a16:creationId xmlns="" xmlns:a16="http://schemas.microsoft.com/office/drawing/2014/main" id="{078E811A-5E74-2C43-9551-F7CA4814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86" name="Text Box 425">
                <a:extLst>
                  <a:ext uri="{FF2B5EF4-FFF2-40B4-BE49-F238E27FC236}">
                    <a16:creationId xmlns="" xmlns:a16="http://schemas.microsoft.com/office/drawing/2014/main" id="{C98D3C61-0CBD-0E48-9913-A3ACE809D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</p:grpSp>
      <p:grpSp>
        <p:nvGrpSpPr>
          <p:cNvPr id="1417" name="Group 477">
            <a:extLst>
              <a:ext uri="{FF2B5EF4-FFF2-40B4-BE49-F238E27FC236}">
                <a16:creationId xmlns="" xmlns:a16="http://schemas.microsoft.com/office/drawing/2014/main" id="{211C3B45-DEF5-3748-8F2C-7B72A758CBEC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1418" name="Group 321">
              <a:extLst>
                <a:ext uri="{FF2B5EF4-FFF2-40B4-BE49-F238E27FC236}">
                  <a16:creationId xmlns="" xmlns:a16="http://schemas.microsoft.com/office/drawing/2014/main" id="{51DFE365-F84E-B542-A999-2F3E40E5D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1446" name="Group 322">
                <a:extLst>
                  <a:ext uri="{FF2B5EF4-FFF2-40B4-BE49-F238E27FC236}">
                    <a16:creationId xmlns="" xmlns:a16="http://schemas.microsoft.com/office/drawing/2014/main" id="{FF5F03F3-DB12-2D40-BC2F-D32AB1400F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449" name="Rectangle 323">
                  <a:extLst>
                    <a:ext uri="{FF2B5EF4-FFF2-40B4-BE49-F238E27FC236}">
                      <a16:creationId xmlns="" xmlns:a16="http://schemas.microsoft.com/office/drawing/2014/main" id="{A5F0BBB9-9229-8B40-9DA3-EC3C89CAD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0" name="Text Box 324">
                  <a:extLst>
                    <a:ext uri="{FF2B5EF4-FFF2-40B4-BE49-F238E27FC236}">
                      <a16:creationId xmlns="" xmlns:a16="http://schemas.microsoft.com/office/drawing/2014/main" id="{27765596-C3DB-9A4F-821F-F5B670F90A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447" name="Rectangle 325">
                <a:extLst>
                  <a:ext uri="{FF2B5EF4-FFF2-40B4-BE49-F238E27FC236}">
                    <a16:creationId xmlns="" xmlns:a16="http://schemas.microsoft.com/office/drawing/2014/main" id="{ADED085D-E105-DD45-9113-079F9044A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8" name="Rectangle 326">
                <a:extLst>
                  <a:ext uri="{FF2B5EF4-FFF2-40B4-BE49-F238E27FC236}">
                    <a16:creationId xmlns="" xmlns:a16="http://schemas.microsoft.com/office/drawing/2014/main" id="{A856D64F-FDE8-0541-901B-7521D7AA7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19" name="Group 327">
              <a:extLst>
                <a:ext uri="{FF2B5EF4-FFF2-40B4-BE49-F238E27FC236}">
                  <a16:creationId xmlns="" xmlns:a16="http://schemas.microsoft.com/office/drawing/2014/main" id="{87D9BB31-BDC2-DB42-B051-33D1994329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1440" name="Group 328">
                <a:extLst>
                  <a:ext uri="{FF2B5EF4-FFF2-40B4-BE49-F238E27FC236}">
                    <a16:creationId xmlns="" xmlns:a16="http://schemas.microsoft.com/office/drawing/2014/main" id="{834AC66A-2ADC-614D-AFB0-B60FCC706A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444" name="Rectangle 329">
                  <a:extLst>
                    <a:ext uri="{FF2B5EF4-FFF2-40B4-BE49-F238E27FC236}">
                      <a16:creationId xmlns="" xmlns:a16="http://schemas.microsoft.com/office/drawing/2014/main" id="{E68B387B-1AE2-364D-93EE-781BBE6CBB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5" name="Text Box 330">
                  <a:extLst>
                    <a:ext uri="{FF2B5EF4-FFF2-40B4-BE49-F238E27FC236}">
                      <a16:creationId xmlns="" xmlns:a16="http://schemas.microsoft.com/office/drawing/2014/main" id="{C35B73DB-836E-4544-A452-72E2DD434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441" name="Group 331">
                <a:extLst>
                  <a:ext uri="{FF2B5EF4-FFF2-40B4-BE49-F238E27FC236}">
                    <a16:creationId xmlns="" xmlns:a16="http://schemas.microsoft.com/office/drawing/2014/main" id="{271D17BC-6EB1-CB4F-AC93-B1D6D5DB19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442" name="Rectangle 332">
                  <a:extLst>
                    <a:ext uri="{FF2B5EF4-FFF2-40B4-BE49-F238E27FC236}">
                      <a16:creationId xmlns="" xmlns:a16="http://schemas.microsoft.com/office/drawing/2014/main" id="{30B08293-1768-064C-B8D7-62AD59137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3" name="Rectangle 333">
                  <a:extLst>
                    <a:ext uri="{FF2B5EF4-FFF2-40B4-BE49-F238E27FC236}">
                      <a16:creationId xmlns="" xmlns:a16="http://schemas.microsoft.com/office/drawing/2014/main" id="{471AE46F-12CE-3E43-A551-BD371717F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420" name="Group 334">
              <a:extLst>
                <a:ext uri="{FF2B5EF4-FFF2-40B4-BE49-F238E27FC236}">
                  <a16:creationId xmlns="" xmlns:a16="http://schemas.microsoft.com/office/drawing/2014/main" id="{1826B60C-86D4-BF49-8F23-9B303D150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1438" name="Rectangle 335">
                <a:extLst>
                  <a:ext uri="{FF2B5EF4-FFF2-40B4-BE49-F238E27FC236}">
                    <a16:creationId xmlns="" xmlns:a16="http://schemas.microsoft.com/office/drawing/2014/main" id="{43BF521B-C604-944A-8712-1E6D618DD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9" name="Rectangle 336">
                <a:extLst>
                  <a:ext uri="{FF2B5EF4-FFF2-40B4-BE49-F238E27FC236}">
                    <a16:creationId xmlns="" xmlns:a16="http://schemas.microsoft.com/office/drawing/2014/main" id="{5DD50717-750D-C440-911C-0F048BF11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21" name="Group 360">
              <a:extLst>
                <a:ext uri="{FF2B5EF4-FFF2-40B4-BE49-F238E27FC236}">
                  <a16:creationId xmlns="" xmlns:a16="http://schemas.microsoft.com/office/drawing/2014/main" id="{E57035F4-47DE-374E-88DF-0E40274A1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1436" name="Rectangle 361">
                <a:extLst>
                  <a:ext uri="{FF2B5EF4-FFF2-40B4-BE49-F238E27FC236}">
                    <a16:creationId xmlns="" xmlns:a16="http://schemas.microsoft.com/office/drawing/2014/main" id="{A4B5DAF7-F3AE-4E49-882A-B6B9DF794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7" name="Text Box 362">
                <a:extLst>
                  <a:ext uri="{FF2B5EF4-FFF2-40B4-BE49-F238E27FC236}">
                    <a16:creationId xmlns="" xmlns:a16="http://schemas.microsoft.com/office/drawing/2014/main" id="{A6FC6CE1-9969-BB45-B842-8352A46F9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grpSp>
          <p:nvGrpSpPr>
            <p:cNvPr id="1422" name="Group 461">
              <a:extLst>
                <a:ext uri="{FF2B5EF4-FFF2-40B4-BE49-F238E27FC236}">
                  <a16:creationId xmlns="" xmlns:a16="http://schemas.microsoft.com/office/drawing/2014/main" id="{945F125E-4877-4C4F-B8B3-80B0B4558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1423" name="Rectangle 457">
                <a:extLst>
                  <a:ext uri="{FF2B5EF4-FFF2-40B4-BE49-F238E27FC236}">
                    <a16:creationId xmlns="" xmlns:a16="http://schemas.microsoft.com/office/drawing/2014/main" id="{96F48ABE-9A07-9745-8CD8-1838BDF3E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424" name="Group 445">
                <a:extLst>
                  <a:ext uri="{FF2B5EF4-FFF2-40B4-BE49-F238E27FC236}">
                    <a16:creationId xmlns="" xmlns:a16="http://schemas.microsoft.com/office/drawing/2014/main" id="{1AC9A35B-D88E-304C-8099-6944F5F11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1427" name="Group 446">
                  <a:extLst>
                    <a:ext uri="{FF2B5EF4-FFF2-40B4-BE49-F238E27FC236}">
                      <a16:creationId xmlns="" xmlns:a16="http://schemas.microsoft.com/office/drawing/2014/main" id="{DB702BD7-8957-2C44-A226-AF80D4754C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430" name="Group 447">
                    <a:extLst>
                      <a:ext uri="{FF2B5EF4-FFF2-40B4-BE49-F238E27FC236}">
                        <a16:creationId xmlns="" xmlns:a16="http://schemas.microsoft.com/office/drawing/2014/main" id="{F6B64FB3-38BD-6B4E-8E78-9C99B1A82B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434" name="Rectangle 448">
                      <a:extLst>
                        <a:ext uri="{FF2B5EF4-FFF2-40B4-BE49-F238E27FC236}">
                          <a16:creationId xmlns="" xmlns:a16="http://schemas.microsoft.com/office/drawing/2014/main" id="{F1F639F6-C05B-494B-8B4D-1888EBE26A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5" name="Text Box 449">
                      <a:extLst>
                        <a:ext uri="{FF2B5EF4-FFF2-40B4-BE49-F238E27FC236}">
                          <a16:creationId xmlns="" xmlns:a16="http://schemas.microsoft.com/office/drawing/2014/main" id="{949DB487-3E28-E144-AC2C-1C40E26D334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431" name="Group 450">
                    <a:extLst>
                      <a:ext uri="{FF2B5EF4-FFF2-40B4-BE49-F238E27FC236}">
                        <a16:creationId xmlns="" xmlns:a16="http://schemas.microsoft.com/office/drawing/2014/main" id="{6E6B73B0-D0C2-7D46-92E5-29ADF12876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432" name="Rectangle 451">
                      <a:extLst>
                        <a:ext uri="{FF2B5EF4-FFF2-40B4-BE49-F238E27FC236}">
                          <a16:creationId xmlns="" xmlns:a16="http://schemas.microsoft.com/office/drawing/2014/main" id="{4C610DFE-363B-F74F-BA64-A87F67D852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3" name="Rectangle 452">
                      <a:extLst>
                        <a:ext uri="{FF2B5EF4-FFF2-40B4-BE49-F238E27FC236}">
                          <a16:creationId xmlns="" xmlns:a16="http://schemas.microsoft.com/office/drawing/2014/main" id="{86A71122-100D-224A-9DBF-53DE8D970F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428" name="Rectangle 453">
                  <a:extLst>
                    <a:ext uri="{FF2B5EF4-FFF2-40B4-BE49-F238E27FC236}">
                      <a16:creationId xmlns="" xmlns:a16="http://schemas.microsoft.com/office/drawing/2014/main" id="{9BCD973F-4C32-9E44-994F-5153EE8D03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29" name="Rectangle 454">
                  <a:extLst>
                    <a:ext uri="{FF2B5EF4-FFF2-40B4-BE49-F238E27FC236}">
                      <a16:creationId xmlns="" xmlns:a16="http://schemas.microsoft.com/office/drawing/2014/main" id="{852A6FFA-C875-754E-8259-955A851310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25" name="Rectangle 455">
                <a:extLst>
                  <a:ext uri="{FF2B5EF4-FFF2-40B4-BE49-F238E27FC236}">
                    <a16:creationId xmlns="" xmlns:a16="http://schemas.microsoft.com/office/drawing/2014/main" id="{86F66628-5236-984B-B9C7-68FAFC46A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6" name="Rectangle 456">
                <a:extLst>
                  <a:ext uri="{FF2B5EF4-FFF2-40B4-BE49-F238E27FC236}">
                    <a16:creationId xmlns="" xmlns:a16="http://schemas.microsoft.com/office/drawing/2014/main" id="{7831360A-68BA-9C48-8798-45611A892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451" name="Group 462">
            <a:extLst>
              <a:ext uri="{FF2B5EF4-FFF2-40B4-BE49-F238E27FC236}">
                <a16:creationId xmlns="" xmlns:a16="http://schemas.microsoft.com/office/drawing/2014/main" id="{0D9DBC59-E587-F447-95DB-826B98FC265E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1452" name="Rectangle 463">
              <a:extLst>
                <a:ext uri="{FF2B5EF4-FFF2-40B4-BE49-F238E27FC236}">
                  <a16:creationId xmlns="" xmlns:a16="http://schemas.microsoft.com/office/drawing/2014/main" id="{A49E1639-B461-5B40-A731-1377E4315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3" name="Group 464">
              <a:extLst>
                <a:ext uri="{FF2B5EF4-FFF2-40B4-BE49-F238E27FC236}">
                  <a16:creationId xmlns="" xmlns:a16="http://schemas.microsoft.com/office/drawing/2014/main" id="{D5FA2E0E-0A78-F049-BE06-25BFB15F0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1456" name="Group 465">
                <a:extLst>
                  <a:ext uri="{FF2B5EF4-FFF2-40B4-BE49-F238E27FC236}">
                    <a16:creationId xmlns="" xmlns:a16="http://schemas.microsoft.com/office/drawing/2014/main" id="{8A2C9457-2B63-E445-A642-A19BC33E7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459" name="Group 466">
                  <a:extLst>
                    <a:ext uri="{FF2B5EF4-FFF2-40B4-BE49-F238E27FC236}">
                      <a16:creationId xmlns="" xmlns:a16="http://schemas.microsoft.com/office/drawing/2014/main" id="{0ED7C792-6D2F-7244-AE5D-4733C0D41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63" name="Rectangle 467">
                    <a:extLst>
                      <a:ext uri="{FF2B5EF4-FFF2-40B4-BE49-F238E27FC236}">
                        <a16:creationId xmlns="" xmlns:a16="http://schemas.microsoft.com/office/drawing/2014/main" id="{AB75B8C7-1B46-B54B-BDB3-1BAFD73A47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4" name="Text Box 468">
                    <a:extLst>
                      <a:ext uri="{FF2B5EF4-FFF2-40B4-BE49-F238E27FC236}">
                        <a16:creationId xmlns="" xmlns:a16="http://schemas.microsoft.com/office/drawing/2014/main" id="{F3F7FB78-D532-E842-8C80-77FEABCA4D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60" name="Group 469">
                  <a:extLst>
                    <a:ext uri="{FF2B5EF4-FFF2-40B4-BE49-F238E27FC236}">
                      <a16:creationId xmlns="" xmlns:a16="http://schemas.microsoft.com/office/drawing/2014/main" id="{416C1FF9-E113-504D-9EE2-4327347FD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61" name="Rectangle 470">
                    <a:extLst>
                      <a:ext uri="{FF2B5EF4-FFF2-40B4-BE49-F238E27FC236}">
                        <a16:creationId xmlns="" xmlns:a16="http://schemas.microsoft.com/office/drawing/2014/main" id="{DE3A100E-198F-E448-AA6A-4DF941945B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2" name="Rectangle 471">
                    <a:extLst>
                      <a:ext uri="{FF2B5EF4-FFF2-40B4-BE49-F238E27FC236}">
                        <a16:creationId xmlns="" xmlns:a16="http://schemas.microsoft.com/office/drawing/2014/main" id="{A7D239DD-5743-5846-B6BE-3318EA79F3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457" name="Rectangle 472">
                <a:extLst>
                  <a:ext uri="{FF2B5EF4-FFF2-40B4-BE49-F238E27FC236}">
                    <a16:creationId xmlns="" xmlns:a16="http://schemas.microsoft.com/office/drawing/2014/main" id="{731ADE56-4682-664C-BC51-BB88883F0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8" name="Rectangle 473">
                <a:extLst>
                  <a:ext uri="{FF2B5EF4-FFF2-40B4-BE49-F238E27FC236}">
                    <a16:creationId xmlns="" xmlns:a16="http://schemas.microsoft.com/office/drawing/2014/main" id="{547100D8-7A3A-1D41-9B15-FFBF05B77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454" name="Rectangle 474">
              <a:extLst>
                <a:ext uri="{FF2B5EF4-FFF2-40B4-BE49-F238E27FC236}">
                  <a16:creationId xmlns="" xmlns:a16="http://schemas.microsoft.com/office/drawing/2014/main" id="{886DAE83-F1EB-BC48-B19C-265C33E86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55" name="Rectangle 475">
              <a:extLst>
                <a:ext uri="{FF2B5EF4-FFF2-40B4-BE49-F238E27FC236}">
                  <a16:creationId xmlns="" xmlns:a16="http://schemas.microsoft.com/office/drawing/2014/main" id="{E6874F5F-698C-3C4C-B3C1-75898F0D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1465" name="Picture 478">
            <a:extLst>
              <a:ext uri="{FF2B5EF4-FFF2-40B4-BE49-F238E27FC236}">
                <a16:creationId xmlns="" xmlns:a16="http://schemas.microsoft.com/office/drawing/2014/main" id="{D1685B0C-7F85-E147-A4EA-AFA2AE215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76" y="2632037"/>
            <a:ext cx="639182" cy="39510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66" name="Rectangle 480">
            <a:extLst>
              <a:ext uri="{FF2B5EF4-FFF2-40B4-BE49-F238E27FC236}">
                <a16:creationId xmlns="" xmlns:a16="http://schemas.microsoft.com/office/drawing/2014/main" id="{E8C6E2EE-B2B4-8144-9BCC-BFAF064D1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18732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web page </a:t>
            </a:r>
            <a:r>
              <a:rPr lang="en-US" sz="2000" i="1" dirty="0">
                <a:solidFill>
                  <a:srgbClr val="C00000"/>
                </a:solidFill>
                <a:ea typeface="ＭＳ Ｐゴシック" charset="0"/>
              </a:rPr>
              <a:t>finally (!!!) </a:t>
            </a: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displayed</a:t>
            </a:r>
          </a:p>
        </p:txBody>
      </p:sp>
    </p:spTree>
    <p:extLst>
      <p:ext uri="{BB962C8B-B14F-4D97-AF65-F5344CB8AC3E}">
        <p14:creationId xmlns:p14="http://schemas.microsoft.com/office/powerpoint/2010/main" val="70942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3.75E-6 0.07338 L 0.29205 0.06899 L 0.19596 0.25764 L 0.41562 0.11088 L 0.26731 0.51227 C 0.18945 0.51459 0.11744 0.50787 0.03971 0.50996 L 0.03971 0.38079 " pathEditMode="relative" rAng="0" ptsTypes="AAAAAAAA">
                                      <p:cBhvr>
                                        <p:cTn id="39" dur="30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81" y="2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023 C -0.00078 0.03264 -0.00143 0.06598 -0.00143 0.09908 L 0.23477 0.09699 L 0.37122 -0.27083 L 0.15104 -0.11944 L 0.25 -0.31666 L -0.03529 -0.31481 C -0.03594 -0.33078 -0.03529 -0.34143 -0.03529 -0.36342 C -0.03529 -0.38263 -0.03893 -0.35995 -0.03893 -0.37939 " pathEditMode="relative" rAng="0" ptsTypes="AAAAAAAAA">
                                      <p:cBhvr>
                                        <p:cTn id="70" dur="30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93" y="-14005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" grpId="0"/>
      <p:bldP spid="1331" grpId="0"/>
      <p:bldP spid="1332" grpId="0"/>
      <p:bldP spid="1335" grpId="0"/>
      <p:bldP spid="1466" grpId="0"/>
      <p:bldP spid="1466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1496</Words>
  <Application>Microsoft Macintosh PowerPoint</Application>
  <PresentationFormat>Widescreen</PresentationFormat>
  <Paragraphs>414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Calibri</vt:lpstr>
      <vt:lpstr>Calibri Light</vt:lpstr>
      <vt:lpstr>Comic Sans MS</vt:lpstr>
      <vt:lpstr>Gill Sans MT</vt:lpstr>
      <vt:lpstr>Gulim</vt:lpstr>
      <vt:lpstr>MS PGothic</vt:lpstr>
      <vt:lpstr>ＭＳ Ｐゴシック</vt:lpstr>
      <vt:lpstr>Times New Roman</vt:lpstr>
      <vt:lpstr>Wingdings</vt:lpstr>
      <vt:lpstr>Arial</vt:lpstr>
      <vt:lpstr>Office Theme</vt:lpstr>
      <vt:lpstr>IT694 Computer Networks</vt:lpstr>
      <vt:lpstr>Virtual LANs (VLANs): motivation</vt:lpstr>
      <vt:lpstr>Virtual LANs (VLANs): motivation</vt:lpstr>
      <vt:lpstr> Virtual Local Area Network </vt:lpstr>
      <vt:lpstr>Port-based VLANs</vt:lpstr>
      <vt:lpstr>Port-based VLANs</vt:lpstr>
      <vt:lpstr>VLANS spanning multiple switches But how should these two switches be interconnected? </vt:lpstr>
      <vt:lpstr>802.1Q VLAN frame format</vt:lpstr>
      <vt:lpstr>Trunking Vs Inter VLAN Routing</vt:lpstr>
      <vt:lpstr>PowerPoint Presentation</vt:lpstr>
      <vt:lpstr>Synthesis: a day in the life of a web request</vt:lpstr>
      <vt:lpstr>A day in the life: scenario</vt:lpstr>
      <vt:lpstr>A day in the life: connecting to the Internet</vt:lpstr>
      <vt:lpstr>A day in the life: connecting to the Internet</vt:lpstr>
      <vt:lpstr>A day in the life… ARP  (before DNS, before HTTP)</vt:lpstr>
      <vt:lpstr>A day in the life… using DNS</vt:lpstr>
      <vt:lpstr>A day in the life…TCP connection carrying HTTP</vt:lpstr>
      <vt:lpstr>A day in the life… HTTP request/reply 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2026-04-21T04:47:12Z</dcterms:created>
  <dcterms:modified xsi:type="dcterms:W3CDTF">2026-04-21T05:23:17Z</dcterms:modified>
</cp:coreProperties>
</file>