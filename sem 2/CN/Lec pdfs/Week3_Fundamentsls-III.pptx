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x="12192000" cy="6858000"/>
  <p:notesSz cx="6858000" cy="9144000"/>
  <p:embeddedFontLst>
    <p:embeddedFont>
      <p:font typeface="Gill Sans" panose="020B0502020104020203"/>
      <p:regular r:id="rId30"/>
    </p:embeddedFont>
    <p:embeddedFont>
      <p:font typeface="Roboto" panose="02000000000000000000"/>
      <p:regular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1" Type="http://schemas.openxmlformats.org/officeDocument/2006/relationships/font" Target="fonts/font2.fntdata"/><Relationship Id="rId30" Type="http://schemas.openxmlformats.org/officeDocument/2006/relationships/font" Target="fonts/font1.fntdata"/><Relationship Id="rId3" Type="http://schemas.openxmlformats.org/officeDocument/2006/relationships/slideMaster" Target="slideMasters/slideMaster2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people.cs.umass.edu/~phuthipong/" TargetMode="Externa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1" name="Google Shape;161;p1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bae1d180f5_0_0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g3bae1d180f5_0_0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8" name="Google Shape;168;g3bae1d180f5_0_0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bae1d180f5_0_78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6" name="Google Shape;246;g3bae1d180f5_0_78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7" name="Google Shape;247;g3bae1d180f5_0_78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bae1d180f5_0_229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8" name="Google Shape;398;g3bae1d180f5_0_229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9" name="Google Shape;399;g3bae1d180f5_0_229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3" name="Google Shape;563;p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64" name="Google Shape;564;p2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3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2" name="Google Shape;572;p3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73" name="Google Shape;573;p3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4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3" name="Google Shape;593;p4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94" name="Google Shape;594;p4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5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0" name="Google Shape;630;p5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31" name="Google Shape;631;p5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7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9" name="Google Shape;639;p7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40" name="Google Shape;640;p7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8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0" name="Google Shape;720;p8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21" name="Google Shape;721;p8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9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0" name="Google Shape;810;p9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11" name="Google Shape;811;p9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10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2" name="Google Shape;922;p10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Thanks to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Nikko Bovornkeeratiroj</a:t>
            </a:r>
            <a:r>
              <a:rPr lang="en-US"/>
              <a:t>,  Phuthipong &lt;phuthipong@cs.umass.edu&gt;, for the stacking dolls idea and slides</a:t>
            </a:r>
            <a:endParaRPr lang="en-US"/>
          </a:p>
        </p:txBody>
      </p:sp>
      <p:sp>
        <p:nvSpPr>
          <p:cNvPr id="923" name="Google Shape;923;p10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11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0" name="Google Shape;940;p11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1" name="Google Shape;941;p11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g3bae1d180f5_0_469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8" name="Google Shape;1078;g3bae1d180f5_0_469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79" name="Google Shape;1079;g3bae1d180f5_0_469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1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1" name="Google Shape;1111;p1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12" name="Google Shape;1112;p12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50" name="Shape 1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Google Shape;1251;g3b9dee640e3_0_115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52" name="Google Shape;1252;g3b9dee640e3_0_115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56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g3b9dee640e3_0_120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58" name="Google Shape;1258;g3b9dee640e3_0_120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g3b9dee640e3_0_126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65" name="Google Shape;1265;g3b9dee640e3_0_126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72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g3b9dee640e3_0_134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74" name="Google Shape;1274;g3b9dee640e3_0_134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79" name="Shape 1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Google Shape;1280;g3b9dee640e3_0_140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81" name="Google Shape;1281;g3b9dee640e3_0_140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84" name="Shape 1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Google Shape;1285;g3b9dee640e3_0_144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86" name="Google Shape;1286;g3b9dee640e3_0_144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89" name="Shape 1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g3b9dee640e3_0_148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91" name="Google Shape;1291;g3b9dee640e3_0_148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4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5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6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6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7"/>
          <p:cNvSpPr txBox="1"/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7" name="Google Shape;37;p17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18"/>
          <p:cNvSpPr txBox="1"/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8"/>
          <p:cNvSpPr txBox="1"/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18"/>
          <p:cNvSpPr txBox="1"/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8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0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1"/>
          <p:cNvSpPr txBox="1"/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1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1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/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2"/>
          <p:cNvSpPr txBox="1"/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2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3"/>
          <p:cNvSpPr txBox="1"/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3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4"/>
          <p:cNvSpPr txBox="1"/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4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4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4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b9dee640e3_0_158"/>
          <p:cNvSpPr txBox="1"/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g3b9dee640e3_0_158"/>
          <p:cNvSpPr txBox="1"/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g3b9dee640e3_0_158"/>
          <p:cNvSpPr txBox="1"/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9dee640e3_0_16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g3b9dee640e3_0_162"/>
          <p:cNvSpPr txBox="1"/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g3b9dee640e3_0_162"/>
          <p:cNvSpPr txBox="1"/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g3b9dee640e3_0_162"/>
          <p:cNvSpPr txBox="1"/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g3b9dee640e3_0_162"/>
          <p:cNvSpPr txBox="1"/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9dee640e3_0_168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g3b9dee640e3_0_168"/>
          <p:cNvSpPr txBox="1"/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03" name="Google Shape;103;g3b9dee640e3_0_168"/>
          <p:cNvSpPr txBox="1"/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g3b9dee640e3_0_168"/>
          <p:cNvSpPr txBox="1"/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g3b9dee640e3_0_168"/>
          <p:cNvSpPr txBox="1"/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9dee640e3_0_174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g3b9dee640e3_0_174"/>
          <p:cNvSpPr txBox="1"/>
          <p:nvPr>
            <p:ph type="body" idx="1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9" name="Google Shape;109;g3b9dee640e3_0_174"/>
          <p:cNvSpPr txBox="1"/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g3b9dee640e3_0_174"/>
          <p:cNvSpPr txBox="1"/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g3b9dee640e3_0_174"/>
          <p:cNvSpPr txBox="1"/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9dee640e3_0_18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g3b9dee640e3_0_180"/>
          <p:cNvSpPr txBox="1"/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5" name="Google Shape;115;g3b9dee640e3_0_180"/>
          <p:cNvSpPr txBox="1"/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g3b9dee640e3_0_180"/>
          <p:cNvSpPr txBox="1"/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g3b9dee640e3_0_180"/>
          <p:cNvSpPr txBox="1"/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g3b9dee640e3_0_180"/>
          <p:cNvSpPr txBox="1"/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9dee640e3_0_187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g3b9dee640e3_0_187"/>
          <p:cNvSpPr txBox="1"/>
          <p:nvPr>
            <p:ph type="body" idx="1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122" name="Google Shape;122;g3b9dee640e3_0_187"/>
          <p:cNvSpPr txBox="1"/>
          <p:nvPr>
            <p:ph type="body" idx="2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g3b9dee640e3_0_187"/>
          <p:cNvSpPr txBox="1"/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124" name="Google Shape;124;g3b9dee640e3_0_187"/>
          <p:cNvSpPr txBox="1"/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g3b9dee640e3_0_187"/>
          <p:cNvSpPr txBox="1"/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g3b9dee640e3_0_187"/>
          <p:cNvSpPr txBox="1"/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g3b9dee640e3_0_187"/>
          <p:cNvSpPr txBox="1"/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b9dee640e3_0_19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g3b9dee640e3_0_196"/>
          <p:cNvSpPr txBox="1"/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g3b9dee640e3_0_196"/>
          <p:cNvSpPr txBox="1"/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g3b9dee640e3_0_196"/>
          <p:cNvSpPr txBox="1"/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b9dee640e3_0_201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g3b9dee640e3_0_201"/>
          <p:cNvSpPr txBox="1"/>
          <p:nvPr>
            <p:ph type="body" idx="1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6" name="Google Shape;136;g3b9dee640e3_0_201"/>
          <p:cNvSpPr txBox="1"/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7" name="Google Shape;137;g3b9dee640e3_0_201"/>
          <p:cNvSpPr txBox="1"/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g3b9dee640e3_0_201"/>
          <p:cNvSpPr txBox="1"/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g3b9dee640e3_0_201"/>
          <p:cNvSpPr txBox="1"/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b9dee640e3_0_208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g3b9dee640e3_0_208"/>
          <p:cNvSpPr/>
          <p:nvPr>
            <p:ph type="pic" idx="2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g3b9dee640e3_0_208"/>
          <p:cNvSpPr txBox="1"/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4" name="Google Shape;144;g3b9dee640e3_0_208"/>
          <p:cNvSpPr txBox="1"/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g3b9dee640e3_0_208"/>
          <p:cNvSpPr txBox="1"/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g3b9dee640e3_0_208"/>
          <p:cNvSpPr txBox="1"/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b9dee640e3_0_21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g3b9dee640e3_0_215"/>
          <p:cNvSpPr txBox="1"/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0" name="Google Shape;150;g3b9dee640e3_0_215"/>
          <p:cNvSpPr txBox="1"/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g3b9dee640e3_0_215"/>
          <p:cNvSpPr txBox="1"/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g3b9dee640e3_0_215"/>
          <p:cNvSpPr txBox="1"/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b9dee640e3_0_221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g3b9dee640e3_0_221"/>
          <p:cNvSpPr txBox="1"/>
          <p:nvPr>
            <p:ph type="body" idx="1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6" name="Google Shape;156;g3b9dee640e3_0_221"/>
          <p:cNvSpPr txBox="1"/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g3b9dee640e3_0_221"/>
          <p:cNvSpPr txBox="1"/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g3b9dee640e3_0_221"/>
          <p:cNvSpPr txBox="1"/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3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9dee640e3_0_15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6" name="Google Shape;86;g3b9dee640e3_0_152"/>
          <p:cNvSpPr txBox="1"/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g3b9dee640e3_0_152"/>
          <p:cNvSpPr txBox="1"/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g3b9dee640e3_0_152"/>
          <p:cNvSpPr txBox="1"/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" name="Google Shape;89;g3b9dee640e3_0_152"/>
          <p:cNvSpPr txBox="1"/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hyperlink" Target="https://media.pearsoncmg.com/ph/esm/ecs_kurose_compnetwork_8/cw/#interactiveanimations" TargetMode="Externa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.xml"/><Relationship Id="rId7" Type="http://schemas.openxmlformats.org/officeDocument/2006/relationships/slideLayout" Target="../slideLayouts/slideLayout2.xml"/><Relationship Id="rId6" Type="http://schemas.openxmlformats.org/officeDocument/2006/relationships/hyperlink" Target="https://dribbble.com/shots/7182188-Babushka-Boi" TargetMode="External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3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IT694</a:t>
            </a:r>
            <a:br>
              <a:rPr lang="en-US"/>
            </a:br>
            <a:r>
              <a:rPr lang="en-US"/>
              <a:t>Computer Networks</a:t>
            </a:r>
            <a:endParaRPr lang="en-US"/>
          </a:p>
        </p:txBody>
      </p:sp>
      <p:sp>
        <p:nvSpPr>
          <p:cNvPr id="164" name="Google Shape;164;p1"/>
          <p:cNvSpPr txBox="1"/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Fundamentals-III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0" name="Google Shape;170;g3bae1d180f5_0_0"/>
          <p:cNvCxnSpPr/>
          <p:nvPr/>
        </p:nvCxnSpPr>
        <p:spPr>
          <a:xfrm>
            <a:off x="3004779" y="4480629"/>
            <a:ext cx="63168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71" name="Google Shape;171;g3bae1d180f5_0_0"/>
          <p:cNvGrpSpPr/>
          <p:nvPr/>
        </p:nvGrpSpPr>
        <p:grpSpPr>
          <a:xfrm>
            <a:off x="4551357" y="4103827"/>
            <a:ext cx="1471938" cy="734179"/>
            <a:chOff x="7493876" y="2774731"/>
            <a:chExt cx="1490420" cy="890885"/>
          </a:xfrm>
        </p:grpSpPr>
        <p:sp>
          <p:nvSpPr>
            <p:cNvPr id="172" name="Google Shape;172;g3bae1d180f5_0_0"/>
            <p:cNvSpPr/>
            <p:nvPr/>
          </p:nvSpPr>
          <p:spPr>
            <a:xfrm>
              <a:off x="7493876" y="3084399"/>
              <a:ext cx="1490420" cy="581217"/>
            </a:xfrm>
            <a:custGeom>
              <a:avLst/>
              <a:gdLst/>
              <a:ahLst/>
              <a:cxnLst/>
              <a:rect l="l" t="t" r="r" b="b"/>
              <a:pathLst>
                <a:path w="8166683" h="3099826" extrusionOk="0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lang="en-US"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lang="en-US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g3bae1d180f5_0_0"/>
            <p:cNvSpPr/>
            <p:nvPr/>
          </p:nvSpPr>
          <p:spPr>
            <a:xfrm>
              <a:off x="7494729" y="2774731"/>
              <a:ext cx="1480200" cy="579000"/>
            </a:xfrm>
            <a:prstGeom prst="ellipse">
              <a:avLst/>
            </a:prstGeom>
            <a:solidFill>
              <a:srgbClr val="B8C2C9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lang="en-US"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lang="en-US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4" name="Google Shape;174;g3bae1d180f5_0_0"/>
            <p:cNvGrpSpPr/>
            <p:nvPr/>
          </p:nvGrpSpPr>
          <p:grpSpPr>
            <a:xfrm>
              <a:off x="7713435" y="2848414"/>
              <a:ext cx="1043670" cy="423496"/>
              <a:chOff x="7786941" y="2884917"/>
              <a:chExt cx="899018" cy="352209"/>
            </a:xfrm>
          </p:grpSpPr>
          <p:sp>
            <p:nvSpPr>
              <p:cNvPr id="175" name="Google Shape;175;g3bae1d180f5_0_0"/>
              <p:cNvSpPr/>
              <p:nvPr/>
            </p:nvSpPr>
            <p:spPr>
              <a:xfrm>
                <a:off x="7811770" y="2884917"/>
                <a:ext cx="852825" cy="196850"/>
              </a:xfrm>
              <a:custGeom>
                <a:avLst/>
                <a:gdLst/>
                <a:ahLst/>
                <a:cxnLst/>
                <a:rect l="l" t="t" r="r" b="b"/>
                <a:pathLst>
                  <a:path w="4673016" h="1049866" extrusionOk="0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" name="Google Shape;176;g3bae1d180f5_0_0"/>
              <p:cNvSpPr/>
              <p:nvPr/>
            </p:nvSpPr>
            <p:spPr>
              <a:xfrm>
                <a:off x="8367548" y="3054383"/>
                <a:ext cx="318411" cy="169479"/>
              </a:xfrm>
              <a:custGeom>
                <a:avLst/>
                <a:gdLst/>
                <a:ahLst/>
                <a:cxnLst/>
                <a:rect l="l" t="t" r="r" b="b"/>
                <a:pathLst>
                  <a:path w="1744718" h="903890" extrusionOk="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" name="Google Shape;177;g3bae1d180f5_0_0"/>
              <p:cNvSpPr/>
              <p:nvPr/>
            </p:nvSpPr>
            <p:spPr>
              <a:xfrm>
                <a:off x="7786941" y="3054383"/>
                <a:ext cx="312657" cy="167509"/>
              </a:xfrm>
              <a:custGeom>
                <a:avLst/>
                <a:gdLst/>
                <a:ahLst/>
                <a:cxnLst/>
                <a:rect l="l" t="t" r="r" b="b"/>
                <a:pathLst>
                  <a:path w="1713187" h="893380" extrusionOk="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" name="Google Shape;178;g3bae1d180f5_0_0"/>
              <p:cNvSpPr/>
              <p:nvPr/>
            </p:nvSpPr>
            <p:spPr>
              <a:xfrm>
                <a:off x="7895013" y="2971083"/>
                <a:ext cx="679816" cy="266043"/>
              </a:xfrm>
              <a:custGeom>
                <a:avLst/>
                <a:gdLst/>
                <a:ahLst/>
                <a:cxnLst/>
                <a:rect l="l" t="t" r="r" b="b"/>
                <a:pathLst>
                  <a:path w="3725019" h="1418896" extrusionOk="0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79" name="Google Shape;179;g3bae1d180f5_0_0"/>
          <p:cNvSpPr txBox="1"/>
          <p:nvPr>
            <p:ph type="title"/>
          </p:nvPr>
        </p:nvSpPr>
        <p:spPr>
          <a:xfrm>
            <a:off x="825267" y="291947"/>
            <a:ext cx="10515600" cy="8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/>
              <a:t>Throughput</a:t>
            </a:r>
            <a:endParaRPr sz="4400"/>
          </a:p>
        </p:txBody>
      </p:sp>
      <p:sp>
        <p:nvSpPr>
          <p:cNvPr id="180" name="Google Shape;180;g3bae1d180f5_0_0"/>
          <p:cNvSpPr txBox="1"/>
          <p:nvPr/>
        </p:nvSpPr>
        <p:spPr>
          <a:xfrm>
            <a:off x="989013" y="1359295"/>
            <a:ext cx="10973700" cy="17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7020" marR="0" lvl="0" indent="-28702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 b="0" i="1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throughput:</a:t>
            </a: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rate (bits/time unit) at which bits are being sent from sender to receiver</a:t>
            </a:r>
            <a:endParaRPr lang="en-US"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82625" marR="0" lvl="1" indent="-22542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 panose="020B0604020202090204"/>
              <a:buChar char="•"/>
            </a:pPr>
            <a:r>
              <a:rPr lang="en-US" sz="2800" b="0" i="1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instantaneous:</a:t>
            </a: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rate at given point in time</a:t>
            </a:r>
            <a:endParaRPr lang="en-US"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82625" marR="0" lvl="1" indent="-22542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 panose="020B0604020202090204"/>
              <a:buChar char="•"/>
            </a:pPr>
            <a:r>
              <a:rPr lang="en-US" sz="2800" b="0" i="1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average:</a:t>
            </a: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rate over longer period of time</a:t>
            </a:r>
            <a:endParaRPr lang="en-US"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g3bae1d180f5_0_0"/>
          <p:cNvSpPr/>
          <p:nvPr/>
        </p:nvSpPr>
        <p:spPr>
          <a:xfrm>
            <a:off x="1980004" y="3615115"/>
            <a:ext cx="500100" cy="581100"/>
          </a:xfrm>
          <a:prstGeom prst="can">
            <a:avLst>
              <a:gd name="adj" fmla="val 23491"/>
            </a:avLst>
          </a:prstGeom>
          <a:gradFill>
            <a:gsLst>
              <a:gs pos="0">
                <a:srgbClr val="000099"/>
              </a:gs>
              <a:gs pos="100000">
                <a:srgbClr val="FFFFFF"/>
              </a:gs>
            </a:gsLst>
            <a:lin ang="0" scaled="0"/>
          </a:gra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</a:pPr>
            <a:endParaRPr sz="2400" b="0" i="0" u="none" strike="noStrike" cap="none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  <p:grpSp>
        <p:nvGrpSpPr>
          <p:cNvPr id="182" name="Google Shape;182;g3bae1d180f5_0_0"/>
          <p:cNvGrpSpPr/>
          <p:nvPr/>
        </p:nvGrpSpPr>
        <p:grpSpPr>
          <a:xfrm>
            <a:off x="2538054" y="4021842"/>
            <a:ext cx="350931" cy="877763"/>
            <a:chOff x="4140" y="429"/>
            <a:chExt cx="1419" cy="2400"/>
          </a:xfrm>
        </p:grpSpPr>
        <p:sp>
          <p:nvSpPr>
            <p:cNvPr id="183" name="Google Shape;183;g3bae1d180f5_0_0"/>
            <p:cNvSpPr/>
            <p:nvPr/>
          </p:nvSpPr>
          <p:spPr>
            <a:xfrm>
              <a:off x="5268" y="433"/>
              <a:ext cx="283" cy="2283"/>
            </a:xfrm>
            <a:custGeom>
              <a:avLst/>
              <a:gdLst/>
              <a:ahLst/>
              <a:cxnLst/>
              <a:rect l="l" t="t" r="r" b="b"/>
              <a:pathLst>
                <a:path w="354" h="2742" extrusionOk="0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184" name="Google Shape;184;g3bae1d180f5_0_0"/>
            <p:cNvSpPr/>
            <p:nvPr/>
          </p:nvSpPr>
          <p:spPr>
            <a:xfrm>
              <a:off x="4204" y="429"/>
              <a:ext cx="900" cy="2400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185" name="Google Shape;185;g3bae1d180f5_0_0"/>
            <p:cNvSpPr/>
            <p:nvPr/>
          </p:nvSpPr>
          <p:spPr>
            <a:xfrm>
              <a:off x="5321" y="570"/>
              <a:ext cx="169" cy="2112"/>
            </a:xfrm>
            <a:custGeom>
              <a:avLst/>
              <a:gdLst/>
              <a:ahLst/>
              <a:cxnLst/>
              <a:rect l="l" t="t" r="r" b="b"/>
              <a:pathLst>
                <a:path w="211" h="2537" extrusionOk="0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186" name="Google Shape;186;g3bae1d180f5_0_0"/>
            <p:cNvSpPr/>
            <p:nvPr/>
          </p:nvSpPr>
          <p:spPr>
            <a:xfrm>
              <a:off x="5284" y="1640"/>
              <a:ext cx="263" cy="189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187" name="Google Shape;187;g3bae1d180f5_0_0"/>
            <p:cNvSpPr/>
            <p:nvPr/>
          </p:nvSpPr>
          <p:spPr>
            <a:xfrm>
              <a:off x="4211" y="694"/>
              <a:ext cx="600" cy="0"/>
            </a:xfrm>
            <a:prstGeom prst="rect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grpSp>
          <p:nvGrpSpPr>
            <p:cNvPr id="188" name="Google Shape;188;g3bae1d180f5_0_0"/>
            <p:cNvGrpSpPr/>
            <p:nvPr/>
          </p:nvGrpSpPr>
          <p:grpSpPr>
            <a:xfrm>
              <a:off x="4750" y="668"/>
              <a:ext cx="494" cy="17"/>
              <a:chOff x="615" y="2568"/>
              <a:chExt cx="616" cy="16"/>
            </a:xfrm>
          </p:grpSpPr>
          <p:sp>
            <p:nvSpPr>
              <p:cNvPr id="189" name="Google Shape;189;g3bae1d180f5_0_0"/>
              <p:cNvSpPr/>
              <p:nvPr/>
            </p:nvSpPr>
            <p:spPr>
              <a:xfrm>
                <a:off x="615" y="2568"/>
                <a:ext cx="600" cy="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190" name="Google Shape;190;g3bae1d180f5_0_0"/>
              <p:cNvSpPr/>
              <p:nvPr/>
            </p:nvSpPr>
            <p:spPr>
              <a:xfrm>
                <a:off x="631" y="2584"/>
                <a:ext cx="600" cy="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</p:grpSp>
        <p:sp>
          <p:nvSpPr>
            <p:cNvPr id="191" name="Google Shape;191;g3bae1d180f5_0_0"/>
            <p:cNvSpPr/>
            <p:nvPr/>
          </p:nvSpPr>
          <p:spPr>
            <a:xfrm>
              <a:off x="4223" y="1019"/>
              <a:ext cx="600" cy="0"/>
            </a:xfrm>
            <a:prstGeom prst="rect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grpSp>
          <p:nvGrpSpPr>
            <p:cNvPr id="192" name="Google Shape;192;g3bae1d180f5_0_0"/>
            <p:cNvGrpSpPr/>
            <p:nvPr/>
          </p:nvGrpSpPr>
          <p:grpSpPr>
            <a:xfrm>
              <a:off x="4749" y="993"/>
              <a:ext cx="494" cy="17"/>
              <a:chOff x="617" y="2567"/>
              <a:chExt cx="617" cy="18"/>
            </a:xfrm>
          </p:grpSpPr>
          <p:sp>
            <p:nvSpPr>
              <p:cNvPr id="193" name="Google Shape;193;g3bae1d180f5_0_0"/>
              <p:cNvSpPr/>
              <p:nvPr/>
            </p:nvSpPr>
            <p:spPr>
              <a:xfrm>
                <a:off x="617" y="2567"/>
                <a:ext cx="600" cy="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194" name="Google Shape;194;g3bae1d180f5_0_0"/>
              <p:cNvSpPr/>
              <p:nvPr/>
            </p:nvSpPr>
            <p:spPr>
              <a:xfrm>
                <a:off x="634" y="2585"/>
                <a:ext cx="600" cy="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</p:grpSp>
        <p:sp>
          <p:nvSpPr>
            <p:cNvPr id="195" name="Google Shape;195;g3bae1d180f5_0_0"/>
            <p:cNvSpPr/>
            <p:nvPr/>
          </p:nvSpPr>
          <p:spPr>
            <a:xfrm>
              <a:off x="4217" y="1358"/>
              <a:ext cx="600" cy="0"/>
            </a:xfrm>
            <a:prstGeom prst="rect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196" name="Google Shape;196;g3bae1d180f5_0_0"/>
            <p:cNvSpPr/>
            <p:nvPr/>
          </p:nvSpPr>
          <p:spPr>
            <a:xfrm>
              <a:off x="4230" y="1653"/>
              <a:ext cx="600" cy="0"/>
            </a:xfrm>
            <a:prstGeom prst="rect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grpSp>
          <p:nvGrpSpPr>
            <p:cNvPr id="197" name="Google Shape;197;g3bae1d180f5_0_0"/>
            <p:cNvGrpSpPr/>
            <p:nvPr/>
          </p:nvGrpSpPr>
          <p:grpSpPr>
            <a:xfrm>
              <a:off x="4737" y="1627"/>
              <a:ext cx="495" cy="17"/>
              <a:chOff x="616" y="2568"/>
              <a:chExt cx="616" cy="16"/>
            </a:xfrm>
          </p:grpSpPr>
          <p:sp>
            <p:nvSpPr>
              <p:cNvPr id="198" name="Google Shape;198;g3bae1d180f5_0_0"/>
              <p:cNvSpPr/>
              <p:nvPr/>
            </p:nvSpPr>
            <p:spPr>
              <a:xfrm>
                <a:off x="616" y="2568"/>
                <a:ext cx="600" cy="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199" name="Google Shape;199;g3bae1d180f5_0_0"/>
              <p:cNvSpPr/>
              <p:nvPr/>
            </p:nvSpPr>
            <p:spPr>
              <a:xfrm>
                <a:off x="632" y="2584"/>
                <a:ext cx="600" cy="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</p:grpSp>
        <p:sp>
          <p:nvSpPr>
            <p:cNvPr id="200" name="Google Shape;200;g3bae1d180f5_0_0"/>
            <p:cNvSpPr/>
            <p:nvPr/>
          </p:nvSpPr>
          <p:spPr>
            <a:xfrm>
              <a:off x="5288" y="1354"/>
              <a:ext cx="263" cy="188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grpSp>
          <p:nvGrpSpPr>
            <p:cNvPr id="201" name="Google Shape;201;g3bae1d180f5_0_0"/>
            <p:cNvGrpSpPr/>
            <p:nvPr/>
          </p:nvGrpSpPr>
          <p:grpSpPr>
            <a:xfrm>
              <a:off x="4737" y="1327"/>
              <a:ext cx="495" cy="18"/>
              <a:chOff x="611" y="2568"/>
              <a:chExt cx="616" cy="18"/>
            </a:xfrm>
          </p:grpSpPr>
          <p:sp>
            <p:nvSpPr>
              <p:cNvPr id="202" name="Google Shape;202;g3bae1d180f5_0_0"/>
              <p:cNvSpPr/>
              <p:nvPr/>
            </p:nvSpPr>
            <p:spPr>
              <a:xfrm>
                <a:off x="611" y="2568"/>
                <a:ext cx="600" cy="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203" name="Google Shape;203;g3bae1d180f5_0_0"/>
              <p:cNvSpPr/>
              <p:nvPr/>
            </p:nvSpPr>
            <p:spPr>
              <a:xfrm>
                <a:off x="627" y="2586"/>
                <a:ext cx="600" cy="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</p:grpSp>
        <p:sp>
          <p:nvSpPr>
            <p:cNvPr id="204" name="Google Shape;204;g3bae1d180f5_0_0"/>
            <p:cNvSpPr/>
            <p:nvPr/>
          </p:nvSpPr>
          <p:spPr>
            <a:xfrm>
              <a:off x="5250" y="429"/>
              <a:ext cx="0" cy="240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205" name="Google Shape;205;g3bae1d180f5_0_0"/>
            <p:cNvSpPr/>
            <p:nvPr/>
          </p:nvSpPr>
          <p:spPr>
            <a:xfrm>
              <a:off x="5312" y="1007"/>
              <a:ext cx="237" cy="213"/>
            </a:xfrm>
            <a:custGeom>
              <a:avLst/>
              <a:gdLst/>
              <a:ahLst/>
              <a:cxnLst/>
              <a:rect l="l" t="t" r="r" b="b"/>
              <a:pathLst>
                <a:path w="296" h="256" extrusionOk="0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206" name="Google Shape;206;g3bae1d180f5_0_0"/>
            <p:cNvSpPr/>
            <p:nvPr/>
          </p:nvSpPr>
          <p:spPr>
            <a:xfrm>
              <a:off x="5315" y="680"/>
              <a:ext cx="244" cy="240"/>
            </a:xfrm>
            <a:custGeom>
              <a:avLst/>
              <a:gdLst/>
              <a:ahLst/>
              <a:cxnLst/>
              <a:rect l="l" t="t" r="r" b="b"/>
              <a:pathLst>
                <a:path w="304" h="288" extrusionOk="0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207" name="Google Shape;207;g3bae1d180f5_0_0"/>
            <p:cNvSpPr/>
            <p:nvPr/>
          </p:nvSpPr>
          <p:spPr>
            <a:xfrm>
              <a:off x="5520" y="2612"/>
              <a:ext cx="0" cy="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208" name="Google Shape;208;g3bae1d180f5_0_0"/>
            <p:cNvSpPr/>
            <p:nvPr/>
          </p:nvSpPr>
          <p:spPr>
            <a:xfrm>
              <a:off x="5302" y="2614"/>
              <a:ext cx="245" cy="200"/>
            </a:xfrm>
            <a:custGeom>
              <a:avLst/>
              <a:gdLst/>
              <a:ahLst/>
              <a:cxnLst/>
              <a:rect l="l" t="t" r="r" b="b"/>
              <a:pathLst>
                <a:path w="306" h="240" extrusionOk="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209" name="Google Shape;209;g3bae1d180f5_0_0"/>
            <p:cNvSpPr/>
            <p:nvPr/>
          </p:nvSpPr>
          <p:spPr>
            <a:xfrm>
              <a:off x="4140" y="2677"/>
              <a:ext cx="1200" cy="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210" name="Google Shape;210;g3bae1d180f5_0_0"/>
            <p:cNvSpPr/>
            <p:nvPr/>
          </p:nvSpPr>
          <p:spPr>
            <a:xfrm>
              <a:off x="4204" y="2712"/>
              <a:ext cx="1200" cy="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211" name="Google Shape;211;g3bae1d180f5_0_0"/>
            <p:cNvSpPr/>
            <p:nvPr/>
          </p:nvSpPr>
          <p:spPr>
            <a:xfrm>
              <a:off x="4307" y="2382"/>
              <a:ext cx="300" cy="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212" name="Google Shape;212;g3bae1d180f5_0_0"/>
            <p:cNvSpPr/>
            <p:nvPr/>
          </p:nvSpPr>
          <p:spPr>
            <a:xfrm>
              <a:off x="4487" y="2382"/>
              <a:ext cx="300" cy="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rgbClr val="FF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213" name="Google Shape;213;g3bae1d180f5_0_0"/>
            <p:cNvSpPr/>
            <p:nvPr/>
          </p:nvSpPr>
          <p:spPr>
            <a:xfrm>
              <a:off x="4660" y="2382"/>
              <a:ext cx="300" cy="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214" name="Google Shape;214;g3bae1d180f5_0_0"/>
            <p:cNvSpPr/>
            <p:nvPr/>
          </p:nvSpPr>
          <p:spPr>
            <a:xfrm>
              <a:off x="5064" y="1835"/>
              <a:ext cx="0" cy="900"/>
            </a:xfrm>
            <a:prstGeom prst="rect">
              <a:avLst/>
            </a:prstGeom>
            <a:solidFill>
              <a:srgbClr val="292929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  <p:grpSp>
        <p:nvGrpSpPr>
          <p:cNvPr id="215" name="Google Shape;215;g3bae1d180f5_0_0"/>
          <p:cNvGrpSpPr/>
          <p:nvPr/>
        </p:nvGrpSpPr>
        <p:grpSpPr>
          <a:xfrm flipH="1">
            <a:off x="9843242" y="4083754"/>
            <a:ext cx="1192212" cy="1171620"/>
            <a:chOff x="-44" y="1473"/>
            <a:chExt cx="981" cy="1105"/>
          </a:xfrm>
        </p:grpSpPr>
        <p:pic>
          <p:nvPicPr>
            <p:cNvPr id="216" name="Google Shape;216;g3bae1d180f5_0_0" descr="desktop_computer_stylized_medium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7" name="Google Shape;217;g3bae1d180f5_0_0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/>
              <a:ahLst/>
              <a:cxnLst/>
              <a:rect l="l" t="t" r="r" b="b"/>
              <a:pathLst>
                <a:path w="356" h="368" extrusionOk="0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  <p:sp>
        <p:nvSpPr>
          <p:cNvPr id="218" name="Google Shape;218;g3bae1d180f5_0_0"/>
          <p:cNvSpPr txBox="1"/>
          <p:nvPr/>
        </p:nvSpPr>
        <p:spPr>
          <a:xfrm>
            <a:off x="695325" y="5805170"/>
            <a:ext cx="2629535" cy="77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server, with</a:t>
            </a:r>
            <a:endParaRPr lang="en-US"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file of F bits </a:t>
            </a:r>
            <a:endParaRPr lang="en-US"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send to client</a:t>
            </a:r>
            <a:endParaRPr lang="en-US"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g3bae1d180f5_0_0"/>
          <p:cNvSpPr txBox="1"/>
          <p:nvPr/>
        </p:nvSpPr>
        <p:spPr>
          <a:xfrm>
            <a:off x="3670935" y="4865370"/>
            <a:ext cx="1986915" cy="716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link capacity</a:t>
            </a:r>
            <a:endParaRPr lang="en-US"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R</a:t>
            </a:r>
            <a:r>
              <a:rPr lang="en-US" sz="3200" b="0" i="0" u="none" strike="noStrike" cap="none" baseline="-25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2400" b="0" i="0" u="none" strike="noStrike" cap="none" baseline="-25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bits/sec</a:t>
            </a:r>
            <a:endParaRPr lang="en-US"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g3bae1d180f5_0_0"/>
          <p:cNvSpPr txBox="1"/>
          <p:nvPr/>
        </p:nvSpPr>
        <p:spPr>
          <a:xfrm>
            <a:off x="7218045" y="4939030"/>
            <a:ext cx="2016125" cy="716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link capacity</a:t>
            </a:r>
            <a:endParaRPr lang="en-US"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R</a:t>
            </a:r>
            <a:r>
              <a:rPr lang="en-US" sz="3200" b="0" i="0" u="none" strike="noStrike" cap="none" baseline="-25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2400" b="0" i="0" u="none" strike="noStrike" cap="none" baseline="-25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bits/sec</a:t>
            </a:r>
            <a:endParaRPr lang="en-US"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1" name="Google Shape;221;g3bae1d180f5_0_0"/>
          <p:cNvGrpSpPr/>
          <p:nvPr/>
        </p:nvGrpSpPr>
        <p:grpSpPr>
          <a:xfrm>
            <a:off x="224063" y="5070284"/>
            <a:ext cx="9377363" cy="1687513"/>
            <a:chOff x="-600" y="3717"/>
            <a:chExt cx="5907" cy="1063"/>
          </a:xfrm>
        </p:grpSpPr>
        <p:sp>
          <p:nvSpPr>
            <p:cNvPr id="222" name="Google Shape;222;g3bae1d180f5_0_0"/>
            <p:cNvSpPr txBox="1"/>
            <p:nvPr/>
          </p:nvSpPr>
          <p:spPr>
            <a:xfrm>
              <a:off x="-600" y="3717"/>
              <a:ext cx="1626" cy="4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server sends bits </a:t>
              </a:r>
              <a:endPara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(fluid) into pipe</a:t>
              </a:r>
              <a:endPara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endParaRPr>
            </a:p>
          </p:txBody>
        </p:sp>
        <p:sp>
          <p:nvSpPr>
            <p:cNvPr id="223" name="Google Shape;223;g3bae1d180f5_0_0"/>
            <p:cNvSpPr txBox="1"/>
            <p:nvPr/>
          </p:nvSpPr>
          <p:spPr>
            <a:xfrm>
              <a:off x="1247" y="4180"/>
              <a:ext cx="1800" cy="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Gill Sans" panose="020B0502020104020203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Gill Sans" panose="020B0502020104020203"/>
                  <a:ea typeface="Gill Sans" panose="020B0502020104020203"/>
                  <a:cs typeface="Gill Sans" panose="020B0502020104020203"/>
                  <a:sym typeface="Gill Sans" panose="020B0502020104020203"/>
                </a:rPr>
                <a:t> </a:t>
              </a: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pipe that can carry</a:t>
              </a:r>
              <a:endPara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fluid at rate</a:t>
              </a:r>
              <a:endPara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(</a:t>
              </a:r>
              <a:r>
                <a:rPr lang="en-US" sz="2400" b="0" i="1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lang="en-US" sz="3200" b="0" i="1" u="none" strike="noStrike" cap="none" baseline="-25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</a:t>
              </a:r>
              <a:r>
                <a:rPr lang="en-US" sz="2400" b="0" i="1" u="none" strike="noStrike" cap="none" baseline="-25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bits/sec)</a:t>
              </a:r>
              <a:endPara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" name="Google Shape;224;g3bae1d180f5_0_0"/>
            <p:cNvSpPr txBox="1"/>
            <p:nvPr/>
          </p:nvSpPr>
          <p:spPr>
            <a:xfrm>
              <a:off x="3507" y="4086"/>
              <a:ext cx="1800" cy="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pipe that can carry</a:t>
              </a:r>
              <a:endPara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fluid at rate</a:t>
              </a:r>
              <a:endPara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lang="en-US" sz="2400" b="0" i="1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(R</a:t>
              </a:r>
              <a:r>
                <a:rPr lang="en-US" sz="3200" b="0" i="1" u="none" strike="noStrike" cap="none" baseline="-25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r>
                <a:rPr lang="en-US" sz="2400" b="0" i="1" u="none" strike="noStrike" cap="none" baseline="-25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bits/sec)</a:t>
              </a:r>
              <a:endPara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5" name="Google Shape;225;g3bae1d180f5_0_0"/>
          <p:cNvGrpSpPr/>
          <p:nvPr/>
        </p:nvGrpSpPr>
        <p:grpSpPr>
          <a:xfrm>
            <a:off x="2071329" y="4013891"/>
            <a:ext cx="7826549" cy="881698"/>
            <a:chOff x="2071329" y="4013891"/>
            <a:chExt cx="7826549" cy="881698"/>
          </a:xfrm>
        </p:grpSpPr>
        <p:sp>
          <p:nvSpPr>
            <p:cNvPr id="226" name="Google Shape;226;g3bae1d180f5_0_0"/>
            <p:cNvSpPr/>
            <p:nvPr/>
          </p:nvSpPr>
          <p:spPr>
            <a:xfrm>
              <a:off x="9008978" y="4275842"/>
              <a:ext cx="888900" cy="485700"/>
            </a:xfrm>
            <a:prstGeom prst="rightArrow">
              <a:avLst>
                <a:gd name="adj1" fmla="val 50000"/>
                <a:gd name="adj2" fmla="val 45752"/>
              </a:avLst>
            </a:prstGeom>
            <a:gradFill>
              <a:gsLst>
                <a:gs pos="0">
                  <a:srgbClr val="FFFFFF"/>
                </a:gs>
                <a:gs pos="100000">
                  <a:srgbClr val="CC0000"/>
                </a:gs>
              </a:gsLst>
              <a:lin ang="0" scaled="0"/>
            </a:gradFill>
            <a:ln w="9525" cap="flat" cmpd="sng">
              <a:solidFill>
                <a:srgbClr val="CC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endParaRPr>
            </a:p>
          </p:txBody>
        </p:sp>
        <p:grpSp>
          <p:nvGrpSpPr>
            <p:cNvPr id="227" name="Google Shape;227;g3bae1d180f5_0_0"/>
            <p:cNvGrpSpPr/>
            <p:nvPr/>
          </p:nvGrpSpPr>
          <p:grpSpPr>
            <a:xfrm>
              <a:off x="3016469" y="4319954"/>
              <a:ext cx="2207139" cy="471760"/>
              <a:chOff x="2249" y="3430"/>
              <a:chExt cx="1320" cy="308"/>
            </a:xfrm>
          </p:grpSpPr>
          <p:sp>
            <p:nvSpPr>
              <p:cNvPr id="228" name="Google Shape;228;g3bae1d180f5_0_0"/>
              <p:cNvSpPr/>
              <p:nvPr/>
            </p:nvSpPr>
            <p:spPr>
              <a:xfrm>
                <a:off x="3569" y="3433"/>
                <a:ext cx="0" cy="300"/>
              </a:xfrm>
              <a:prstGeom prst="ellipse">
                <a:avLst/>
              </a:prstGeom>
              <a:gradFill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12" scaled="0"/>
              </a:gra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  <a:sym typeface="Times New Roman" panose="02020503050405090304"/>
                </a:endParaRPr>
              </a:p>
            </p:txBody>
          </p:sp>
          <p:sp>
            <p:nvSpPr>
              <p:cNvPr id="229" name="Google Shape;229;g3bae1d180f5_0_0"/>
              <p:cNvSpPr/>
              <p:nvPr/>
            </p:nvSpPr>
            <p:spPr>
              <a:xfrm>
                <a:off x="2275" y="3433"/>
                <a:ext cx="1200" cy="300"/>
              </a:xfrm>
              <a:prstGeom prst="rect">
                <a:avLst/>
              </a:prstGeom>
              <a:gradFill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12" scaled="0"/>
              </a:gradFill>
              <a:ln w="9525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  <a:sym typeface="Times New Roman" panose="02020503050405090304"/>
                </a:endParaRPr>
              </a:p>
            </p:txBody>
          </p:sp>
          <p:sp>
            <p:nvSpPr>
              <p:cNvPr id="230" name="Google Shape;230;g3bae1d180f5_0_0"/>
              <p:cNvSpPr/>
              <p:nvPr/>
            </p:nvSpPr>
            <p:spPr>
              <a:xfrm>
                <a:off x="2249" y="3430"/>
                <a:ext cx="0" cy="300"/>
              </a:xfrm>
              <a:prstGeom prst="ellipse">
                <a:avLst/>
              </a:prstGeom>
              <a:solidFill>
                <a:srgbClr val="DDDDD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  <a:sym typeface="Times New Roman" panose="02020503050405090304"/>
                </a:endParaRPr>
              </a:p>
            </p:txBody>
          </p:sp>
          <p:sp>
            <p:nvSpPr>
              <p:cNvPr id="231" name="Google Shape;231;g3bae1d180f5_0_0"/>
              <p:cNvSpPr/>
              <p:nvPr/>
            </p:nvSpPr>
            <p:spPr>
              <a:xfrm>
                <a:off x="3562" y="3438"/>
                <a:ext cx="0" cy="300"/>
              </a:xfrm>
              <a:prstGeom prst="rect">
                <a:avLst/>
              </a:prstGeom>
              <a:gradFill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  <a:sym typeface="Times New Roman" panose="02020503050405090304"/>
                </a:endParaRPr>
              </a:p>
            </p:txBody>
          </p:sp>
        </p:grpSp>
        <p:grpSp>
          <p:nvGrpSpPr>
            <p:cNvPr id="232" name="Google Shape;232;g3bae1d180f5_0_0"/>
            <p:cNvGrpSpPr/>
            <p:nvPr/>
          </p:nvGrpSpPr>
          <p:grpSpPr>
            <a:xfrm>
              <a:off x="6475852" y="4196543"/>
              <a:ext cx="2662748" cy="699046"/>
              <a:chOff x="2249" y="3430"/>
              <a:chExt cx="1320" cy="308"/>
            </a:xfrm>
          </p:grpSpPr>
          <p:sp>
            <p:nvSpPr>
              <p:cNvPr id="233" name="Google Shape;233;g3bae1d180f5_0_0"/>
              <p:cNvSpPr/>
              <p:nvPr/>
            </p:nvSpPr>
            <p:spPr>
              <a:xfrm>
                <a:off x="3569" y="3433"/>
                <a:ext cx="0" cy="300"/>
              </a:xfrm>
              <a:prstGeom prst="ellipse">
                <a:avLst/>
              </a:prstGeom>
              <a:gradFill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12" scaled="0"/>
              </a:gra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  <a:sym typeface="Times New Roman" panose="02020503050405090304"/>
                </a:endParaRPr>
              </a:p>
            </p:txBody>
          </p:sp>
          <p:sp>
            <p:nvSpPr>
              <p:cNvPr id="234" name="Google Shape;234;g3bae1d180f5_0_0"/>
              <p:cNvSpPr/>
              <p:nvPr/>
            </p:nvSpPr>
            <p:spPr>
              <a:xfrm>
                <a:off x="2275" y="3433"/>
                <a:ext cx="1200" cy="300"/>
              </a:xfrm>
              <a:prstGeom prst="rect">
                <a:avLst/>
              </a:prstGeom>
              <a:gradFill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12" scaled="0"/>
              </a:gradFill>
              <a:ln w="9525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  <a:sym typeface="Times New Roman" panose="02020503050405090304"/>
                </a:endParaRPr>
              </a:p>
            </p:txBody>
          </p:sp>
          <p:sp>
            <p:nvSpPr>
              <p:cNvPr id="235" name="Google Shape;235;g3bae1d180f5_0_0"/>
              <p:cNvSpPr/>
              <p:nvPr/>
            </p:nvSpPr>
            <p:spPr>
              <a:xfrm>
                <a:off x="2249" y="3430"/>
                <a:ext cx="0" cy="300"/>
              </a:xfrm>
              <a:prstGeom prst="ellipse">
                <a:avLst/>
              </a:prstGeom>
              <a:solidFill>
                <a:srgbClr val="DDDDD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  <a:sym typeface="Times New Roman" panose="02020503050405090304"/>
                </a:endParaRPr>
              </a:p>
            </p:txBody>
          </p:sp>
          <p:sp>
            <p:nvSpPr>
              <p:cNvPr id="236" name="Google Shape;236;g3bae1d180f5_0_0"/>
              <p:cNvSpPr/>
              <p:nvPr/>
            </p:nvSpPr>
            <p:spPr>
              <a:xfrm>
                <a:off x="3562" y="3438"/>
                <a:ext cx="0" cy="300"/>
              </a:xfrm>
              <a:prstGeom prst="rect">
                <a:avLst/>
              </a:prstGeom>
              <a:gradFill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  <a:sym typeface="Times New Roman" panose="02020503050405090304"/>
                </a:endParaRPr>
              </a:p>
            </p:txBody>
          </p:sp>
        </p:grpSp>
        <p:sp>
          <p:nvSpPr>
            <p:cNvPr id="237" name="Google Shape;237;g3bae1d180f5_0_0"/>
            <p:cNvSpPr/>
            <p:nvPr/>
          </p:nvSpPr>
          <p:spPr>
            <a:xfrm>
              <a:off x="5295542" y="4258379"/>
              <a:ext cx="1279500" cy="485700"/>
            </a:xfrm>
            <a:prstGeom prst="rightArrow">
              <a:avLst>
                <a:gd name="adj1" fmla="val 50000"/>
                <a:gd name="adj2" fmla="val 65850"/>
              </a:avLst>
            </a:prstGeom>
            <a:gradFill>
              <a:gsLst>
                <a:gs pos="0">
                  <a:srgbClr val="FFFFFF"/>
                </a:gs>
                <a:gs pos="100000">
                  <a:srgbClr val="CC0000"/>
                </a:gs>
              </a:gsLst>
              <a:lin ang="0" scaled="0"/>
            </a:gradFill>
            <a:ln w="9525" cap="flat" cmpd="sng">
              <a:solidFill>
                <a:srgbClr val="CC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endParaRPr>
            </a:p>
          </p:txBody>
        </p:sp>
        <p:sp>
          <p:nvSpPr>
            <p:cNvPr id="238" name="Google Shape;238;g3bae1d180f5_0_0"/>
            <p:cNvSpPr/>
            <p:nvPr/>
          </p:nvSpPr>
          <p:spPr>
            <a:xfrm rot="10800000" flipH="1">
              <a:off x="2071329" y="4013891"/>
              <a:ext cx="974700" cy="720738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lnTo>
                    <a:pt x="21600" y="6079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CC0000"/>
                </a:gs>
              </a:gsLst>
              <a:lin ang="0" scaled="0"/>
            </a:gradFill>
            <a:ln w="9525" cap="flat" cmpd="sng">
              <a:solidFill>
                <a:srgbClr val="CC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9" name="Google Shape;239;g3bae1d180f5_0_0"/>
            <p:cNvSpPr txBox="1"/>
            <p:nvPr/>
          </p:nvSpPr>
          <p:spPr>
            <a:xfrm flipH="1">
              <a:off x="2071350" y="4013900"/>
              <a:ext cx="974700" cy="7207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  <p:cxnSp>
        <p:nvCxnSpPr>
          <p:cNvPr id="240" name="Google Shape;240;g3bae1d180f5_0_0"/>
          <p:cNvCxnSpPr/>
          <p:nvPr/>
        </p:nvCxnSpPr>
        <p:spPr>
          <a:xfrm>
            <a:off x="2663444" y="4956164"/>
            <a:ext cx="0" cy="499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41" name="Google Shape;241;g3bae1d180f5_0_0"/>
          <p:cNvCxnSpPr/>
          <p:nvPr/>
        </p:nvCxnSpPr>
        <p:spPr>
          <a:xfrm>
            <a:off x="3671250" y="4571341"/>
            <a:ext cx="0" cy="499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42" name="Google Shape;242;g3bae1d180f5_0_0"/>
          <p:cNvCxnSpPr/>
          <p:nvPr/>
        </p:nvCxnSpPr>
        <p:spPr>
          <a:xfrm>
            <a:off x="7773171" y="4574886"/>
            <a:ext cx="0" cy="499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3" name="Google Shape;243;g3bae1d180f5_0_0"/>
          <p:cNvSpPr txBox="1"/>
          <p:nvPr>
            <p:ph type="sldNum" idx="12"/>
          </p:nvPr>
        </p:nvSpPr>
        <p:spPr>
          <a:xfrm>
            <a:off x="9219616" y="644308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bae1d180f5_0_78"/>
          <p:cNvSpPr txBox="1"/>
          <p:nvPr>
            <p:ph type="title"/>
          </p:nvPr>
        </p:nvSpPr>
        <p:spPr>
          <a:xfrm>
            <a:off x="825267" y="291947"/>
            <a:ext cx="10515600" cy="8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/>
              <a:t>Throughput</a:t>
            </a:r>
            <a:endParaRPr sz="4400"/>
          </a:p>
        </p:txBody>
      </p:sp>
      <p:grpSp>
        <p:nvGrpSpPr>
          <p:cNvPr id="250" name="Google Shape;250;g3bae1d180f5_0_78"/>
          <p:cNvGrpSpPr/>
          <p:nvPr/>
        </p:nvGrpSpPr>
        <p:grpSpPr>
          <a:xfrm>
            <a:off x="4983791" y="4245751"/>
            <a:ext cx="912931" cy="415905"/>
            <a:chOff x="1871277" y="1576320"/>
            <a:chExt cx="1128469" cy="437841"/>
          </a:xfrm>
        </p:grpSpPr>
        <p:sp>
          <p:nvSpPr>
            <p:cNvPr id="251" name="Google Shape;251;g3bae1d180f5_0_78"/>
            <p:cNvSpPr/>
            <p:nvPr/>
          </p:nvSpPr>
          <p:spPr>
            <a:xfrm rot="10800000" flipH="1">
              <a:off x="1874446" y="1694661"/>
              <a:ext cx="1125300" cy="319500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80808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" name="Google Shape;252;g3bae1d180f5_0_78"/>
            <p:cNvSpPr/>
            <p:nvPr/>
          </p:nvSpPr>
          <p:spPr>
            <a:xfrm>
              <a:off x="1871277" y="1740080"/>
              <a:ext cx="1128300" cy="115200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" name="Google Shape;253;g3bae1d180f5_0_78"/>
            <p:cNvSpPr/>
            <p:nvPr/>
          </p:nvSpPr>
          <p:spPr>
            <a:xfrm rot="10800000" flipH="1">
              <a:off x="1871277" y="1576320"/>
              <a:ext cx="1125300" cy="319500"/>
            </a:xfrm>
            <a:prstGeom prst="ellipse">
              <a:avLst/>
            </a:prstGeom>
            <a:solidFill>
              <a:srgbClr val="BFBFB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80808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g3bae1d180f5_0_78"/>
            <p:cNvSpPr/>
            <p:nvPr/>
          </p:nvSpPr>
          <p:spPr>
            <a:xfrm>
              <a:off x="2159748" y="1673231"/>
              <a:ext cx="546002" cy="161854"/>
            </a:xfrm>
            <a:custGeom>
              <a:avLst/>
              <a:gdLst/>
              <a:ahLst/>
              <a:cxnLst/>
              <a:rect l="l" t="t" r="r" b="b"/>
              <a:pathLst>
                <a:path w="3076069" h="1321259" extrusionOk="0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g3bae1d180f5_0_78"/>
            <p:cNvSpPr/>
            <p:nvPr/>
          </p:nvSpPr>
          <p:spPr>
            <a:xfrm>
              <a:off x="2102655" y="1633103"/>
              <a:ext cx="660913" cy="111954"/>
            </a:xfrm>
            <a:custGeom>
              <a:avLst/>
              <a:gdLst/>
              <a:ahLst/>
              <a:cxnLst/>
              <a:rect l="l" t="t" r="r" b="b"/>
              <a:pathLst>
                <a:path w="3723451" h="932950" extrusionOk="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g3bae1d180f5_0_78"/>
            <p:cNvSpPr/>
            <p:nvPr/>
          </p:nvSpPr>
          <p:spPr>
            <a:xfrm>
              <a:off x="2536889" y="1727776"/>
              <a:ext cx="242571" cy="97184"/>
            </a:xfrm>
            <a:custGeom>
              <a:avLst/>
              <a:gdLst/>
              <a:ahLst/>
              <a:cxnLst/>
              <a:rect l="l" t="t" r="r" b="b"/>
              <a:pathLst>
                <a:path w="1366596" h="809868" extrusionOk="0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" name="Google Shape;257;g3bae1d180f5_0_78"/>
            <p:cNvSpPr/>
            <p:nvPr/>
          </p:nvSpPr>
          <p:spPr>
            <a:xfrm>
              <a:off x="2089977" y="1730144"/>
              <a:ext cx="239304" cy="96954"/>
            </a:xfrm>
            <a:custGeom>
              <a:avLst/>
              <a:gdLst/>
              <a:ahLst/>
              <a:cxnLst/>
              <a:rect l="l" t="t" r="r" b="b"/>
              <a:pathLst>
                <a:path w="1348191" h="791462" extrusionOk="0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58" name="Google Shape;258;g3bae1d180f5_0_78"/>
            <p:cNvCxnSpPr>
              <a:endCxn id="253" idx="2"/>
            </p:cNvCxnSpPr>
            <p:nvPr/>
          </p:nvCxnSpPr>
          <p:spPr>
            <a:xfrm rot="10800000">
              <a:off x="1871277" y="1736070"/>
              <a:ext cx="3300" cy="1230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40005" dist="19939" dir="5400000" algn="tl" rotWithShape="0">
                <a:srgbClr val="808080">
                  <a:alpha val="37650"/>
                </a:srgbClr>
              </a:outerShdw>
            </a:effectLst>
          </p:spPr>
        </p:cxnSp>
        <p:cxnSp>
          <p:nvCxnSpPr>
            <p:cNvPr id="259" name="Google Shape;259;g3bae1d180f5_0_78"/>
            <p:cNvCxnSpPr/>
            <p:nvPr/>
          </p:nvCxnSpPr>
          <p:spPr>
            <a:xfrm rot="10800000">
              <a:off x="2996348" y="1734951"/>
              <a:ext cx="3300" cy="1230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40005" dist="19939" dir="5400000" algn="tl" rotWithShape="0">
                <a:srgbClr val="808080">
                  <a:alpha val="37650"/>
                </a:srgbClr>
              </a:outerShdw>
            </a:effectLst>
          </p:spPr>
        </p:cxnSp>
      </p:grpSp>
      <p:grpSp>
        <p:nvGrpSpPr>
          <p:cNvPr id="260" name="Google Shape;260;g3bae1d180f5_0_78"/>
          <p:cNvGrpSpPr/>
          <p:nvPr/>
        </p:nvGrpSpPr>
        <p:grpSpPr>
          <a:xfrm>
            <a:off x="4937768" y="2318271"/>
            <a:ext cx="911352" cy="415905"/>
            <a:chOff x="1871277" y="1576320"/>
            <a:chExt cx="1128469" cy="437841"/>
          </a:xfrm>
        </p:grpSpPr>
        <p:sp>
          <p:nvSpPr>
            <p:cNvPr id="261" name="Google Shape;261;g3bae1d180f5_0_78"/>
            <p:cNvSpPr/>
            <p:nvPr/>
          </p:nvSpPr>
          <p:spPr>
            <a:xfrm rot="10800000" flipH="1">
              <a:off x="1874446" y="1694661"/>
              <a:ext cx="1125300" cy="319500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80808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g3bae1d180f5_0_78"/>
            <p:cNvSpPr/>
            <p:nvPr/>
          </p:nvSpPr>
          <p:spPr>
            <a:xfrm>
              <a:off x="1871277" y="1740080"/>
              <a:ext cx="1128300" cy="115200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" name="Google Shape;263;g3bae1d180f5_0_78"/>
            <p:cNvSpPr/>
            <p:nvPr/>
          </p:nvSpPr>
          <p:spPr>
            <a:xfrm rot="10800000" flipH="1">
              <a:off x="1871277" y="1576320"/>
              <a:ext cx="1125300" cy="319500"/>
            </a:xfrm>
            <a:prstGeom prst="ellipse">
              <a:avLst/>
            </a:prstGeom>
            <a:solidFill>
              <a:srgbClr val="BFBFB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80808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" name="Google Shape;264;g3bae1d180f5_0_78"/>
            <p:cNvSpPr/>
            <p:nvPr/>
          </p:nvSpPr>
          <p:spPr>
            <a:xfrm>
              <a:off x="2160249" y="1673231"/>
              <a:ext cx="546002" cy="161854"/>
            </a:xfrm>
            <a:custGeom>
              <a:avLst/>
              <a:gdLst/>
              <a:ahLst/>
              <a:cxnLst/>
              <a:rect l="l" t="t" r="r" b="b"/>
              <a:pathLst>
                <a:path w="3076069" h="1321259" extrusionOk="0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" name="Google Shape;265;g3bae1d180f5_0_78"/>
            <p:cNvSpPr/>
            <p:nvPr/>
          </p:nvSpPr>
          <p:spPr>
            <a:xfrm>
              <a:off x="2102655" y="1633103"/>
              <a:ext cx="660913" cy="111954"/>
            </a:xfrm>
            <a:custGeom>
              <a:avLst/>
              <a:gdLst/>
              <a:ahLst/>
              <a:cxnLst/>
              <a:rect l="l" t="t" r="r" b="b"/>
              <a:pathLst>
                <a:path w="3723451" h="932950" extrusionOk="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266;g3bae1d180f5_0_78"/>
            <p:cNvSpPr/>
            <p:nvPr/>
          </p:nvSpPr>
          <p:spPr>
            <a:xfrm>
              <a:off x="2536889" y="1727776"/>
              <a:ext cx="242571" cy="97184"/>
            </a:xfrm>
            <a:custGeom>
              <a:avLst/>
              <a:gdLst/>
              <a:ahLst/>
              <a:cxnLst/>
              <a:rect l="l" t="t" r="r" b="b"/>
              <a:pathLst>
                <a:path w="1366596" h="809868" extrusionOk="0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" name="Google Shape;267;g3bae1d180f5_0_78"/>
            <p:cNvSpPr/>
            <p:nvPr/>
          </p:nvSpPr>
          <p:spPr>
            <a:xfrm>
              <a:off x="2089977" y="1730144"/>
              <a:ext cx="239304" cy="96954"/>
            </a:xfrm>
            <a:custGeom>
              <a:avLst/>
              <a:gdLst/>
              <a:ahLst/>
              <a:cxnLst/>
              <a:rect l="l" t="t" r="r" b="b"/>
              <a:pathLst>
                <a:path w="1348191" h="791462" extrusionOk="0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68" name="Google Shape;268;g3bae1d180f5_0_78"/>
            <p:cNvCxnSpPr>
              <a:endCxn id="263" idx="2"/>
            </p:cNvCxnSpPr>
            <p:nvPr/>
          </p:nvCxnSpPr>
          <p:spPr>
            <a:xfrm rot="10800000">
              <a:off x="1871277" y="1736070"/>
              <a:ext cx="3300" cy="1230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40005" dist="19939" dir="5400000" algn="tl" rotWithShape="0">
                <a:srgbClr val="808080">
                  <a:alpha val="37650"/>
                </a:srgbClr>
              </a:outerShdw>
            </a:effectLst>
          </p:spPr>
        </p:cxnSp>
        <p:cxnSp>
          <p:nvCxnSpPr>
            <p:cNvPr id="269" name="Google Shape;269;g3bae1d180f5_0_78"/>
            <p:cNvCxnSpPr/>
            <p:nvPr/>
          </p:nvCxnSpPr>
          <p:spPr>
            <a:xfrm rot="10800000">
              <a:off x="2996348" y="1734951"/>
              <a:ext cx="3300" cy="1230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40005" dist="19939" dir="5400000" algn="tl" rotWithShape="0">
                <a:srgbClr val="808080">
                  <a:alpha val="37650"/>
                </a:srgbClr>
              </a:outerShdw>
            </a:effectLst>
          </p:spPr>
        </p:cxnSp>
      </p:grpSp>
      <p:grpSp>
        <p:nvGrpSpPr>
          <p:cNvPr id="270" name="Google Shape;270;g3bae1d180f5_0_78"/>
          <p:cNvGrpSpPr/>
          <p:nvPr/>
        </p:nvGrpSpPr>
        <p:grpSpPr>
          <a:xfrm>
            <a:off x="2292914" y="1991230"/>
            <a:ext cx="350931" cy="877763"/>
            <a:chOff x="4140" y="429"/>
            <a:chExt cx="1419" cy="2400"/>
          </a:xfrm>
        </p:grpSpPr>
        <p:sp>
          <p:nvSpPr>
            <p:cNvPr id="271" name="Google Shape;271;g3bae1d180f5_0_78"/>
            <p:cNvSpPr/>
            <p:nvPr/>
          </p:nvSpPr>
          <p:spPr>
            <a:xfrm>
              <a:off x="5268" y="433"/>
              <a:ext cx="283" cy="2283"/>
            </a:xfrm>
            <a:custGeom>
              <a:avLst/>
              <a:gdLst/>
              <a:ahLst/>
              <a:cxnLst/>
              <a:rect l="l" t="t" r="r" b="b"/>
              <a:pathLst>
                <a:path w="354" h="2742" extrusionOk="0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" name="Google Shape;272;g3bae1d180f5_0_78"/>
            <p:cNvSpPr/>
            <p:nvPr/>
          </p:nvSpPr>
          <p:spPr>
            <a:xfrm>
              <a:off x="4204" y="429"/>
              <a:ext cx="900" cy="2400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" name="Google Shape;273;g3bae1d180f5_0_78"/>
            <p:cNvSpPr/>
            <p:nvPr/>
          </p:nvSpPr>
          <p:spPr>
            <a:xfrm>
              <a:off x="5321" y="570"/>
              <a:ext cx="169" cy="2112"/>
            </a:xfrm>
            <a:custGeom>
              <a:avLst/>
              <a:gdLst/>
              <a:ahLst/>
              <a:cxnLst/>
              <a:rect l="l" t="t" r="r" b="b"/>
              <a:pathLst>
                <a:path w="211" h="2537" extrusionOk="0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g3bae1d180f5_0_78"/>
            <p:cNvSpPr/>
            <p:nvPr/>
          </p:nvSpPr>
          <p:spPr>
            <a:xfrm>
              <a:off x="5284" y="1640"/>
              <a:ext cx="263" cy="189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" name="Google Shape;275;g3bae1d180f5_0_78"/>
            <p:cNvSpPr/>
            <p:nvPr/>
          </p:nvSpPr>
          <p:spPr>
            <a:xfrm>
              <a:off x="4211" y="694"/>
              <a:ext cx="600" cy="0"/>
            </a:xfrm>
            <a:prstGeom prst="rect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76" name="Google Shape;276;g3bae1d180f5_0_78"/>
            <p:cNvGrpSpPr/>
            <p:nvPr/>
          </p:nvGrpSpPr>
          <p:grpSpPr>
            <a:xfrm>
              <a:off x="4750" y="668"/>
              <a:ext cx="494" cy="17"/>
              <a:chOff x="615" y="2568"/>
              <a:chExt cx="616" cy="16"/>
            </a:xfrm>
          </p:grpSpPr>
          <p:sp>
            <p:nvSpPr>
              <p:cNvPr id="277" name="Google Shape;277;g3bae1d180f5_0_78"/>
              <p:cNvSpPr/>
              <p:nvPr/>
            </p:nvSpPr>
            <p:spPr>
              <a:xfrm>
                <a:off x="615" y="2568"/>
                <a:ext cx="600" cy="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" name="Google Shape;278;g3bae1d180f5_0_78"/>
              <p:cNvSpPr/>
              <p:nvPr/>
            </p:nvSpPr>
            <p:spPr>
              <a:xfrm>
                <a:off x="631" y="2584"/>
                <a:ext cx="600" cy="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79" name="Google Shape;279;g3bae1d180f5_0_78"/>
            <p:cNvSpPr/>
            <p:nvPr/>
          </p:nvSpPr>
          <p:spPr>
            <a:xfrm>
              <a:off x="4223" y="1019"/>
              <a:ext cx="600" cy="0"/>
            </a:xfrm>
            <a:prstGeom prst="rect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80" name="Google Shape;280;g3bae1d180f5_0_78"/>
            <p:cNvGrpSpPr/>
            <p:nvPr/>
          </p:nvGrpSpPr>
          <p:grpSpPr>
            <a:xfrm>
              <a:off x="4749" y="993"/>
              <a:ext cx="494" cy="17"/>
              <a:chOff x="617" y="2567"/>
              <a:chExt cx="617" cy="18"/>
            </a:xfrm>
          </p:grpSpPr>
          <p:sp>
            <p:nvSpPr>
              <p:cNvPr id="281" name="Google Shape;281;g3bae1d180f5_0_78"/>
              <p:cNvSpPr/>
              <p:nvPr/>
            </p:nvSpPr>
            <p:spPr>
              <a:xfrm>
                <a:off x="617" y="2567"/>
                <a:ext cx="600" cy="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" name="Google Shape;282;g3bae1d180f5_0_78"/>
              <p:cNvSpPr/>
              <p:nvPr/>
            </p:nvSpPr>
            <p:spPr>
              <a:xfrm>
                <a:off x="634" y="2585"/>
                <a:ext cx="600" cy="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83" name="Google Shape;283;g3bae1d180f5_0_78"/>
            <p:cNvSpPr/>
            <p:nvPr/>
          </p:nvSpPr>
          <p:spPr>
            <a:xfrm>
              <a:off x="4217" y="1358"/>
              <a:ext cx="600" cy="0"/>
            </a:xfrm>
            <a:prstGeom prst="rect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" name="Google Shape;284;g3bae1d180f5_0_78"/>
            <p:cNvSpPr/>
            <p:nvPr/>
          </p:nvSpPr>
          <p:spPr>
            <a:xfrm>
              <a:off x="4230" y="1653"/>
              <a:ext cx="600" cy="0"/>
            </a:xfrm>
            <a:prstGeom prst="rect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85" name="Google Shape;285;g3bae1d180f5_0_78"/>
            <p:cNvGrpSpPr/>
            <p:nvPr/>
          </p:nvGrpSpPr>
          <p:grpSpPr>
            <a:xfrm>
              <a:off x="4737" y="1627"/>
              <a:ext cx="495" cy="17"/>
              <a:chOff x="616" y="2568"/>
              <a:chExt cx="616" cy="16"/>
            </a:xfrm>
          </p:grpSpPr>
          <p:sp>
            <p:nvSpPr>
              <p:cNvPr id="286" name="Google Shape;286;g3bae1d180f5_0_78"/>
              <p:cNvSpPr/>
              <p:nvPr/>
            </p:nvSpPr>
            <p:spPr>
              <a:xfrm>
                <a:off x="616" y="2568"/>
                <a:ext cx="600" cy="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" name="Google Shape;287;g3bae1d180f5_0_78"/>
              <p:cNvSpPr/>
              <p:nvPr/>
            </p:nvSpPr>
            <p:spPr>
              <a:xfrm>
                <a:off x="632" y="2584"/>
                <a:ext cx="600" cy="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88" name="Google Shape;288;g3bae1d180f5_0_78"/>
            <p:cNvSpPr/>
            <p:nvPr/>
          </p:nvSpPr>
          <p:spPr>
            <a:xfrm>
              <a:off x="5288" y="1354"/>
              <a:ext cx="263" cy="188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89" name="Google Shape;289;g3bae1d180f5_0_78"/>
            <p:cNvGrpSpPr/>
            <p:nvPr/>
          </p:nvGrpSpPr>
          <p:grpSpPr>
            <a:xfrm>
              <a:off x="4737" y="1328"/>
              <a:ext cx="495" cy="17"/>
              <a:chOff x="611" y="2569"/>
              <a:chExt cx="616" cy="17"/>
            </a:xfrm>
          </p:grpSpPr>
          <p:sp>
            <p:nvSpPr>
              <p:cNvPr id="290" name="Google Shape;290;g3bae1d180f5_0_78"/>
              <p:cNvSpPr/>
              <p:nvPr/>
            </p:nvSpPr>
            <p:spPr>
              <a:xfrm>
                <a:off x="611" y="2569"/>
                <a:ext cx="600" cy="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" name="Google Shape;291;g3bae1d180f5_0_78"/>
              <p:cNvSpPr/>
              <p:nvPr/>
            </p:nvSpPr>
            <p:spPr>
              <a:xfrm>
                <a:off x="627" y="2586"/>
                <a:ext cx="600" cy="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92" name="Google Shape;292;g3bae1d180f5_0_78"/>
            <p:cNvSpPr/>
            <p:nvPr/>
          </p:nvSpPr>
          <p:spPr>
            <a:xfrm>
              <a:off x="5250" y="429"/>
              <a:ext cx="0" cy="240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" name="Google Shape;293;g3bae1d180f5_0_78"/>
            <p:cNvSpPr/>
            <p:nvPr/>
          </p:nvSpPr>
          <p:spPr>
            <a:xfrm>
              <a:off x="5312" y="1007"/>
              <a:ext cx="237" cy="213"/>
            </a:xfrm>
            <a:custGeom>
              <a:avLst/>
              <a:gdLst/>
              <a:ahLst/>
              <a:cxnLst/>
              <a:rect l="l" t="t" r="r" b="b"/>
              <a:pathLst>
                <a:path w="296" h="256" extrusionOk="0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" name="Google Shape;294;g3bae1d180f5_0_78"/>
            <p:cNvSpPr/>
            <p:nvPr/>
          </p:nvSpPr>
          <p:spPr>
            <a:xfrm>
              <a:off x="5315" y="680"/>
              <a:ext cx="244" cy="240"/>
            </a:xfrm>
            <a:custGeom>
              <a:avLst/>
              <a:gdLst/>
              <a:ahLst/>
              <a:cxnLst/>
              <a:rect l="l" t="t" r="r" b="b"/>
              <a:pathLst>
                <a:path w="304" h="288" extrusionOk="0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" name="Google Shape;295;g3bae1d180f5_0_78"/>
            <p:cNvSpPr/>
            <p:nvPr/>
          </p:nvSpPr>
          <p:spPr>
            <a:xfrm>
              <a:off x="5520" y="2612"/>
              <a:ext cx="0" cy="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" name="Google Shape;296;g3bae1d180f5_0_78"/>
            <p:cNvSpPr/>
            <p:nvPr/>
          </p:nvSpPr>
          <p:spPr>
            <a:xfrm>
              <a:off x="5302" y="2614"/>
              <a:ext cx="245" cy="200"/>
            </a:xfrm>
            <a:custGeom>
              <a:avLst/>
              <a:gdLst/>
              <a:ahLst/>
              <a:cxnLst/>
              <a:rect l="l" t="t" r="r" b="b"/>
              <a:pathLst>
                <a:path w="306" h="240" extrusionOk="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297;g3bae1d180f5_0_78"/>
            <p:cNvSpPr/>
            <p:nvPr/>
          </p:nvSpPr>
          <p:spPr>
            <a:xfrm>
              <a:off x="4140" y="2677"/>
              <a:ext cx="1200" cy="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298;g3bae1d180f5_0_78"/>
            <p:cNvSpPr/>
            <p:nvPr/>
          </p:nvSpPr>
          <p:spPr>
            <a:xfrm>
              <a:off x="4204" y="2712"/>
              <a:ext cx="1200" cy="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" name="Google Shape;299;g3bae1d180f5_0_78"/>
            <p:cNvSpPr/>
            <p:nvPr/>
          </p:nvSpPr>
          <p:spPr>
            <a:xfrm>
              <a:off x="4307" y="2382"/>
              <a:ext cx="300" cy="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" name="Google Shape;300;g3bae1d180f5_0_78"/>
            <p:cNvSpPr/>
            <p:nvPr/>
          </p:nvSpPr>
          <p:spPr>
            <a:xfrm>
              <a:off x="4487" y="2382"/>
              <a:ext cx="300" cy="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" name="Google Shape;301;g3bae1d180f5_0_78"/>
            <p:cNvSpPr/>
            <p:nvPr/>
          </p:nvSpPr>
          <p:spPr>
            <a:xfrm>
              <a:off x="4660" y="2382"/>
              <a:ext cx="300" cy="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" name="Google Shape;302;g3bae1d180f5_0_78"/>
            <p:cNvSpPr/>
            <p:nvPr/>
          </p:nvSpPr>
          <p:spPr>
            <a:xfrm>
              <a:off x="5064" y="1835"/>
              <a:ext cx="0" cy="900"/>
            </a:xfrm>
            <a:prstGeom prst="rect">
              <a:avLst/>
            </a:prstGeom>
            <a:solidFill>
              <a:srgbClr val="292929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3" name="Google Shape;303;g3bae1d180f5_0_78"/>
          <p:cNvSpPr txBox="1"/>
          <p:nvPr/>
        </p:nvSpPr>
        <p:spPr>
          <a:xfrm>
            <a:off x="1197539" y="1361756"/>
            <a:ext cx="8150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ts val="2800"/>
              <a:buFont typeface="Noto Sans Symbols"/>
              <a:buNone/>
            </a:pPr>
            <a:r>
              <a:rPr lang="en-US" sz="2800" b="0" i="1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-US" sz="2800" b="0" i="1" u="none" strike="noStrike" cap="none" baseline="-250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2800" b="0" i="1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&lt; R</a:t>
            </a:r>
            <a:r>
              <a:rPr lang="en-US" sz="2800" b="0" i="1" u="none" strike="noStrike" cap="none" baseline="-250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2800" b="0" i="1" u="none" strike="noStrike" cap="none">
                <a:solidFill>
                  <a:srgbClr val="FF33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is average end-end throughput?</a:t>
            </a:r>
            <a:endParaRPr lang="en-US"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4" name="Google Shape;304;g3bae1d180f5_0_78"/>
          <p:cNvGrpSpPr/>
          <p:nvPr/>
        </p:nvGrpSpPr>
        <p:grpSpPr>
          <a:xfrm>
            <a:off x="2745351" y="2343655"/>
            <a:ext cx="2030628" cy="370532"/>
            <a:chOff x="2249" y="3430"/>
            <a:chExt cx="1320" cy="308"/>
          </a:xfrm>
        </p:grpSpPr>
        <p:sp>
          <p:nvSpPr>
            <p:cNvPr id="305" name="Google Shape;305;g3bae1d180f5_0_78"/>
            <p:cNvSpPr/>
            <p:nvPr/>
          </p:nvSpPr>
          <p:spPr>
            <a:xfrm>
              <a:off x="3569" y="3433"/>
              <a:ext cx="0" cy="300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12" scaled="0"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" name="Google Shape;306;g3bae1d180f5_0_78"/>
            <p:cNvSpPr/>
            <p:nvPr/>
          </p:nvSpPr>
          <p:spPr>
            <a:xfrm>
              <a:off x="2275" y="3433"/>
              <a:ext cx="1200" cy="300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12" scaled="0"/>
            </a:gra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" name="Google Shape;307;g3bae1d180f5_0_78"/>
            <p:cNvSpPr/>
            <p:nvPr/>
          </p:nvSpPr>
          <p:spPr>
            <a:xfrm>
              <a:off x="2249" y="3430"/>
              <a:ext cx="0" cy="300"/>
            </a:xfrm>
            <a:prstGeom prst="ellipse">
              <a:avLst/>
            </a:prstGeom>
            <a:solidFill>
              <a:srgbClr val="DDDDDD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" name="Google Shape;308;g3bae1d180f5_0_78"/>
            <p:cNvSpPr/>
            <p:nvPr/>
          </p:nvSpPr>
          <p:spPr>
            <a:xfrm>
              <a:off x="3562" y="3438"/>
              <a:ext cx="0" cy="300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9" name="Google Shape;309;g3bae1d180f5_0_78"/>
          <p:cNvSpPr txBox="1"/>
          <p:nvPr/>
        </p:nvSpPr>
        <p:spPr>
          <a:xfrm>
            <a:off x="2534214" y="2270741"/>
            <a:ext cx="2586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R</a:t>
            </a:r>
            <a:r>
              <a:rPr lang="en-US" sz="2800" b="0" i="0" u="none" strike="noStrike" cap="none" baseline="-25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2000" b="0" i="0" u="none" strike="noStrike" cap="none" baseline="-25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bits/sec</a:t>
            </a:r>
            <a:endParaRPr lang="en-US"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g3bae1d180f5_0_78"/>
          <p:cNvSpPr/>
          <p:nvPr/>
        </p:nvSpPr>
        <p:spPr>
          <a:xfrm rot="10800000" flipH="1">
            <a:off x="1934139" y="2111866"/>
            <a:ext cx="895374" cy="56516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gradFill>
            <a:gsLst>
              <a:gs pos="0">
                <a:srgbClr val="FFFFFF"/>
              </a:gs>
              <a:gs pos="100000">
                <a:srgbClr val="CC0000"/>
              </a:gs>
            </a:gsLst>
            <a:lin ang="0" scaled="0"/>
          </a:gradFill>
          <a:ln w="9525" cap="flat" cmpd="sng">
            <a:solidFill>
              <a:srgbClr val="CC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1" name="Google Shape;311;g3bae1d180f5_0_78"/>
          <p:cNvSpPr txBox="1"/>
          <p:nvPr/>
        </p:nvSpPr>
        <p:spPr>
          <a:xfrm flipH="1">
            <a:off x="1934101" y="2111875"/>
            <a:ext cx="895374" cy="565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g3bae1d180f5_0_78"/>
          <p:cNvSpPr/>
          <p:nvPr/>
        </p:nvSpPr>
        <p:spPr>
          <a:xfrm>
            <a:off x="8168251" y="2318255"/>
            <a:ext cx="941700" cy="379500"/>
          </a:xfrm>
          <a:prstGeom prst="rightArrow">
            <a:avLst>
              <a:gd name="adj1" fmla="val 50000"/>
              <a:gd name="adj2" fmla="val 53870"/>
            </a:avLst>
          </a:prstGeom>
          <a:gradFill>
            <a:gsLst>
              <a:gs pos="0">
                <a:srgbClr val="FFFFFF"/>
              </a:gs>
              <a:gs pos="100000">
                <a:srgbClr val="CC0000"/>
              </a:gs>
            </a:gsLst>
            <a:lin ang="0" scaled="0"/>
          </a:gradFill>
          <a:ln w="9525" cap="flat" cmpd="sng">
            <a:solidFill>
              <a:srgbClr val="CC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</a:pP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3" name="Google Shape;313;g3bae1d180f5_0_78"/>
          <p:cNvGrpSpPr/>
          <p:nvPr/>
        </p:nvGrpSpPr>
        <p:grpSpPr>
          <a:xfrm>
            <a:off x="6118796" y="2210373"/>
            <a:ext cx="2703195" cy="685683"/>
            <a:chOff x="3130" y="3069"/>
            <a:chExt cx="1851" cy="440"/>
          </a:xfrm>
        </p:grpSpPr>
        <p:grpSp>
          <p:nvGrpSpPr>
            <p:cNvPr id="314" name="Google Shape;314;g3bae1d180f5_0_78"/>
            <p:cNvGrpSpPr/>
            <p:nvPr/>
          </p:nvGrpSpPr>
          <p:grpSpPr>
            <a:xfrm>
              <a:off x="3130" y="3069"/>
              <a:ext cx="1677" cy="440"/>
              <a:chOff x="2249" y="3430"/>
              <a:chExt cx="1320" cy="308"/>
            </a:xfrm>
          </p:grpSpPr>
          <p:sp>
            <p:nvSpPr>
              <p:cNvPr id="315" name="Google Shape;315;g3bae1d180f5_0_78"/>
              <p:cNvSpPr/>
              <p:nvPr/>
            </p:nvSpPr>
            <p:spPr>
              <a:xfrm>
                <a:off x="3569" y="3433"/>
                <a:ext cx="0" cy="300"/>
              </a:xfrm>
              <a:prstGeom prst="ellipse">
                <a:avLst/>
              </a:prstGeom>
              <a:gradFill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12" scaled="0"/>
              </a:gra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" name="Google Shape;316;g3bae1d180f5_0_78"/>
              <p:cNvSpPr/>
              <p:nvPr/>
            </p:nvSpPr>
            <p:spPr>
              <a:xfrm>
                <a:off x="2275" y="3433"/>
                <a:ext cx="1200" cy="300"/>
              </a:xfrm>
              <a:prstGeom prst="rect">
                <a:avLst/>
              </a:prstGeom>
              <a:gradFill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12" scaled="0"/>
              </a:gradFill>
              <a:ln w="9525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" name="Google Shape;317;g3bae1d180f5_0_78"/>
              <p:cNvSpPr/>
              <p:nvPr/>
            </p:nvSpPr>
            <p:spPr>
              <a:xfrm>
                <a:off x="2249" y="3430"/>
                <a:ext cx="0" cy="300"/>
              </a:xfrm>
              <a:prstGeom prst="ellipse">
                <a:avLst/>
              </a:prstGeom>
              <a:solidFill>
                <a:srgbClr val="DDDDD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" name="Google Shape;318;g3bae1d180f5_0_78"/>
              <p:cNvSpPr/>
              <p:nvPr/>
            </p:nvSpPr>
            <p:spPr>
              <a:xfrm>
                <a:off x="3562" y="3438"/>
                <a:ext cx="0" cy="300"/>
              </a:xfrm>
              <a:prstGeom prst="rect">
                <a:avLst/>
              </a:prstGeom>
              <a:gradFill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19" name="Google Shape;319;g3bae1d180f5_0_78"/>
            <p:cNvSpPr txBox="1"/>
            <p:nvPr/>
          </p:nvSpPr>
          <p:spPr>
            <a:xfrm>
              <a:off x="3181" y="3135"/>
              <a:ext cx="1800" cy="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lang="en-US" sz="20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lang="en-US" sz="2800" b="0" i="0" u="none" strike="noStrike" cap="none" baseline="-25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r>
                <a:rPr lang="en-US" sz="2000" b="0" i="0" u="none" strike="noStrike" cap="none" baseline="-25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20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bits/sec</a:t>
              </a:r>
              <a:endPara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0" name="Google Shape;320;g3bae1d180f5_0_78"/>
          <p:cNvSpPr/>
          <p:nvPr/>
        </p:nvSpPr>
        <p:spPr>
          <a:xfrm>
            <a:off x="1234051" y="3170791"/>
            <a:ext cx="8062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Calibri"/>
              <a:buNone/>
            </a:pPr>
            <a:r>
              <a:rPr lang="en-US" sz="2800" b="0" i="1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-US" sz="2800" b="0" i="1" u="none" strike="noStrike" cap="none" baseline="-250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2800" b="0" i="1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&gt; R</a:t>
            </a:r>
            <a:r>
              <a:rPr lang="en-US" sz="2800" b="0" i="1" u="none" strike="noStrike" cap="none" baseline="-250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2800" b="0" i="1" u="none" strike="noStrike" cap="none">
                <a:solidFill>
                  <a:srgbClr val="FF33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is average end-end throughput?</a:t>
            </a:r>
            <a:endParaRPr lang="en-US"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1" name="Google Shape;321;g3bae1d180f5_0_78"/>
          <p:cNvGrpSpPr/>
          <p:nvPr/>
        </p:nvGrpSpPr>
        <p:grpSpPr>
          <a:xfrm>
            <a:off x="1327659" y="5111236"/>
            <a:ext cx="8572501" cy="1219202"/>
            <a:chOff x="186" y="3246"/>
            <a:chExt cx="5400" cy="768"/>
          </a:xfrm>
        </p:grpSpPr>
        <p:sp>
          <p:nvSpPr>
            <p:cNvPr id="322" name="Google Shape;322;g3bae1d180f5_0_78"/>
            <p:cNvSpPr/>
            <p:nvPr/>
          </p:nvSpPr>
          <p:spPr>
            <a:xfrm>
              <a:off x="186" y="3414"/>
              <a:ext cx="5400" cy="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CC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" name="Google Shape;323;g3bae1d180f5_0_78"/>
            <p:cNvSpPr txBox="1"/>
            <p:nvPr/>
          </p:nvSpPr>
          <p:spPr>
            <a:xfrm>
              <a:off x="238" y="3588"/>
              <a:ext cx="4669" cy="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Calibri"/>
                <a:buNone/>
              </a:pPr>
              <a:r>
                <a:rPr lang="en-US" sz="20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 on end-end path that constrains  end-end throughput</a:t>
              </a:r>
              <a:endPara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" name="Google Shape;324;g3bae1d180f5_0_78"/>
            <p:cNvSpPr txBox="1"/>
            <p:nvPr/>
          </p:nvSpPr>
          <p:spPr>
            <a:xfrm>
              <a:off x="375" y="3246"/>
              <a:ext cx="1841" cy="32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800"/>
                <a:buFont typeface="Calibri"/>
                <a:buNone/>
              </a:pPr>
              <a:r>
                <a:rPr lang="en-US" sz="2800" b="0" i="1" u="none" strike="noStrike" cap="non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bottleneck link</a:t>
              </a:r>
              <a:endParaRPr lang="en-US" sz="2800" b="0" i="1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5" name="Google Shape;325;g3bae1d180f5_0_78"/>
          <p:cNvSpPr/>
          <p:nvPr/>
        </p:nvSpPr>
        <p:spPr>
          <a:xfrm>
            <a:off x="4883714" y="2311905"/>
            <a:ext cx="1365300" cy="381000"/>
          </a:xfrm>
          <a:prstGeom prst="rightArrow">
            <a:avLst>
              <a:gd name="adj1" fmla="val 50000"/>
              <a:gd name="adj2" fmla="val 89583"/>
            </a:avLst>
          </a:prstGeom>
          <a:gradFill>
            <a:gsLst>
              <a:gs pos="0">
                <a:srgbClr val="FFFFFF"/>
              </a:gs>
              <a:gs pos="100000">
                <a:srgbClr val="CC0000"/>
              </a:gs>
            </a:gsLst>
            <a:lin ang="0" scaled="0"/>
          </a:gradFill>
          <a:ln w="9525" cap="flat" cmpd="sng">
            <a:solidFill>
              <a:srgbClr val="CC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</a:pP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6" name="Google Shape;326;g3bae1d180f5_0_78"/>
          <p:cNvGrpSpPr/>
          <p:nvPr/>
        </p:nvGrpSpPr>
        <p:grpSpPr>
          <a:xfrm flipH="1">
            <a:off x="9058681" y="2157918"/>
            <a:ext cx="871538" cy="885859"/>
            <a:chOff x="-44" y="1473"/>
            <a:chExt cx="981" cy="1105"/>
          </a:xfrm>
        </p:grpSpPr>
        <p:pic>
          <p:nvPicPr>
            <p:cNvPr id="327" name="Google Shape;327;g3bae1d180f5_0_78" descr="desktop_computer_stylized_medium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8" name="Google Shape;328;g3bae1d180f5_0_78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/>
              <a:ahLst/>
              <a:cxnLst/>
              <a:rect l="l" t="t" r="r" b="b"/>
              <a:pathLst>
                <a:path w="356" h="368" extrusionOk="0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9" name="Google Shape;329;g3bae1d180f5_0_78"/>
          <p:cNvSpPr/>
          <p:nvPr/>
        </p:nvSpPr>
        <p:spPr>
          <a:xfrm>
            <a:off x="1846826" y="1854705"/>
            <a:ext cx="408000" cy="431700"/>
          </a:xfrm>
          <a:prstGeom prst="can">
            <a:avLst>
              <a:gd name="adj" fmla="val 21398"/>
            </a:avLst>
          </a:prstGeom>
          <a:gradFill>
            <a:gsLst>
              <a:gs pos="0">
                <a:srgbClr val="000099"/>
              </a:gs>
              <a:gs pos="100000">
                <a:srgbClr val="FFFFFF"/>
              </a:gs>
            </a:gsLst>
            <a:lin ang="0" scaled="0"/>
          </a:gra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</a:pP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0" name="Google Shape;330;g3bae1d180f5_0_78"/>
          <p:cNvGrpSpPr/>
          <p:nvPr/>
        </p:nvGrpSpPr>
        <p:grpSpPr>
          <a:xfrm>
            <a:off x="1908739" y="3723447"/>
            <a:ext cx="8126397" cy="1166938"/>
            <a:chOff x="775" y="2474"/>
            <a:chExt cx="5119" cy="735"/>
          </a:xfrm>
        </p:grpSpPr>
        <p:grpSp>
          <p:nvGrpSpPr>
            <p:cNvPr id="331" name="Google Shape;331;g3bae1d180f5_0_78"/>
            <p:cNvGrpSpPr/>
            <p:nvPr/>
          </p:nvGrpSpPr>
          <p:grpSpPr>
            <a:xfrm>
              <a:off x="1056" y="2589"/>
              <a:ext cx="221" cy="553"/>
              <a:chOff x="4140" y="429"/>
              <a:chExt cx="1419" cy="2400"/>
            </a:xfrm>
          </p:grpSpPr>
          <p:sp>
            <p:nvSpPr>
              <p:cNvPr id="332" name="Google Shape;332;g3bae1d180f5_0_78"/>
              <p:cNvSpPr/>
              <p:nvPr/>
            </p:nvSpPr>
            <p:spPr>
              <a:xfrm>
                <a:off x="5268" y="433"/>
                <a:ext cx="283" cy="2283"/>
              </a:xfrm>
              <a:custGeom>
                <a:avLst/>
                <a:gdLst/>
                <a:ahLst/>
                <a:cxnLst/>
                <a:rect l="l" t="t" r="r" b="b"/>
                <a:pathLst>
                  <a:path w="354" h="2742" extrusionOk="0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" name="Google Shape;333;g3bae1d180f5_0_78"/>
              <p:cNvSpPr/>
              <p:nvPr/>
            </p:nvSpPr>
            <p:spPr>
              <a:xfrm>
                <a:off x="4204" y="429"/>
                <a:ext cx="900" cy="2400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" name="Google Shape;334;g3bae1d180f5_0_78"/>
              <p:cNvSpPr/>
              <p:nvPr/>
            </p:nvSpPr>
            <p:spPr>
              <a:xfrm>
                <a:off x="5321" y="570"/>
                <a:ext cx="169" cy="2112"/>
              </a:xfrm>
              <a:custGeom>
                <a:avLst/>
                <a:gdLst/>
                <a:ahLst/>
                <a:cxnLst/>
                <a:rect l="l" t="t" r="r" b="b"/>
                <a:pathLst>
                  <a:path w="211" h="2537" extrusionOk="0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" name="Google Shape;335;g3bae1d180f5_0_78"/>
              <p:cNvSpPr/>
              <p:nvPr/>
            </p:nvSpPr>
            <p:spPr>
              <a:xfrm>
                <a:off x="5284" y="1640"/>
                <a:ext cx="263" cy="189"/>
              </a:xfrm>
              <a:custGeom>
                <a:avLst/>
                <a:gdLst/>
                <a:ahLst/>
                <a:cxnLst/>
                <a:rect l="l" t="t" r="r" b="b"/>
                <a:pathLst>
                  <a:path w="328" h="226" extrusionOk="0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" name="Google Shape;336;g3bae1d180f5_0_78"/>
              <p:cNvSpPr/>
              <p:nvPr/>
            </p:nvSpPr>
            <p:spPr>
              <a:xfrm>
                <a:off x="4211" y="694"/>
                <a:ext cx="600" cy="0"/>
              </a:xfrm>
              <a:prstGeom prst="rect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37" name="Google Shape;337;g3bae1d180f5_0_78"/>
              <p:cNvGrpSpPr/>
              <p:nvPr/>
            </p:nvGrpSpPr>
            <p:grpSpPr>
              <a:xfrm>
                <a:off x="4750" y="668"/>
                <a:ext cx="494" cy="17"/>
                <a:chOff x="615" y="2568"/>
                <a:chExt cx="616" cy="16"/>
              </a:xfrm>
            </p:grpSpPr>
            <p:sp>
              <p:nvSpPr>
                <p:cNvPr id="338" name="Google Shape;338;g3bae1d180f5_0_78"/>
                <p:cNvSpPr/>
                <p:nvPr/>
              </p:nvSpPr>
              <p:spPr>
                <a:xfrm>
                  <a:off x="615" y="2568"/>
                  <a:ext cx="600" cy="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 panose="020B0604020202090204"/>
                    <a:buNone/>
                  </a:pPr>
                  <a:endParaRPr sz="24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9" name="Google Shape;339;g3bae1d180f5_0_78"/>
                <p:cNvSpPr/>
                <p:nvPr/>
              </p:nvSpPr>
              <p:spPr>
                <a:xfrm>
                  <a:off x="631" y="2584"/>
                  <a:ext cx="600" cy="0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 panose="020B0604020202090204"/>
                    <a:buNone/>
                  </a:pPr>
                  <a:endParaRPr sz="24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40" name="Google Shape;340;g3bae1d180f5_0_78"/>
              <p:cNvSpPr/>
              <p:nvPr/>
            </p:nvSpPr>
            <p:spPr>
              <a:xfrm>
                <a:off x="4223" y="1019"/>
                <a:ext cx="600" cy="0"/>
              </a:xfrm>
              <a:prstGeom prst="rect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41" name="Google Shape;341;g3bae1d180f5_0_78"/>
              <p:cNvGrpSpPr/>
              <p:nvPr/>
            </p:nvGrpSpPr>
            <p:grpSpPr>
              <a:xfrm>
                <a:off x="4749" y="993"/>
                <a:ext cx="494" cy="17"/>
                <a:chOff x="617" y="2567"/>
                <a:chExt cx="617" cy="18"/>
              </a:xfrm>
            </p:grpSpPr>
            <p:sp>
              <p:nvSpPr>
                <p:cNvPr id="342" name="Google Shape;342;g3bae1d180f5_0_78"/>
                <p:cNvSpPr/>
                <p:nvPr/>
              </p:nvSpPr>
              <p:spPr>
                <a:xfrm>
                  <a:off x="617" y="2567"/>
                  <a:ext cx="600" cy="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 panose="020B0604020202090204"/>
                    <a:buNone/>
                  </a:pPr>
                  <a:endParaRPr sz="24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3" name="Google Shape;343;g3bae1d180f5_0_78"/>
                <p:cNvSpPr/>
                <p:nvPr/>
              </p:nvSpPr>
              <p:spPr>
                <a:xfrm>
                  <a:off x="634" y="2585"/>
                  <a:ext cx="600" cy="0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 panose="020B0604020202090204"/>
                    <a:buNone/>
                  </a:pPr>
                  <a:endParaRPr sz="24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44" name="Google Shape;344;g3bae1d180f5_0_78"/>
              <p:cNvSpPr/>
              <p:nvPr/>
            </p:nvSpPr>
            <p:spPr>
              <a:xfrm>
                <a:off x="4217" y="1358"/>
                <a:ext cx="600" cy="0"/>
              </a:xfrm>
              <a:prstGeom prst="rect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" name="Google Shape;345;g3bae1d180f5_0_78"/>
              <p:cNvSpPr/>
              <p:nvPr/>
            </p:nvSpPr>
            <p:spPr>
              <a:xfrm>
                <a:off x="4230" y="1653"/>
                <a:ext cx="600" cy="0"/>
              </a:xfrm>
              <a:prstGeom prst="rect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46" name="Google Shape;346;g3bae1d180f5_0_78"/>
              <p:cNvGrpSpPr/>
              <p:nvPr/>
            </p:nvGrpSpPr>
            <p:grpSpPr>
              <a:xfrm>
                <a:off x="4737" y="1627"/>
                <a:ext cx="495" cy="17"/>
                <a:chOff x="616" y="2568"/>
                <a:chExt cx="616" cy="16"/>
              </a:xfrm>
            </p:grpSpPr>
            <p:sp>
              <p:nvSpPr>
                <p:cNvPr id="347" name="Google Shape;347;g3bae1d180f5_0_78"/>
                <p:cNvSpPr/>
                <p:nvPr/>
              </p:nvSpPr>
              <p:spPr>
                <a:xfrm>
                  <a:off x="616" y="2568"/>
                  <a:ext cx="600" cy="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 panose="020B0604020202090204"/>
                    <a:buNone/>
                  </a:pPr>
                  <a:endParaRPr sz="24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8" name="Google Shape;348;g3bae1d180f5_0_78"/>
                <p:cNvSpPr/>
                <p:nvPr/>
              </p:nvSpPr>
              <p:spPr>
                <a:xfrm>
                  <a:off x="632" y="2584"/>
                  <a:ext cx="600" cy="0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 panose="020B0604020202090204"/>
                    <a:buNone/>
                  </a:pPr>
                  <a:endParaRPr sz="24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49" name="Google Shape;349;g3bae1d180f5_0_78"/>
              <p:cNvSpPr/>
              <p:nvPr/>
            </p:nvSpPr>
            <p:spPr>
              <a:xfrm>
                <a:off x="5288" y="1354"/>
                <a:ext cx="263" cy="188"/>
              </a:xfrm>
              <a:custGeom>
                <a:avLst/>
                <a:gdLst/>
                <a:ahLst/>
                <a:cxnLst/>
                <a:rect l="l" t="t" r="r" b="b"/>
                <a:pathLst>
                  <a:path w="328" h="226" extrusionOk="0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50" name="Google Shape;350;g3bae1d180f5_0_78"/>
              <p:cNvGrpSpPr/>
              <p:nvPr/>
            </p:nvGrpSpPr>
            <p:grpSpPr>
              <a:xfrm>
                <a:off x="4737" y="1327"/>
                <a:ext cx="495" cy="18"/>
                <a:chOff x="611" y="2568"/>
                <a:chExt cx="616" cy="18"/>
              </a:xfrm>
            </p:grpSpPr>
            <p:sp>
              <p:nvSpPr>
                <p:cNvPr id="351" name="Google Shape;351;g3bae1d180f5_0_78"/>
                <p:cNvSpPr/>
                <p:nvPr/>
              </p:nvSpPr>
              <p:spPr>
                <a:xfrm>
                  <a:off x="611" y="2568"/>
                  <a:ext cx="600" cy="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 panose="020B0604020202090204"/>
                    <a:buNone/>
                  </a:pPr>
                  <a:endParaRPr sz="24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2" name="Google Shape;352;g3bae1d180f5_0_78"/>
                <p:cNvSpPr/>
                <p:nvPr/>
              </p:nvSpPr>
              <p:spPr>
                <a:xfrm>
                  <a:off x="627" y="2586"/>
                  <a:ext cx="600" cy="0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 panose="020B0604020202090204"/>
                    <a:buNone/>
                  </a:pPr>
                  <a:endParaRPr sz="24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53" name="Google Shape;353;g3bae1d180f5_0_78"/>
              <p:cNvSpPr/>
              <p:nvPr/>
            </p:nvSpPr>
            <p:spPr>
              <a:xfrm>
                <a:off x="5250" y="429"/>
                <a:ext cx="0" cy="2400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w="9525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" name="Google Shape;354;g3bae1d180f5_0_78"/>
              <p:cNvSpPr/>
              <p:nvPr/>
            </p:nvSpPr>
            <p:spPr>
              <a:xfrm>
                <a:off x="5312" y="1007"/>
                <a:ext cx="237" cy="213"/>
              </a:xfrm>
              <a:custGeom>
                <a:avLst/>
                <a:gdLst/>
                <a:ahLst/>
                <a:cxnLst/>
                <a:rect l="l" t="t" r="r" b="b"/>
                <a:pathLst>
                  <a:path w="296" h="256" extrusionOk="0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5" name="Google Shape;355;g3bae1d180f5_0_78"/>
              <p:cNvSpPr/>
              <p:nvPr/>
            </p:nvSpPr>
            <p:spPr>
              <a:xfrm>
                <a:off x="5315" y="680"/>
                <a:ext cx="244" cy="240"/>
              </a:xfrm>
              <a:custGeom>
                <a:avLst/>
                <a:gdLst/>
                <a:ahLst/>
                <a:cxnLst/>
                <a:rect l="l" t="t" r="r" b="b"/>
                <a:pathLst>
                  <a:path w="304" h="288" extrusionOk="0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" name="Google Shape;356;g3bae1d180f5_0_78"/>
              <p:cNvSpPr/>
              <p:nvPr/>
            </p:nvSpPr>
            <p:spPr>
              <a:xfrm>
                <a:off x="5520" y="2612"/>
                <a:ext cx="0" cy="0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" name="Google Shape;357;g3bae1d180f5_0_78"/>
              <p:cNvSpPr/>
              <p:nvPr/>
            </p:nvSpPr>
            <p:spPr>
              <a:xfrm>
                <a:off x="5302" y="2614"/>
                <a:ext cx="245" cy="200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40" extrusionOk="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" name="Google Shape;358;g3bae1d180f5_0_78"/>
              <p:cNvSpPr/>
              <p:nvPr/>
            </p:nvSpPr>
            <p:spPr>
              <a:xfrm>
                <a:off x="4140" y="2677"/>
                <a:ext cx="1200" cy="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9" name="Google Shape;359;g3bae1d180f5_0_78"/>
              <p:cNvSpPr/>
              <p:nvPr/>
            </p:nvSpPr>
            <p:spPr>
              <a:xfrm>
                <a:off x="4204" y="2712"/>
                <a:ext cx="1200" cy="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0" name="Google Shape;360;g3bae1d180f5_0_78"/>
              <p:cNvSpPr/>
              <p:nvPr/>
            </p:nvSpPr>
            <p:spPr>
              <a:xfrm>
                <a:off x="4307" y="2382"/>
                <a:ext cx="300" cy="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1" name="Google Shape;361;g3bae1d180f5_0_78"/>
              <p:cNvSpPr/>
              <p:nvPr/>
            </p:nvSpPr>
            <p:spPr>
              <a:xfrm>
                <a:off x="4487" y="2382"/>
                <a:ext cx="300" cy="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2" name="Google Shape;362;g3bae1d180f5_0_78"/>
              <p:cNvSpPr/>
              <p:nvPr/>
            </p:nvSpPr>
            <p:spPr>
              <a:xfrm>
                <a:off x="4660" y="2382"/>
                <a:ext cx="300" cy="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3" name="Google Shape;363;g3bae1d180f5_0_78"/>
              <p:cNvSpPr/>
              <p:nvPr/>
            </p:nvSpPr>
            <p:spPr>
              <a:xfrm>
                <a:off x="5064" y="1835"/>
                <a:ext cx="0" cy="900"/>
              </a:xfrm>
              <a:prstGeom prst="rect">
                <a:avLst/>
              </a:prstGeom>
              <a:solidFill>
                <a:srgbClr val="292929"/>
              </a:solidFill>
              <a:ln w="9525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364" name="Google Shape;364;g3bae1d180f5_0_78"/>
            <p:cNvCxnSpPr/>
            <p:nvPr/>
          </p:nvCxnSpPr>
          <p:spPr>
            <a:xfrm>
              <a:off x="1354" y="2913"/>
              <a:ext cx="3600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365" name="Google Shape;365;g3bae1d180f5_0_78"/>
            <p:cNvGrpSpPr/>
            <p:nvPr/>
          </p:nvGrpSpPr>
          <p:grpSpPr>
            <a:xfrm>
              <a:off x="2731" y="2875"/>
              <a:ext cx="607" cy="66"/>
              <a:chOff x="3603" y="248"/>
              <a:chExt cx="357" cy="65"/>
            </a:xfrm>
          </p:grpSpPr>
          <p:cxnSp>
            <p:nvCxnSpPr>
              <p:cNvPr id="366" name="Google Shape;366;g3bae1d180f5_0_78"/>
              <p:cNvCxnSpPr/>
              <p:nvPr/>
            </p:nvCxnSpPr>
            <p:spPr>
              <a:xfrm>
                <a:off x="3603" y="289"/>
                <a:ext cx="0" cy="0"/>
              </a:xfrm>
              <a:prstGeom prst="straightConnector1">
                <a:avLst/>
              </a:prstGeom>
              <a:noFill/>
              <a:ln w="127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67" name="Google Shape;367;g3bae1d180f5_0_78"/>
              <p:cNvCxnSpPr/>
              <p:nvPr/>
            </p:nvCxnSpPr>
            <p:spPr>
              <a:xfrm>
                <a:off x="3960" y="289"/>
                <a:ext cx="0" cy="0"/>
              </a:xfrm>
              <a:prstGeom prst="straightConnector1">
                <a:avLst/>
              </a:prstGeom>
              <a:noFill/>
              <a:ln w="127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68" name="Google Shape;368;g3bae1d180f5_0_78"/>
              <p:cNvSpPr/>
              <p:nvPr/>
            </p:nvSpPr>
            <p:spPr>
              <a:xfrm>
                <a:off x="3603" y="289"/>
                <a:ext cx="300" cy="0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69" name="Google Shape;369;g3bae1d180f5_0_78"/>
              <p:cNvGrpSpPr/>
              <p:nvPr/>
            </p:nvGrpSpPr>
            <p:grpSpPr>
              <a:xfrm>
                <a:off x="3749" y="248"/>
                <a:ext cx="63" cy="65"/>
                <a:chOff x="2894" y="850"/>
                <a:chExt cx="50" cy="96"/>
              </a:xfrm>
            </p:grpSpPr>
            <p:cxnSp>
              <p:nvCxnSpPr>
                <p:cNvPr id="370" name="Google Shape;370;g3bae1d180f5_0_78"/>
                <p:cNvCxnSpPr/>
                <p:nvPr/>
              </p:nvCxnSpPr>
              <p:spPr>
                <a:xfrm>
                  <a:off x="2944" y="946"/>
                  <a:ext cx="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71" name="Google Shape;371;g3bae1d180f5_0_78"/>
                <p:cNvCxnSpPr/>
                <p:nvPr/>
              </p:nvCxnSpPr>
              <p:spPr>
                <a:xfrm>
                  <a:off x="2894" y="850"/>
                  <a:ext cx="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372" name="Google Shape;372;g3bae1d180f5_0_78"/>
              <p:cNvGrpSpPr/>
              <p:nvPr/>
            </p:nvGrpSpPr>
            <p:grpSpPr>
              <a:xfrm rot="10800000" flipH="1">
                <a:off x="3689" y="308"/>
                <a:ext cx="58" cy="0"/>
                <a:chOff x="2848" y="850"/>
                <a:chExt cx="46" cy="0"/>
              </a:xfrm>
            </p:grpSpPr>
            <p:cxnSp>
              <p:nvCxnSpPr>
                <p:cNvPr id="373" name="Google Shape;373;g3bae1d180f5_0_78"/>
                <p:cNvCxnSpPr/>
                <p:nvPr/>
              </p:nvCxnSpPr>
              <p:spPr>
                <a:xfrm>
                  <a:off x="2848" y="850"/>
                  <a:ext cx="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74" name="Google Shape;374;g3bae1d180f5_0_78"/>
                <p:cNvCxnSpPr/>
                <p:nvPr/>
              </p:nvCxnSpPr>
              <p:spPr>
                <a:xfrm>
                  <a:off x="2894" y="850"/>
                  <a:ext cx="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sp>
          <p:nvSpPr>
            <p:cNvPr id="375" name="Google Shape;375;g3bae1d180f5_0_78"/>
            <p:cNvSpPr/>
            <p:nvPr/>
          </p:nvSpPr>
          <p:spPr>
            <a:xfrm>
              <a:off x="4741" y="2812"/>
              <a:ext cx="600" cy="300"/>
            </a:xfrm>
            <a:prstGeom prst="rightArrow">
              <a:avLst>
                <a:gd name="adj1" fmla="val 50000"/>
                <a:gd name="adj2" fmla="val 53870"/>
              </a:avLst>
            </a:prstGeom>
            <a:gradFill>
              <a:gsLst>
                <a:gs pos="0">
                  <a:srgbClr val="FFFFFF"/>
                </a:gs>
                <a:gs pos="100000">
                  <a:srgbClr val="CC0000"/>
                </a:gs>
              </a:gsLst>
              <a:lin ang="0" scaled="0"/>
            </a:gradFill>
            <a:ln w="9525" cap="flat" cmpd="sng">
              <a:solidFill>
                <a:srgbClr val="CC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76" name="Google Shape;376;g3bae1d180f5_0_78"/>
            <p:cNvGrpSpPr/>
            <p:nvPr/>
          </p:nvGrpSpPr>
          <p:grpSpPr>
            <a:xfrm>
              <a:off x="1328" y="2739"/>
              <a:ext cx="1280" cy="426"/>
              <a:chOff x="2249" y="3459"/>
              <a:chExt cx="1320" cy="304"/>
            </a:xfrm>
          </p:grpSpPr>
          <p:sp>
            <p:nvSpPr>
              <p:cNvPr id="377" name="Google Shape;377;g3bae1d180f5_0_78"/>
              <p:cNvSpPr/>
              <p:nvPr/>
            </p:nvSpPr>
            <p:spPr>
              <a:xfrm>
                <a:off x="3569" y="3463"/>
                <a:ext cx="0" cy="300"/>
              </a:xfrm>
              <a:prstGeom prst="ellipse">
                <a:avLst/>
              </a:prstGeom>
              <a:gradFill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12" scaled="0"/>
              </a:gra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8" name="Google Shape;378;g3bae1d180f5_0_78"/>
              <p:cNvSpPr/>
              <p:nvPr/>
            </p:nvSpPr>
            <p:spPr>
              <a:xfrm>
                <a:off x="2275" y="3459"/>
                <a:ext cx="1200" cy="300"/>
              </a:xfrm>
              <a:prstGeom prst="rect">
                <a:avLst/>
              </a:prstGeom>
              <a:gradFill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12" scaled="0"/>
              </a:gradFill>
              <a:ln w="9525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9" name="Google Shape;379;g3bae1d180f5_0_78"/>
              <p:cNvSpPr/>
              <p:nvPr/>
            </p:nvSpPr>
            <p:spPr>
              <a:xfrm>
                <a:off x="2249" y="3460"/>
                <a:ext cx="0" cy="300"/>
              </a:xfrm>
              <a:prstGeom prst="ellipse">
                <a:avLst/>
              </a:prstGeom>
              <a:solidFill>
                <a:srgbClr val="DDDDD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0" name="Google Shape;380;g3bae1d180f5_0_78"/>
              <p:cNvSpPr/>
              <p:nvPr/>
            </p:nvSpPr>
            <p:spPr>
              <a:xfrm>
                <a:off x="3562" y="3462"/>
                <a:ext cx="0" cy="300"/>
              </a:xfrm>
              <a:prstGeom prst="rect">
                <a:avLst/>
              </a:prstGeom>
              <a:gradFill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81" name="Google Shape;381;g3bae1d180f5_0_78"/>
            <p:cNvSpPr txBox="1"/>
            <p:nvPr/>
          </p:nvSpPr>
          <p:spPr>
            <a:xfrm>
              <a:off x="1313" y="2811"/>
              <a:ext cx="1500" cy="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lang="en-US" sz="20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lang="en-US" sz="2800" b="0" i="0" u="none" strike="noStrike" cap="none" baseline="-25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</a:t>
              </a:r>
              <a:r>
                <a:rPr lang="en-US" sz="2000" b="0" i="0" u="none" strike="noStrike" cap="none" baseline="-25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20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bits/sec</a:t>
              </a:r>
              <a:endPara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82" name="Google Shape;382;g3bae1d180f5_0_78"/>
            <p:cNvGrpSpPr/>
            <p:nvPr/>
          </p:nvGrpSpPr>
          <p:grpSpPr>
            <a:xfrm>
              <a:off x="3419" y="2828"/>
              <a:ext cx="1540" cy="233"/>
              <a:chOff x="2249" y="3430"/>
              <a:chExt cx="1320" cy="308"/>
            </a:xfrm>
          </p:grpSpPr>
          <p:sp>
            <p:nvSpPr>
              <p:cNvPr id="383" name="Google Shape;383;g3bae1d180f5_0_78"/>
              <p:cNvSpPr/>
              <p:nvPr/>
            </p:nvSpPr>
            <p:spPr>
              <a:xfrm>
                <a:off x="3569" y="3433"/>
                <a:ext cx="0" cy="300"/>
              </a:xfrm>
              <a:prstGeom prst="ellipse">
                <a:avLst/>
              </a:prstGeom>
              <a:gradFill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12" scaled="0"/>
              </a:gra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4" name="Google Shape;384;g3bae1d180f5_0_78"/>
              <p:cNvSpPr/>
              <p:nvPr/>
            </p:nvSpPr>
            <p:spPr>
              <a:xfrm>
                <a:off x="2275" y="3433"/>
                <a:ext cx="1200" cy="300"/>
              </a:xfrm>
              <a:prstGeom prst="rect">
                <a:avLst/>
              </a:prstGeom>
              <a:gradFill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12" scaled="0"/>
              </a:gradFill>
              <a:ln w="9525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5" name="Google Shape;385;g3bae1d180f5_0_78"/>
              <p:cNvSpPr/>
              <p:nvPr/>
            </p:nvSpPr>
            <p:spPr>
              <a:xfrm>
                <a:off x="2249" y="3430"/>
                <a:ext cx="0" cy="300"/>
              </a:xfrm>
              <a:prstGeom prst="ellipse">
                <a:avLst/>
              </a:prstGeom>
              <a:solidFill>
                <a:srgbClr val="DDDDD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6" name="Google Shape;386;g3bae1d180f5_0_78"/>
              <p:cNvSpPr/>
              <p:nvPr/>
            </p:nvSpPr>
            <p:spPr>
              <a:xfrm>
                <a:off x="3562" y="3438"/>
                <a:ext cx="0" cy="300"/>
              </a:xfrm>
              <a:prstGeom prst="rect">
                <a:avLst/>
              </a:prstGeom>
              <a:gradFill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87" name="Google Shape;387;g3bae1d180f5_0_78"/>
            <p:cNvSpPr txBox="1"/>
            <p:nvPr/>
          </p:nvSpPr>
          <p:spPr>
            <a:xfrm>
              <a:off x="3475" y="2780"/>
              <a:ext cx="1500" cy="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lang="en-US" sz="20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 R</a:t>
              </a:r>
              <a:r>
                <a:rPr lang="en-US" sz="2800" b="0" i="0" u="none" strike="noStrike" cap="none" baseline="-25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r>
                <a:rPr lang="en-US" sz="2000" b="0" i="0" u="none" strike="noStrike" cap="none" baseline="-25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20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bits/sec</a:t>
              </a:r>
              <a:endPara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" name="Google Shape;388;g3bae1d180f5_0_78"/>
            <p:cNvSpPr/>
            <p:nvPr/>
          </p:nvSpPr>
          <p:spPr>
            <a:xfrm>
              <a:off x="2668" y="2808"/>
              <a:ext cx="900" cy="300"/>
            </a:xfrm>
            <a:prstGeom prst="rightArrow">
              <a:avLst>
                <a:gd name="adj1" fmla="val 50000"/>
                <a:gd name="adj2" fmla="val 89583"/>
              </a:avLst>
            </a:prstGeom>
            <a:gradFill>
              <a:gsLst>
                <a:gs pos="0">
                  <a:srgbClr val="FFFFFF"/>
                </a:gs>
                <a:gs pos="100000">
                  <a:srgbClr val="CC0000"/>
                </a:gs>
              </a:gsLst>
              <a:lin ang="0" scaled="0"/>
            </a:gradFill>
            <a:ln w="9525" cap="flat" cmpd="sng">
              <a:solidFill>
                <a:srgbClr val="CC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" name="Google Shape;389;g3bae1d180f5_0_78"/>
            <p:cNvSpPr/>
            <p:nvPr/>
          </p:nvSpPr>
          <p:spPr>
            <a:xfrm rot="10800000" flipH="1">
              <a:off x="814" y="2660"/>
              <a:ext cx="540" cy="378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lnTo>
                    <a:pt x="21600" y="6079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CC0000"/>
                </a:gs>
              </a:gsLst>
              <a:lin ang="0" scaled="0"/>
            </a:gradFill>
            <a:ln w="9525" cap="flat" cmpd="sng">
              <a:solidFill>
                <a:srgbClr val="CC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0" name="Google Shape;390;g3bae1d180f5_0_78"/>
            <p:cNvSpPr txBox="1"/>
            <p:nvPr/>
          </p:nvSpPr>
          <p:spPr>
            <a:xfrm flipH="1">
              <a:off x="824" y="2675"/>
              <a:ext cx="540" cy="3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91" name="Google Shape;391;g3bae1d180f5_0_78"/>
            <p:cNvGrpSpPr/>
            <p:nvPr/>
          </p:nvGrpSpPr>
          <p:grpSpPr>
            <a:xfrm flipH="1">
              <a:off x="5345" y="2651"/>
              <a:ext cx="549" cy="558"/>
              <a:chOff x="-248" y="1473"/>
              <a:chExt cx="981" cy="1105"/>
            </a:xfrm>
          </p:grpSpPr>
          <p:pic>
            <p:nvPicPr>
              <p:cNvPr id="392" name="Google Shape;392;g3bae1d180f5_0_78" descr="desktop_computer_stylized_medium"/>
              <p:cNvPicPr preferRelativeResize="0"/>
              <p:nvPr/>
            </p:nvPicPr>
            <p:blipFill rotWithShape="1">
              <a:blip r:embed="rId1"/>
              <a:srcRect/>
              <a:stretch>
                <a:fillRect/>
              </a:stretch>
            </p:blipFill>
            <p:spPr>
              <a:xfrm flipH="1">
                <a:off x="-248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93" name="Google Shape;393;g3bae1d180f5_0_78"/>
              <p:cNvSpPr/>
              <p:nvPr/>
            </p:nvSpPr>
            <p:spPr>
              <a:xfrm flipH="1">
                <a:off x="204" y="1579"/>
                <a:ext cx="477" cy="506"/>
              </a:xfrm>
              <a:custGeom>
                <a:avLst/>
                <a:gdLst/>
                <a:ahLst/>
                <a:cxnLst/>
                <a:rect l="l" t="t" r="r" b="b"/>
                <a:pathLst>
                  <a:path w="356" h="368" extrusionOk="0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94" name="Google Shape;394;g3bae1d180f5_0_78"/>
            <p:cNvSpPr/>
            <p:nvPr/>
          </p:nvSpPr>
          <p:spPr>
            <a:xfrm>
              <a:off x="775" y="2474"/>
              <a:ext cx="300" cy="300"/>
            </a:xfrm>
            <a:prstGeom prst="can">
              <a:avLst>
                <a:gd name="adj" fmla="val 21398"/>
              </a:avLst>
            </a:pr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0" scaled="0"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5" name="Google Shape;395;g3bae1d180f5_0_78"/>
          <p:cNvSpPr txBox="1"/>
          <p:nvPr>
            <p:ph type="sldNum" idx="12"/>
          </p:nvPr>
        </p:nvSpPr>
        <p:spPr>
          <a:xfrm>
            <a:off x="9219616" y="644308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bae1d180f5_0_229"/>
          <p:cNvSpPr txBox="1"/>
          <p:nvPr>
            <p:ph type="title"/>
          </p:nvPr>
        </p:nvSpPr>
        <p:spPr>
          <a:xfrm>
            <a:off x="825267" y="291947"/>
            <a:ext cx="10515600" cy="8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/>
              <a:t>Throughput: network scenario</a:t>
            </a:r>
            <a:endParaRPr sz="4400"/>
          </a:p>
        </p:txBody>
      </p:sp>
      <p:grpSp>
        <p:nvGrpSpPr>
          <p:cNvPr id="402" name="Google Shape;402;g3bae1d180f5_0_229"/>
          <p:cNvGrpSpPr/>
          <p:nvPr/>
        </p:nvGrpSpPr>
        <p:grpSpPr>
          <a:xfrm>
            <a:off x="1066778" y="1303830"/>
            <a:ext cx="4754700" cy="5022000"/>
            <a:chOff x="6096000" y="1390614"/>
            <a:chExt cx="4754700" cy="5022000"/>
          </a:xfrm>
        </p:grpSpPr>
        <p:sp>
          <p:nvSpPr>
            <p:cNvPr id="403" name="Google Shape;403;g3bae1d180f5_0_229"/>
            <p:cNvSpPr txBox="1"/>
            <p:nvPr/>
          </p:nvSpPr>
          <p:spPr>
            <a:xfrm>
              <a:off x="6096000" y="5581614"/>
              <a:ext cx="4754700" cy="83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10 connections (fairly) share backbone bottleneck link </a:t>
              </a:r>
              <a:r>
                <a:rPr lang="en-US" sz="2400" b="0" i="1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lang="en-US" sz="2400" b="0" i="0" u="none" strike="noStrike" cap="none" baseline="-25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bits/sec</a:t>
              </a:r>
              <a:endPara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" name="Google Shape;404;g3bae1d180f5_0_229"/>
            <p:cNvSpPr/>
            <p:nvPr/>
          </p:nvSpPr>
          <p:spPr>
            <a:xfrm>
              <a:off x="6742112" y="2666964"/>
              <a:ext cx="3127373" cy="1498600"/>
            </a:xfrm>
            <a:custGeom>
              <a:avLst/>
              <a:gdLst/>
              <a:ahLst/>
              <a:cxnLst/>
              <a:rect l="l" t="t" r="r" b="b"/>
              <a:pathLst>
                <a:path w="1877" h="917" extrusionOk="0">
                  <a:moveTo>
                    <a:pt x="889" y="23"/>
                  </a:moveTo>
                  <a:cubicBezTo>
                    <a:pt x="804" y="39"/>
                    <a:pt x="771" y="98"/>
                    <a:pt x="692" y="109"/>
                  </a:cubicBezTo>
                  <a:cubicBezTo>
                    <a:pt x="613" y="120"/>
                    <a:pt x="511" y="81"/>
                    <a:pt x="415" y="91"/>
                  </a:cubicBezTo>
                  <a:cubicBezTo>
                    <a:pt x="319" y="101"/>
                    <a:pt x="174" y="126"/>
                    <a:pt x="112" y="170"/>
                  </a:cubicBezTo>
                  <a:cubicBezTo>
                    <a:pt x="51" y="214"/>
                    <a:pt x="66" y="294"/>
                    <a:pt x="50" y="353"/>
                  </a:cubicBezTo>
                  <a:cubicBezTo>
                    <a:pt x="34" y="412"/>
                    <a:pt x="0" y="479"/>
                    <a:pt x="14" y="528"/>
                  </a:cubicBezTo>
                  <a:cubicBezTo>
                    <a:pt x="29" y="577"/>
                    <a:pt x="57" y="608"/>
                    <a:pt x="139" y="650"/>
                  </a:cubicBezTo>
                  <a:cubicBezTo>
                    <a:pt x="221" y="692"/>
                    <a:pt x="372" y="742"/>
                    <a:pt x="505" y="781"/>
                  </a:cubicBezTo>
                  <a:cubicBezTo>
                    <a:pt x="638" y="820"/>
                    <a:pt x="789" y="866"/>
                    <a:pt x="933" y="886"/>
                  </a:cubicBezTo>
                  <a:cubicBezTo>
                    <a:pt x="1077" y="906"/>
                    <a:pt x="1246" y="917"/>
                    <a:pt x="1370" y="901"/>
                  </a:cubicBezTo>
                  <a:cubicBezTo>
                    <a:pt x="1494" y="885"/>
                    <a:pt x="1594" y="839"/>
                    <a:pt x="1676" y="793"/>
                  </a:cubicBezTo>
                  <a:cubicBezTo>
                    <a:pt x="1758" y="747"/>
                    <a:pt x="1843" y="720"/>
                    <a:pt x="1860" y="624"/>
                  </a:cubicBezTo>
                  <a:cubicBezTo>
                    <a:pt x="1877" y="528"/>
                    <a:pt x="1835" y="306"/>
                    <a:pt x="1776" y="219"/>
                  </a:cubicBezTo>
                  <a:cubicBezTo>
                    <a:pt x="1717" y="132"/>
                    <a:pt x="1599" y="134"/>
                    <a:pt x="1503" y="100"/>
                  </a:cubicBezTo>
                  <a:cubicBezTo>
                    <a:pt x="1407" y="66"/>
                    <a:pt x="1302" y="26"/>
                    <a:pt x="1200" y="13"/>
                  </a:cubicBezTo>
                  <a:cubicBezTo>
                    <a:pt x="1098" y="0"/>
                    <a:pt x="974" y="7"/>
                    <a:pt x="889" y="23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" name="Google Shape;405;g3bae1d180f5_0_229"/>
            <p:cNvSpPr txBox="1"/>
            <p:nvPr/>
          </p:nvSpPr>
          <p:spPr>
            <a:xfrm>
              <a:off x="6605587" y="2290727"/>
              <a:ext cx="6762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lang="en-US" sz="3200" b="0" i="0" u="none" strike="noStrike" cap="none" baseline="-25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</a:t>
              </a: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" name="Google Shape;406;g3bae1d180f5_0_229"/>
            <p:cNvSpPr/>
            <p:nvPr/>
          </p:nvSpPr>
          <p:spPr>
            <a:xfrm rot="5400000">
              <a:off x="8470087" y="3718564"/>
              <a:ext cx="50700" cy="525600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12" scaled="0"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" name="Google Shape;407;g3bae1d180f5_0_229"/>
            <p:cNvSpPr/>
            <p:nvPr/>
          </p:nvSpPr>
          <p:spPr>
            <a:xfrm rot="5400000">
              <a:off x="8003287" y="3224927"/>
              <a:ext cx="984300" cy="525600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12" scaled="0"/>
            </a:gra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" name="Google Shape;408;g3bae1d180f5_0_229"/>
            <p:cNvSpPr/>
            <p:nvPr/>
          </p:nvSpPr>
          <p:spPr>
            <a:xfrm rot="5400000">
              <a:off x="8473950" y="2739977"/>
              <a:ext cx="52500" cy="525600"/>
            </a:xfrm>
            <a:prstGeom prst="ellipse">
              <a:avLst/>
            </a:prstGeom>
            <a:solidFill>
              <a:srgbClr val="DDDDDD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" name="Google Shape;409;g3bae1d180f5_0_229"/>
            <p:cNvSpPr/>
            <p:nvPr/>
          </p:nvSpPr>
          <p:spPr>
            <a:xfrm rot="5400000">
              <a:off x="8474038" y="3711552"/>
              <a:ext cx="31800" cy="511200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" name="Google Shape;410;g3bae1d180f5_0_229"/>
            <p:cNvSpPr/>
            <p:nvPr/>
          </p:nvSpPr>
          <p:spPr>
            <a:xfrm rot="1788057">
              <a:off x="7480256" y="2614510"/>
              <a:ext cx="38029" cy="158852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12" scaled="0"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" name="Google Shape;411;g3bae1d180f5_0_229"/>
            <p:cNvSpPr/>
            <p:nvPr/>
          </p:nvSpPr>
          <p:spPr>
            <a:xfrm rot="1792924">
              <a:off x="6815046" y="2411422"/>
              <a:ext cx="730405" cy="158852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12" scaled="0"/>
            </a:gra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" name="Google Shape;412;g3bae1d180f5_0_229"/>
            <p:cNvSpPr/>
            <p:nvPr/>
          </p:nvSpPr>
          <p:spPr>
            <a:xfrm rot="1788057">
              <a:off x="6850018" y="2211285"/>
              <a:ext cx="38029" cy="158852"/>
            </a:xfrm>
            <a:prstGeom prst="ellipse">
              <a:avLst/>
            </a:prstGeom>
            <a:solidFill>
              <a:srgbClr val="DDDDDD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" name="Google Shape;413;g3bae1d180f5_0_229"/>
            <p:cNvSpPr/>
            <p:nvPr/>
          </p:nvSpPr>
          <p:spPr>
            <a:xfrm rot="1806078">
              <a:off x="7477046" y="2611446"/>
              <a:ext cx="23927" cy="154015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14" name="Google Shape;414;g3bae1d180f5_0_229"/>
            <p:cNvCxnSpPr/>
            <p:nvPr/>
          </p:nvCxnSpPr>
          <p:spPr>
            <a:xfrm rot="1792858">
              <a:off x="6686532" y="2482841"/>
              <a:ext cx="955641" cy="0"/>
            </a:xfrm>
            <a:prstGeom prst="straightConnector1">
              <a:avLst/>
            </a:prstGeom>
            <a:noFill/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15" name="Google Shape;415;g3bae1d180f5_0_229"/>
            <p:cNvSpPr/>
            <p:nvPr/>
          </p:nvSpPr>
          <p:spPr>
            <a:xfrm rot="2761382">
              <a:off x="7989992" y="2617723"/>
              <a:ext cx="47525" cy="142791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12" scaled="0"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" name="Google Shape;416;g3bae1d180f5_0_229"/>
            <p:cNvSpPr/>
            <p:nvPr/>
          </p:nvSpPr>
          <p:spPr>
            <a:xfrm rot="2767679">
              <a:off x="7268478" y="2285151"/>
              <a:ext cx="915951" cy="142791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12" scaled="0"/>
            </a:gra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" name="Google Shape;417;g3bae1d180f5_0_229"/>
            <p:cNvSpPr/>
            <p:nvPr/>
          </p:nvSpPr>
          <p:spPr>
            <a:xfrm rot="2761382">
              <a:off x="7420080" y="1958910"/>
              <a:ext cx="47525" cy="142791"/>
            </a:xfrm>
            <a:prstGeom prst="ellipse">
              <a:avLst/>
            </a:prstGeom>
            <a:solidFill>
              <a:srgbClr val="DDDDDD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" name="Google Shape;418;g3bae1d180f5_0_229"/>
            <p:cNvSpPr/>
            <p:nvPr/>
          </p:nvSpPr>
          <p:spPr>
            <a:xfrm rot="2748416">
              <a:off x="7989944" y="2609732"/>
              <a:ext cx="30126" cy="138125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19" name="Google Shape;419;g3bae1d180f5_0_229"/>
            <p:cNvCxnSpPr/>
            <p:nvPr/>
          </p:nvCxnSpPr>
          <p:spPr>
            <a:xfrm rot="2768234">
              <a:off x="7111974" y="2341574"/>
              <a:ext cx="1197085" cy="0"/>
            </a:xfrm>
            <a:prstGeom prst="straightConnector1">
              <a:avLst/>
            </a:prstGeom>
            <a:noFill/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20" name="Google Shape;420;g3bae1d180f5_0_229"/>
            <p:cNvSpPr/>
            <p:nvPr/>
          </p:nvSpPr>
          <p:spPr>
            <a:xfrm rot="-1788057" flipH="1">
              <a:off x="6943840" y="4467122"/>
              <a:ext cx="38029" cy="158852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12" scaled="0"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" name="Google Shape;421;g3bae1d180f5_0_229"/>
            <p:cNvSpPr/>
            <p:nvPr/>
          </p:nvSpPr>
          <p:spPr>
            <a:xfrm rot="-1792924" flipH="1">
              <a:off x="6916673" y="4264034"/>
              <a:ext cx="730405" cy="158852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12" scaled="0"/>
            </a:gra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" name="Google Shape;422;g3bae1d180f5_0_229"/>
            <p:cNvSpPr/>
            <p:nvPr/>
          </p:nvSpPr>
          <p:spPr>
            <a:xfrm rot="-1795153" flipH="1">
              <a:off x="7575452" y="4063993"/>
              <a:ext cx="36690" cy="158852"/>
            </a:xfrm>
            <a:prstGeom prst="ellipse">
              <a:avLst/>
            </a:prstGeom>
            <a:solidFill>
              <a:srgbClr val="DDDDDD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" name="Google Shape;423;g3bae1d180f5_0_229"/>
            <p:cNvSpPr/>
            <p:nvPr/>
          </p:nvSpPr>
          <p:spPr>
            <a:xfrm rot="-1806078" flipH="1">
              <a:off x="6959564" y="4464058"/>
              <a:ext cx="23927" cy="154015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24" name="Google Shape;424;g3bae1d180f5_0_229"/>
            <p:cNvCxnSpPr/>
            <p:nvPr/>
          </p:nvCxnSpPr>
          <p:spPr>
            <a:xfrm rot="9007142">
              <a:off x="6821540" y="4335454"/>
              <a:ext cx="955641" cy="0"/>
            </a:xfrm>
            <a:prstGeom prst="straightConnector1">
              <a:avLst/>
            </a:prstGeom>
            <a:noFill/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425" name="Google Shape;425;g3bae1d180f5_0_229"/>
            <p:cNvSpPr/>
            <p:nvPr/>
          </p:nvSpPr>
          <p:spPr>
            <a:xfrm rot="8038618" flipH="1">
              <a:off x="8197955" y="4240290"/>
              <a:ext cx="47525" cy="142791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12" scaled="0"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" name="Google Shape;426;g3bae1d180f5_0_229"/>
            <p:cNvSpPr/>
            <p:nvPr/>
          </p:nvSpPr>
          <p:spPr>
            <a:xfrm rot="8031636" flipH="1">
              <a:off x="7475595" y="4572039"/>
              <a:ext cx="917440" cy="142791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12" scaled="0"/>
            </a:gra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" name="Google Shape;427;g3bae1d180f5_0_229"/>
            <p:cNvSpPr/>
            <p:nvPr/>
          </p:nvSpPr>
          <p:spPr>
            <a:xfrm rot="8038618" flipH="1">
              <a:off x="7629630" y="4899102"/>
              <a:ext cx="47525" cy="142791"/>
            </a:xfrm>
            <a:prstGeom prst="ellipse">
              <a:avLst/>
            </a:prstGeom>
            <a:solidFill>
              <a:srgbClr val="DDDDDD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" name="Google Shape;428;g3bae1d180f5_0_229"/>
            <p:cNvSpPr/>
            <p:nvPr/>
          </p:nvSpPr>
          <p:spPr>
            <a:xfrm rot="8051584" flipH="1">
              <a:off x="8197906" y="4249771"/>
              <a:ext cx="30126" cy="138125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29" name="Google Shape;429;g3bae1d180f5_0_229"/>
            <p:cNvCxnSpPr/>
            <p:nvPr/>
          </p:nvCxnSpPr>
          <p:spPr>
            <a:xfrm rot="-2768234">
              <a:off x="7319937" y="4657643"/>
              <a:ext cx="1197085" cy="0"/>
            </a:xfrm>
            <a:prstGeom prst="straightConnector1">
              <a:avLst/>
            </a:prstGeom>
            <a:noFill/>
            <a:ln w="38100" cap="flat" cmpd="sng">
              <a:solidFill>
                <a:srgbClr val="FF3300"/>
              </a:solidFill>
              <a:prstDash val="solid"/>
              <a:round/>
              <a:headEnd type="triangle" w="med" len="med"/>
              <a:tailEnd type="none" w="med" len="med"/>
            </a:ln>
          </p:spPr>
        </p:cxnSp>
        <p:sp>
          <p:nvSpPr>
            <p:cNvPr id="430" name="Google Shape;430;g3bae1d180f5_0_229"/>
            <p:cNvSpPr/>
            <p:nvPr/>
          </p:nvSpPr>
          <p:spPr>
            <a:xfrm rot="-1788057" flipH="1">
              <a:off x="9150465" y="2585935"/>
              <a:ext cx="38029" cy="158852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12" scaled="0"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" name="Google Shape;431;g3bae1d180f5_0_229"/>
            <p:cNvSpPr/>
            <p:nvPr/>
          </p:nvSpPr>
          <p:spPr>
            <a:xfrm rot="-1792924" flipH="1">
              <a:off x="9123298" y="2382847"/>
              <a:ext cx="730405" cy="158852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12" scaled="0"/>
            </a:gra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" name="Google Shape;432;g3bae1d180f5_0_229"/>
            <p:cNvSpPr/>
            <p:nvPr/>
          </p:nvSpPr>
          <p:spPr>
            <a:xfrm rot="-1795153" flipH="1">
              <a:off x="9782077" y="2182806"/>
              <a:ext cx="36690" cy="158852"/>
            </a:xfrm>
            <a:prstGeom prst="ellipse">
              <a:avLst/>
            </a:prstGeom>
            <a:solidFill>
              <a:srgbClr val="DDDDDD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" name="Google Shape;433;g3bae1d180f5_0_229"/>
            <p:cNvSpPr/>
            <p:nvPr/>
          </p:nvSpPr>
          <p:spPr>
            <a:xfrm rot="-1794819" flipH="1">
              <a:off x="9166402" y="2582776"/>
              <a:ext cx="25266" cy="154015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34" name="Google Shape;434;g3bae1d180f5_0_229"/>
            <p:cNvCxnSpPr/>
            <p:nvPr/>
          </p:nvCxnSpPr>
          <p:spPr>
            <a:xfrm rot="9007142">
              <a:off x="9028165" y="2454266"/>
              <a:ext cx="955641" cy="0"/>
            </a:xfrm>
            <a:prstGeom prst="straightConnector1">
              <a:avLst/>
            </a:prstGeom>
            <a:noFill/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35" name="Google Shape;435;g3bae1d180f5_0_229"/>
            <p:cNvSpPr/>
            <p:nvPr/>
          </p:nvSpPr>
          <p:spPr>
            <a:xfrm rot="1788057">
              <a:off x="9907543" y="4546497"/>
              <a:ext cx="38029" cy="158852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12" scaled="0"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" name="Google Shape;436;g3bae1d180f5_0_229"/>
            <p:cNvSpPr/>
            <p:nvPr/>
          </p:nvSpPr>
          <p:spPr>
            <a:xfrm rot="1792560">
              <a:off x="9240782" y="4341726"/>
              <a:ext cx="731745" cy="158852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12" scaled="0"/>
            </a:gra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" name="Google Shape;437;g3bae1d180f5_0_229"/>
            <p:cNvSpPr/>
            <p:nvPr/>
          </p:nvSpPr>
          <p:spPr>
            <a:xfrm rot="1788057">
              <a:off x="9275718" y="4141685"/>
              <a:ext cx="38029" cy="158852"/>
            </a:xfrm>
            <a:prstGeom prst="ellipse">
              <a:avLst/>
            </a:prstGeom>
            <a:solidFill>
              <a:srgbClr val="DDDDDD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" name="Google Shape;438;g3bae1d180f5_0_229"/>
            <p:cNvSpPr/>
            <p:nvPr/>
          </p:nvSpPr>
          <p:spPr>
            <a:xfrm rot="1794819">
              <a:off x="9902837" y="4543357"/>
              <a:ext cx="25266" cy="152266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39" name="Google Shape;439;g3bae1d180f5_0_229"/>
            <p:cNvCxnSpPr/>
            <p:nvPr/>
          </p:nvCxnSpPr>
          <p:spPr>
            <a:xfrm rot="1792040">
              <a:off x="9102776" y="4441738"/>
              <a:ext cx="1062062" cy="12763"/>
            </a:xfrm>
            <a:prstGeom prst="straightConnector1">
              <a:avLst/>
            </a:prstGeom>
            <a:noFill/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440" name="Google Shape;440;g3bae1d180f5_0_229"/>
            <p:cNvSpPr txBox="1"/>
            <p:nvPr/>
          </p:nvSpPr>
          <p:spPr>
            <a:xfrm>
              <a:off x="7575550" y="1849402"/>
              <a:ext cx="6762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lang="en-US" sz="3200" b="0" i="0" u="none" strike="noStrike" cap="none" baseline="-25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</a:t>
              </a: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" name="Google Shape;441;g3bae1d180f5_0_229"/>
            <p:cNvSpPr txBox="1"/>
            <p:nvPr/>
          </p:nvSpPr>
          <p:spPr>
            <a:xfrm>
              <a:off x="9402762" y="2357402"/>
              <a:ext cx="6762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lang="en-US" sz="3200" b="0" i="0" u="none" strike="noStrike" cap="none" baseline="-25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</a:t>
              </a: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" name="Google Shape;442;g3bae1d180f5_0_229"/>
            <p:cNvSpPr/>
            <p:nvPr/>
          </p:nvSpPr>
          <p:spPr>
            <a:xfrm>
              <a:off x="7569200" y="2717764"/>
              <a:ext cx="800100" cy="1381125"/>
            </a:xfrm>
            <a:custGeom>
              <a:avLst/>
              <a:gdLst/>
              <a:ahLst/>
              <a:cxnLst/>
              <a:rect l="l" t="t" r="r" b="b"/>
              <a:pathLst>
                <a:path w="504" h="870" extrusionOk="0">
                  <a:moveTo>
                    <a:pt x="0" y="0"/>
                  </a:moveTo>
                  <a:cubicBezTo>
                    <a:pt x="21" y="11"/>
                    <a:pt x="79" y="44"/>
                    <a:pt x="129" y="63"/>
                  </a:cubicBezTo>
                  <a:cubicBezTo>
                    <a:pt x="179" y="82"/>
                    <a:pt x="255" y="102"/>
                    <a:pt x="299" y="112"/>
                  </a:cubicBezTo>
                  <a:cubicBezTo>
                    <a:pt x="343" y="122"/>
                    <a:pt x="362" y="116"/>
                    <a:pt x="392" y="121"/>
                  </a:cubicBezTo>
                  <a:cubicBezTo>
                    <a:pt x="417" y="124"/>
                    <a:pt x="469" y="100"/>
                    <a:pt x="479" y="145"/>
                  </a:cubicBezTo>
                  <a:cubicBezTo>
                    <a:pt x="490" y="191"/>
                    <a:pt x="504" y="700"/>
                    <a:pt x="490" y="772"/>
                  </a:cubicBezTo>
                  <a:cubicBezTo>
                    <a:pt x="477" y="845"/>
                    <a:pt x="447" y="842"/>
                    <a:pt x="406" y="839"/>
                  </a:cubicBezTo>
                  <a:cubicBezTo>
                    <a:pt x="365" y="836"/>
                    <a:pt x="323" y="835"/>
                    <a:pt x="286" y="833"/>
                  </a:cubicBezTo>
                  <a:cubicBezTo>
                    <a:pt x="250" y="831"/>
                    <a:pt x="226" y="822"/>
                    <a:pt x="192" y="828"/>
                  </a:cubicBezTo>
                  <a:cubicBezTo>
                    <a:pt x="158" y="834"/>
                    <a:pt x="107" y="861"/>
                    <a:pt x="84" y="870"/>
                  </a:cubicBezTo>
                </a:path>
              </a:pathLst>
            </a:custGeom>
            <a:noFill/>
            <a:ln w="38100" cap="flat" cmpd="sng">
              <a:solidFill>
                <a:srgbClr val="FF33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3" name="Google Shape;443;g3bae1d180f5_0_229"/>
            <p:cNvSpPr txBox="1"/>
            <p:nvPr/>
          </p:nvSpPr>
          <p:spPr>
            <a:xfrm>
              <a:off x="6583362" y="3833062"/>
              <a:ext cx="6747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lang="en-US" sz="3200" b="0" i="0" u="none" strike="noStrike" cap="none" baseline="-25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" name="Google Shape;444;g3bae1d180f5_0_229"/>
            <p:cNvSpPr/>
            <p:nvPr/>
          </p:nvSpPr>
          <p:spPr>
            <a:xfrm>
              <a:off x="8032750" y="2695539"/>
              <a:ext cx="431800" cy="1570038"/>
            </a:xfrm>
            <a:custGeom>
              <a:avLst/>
              <a:gdLst/>
              <a:ahLst/>
              <a:cxnLst/>
              <a:rect l="l" t="t" r="r" b="b"/>
              <a:pathLst>
                <a:path w="272" h="989" extrusionOk="0">
                  <a:moveTo>
                    <a:pt x="0" y="0"/>
                  </a:moveTo>
                  <a:cubicBezTo>
                    <a:pt x="15" y="13"/>
                    <a:pt x="49" y="56"/>
                    <a:pt x="92" y="80"/>
                  </a:cubicBezTo>
                  <a:cubicBezTo>
                    <a:pt x="231" y="84"/>
                    <a:pt x="204" y="89"/>
                    <a:pt x="257" y="147"/>
                  </a:cubicBezTo>
                  <a:cubicBezTo>
                    <a:pt x="270" y="295"/>
                    <a:pt x="272" y="652"/>
                    <a:pt x="268" y="774"/>
                  </a:cubicBezTo>
                  <a:cubicBezTo>
                    <a:pt x="268" y="895"/>
                    <a:pt x="261" y="853"/>
                    <a:pt x="257" y="875"/>
                  </a:cubicBezTo>
                  <a:cubicBezTo>
                    <a:pt x="251" y="894"/>
                    <a:pt x="257" y="889"/>
                    <a:pt x="242" y="908"/>
                  </a:cubicBezTo>
                  <a:cubicBezTo>
                    <a:pt x="227" y="927"/>
                    <a:pt x="183" y="972"/>
                    <a:pt x="167" y="989"/>
                  </a:cubicBezTo>
                </a:path>
              </a:pathLst>
            </a:custGeom>
            <a:noFill/>
            <a:ln w="38100" cap="flat" cmpd="sng">
              <a:solidFill>
                <a:srgbClr val="FF33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5" name="Google Shape;445;g3bae1d180f5_0_229"/>
            <p:cNvSpPr/>
            <p:nvPr/>
          </p:nvSpPr>
          <p:spPr>
            <a:xfrm>
              <a:off x="8616950" y="2679664"/>
              <a:ext cx="638175" cy="1538288"/>
            </a:xfrm>
            <a:custGeom>
              <a:avLst/>
              <a:gdLst/>
              <a:ahLst/>
              <a:cxnLst/>
              <a:rect l="l" t="t" r="r" b="b"/>
              <a:pathLst>
                <a:path w="402" h="969" extrusionOk="0">
                  <a:moveTo>
                    <a:pt x="306" y="0"/>
                  </a:moveTo>
                  <a:cubicBezTo>
                    <a:pt x="295" y="5"/>
                    <a:pt x="262" y="24"/>
                    <a:pt x="240" y="36"/>
                  </a:cubicBezTo>
                  <a:cubicBezTo>
                    <a:pt x="218" y="48"/>
                    <a:pt x="199" y="58"/>
                    <a:pt x="174" y="72"/>
                  </a:cubicBezTo>
                  <a:cubicBezTo>
                    <a:pt x="149" y="86"/>
                    <a:pt x="115" y="101"/>
                    <a:pt x="90" y="119"/>
                  </a:cubicBezTo>
                  <a:cubicBezTo>
                    <a:pt x="64" y="136"/>
                    <a:pt x="72" y="127"/>
                    <a:pt x="25" y="178"/>
                  </a:cubicBezTo>
                  <a:cubicBezTo>
                    <a:pt x="14" y="223"/>
                    <a:pt x="0" y="732"/>
                    <a:pt x="14" y="804"/>
                  </a:cubicBezTo>
                  <a:cubicBezTo>
                    <a:pt x="27" y="877"/>
                    <a:pt x="53" y="854"/>
                    <a:pt x="98" y="871"/>
                  </a:cubicBezTo>
                  <a:cubicBezTo>
                    <a:pt x="144" y="888"/>
                    <a:pt x="209" y="884"/>
                    <a:pt x="261" y="900"/>
                  </a:cubicBezTo>
                  <a:cubicBezTo>
                    <a:pt x="312" y="916"/>
                    <a:pt x="373" y="955"/>
                    <a:pt x="402" y="969"/>
                  </a:cubicBezTo>
                </a:path>
              </a:pathLst>
            </a:custGeom>
            <a:noFill/>
            <a:ln w="38100" cap="flat" cmpd="sng">
              <a:solidFill>
                <a:srgbClr val="FF33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6" name="Google Shape;446;g3bae1d180f5_0_229"/>
            <p:cNvSpPr txBox="1"/>
            <p:nvPr/>
          </p:nvSpPr>
          <p:spPr>
            <a:xfrm>
              <a:off x="7842250" y="4444964"/>
              <a:ext cx="6762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lang="en-US" sz="3200" b="0" i="0" u="none" strike="noStrike" cap="none" baseline="-25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7" name="Google Shape;447;g3bae1d180f5_0_229"/>
            <p:cNvSpPr txBox="1"/>
            <p:nvPr/>
          </p:nvSpPr>
          <p:spPr>
            <a:xfrm>
              <a:off x="9529762" y="3932202"/>
              <a:ext cx="6747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lang="en-US" sz="3200" b="0" i="0" u="none" strike="noStrike" cap="none" baseline="-25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8" name="Google Shape;448;g3bae1d180f5_0_229"/>
            <p:cNvSpPr txBox="1"/>
            <p:nvPr/>
          </p:nvSpPr>
          <p:spPr>
            <a:xfrm>
              <a:off x="8558212" y="3303552"/>
              <a:ext cx="6762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endPara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49" name="Google Shape;449;g3bae1d180f5_0_229"/>
            <p:cNvGrpSpPr/>
            <p:nvPr/>
          </p:nvGrpSpPr>
          <p:grpSpPr>
            <a:xfrm>
              <a:off x="6435725" y="1730339"/>
              <a:ext cx="350931" cy="701744"/>
              <a:chOff x="4140" y="429"/>
              <a:chExt cx="1419" cy="2546"/>
            </a:xfrm>
          </p:grpSpPr>
          <p:sp>
            <p:nvSpPr>
              <p:cNvPr id="450" name="Google Shape;450;g3bae1d180f5_0_229"/>
              <p:cNvSpPr/>
              <p:nvPr/>
            </p:nvSpPr>
            <p:spPr>
              <a:xfrm>
                <a:off x="5268" y="433"/>
                <a:ext cx="283" cy="2283"/>
              </a:xfrm>
              <a:custGeom>
                <a:avLst/>
                <a:gdLst/>
                <a:ahLst/>
                <a:cxnLst/>
                <a:rect l="l" t="t" r="r" b="b"/>
                <a:pathLst>
                  <a:path w="354" h="2742" extrusionOk="0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endParaRPr sz="2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" name="Google Shape;451;g3bae1d180f5_0_229"/>
              <p:cNvSpPr/>
              <p:nvPr/>
            </p:nvSpPr>
            <p:spPr>
              <a:xfrm>
                <a:off x="4204" y="429"/>
                <a:ext cx="900" cy="2400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 panose="020B0604020202090204"/>
                  <a:buNone/>
                </a:pPr>
                <a:endParaRPr sz="2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2" name="Google Shape;452;g3bae1d180f5_0_229"/>
              <p:cNvSpPr/>
              <p:nvPr/>
            </p:nvSpPr>
            <p:spPr>
              <a:xfrm>
                <a:off x="5321" y="570"/>
                <a:ext cx="169" cy="2112"/>
              </a:xfrm>
              <a:custGeom>
                <a:avLst/>
                <a:gdLst/>
                <a:ahLst/>
                <a:cxnLst/>
                <a:rect l="l" t="t" r="r" b="b"/>
                <a:pathLst>
                  <a:path w="211" h="2537" extrusionOk="0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endParaRPr sz="2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3" name="Google Shape;453;g3bae1d180f5_0_229"/>
              <p:cNvSpPr/>
              <p:nvPr/>
            </p:nvSpPr>
            <p:spPr>
              <a:xfrm>
                <a:off x="5284" y="1640"/>
                <a:ext cx="263" cy="189"/>
              </a:xfrm>
              <a:custGeom>
                <a:avLst/>
                <a:gdLst/>
                <a:ahLst/>
                <a:cxnLst/>
                <a:rect l="l" t="t" r="r" b="b"/>
                <a:pathLst>
                  <a:path w="328" h="226" extrusionOk="0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endParaRPr sz="2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4" name="Google Shape;454;g3bae1d180f5_0_229"/>
              <p:cNvSpPr/>
              <p:nvPr/>
            </p:nvSpPr>
            <p:spPr>
              <a:xfrm>
                <a:off x="4211" y="694"/>
                <a:ext cx="600" cy="0"/>
              </a:xfrm>
              <a:prstGeom prst="rect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 panose="020B0604020202090204"/>
                  <a:buNone/>
                </a:pPr>
                <a:endParaRPr sz="2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55" name="Google Shape;455;g3bae1d180f5_0_229"/>
              <p:cNvGrpSpPr/>
              <p:nvPr/>
            </p:nvGrpSpPr>
            <p:grpSpPr>
              <a:xfrm>
                <a:off x="4750" y="660"/>
                <a:ext cx="494" cy="23"/>
                <a:chOff x="615" y="2560"/>
                <a:chExt cx="616" cy="22"/>
              </a:xfrm>
            </p:grpSpPr>
            <p:sp>
              <p:nvSpPr>
                <p:cNvPr id="456" name="Google Shape;456;g3bae1d180f5_0_229"/>
                <p:cNvSpPr/>
                <p:nvPr/>
              </p:nvSpPr>
              <p:spPr>
                <a:xfrm>
                  <a:off x="615" y="2560"/>
                  <a:ext cx="600" cy="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 panose="020B0604020202090204"/>
                    <a:buNone/>
                  </a:pPr>
                  <a:endParaRPr sz="2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7" name="Google Shape;457;g3bae1d180f5_0_229"/>
                <p:cNvSpPr/>
                <p:nvPr/>
              </p:nvSpPr>
              <p:spPr>
                <a:xfrm>
                  <a:off x="631" y="2582"/>
                  <a:ext cx="600" cy="0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 panose="020B0604020202090204"/>
                    <a:buNone/>
                  </a:pPr>
                  <a:endParaRPr sz="2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58" name="Google Shape;458;g3bae1d180f5_0_229"/>
              <p:cNvSpPr/>
              <p:nvPr/>
            </p:nvSpPr>
            <p:spPr>
              <a:xfrm>
                <a:off x="4223" y="1016"/>
                <a:ext cx="600" cy="0"/>
              </a:xfrm>
              <a:prstGeom prst="rect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 panose="020B0604020202090204"/>
                  <a:buNone/>
                </a:pPr>
                <a:endParaRPr sz="2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59" name="Google Shape;459;g3bae1d180f5_0_229"/>
              <p:cNvGrpSpPr/>
              <p:nvPr/>
            </p:nvGrpSpPr>
            <p:grpSpPr>
              <a:xfrm>
                <a:off x="4749" y="993"/>
                <a:ext cx="494" cy="17"/>
                <a:chOff x="617" y="2567"/>
                <a:chExt cx="617" cy="18"/>
              </a:xfrm>
            </p:grpSpPr>
            <p:sp>
              <p:nvSpPr>
                <p:cNvPr id="460" name="Google Shape;460;g3bae1d180f5_0_229"/>
                <p:cNvSpPr/>
                <p:nvPr/>
              </p:nvSpPr>
              <p:spPr>
                <a:xfrm>
                  <a:off x="617" y="2567"/>
                  <a:ext cx="600" cy="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 panose="020B0604020202090204"/>
                    <a:buNone/>
                  </a:pPr>
                  <a:endParaRPr sz="2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1" name="Google Shape;461;g3bae1d180f5_0_229"/>
                <p:cNvSpPr/>
                <p:nvPr/>
              </p:nvSpPr>
              <p:spPr>
                <a:xfrm>
                  <a:off x="634" y="2585"/>
                  <a:ext cx="600" cy="0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 panose="020B0604020202090204"/>
                    <a:buNone/>
                  </a:pPr>
                  <a:endParaRPr sz="2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62" name="Google Shape;462;g3bae1d180f5_0_229"/>
              <p:cNvSpPr/>
              <p:nvPr/>
            </p:nvSpPr>
            <p:spPr>
              <a:xfrm>
                <a:off x="4217" y="1356"/>
                <a:ext cx="600" cy="0"/>
              </a:xfrm>
              <a:prstGeom prst="rect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 panose="020B0604020202090204"/>
                  <a:buNone/>
                </a:pPr>
                <a:endParaRPr sz="2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3" name="Google Shape;463;g3bae1d180f5_0_229"/>
              <p:cNvSpPr/>
              <p:nvPr/>
            </p:nvSpPr>
            <p:spPr>
              <a:xfrm>
                <a:off x="4230" y="1656"/>
                <a:ext cx="600" cy="0"/>
              </a:xfrm>
              <a:prstGeom prst="rect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 panose="020B0604020202090204"/>
                  <a:buNone/>
                </a:pPr>
                <a:endParaRPr sz="2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64" name="Google Shape;464;g3bae1d180f5_0_229"/>
              <p:cNvGrpSpPr/>
              <p:nvPr/>
            </p:nvGrpSpPr>
            <p:grpSpPr>
              <a:xfrm>
                <a:off x="4737" y="1627"/>
                <a:ext cx="495" cy="17"/>
                <a:chOff x="616" y="2568"/>
                <a:chExt cx="616" cy="16"/>
              </a:xfrm>
            </p:grpSpPr>
            <p:sp>
              <p:nvSpPr>
                <p:cNvPr id="465" name="Google Shape;465;g3bae1d180f5_0_229"/>
                <p:cNvSpPr/>
                <p:nvPr/>
              </p:nvSpPr>
              <p:spPr>
                <a:xfrm>
                  <a:off x="616" y="2568"/>
                  <a:ext cx="600" cy="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 panose="020B0604020202090204"/>
                    <a:buNone/>
                  </a:pPr>
                  <a:endParaRPr sz="2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6" name="Google Shape;466;g3bae1d180f5_0_229"/>
                <p:cNvSpPr/>
                <p:nvPr/>
              </p:nvSpPr>
              <p:spPr>
                <a:xfrm>
                  <a:off x="632" y="2584"/>
                  <a:ext cx="600" cy="0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 panose="020B0604020202090204"/>
                    <a:buNone/>
                  </a:pPr>
                  <a:endParaRPr sz="2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67" name="Google Shape;467;g3bae1d180f5_0_229"/>
              <p:cNvSpPr/>
              <p:nvPr/>
            </p:nvSpPr>
            <p:spPr>
              <a:xfrm>
                <a:off x="5288" y="1354"/>
                <a:ext cx="263" cy="188"/>
              </a:xfrm>
              <a:custGeom>
                <a:avLst/>
                <a:gdLst/>
                <a:ahLst/>
                <a:cxnLst/>
                <a:rect l="l" t="t" r="r" b="b"/>
                <a:pathLst>
                  <a:path w="328" h="226" extrusionOk="0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endParaRPr sz="2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68" name="Google Shape;468;g3bae1d180f5_0_229"/>
              <p:cNvGrpSpPr/>
              <p:nvPr/>
            </p:nvGrpSpPr>
            <p:grpSpPr>
              <a:xfrm>
                <a:off x="4737" y="1328"/>
                <a:ext cx="495" cy="17"/>
                <a:chOff x="611" y="2569"/>
                <a:chExt cx="616" cy="17"/>
              </a:xfrm>
            </p:grpSpPr>
            <p:sp>
              <p:nvSpPr>
                <p:cNvPr id="469" name="Google Shape;469;g3bae1d180f5_0_229"/>
                <p:cNvSpPr/>
                <p:nvPr/>
              </p:nvSpPr>
              <p:spPr>
                <a:xfrm>
                  <a:off x="611" y="2569"/>
                  <a:ext cx="600" cy="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 panose="020B0604020202090204"/>
                    <a:buNone/>
                  </a:pPr>
                  <a:endParaRPr sz="2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0" name="Google Shape;470;g3bae1d180f5_0_229"/>
                <p:cNvSpPr/>
                <p:nvPr/>
              </p:nvSpPr>
              <p:spPr>
                <a:xfrm>
                  <a:off x="627" y="2586"/>
                  <a:ext cx="600" cy="0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 panose="020B0604020202090204"/>
                    <a:buNone/>
                  </a:pPr>
                  <a:endParaRPr sz="2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71" name="Google Shape;471;g3bae1d180f5_0_229"/>
              <p:cNvSpPr/>
              <p:nvPr/>
            </p:nvSpPr>
            <p:spPr>
              <a:xfrm>
                <a:off x="5250" y="429"/>
                <a:ext cx="0" cy="2400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w="9525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 panose="020B0604020202090204"/>
                  <a:buNone/>
                </a:pPr>
                <a:endParaRPr sz="2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2" name="Google Shape;472;g3bae1d180f5_0_229"/>
              <p:cNvSpPr/>
              <p:nvPr/>
            </p:nvSpPr>
            <p:spPr>
              <a:xfrm>
                <a:off x="5312" y="1007"/>
                <a:ext cx="237" cy="213"/>
              </a:xfrm>
              <a:custGeom>
                <a:avLst/>
                <a:gdLst/>
                <a:ahLst/>
                <a:cxnLst/>
                <a:rect l="l" t="t" r="r" b="b"/>
                <a:pathLst>
                  <a:path w="296" h="256" extrusionOk="0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endParaRPr sz="2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3" name="Google Shape;473;g3bae1d180f5_0_229"/>
              <p:cNvSpPr/>
              <p:nvPr/>
            </p:nvSpPr>
            <p:spPr>
              <a:xfrm>
                <a:off x="5315" y="680"/>
                <a:ext cx="244" cy="240"/>
              </a:xfrm>
              <a:custGeom>
                <a:avLst/>
                <a:gdLst/>
                <a:ahLst/>
                <a:cxnLst/>
                <a:rect l="l" t="t" r="r" b="b"/>
                <a:pathLst>
                  <a:path w="304" h="288" extrusionOk="0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endParaRPr sz="2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4" name="Google Shape;474;g3bae1d180f5_0_229"/>
              <p:cNvSpPr/>
              <p:nvPr/>
            </p:nvSpPr>
            <p:spPr>
              <a:xfrm>
                <a:off x="5520" y="2612"/>
                <a:ext cx="0" cy="0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 panose="020B0604020202090204"/>
                  <a:buNone/>
                </a:pPr>
                <a:endParaRPr sz="2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5" name="Google Shape;475;g3bae1d180f5_0_229"/>
              <p:cNvSpPr/>
              <p:nvPr/>
            </p:nvSpPr>
            <p:spPr>
              <a:xfrm>
                <a:off x="5302" y="2614"/>
                <a:ext cx="245" cy="200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40" extrusionOk="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endParaRPr sz="2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6" name="Google Shape;476;g3bae1d180f5_0_229"/>
              <p:cNvSpPr/>
              <p:nvPr/>
            </p:nvSpPr>
            <p:spPr>
              <a:xfrm>
                <a:off x="4140" y="2675"/>
                <a:ext cx="1200" cy="30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 panose="020B0604020202090204"/>
                  <a:buNone/>
                </a:pPr>
                <a:endParaRPr sz="2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7" name="Google Shape;477;g3bae1d180f5_0_229"/>
              <p:cNvSpPr/>
              <p:nvPr/>
            </p:nvSpPr>
            <p:spPr>
              <a:xfrm>
                <a:off x="4204" y="2710"/>
                <a:ext cx="1200" cy="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 panose="020B0604020202090204"/>
                  <a:buNone/>
                </a:pPr>
                <a:endParaRPr sz="2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8" name="Google Shape;478;g3bae1d180f5_0_229"/>
              <p:cNvSpPr/>
              <p:nvPr/>
            </p:nvSpPr>
            <p:spPr>
              <a:xfrm>
                <a:off x="4307" y="2382"/>
                <a:ext cx="300" cy="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 panose="020B0604020202090204"/>
                  <a:buNone/>
                </a:pPr>
                <a:endParaRPr sz="2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9" name="Google Shape;479;g3bae1d180f5_0_229"/>
              <p:cNvSpPr/>
              <p:nvPr/>
            </p:nvSpPr>
            <p:spPr>
              <a:xfrm>
                <a:off x="4487" y="2382"/>
                <a:ext cx="300" cy="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 panose="020B0604020202090204"/>
                  <a:buNone/>
                </a:pPr>
                <a:endParaRPr sz="2000" b="0" i="0" u="none" strike="noStrike" cap="non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0" name="Google Shape;480;g3bae1d180f5_0_229"/>
              <p:cNvSpPr/>
              <p:nvPr/>
            </p:nvSpPr>
            <p:spPr>
              <a:xfrm>
                <a:off x="4660" y="2382"/>
                <a:ext cx="300" cy="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 panose="020B0604020202090204"/>
                  <a:buNone/>
                </a:pPr>
                <a:endParaRPr sz="2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1" name="Google Shape;481;g3bae1d180f5_0_229"/>
              <p:cNvSpPr/>
              <p:nvPr/>
            </p:nvSpPr>
            <p:spPr>
              <a:xfrm>
                <a:off x="5064" y="1834"/>
                <a:ext cx="0" cy="900"/>
              </a:xfrm>
              <a:prstGeom prst="rect">
                <a:avLst/>
              </a:prstGeom>
              <a:solidFill>
                <a:srgbClr val="292929"/>
              </a:solidFill>
              <a:ln w="9525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 panose="020B0604020202090204"/>
                  <a:buNone/>
                </a:pPr>
                <a:endParaRPr sz="2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2" name="Google Shape;482;g3bae1d180f5_0_229"/>
            <p:cNvGrpSpPr/>
            <p:nvPr/>
          </p:nvGrpSpPr>
          <p:grpSpPr>
            <a:xfrm>
              <a:off x="7010400" y="1390614"/>
              <a:ext cx="350931" cy="701744"/>
              <a:chOff x="4140" y="429"/>
              <a:chExt cx="1419" cy="2546"/>
            </a:xfrm>
          </p:grpSpPr>
          <p:sp>
            <p:nvSpPr>
              <p:cNvPr id="483" name="Google Shape;483;g3bae1d180f5_0_229"/>
              <p:cNvSpPr/>
              <p:nvPr/>
            </p:nvSpPr>
            <p:spPr>
              <a:xfrm>
                <a:off x="5268" y="433"/>
                <a:ext cx="283" cy="2283"/>
              </a:xfrm>
              <a:custGeom>
                <a:avLst/>
                <a:gdLst/>
                <a:ahLst/>
                <a:cxnLst/>
                <a:rect l="l" t="t" r="r" b="b"/>
                <a:pathLst>
                  <a:path w="354" h="2742" extrusionOk="0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endParaRPr sz="2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4" name="Google Shape;484;g3bae1d180f5_0_229"/>
              <p:cNvSpPr/>
              <p:nvPr/>
            </p:nvSpPr>
            <p:spPr>
              <a:xfrm>
                <a:off x="4204" y="429"/>
                <a:ext cx="900" cy="2400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 panose="020B0604020202090204"/>
                  <a:buNone/>
                </a:pPr>
                <a:endParaRPr sz="2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5" name="Google Shape;485;g3bae1d180f5_0_229"/>
              <p:cNvSpPr/>
              <p:nvPr/>
            </p:nvSpPr>
            <p:spPr>
              <a:xfrm>
                <a:off x="5321" y="570"/>
                <a:ext cx="169" cy="2112"/>
              </a:xfrm>
              <a:custGeom>
                <a:avLst/>
                <a:gdLst/>
                <a:ahLst/>
                <a:cxnLst/>
                <a:rect l="l" t="t" r="r" b="b"/>
                <a:pathLst>
                  <a:path w="211" h="2537" extrusionOk="0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endParaRPr sz="2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6" name="Google Shape;486;g3bae1d180f5_0_229"/>
              <p:cNvSpPr/>
              <p:nvPr/>
            </p:nvSpPr>
            <p:spPr>
              <a:xfrm>
                <a:off x="5284" y="1640"/>
                <a:ext cx="263" cy="189"/>
              </a:xfrm>
              <a:custGeom>
                <a:avLst/>
                <a:gdLst/>
                <a:ahLst/>
                <a:cxnLst/>
                <a:rect l="l" t="t" r="r" b="b"/>
                <a:pathLst>
                  <a:path w="328" h="226" extrusionOk="0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endParaRPr sz="2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7" name="Google Shape;487;g3bae1d180f5_0_229"/>
              <p:cNvSpPr/>
              <p:nvPr/>
            </p:nvSpPr>
            <p:spPr>
              <a:xfrm>
                <a:off x="4211" y="694"/>
                <a:ext cx="600" cy="0"/>
              </a:xfrm>
              <a:prstGeom prst="rect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 panose="020B0604020202090204"/>
                  <a:buNone/>
                </a:pPr>
                <a:endParaRPr sz="2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88" name="Google Shape;488;g3bae1d180f5_0_229"/>
              <p:cNvGrpSpPr/>
              <p:nvPr/>
            </p:nvGrpSpPr>
            <p:grpSpPr>
              <a:xfrm>
                <a:off x="4750" y="660"/>
                <a:ext cx="494" cy="23"/>
                <a:chOff x="615" y="2560"/>
                <a:chExt cx="616" cy="22"/>
              </a:xfrm>
            </p:grpSpPr>
            <p:sp>
              <p:nvSpPr>
                <p:cNvPr id="489" name="Google Shape;489;g3bae1d180f5_0_229"/>
                <p:cNvSpPr/>
                <p:nvPr/>
              </p:nvSpPr>
              <p:spPr>
                <a:xfrm>
                  <a:off x="615" y="2560"/>
                  <a:ext cx="600" cy="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 panose="020B0604020202090204"/>
                    <a:buNone/>
                  </a:pPr>
                  <a:endParaRPr sz="2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0" name="Google Shape;490;g3bae1d180f5_0_229"/>
                <p:cNvSpPr/>
                <p:nvPr/>
              </p:nvSpPr>
              <p:spPr>
                <a:xfrm>
                  <a:off x="631" y="2582"/>
                  <a:ext cx="600" cy="0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 panose="020B0604020202090204"/>
                    <a:buNone/>
                  </a:pPr>
                  <a:endParaRPr sz="2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91" name="Google Shape;491;g3bae1d180f5_0_229"/>
              <p:cNvSpPr/>
              <p:nvPr/>
            </p:nvSpPr>
            <p:spPr>
              <a:xfrm>
                <a:off x="4223" y="1016"/>
                <a:ext cx="600" cy="0"/>
              </a:xfrm>
              <a:prstGeom prst="rect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 panose="020B0604020202090204"/>
                  <a:buNone/>
                </a:pPr>
                <a:endParaRPr sz="2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92" name="Google Shape;492;g3bae1d180f5_0_229"/>
              <p:cNvGrpSpPr/>
              <p:nvPr/>
            </p:nvGrpSpPr>
            <p:grpSpPr>
              <a:xfrm>
                <a:off x="4749" y="993"/>
                <a:ext cx="494" cy="17"/>
                <a:chOff x="617" y="2567"/>
                <a:chExt cx="617" cy="18"/>
              </a:xfrm>
            </p:grpSpPr>
            <p:sp>
              <p:nvSpPr>
                <p:cNvPr id="493" name="Google Shape;493;g3bae1d180f5_0_229"/>
                <p:cNvSpPr/>
                <p:nvPr/>
              </p:nvSpPr>
              <p:spPr>
                <a:xfrm>
                  <a:off x="617" y="2567"/>
                  <a:ext cx="600" cy="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 panose="020B0604020202090204"/>
                    <a:buNone/>
                  </a:pPr>
                  <a:endParaRPr sz="2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4" name="Google Shape;494;g3bae1d180f5_0_229"/>
                <p:cNvSpPr/>
                <p:nvPr/>
              </p:nvSpPr>
              <p:spPr>
                <a:xfrm>
                  <a:off x="634" y="2585"/>
                  <a:ext cx="600" cy="0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 panose="020B0604020202090204"/>
                    <a:buNone/>
                  </a:pPr>
                  <a:endParaRPr sz="2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95" name="Google Shape;495;g3bae1d180f5_0_229"/>
              <p:cNvSpPr/>
              <p:nvPr/>
            </p:nvSpPr>
            <p:spPr>
              <a:xfrm>
                <a:off x="4217" y="1356"/>
                <a:ext cx="600" cy="0"/>
              </a:xfrm>
              <a:prstGeom prst="rect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 panose="020B0604020202090204"/>
                  <a:buNone/>
                </a:pPr>
                <a:endParaRPr sz="2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6" name="Google Shape;496;g3bae1d180f5_0_229"/>
              <p:cNvSpPr/>
              <p:nvPr/>
            </p:nvSpPr>
            <p:spPr>
              <a:xfrm>
                <a:off x="4230" y="1656"/>
                <a:ext cx="600" cy="0"/>
              </a:xfrm>
              <a:prstGeom prst="rect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 panose="020B0604020202090204"/>
                  <a:buNone/>
                </a:pPr>
                <a:endParaRPr sz="2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97" name="Google Shape;497;g3bae1d180f5_0_229"/>
              <p:cNvGrpSpPr/>
              <p:nvPr/>
            </p:nvGrpSpPr>
            <p:grpSpPr>
              <a:xfrm>
                <a:off x="4737" y="1627"/>
                <a:ext cx="495" cy="17"/>
                <a:chOff x="616" y="2568"/>
                <a:chExt cx="616" cy="16"/>
              </a:xfrm>
            </p:grpSpPr>
            <p:sp>
              <p:nvSpPr>
                <p:cNvPr id="498" name="Google Shape;498;g3bae1d180f5_0_229"/>
                <p:cNvSpPr/>
                <p:nvPr/>
              </p:nvSpPr>
              <p:spPr>
                <a:xfrm>
                  <a:off x="616" y="2568"/>
                  <a:ext cx="600" cy="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 panose="020B0604020202090204"/>
                    <a:buNone/>
                  </a:pPr>
                  <a:endParaRPr sz="2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9" name="Google Shape;499;g3bae1d180f5_0_229"/>
                <p:cNvSpPr/>
                <p:nvPr/>
              </p:nvSpPr>
              <p:spPr>
                <a:xfrm>
                  <a:off x="632" y="2584"/>
                  <a:ext cx="600" cy="0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 panose="020B0604020202090204"/>
                    <a:buNone/>
                  </a:pPr>
                  <a:endParaRPr sz="2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00" name="Google Shape;500;g3bae1d180f5_0_229"/>
              <p:cNvSpPr/>
              <p:nvPr/>
            </p:nvSpPr>
            <p:spPr>
              <a:xfrm>
                <a:off x="5288" y="1354"/>
                <a:ext cx="263" cy="188"/>
              </a:xfrm>
              <a:custGeom>
                <a:avLst/>
                <a:gdLst/>
                <a:ahLst/>
                <a:cxnLst/>
                <a:rect l="l" t="t" r="r" b="b"/>
                <a:pathLst>
                  <a:path w="328" h="226" extrusionOk="0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endParaRPr sz="2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01" name="Google Shape;501;g3bae1d180f5_0_229"/>
              <p:cNvGrpSpPr/>
              <p:nvPr/>
            </p:nvGrpSpPr>
            <p:grpSpPr>
              <a:xfrm>
                <a:off x="4737" y="1328"/>
                <a:ext cx="495" cy="17"/>
                <a:chOff x="611" y="2569"/>
                <a:chExt cx="616" cy="17"/>
              </a:xfrm>
            </p:grpSpPr>
            <p:sp>
              <p:nvSpPr>
                <p:cNvPr id="502" name="Google Shape;502;g3bae1d180f5_0_229"/>
                <p:cNvSpPr/>
                <p:nvPr/>
              </p:nvSpPr>
              <p:spPr>
                <a:xfrm>
                  <a:off x="611" y="2569"/>
                  <a:ext cx="600" cy="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 panose="020B0604020202090204"/>
                    <a:buNone/>
                  </a:pPr>
                  <a:endParaRPr sz="2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3" name="Google Shape;503;g3bae1d180f5_0_229"/>
                <p:cNvSpPr/>
                <p:nvPr/>
              </p:nvSpPr>
              <p:spPr>
                <a:xfrm>
                  <a:off x="627" y="2586"/>
                  <a:ext cx="600" cy="0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 panose="020B0604020202090204"/>
                    <a:buNone/>
                  </a:pPr>
                  <a:endParaRPr sz="2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04" name="Google Shape;504;g3bae1d180f5_0_229"/>
              <p:cNvSpPr/>
              <p:nvPr/>
            </p:nvSpPr>
            <p:spPr>
              <a:xfrm>
                <a:off x="5250" y="429"/>
                <a:ext cx="0" cy="2400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w="9525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 panose="020B0604020202090204"/>
                  <a:buNone/>
                </a:pPr>
                <a:endParaRPr sz="2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5" name="Google Shape;505;g3bae1d180f5_0_229"/>
              <p:cNvSpPr/>
              <p:nvPr/>
            </p:nvSpPr>
            <p:spPr>
              <a:xfrm>
                <a:off x="5312" y="1007"/>
                <a:ext cx="237" cy="213"/>
              </a:xfrm>
              <a:custGeom>
                <a:avLst/>
                <a:gdLst/>
                <a:ahLst/>
                <a:cxnLst/>
                <a:rect l="l" t="t" r="r" b="b"/>
                <a:pathLst>
                  <a:path w="296" h="256" extrusionOk="0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endParaRPr sz="2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6" name="Google Shape;506;g3bae1d180f5_0_229"/>
              <p:cNvSpPr/>
              <p:nvPr/>
            </p:nvSpPr>
            <p:spPr>
              <a:xfrm>
                <a:off x="5315" y="680"/>
                <a:ext cx="244" cy="240"/>
              </a:xfrm>
              <a:custGeom>
                <a:avLst/>
                <a:gdLst/>
                <a:ahLst/>
                <a:cxnLst/>
                <a:rect l="l" t="t" r="r" b="b"/>
                <a:pathLst>
                  <a:path w="304" h="288" extrusionOk="0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endParaRPr sz="2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7" name="Google Shape;507;g3bae1d180f5_0_229"/>
              <p:cNvSpPr/>
              <p:nvPr/>
            </p:nvSpPr>
            <p:spPr>
              <a:xfrm>
                <a:off x="5520" y="2612"/>
                <a:ext cx="0" cy="0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 panose="020B0604020202090204"/>
                  <a:buNone/>
                </a:pPr>
                <a:endParaRPr sz="2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8" name="Google Shape;508;g3bae1d180f5_0_229"/>
              <p:cNvSpPr/>
              <p:nvPr/>
            </p:nvSpPr>
            <p:spPr>
              <a:xfrm>
                <a:off x="5302" y="2614"/>
                <a:ext cx="245" cy="200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40" extrusionOk="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endParaRPr sz="2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9" name="Google Shape;509;g3bae1d180f5_0_229"/>
              <p:cNvSpPr/>
              <p:nvPr/>
            </p:nvSpPr>
            <p:spPr>
              <a:xfrm>
                <a:off x="4140" y="2675"/>
                <a:ext cx="1200" cy="30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 panose="020B0604020202090204"/>
                  <a:buNone/>
                </a:pPr>
                <a:endParaRPr sz="2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0" name="Google Shape;510;g3bae1d180f5_0_229"/>
              <p:cNvSpPr/>
              <p:nvPr/>
            </p:nvSpPr>
            <p:spPr>
              <a:xfrm>
                <a:off x="4204" y="2710"/>
                <a:ext cx="1200" cy="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 panose="020B0604020202090204"/>
                  <a:buNone/>
                </a:pPr>
                <a:endParaRPr sz="2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1" name="Google Shape;511;g3bae1d180f5_0_229"/>
              <p:cNvSpPr/>
              <p:nvPr/>
            </p:nvSpPr>
            <p:spPr>
              <a:xfrm>
                <a:off x="4307" y="2382"/>
                <a:ext cx="300" cy="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 panose="020B0604020202090204"/>
                  <a:buNone/>
                </a:pPr>
                <a:endParaRPr sz="2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2" name="Google Shape;512;g3bae1d180f5_0_229"/>
              <p:cNvSpPr/>
              <p:nvPr/>
            </p:nvSpPr>
            <p:spPr>
              <a:xfrm>
                <a:off x="4487" y="2382"/>
                <a:ext cx="300" cy="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 panose="020B0604020202090204"/>
                  <a:buNone/>
                </a:pPr>
                <a:endParaRPr sz="2000" b="0" i="0" u="none" strike="noStrike" cap="non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3" name="Google Shape;513;g3bae1d180f5_0_229"/>
              <p:cNvSpPr/>
              <p:nvPr/>
            </p:nvSpPr>
            <p:spPr>
              <a:xfrm>
                <a:off x="4660" y="2382"/>
                <a:ext cx="300" cy="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 panose="020B0604020202090204"/>
                  <a:buNone/>
                </a:pPr>
                <a:endParaRPr sz="2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4" name="Google Shape;514;g3bae1d180f5_0_229"/>
              <p:cNvSpPr/>
              <p:nvPr/>
            </p:nvSpPr>
            <p:spPr>
              <a:xfrm>
                <a:off x="5064" y="1834"/>
                <a:ext cx="0" cy="900"/>
              </a:xfrm>
              <a:prstGeom prst="rect">
                <a:avLst/>
              </a:prstGeom>
              <a:solidFill>
                <a:srgbClr val="292929"/>
              </a:solidFill>
              <a:ln w="9525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 panose="020B0604020202090204"/>
                  <a:buNone/>
                </a:pPr>
                <a:endParaRPr sz="2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15" name="Google Shape;515;g3bae1d180f5_0_229"/>
            <p:cNvGrpSpPr/>
            <p:nvPr/>
          </p:nvGrpSpPr>
          <p:grpSpPr>
            <a:xfrm>
              <a:off x="9861550" y="1646202"/>
              <a:ext cx="350931" cy="701744"/>
              <a:chOff x="4140" y="429"/>
              <a:chExt cx="1419" cy="2546"/>
            </a:xfrm>
          </p:grpSpPr>
          <p:sp>
            <p:nvSpPr>
              <p:cNvPr id="516" name="Google Shape;516;g3bae1d180f5_0_229"/>
              <p:cNvSpPr/>
              <p:nvPr/>
            </p:nvSpPr>
            <p:spPr>
              <a:xfrm>
                <a:off x="5268" y="433"/>
                <a:ext cx="283" cy="2283"/>
              </a:xfrm>
              <a:custGeom>
                <a:avLst/>
                <a:gdLst/>
                <a:ahLst/>
                <a:cxnLst/>
                <a:rect l="l" t="t" r="r" b="b"/>
                <a:pathLst>
                  <a:path w="354" h="2742" extrusionOk="0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endParaRPr sz="2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7" name="Google Shape;517;g3bae1d180f5_0_229"/>
              <p:cNvSpPr/>
              <p:nvPr/>
            </p:nvSpPr>
            <p:spPr>
              <a:xfrm>
                <a:off x="4204" y="429"/>
                <a:ext cx="900" cy="2400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 panose="020B0604020202090204"/>
                  <a:buNone/>
                </a:pPr>
                <a:endParaRPr sz="2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8" name="Google Shape;518;g3bae1d180f5_0_229"/>
              <p:cNvSpPr/>
              <p:nvPr/>
            </p:nvSpPr>
            <p:spPr>
              <a:xfrm>
                <a:off x="5321" y="570"/>
                <a:ext cx="169" cy="2112"/>
              </a:xfrm>
              <a:custGeom>
                <a:avLst/>
                <a:gdLst/>
                <a:ahLst/>
                <a:cxnLst/>
                <a:rect l="l" t="t" r="r" b="b"/>
                <a:pathLst>
                  <a:path w="211" h="2537" extrusionOk="0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endParaRPr sz="2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9" name="Google Shape;519;g3bae1d180f5_0_229"/>
              <p:cNvSpPr/>
              <p:nvPr/>
            </p:nvSpPr>
            <p:spPr>
              <a:xfrm>
                <a:off x="5284" y="1640"/>
                <a:ext cx="263" cy="189"/>
              </a:xfrm>
              <a:custGeom>
                <a:avLst/>
                <a:gdLst/>
                <a:ahLst/>
                <a:cxnLst/>
                <a:rect l="l" t="t" r="r" b="b"/>
                <a:pathLst>
                  <a:path w="328" h="226" extrusionOk="0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endParaRPr sz="2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0" name="Google Shape;520;g3bae1d180f5_0_229"/>
              <p:cNvSpPr/>
              <p:nvPr/>
            </p:nvSpPr>
            <p:spPr>
              <a:xfrm>
                <a:off x="4211" y="694"/>
                <a:ext cx="600" cy="0"/>
              </a:xfrm>
              <a:prstGeom prst="rect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 panose="020B0604020202090204"/>
                  <a:buNone/>
                </a:pPr>
                <a:endParaRPr sz="2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21" name="Google Shape;521;g3bae1d180f5_0_229"/>
              <p:cNvGrpSpPr/>
              <p:nvPr/>
            </p:nvGrpSpPr>
            <p:grpSpPr>
              <a:xfrm>
                <a:off x="4750" y="660"/>
                <a:ext cx="494" cy="23"/>
                <a:chOff x="615" y="2560"/>
                <a:chExt cx="616" cy="22"/>
              </a:xfrm>
            </p:grpSpPr>
            <p:sp>
              <p:nvSpPr>
                <p:cNvPr id="522" name="Google Shape;522;g3bae1d180f5_0_229"/>
                <p:cNvSpPr/>
                <p:nvPr/>
              </p:nvSpPr>
              <p:spPr>
                <a:xfrm>
                  <a:off x="615" y="2560"/>
                  <a:ext cx="600" cy="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 panose="020B0604020202090204"/>
                    <a:buNone/>
                  </a:pPr>
                  <a:endParaRPr sz="2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3" name="Google Shape;523;g3bae1d180f5_0_229"/>
                <p:cNvSpPr/>
                <p:nvPr/>
              </p:nvSpPr>
              <p:spPr>
                <a:xfrm>
                  <a:off x="631" y="2582"/>
                  <a:ext cx="600" cy="0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 panose="020B0604020202090204"/>
                    <a:buNone/>
                  </a:pPr>
                  <a:endParaRPr sz="2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24" name="Google Shape;524;g3bae1d180f5_0_229"/>
              <p:cNvSpPr/>
              <p:nvPr/>
            </p:nvSpPr>
            <p:spPr>
              <a:xfrm>
                <a:off x="4223" y="1016"/>
                <a:ext cx="600" cy="0"/>
              </a:xfrm>
              <a:prstGeom prst="rect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 panose="020B0604020202090204"/>
                  <a:buNone/>
                </a:pPr>
                <a:endParaRPr sz="2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25" name="Google Shape;525;g3bae1d180f5_0_229"/>
              <p:cNvGrpSpPr/>
              <p:nvPr/>
            </p:nvGrpSpPr>
            <p:grpSpPr>
              <a:xfrm>
                <a:off x="4749" y="993"/>
                <a:ext cx="494" cy="17"/>
                <a:chOff x="617" y="2567"/>
                <a:chExt cx="617" cy="18"/>
              </a:xfrm>
            </p:grpSpPr>
            <p:sp>
              <p:nvSpPr>
                <p:cNvPr id="526" name="Google Shape;526;g3bae1d180f5_0_229"/>
                <p:cNvSpPr/>
                <p:nvPr/>
              </p:nvSpPr>
              <p:spPr>
                <a:xfrm>
                  <a:off x="617" y="2567"/>
                  <a:ext cx="600" cy="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 panose="020B0604020202090204"/>
                    <a:buNone/>
                  </a:pPr>
                  <a:endParaRPr sz="2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7" name="Google Shape;527;g3bae1d180f5_0_229"/>
                <p:cNvSpPr/>
                <p:nvPr/>
              </p:nvSpPr>
              <p:spPr>
                <a:xfrm>
                  <a:off x="634" y="2585"/>
                  <a:ext cx="600" cy="0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 panose="020B0604020202090204"/>
                    <a:buNone/>
                  </a:pPr>
                  <a:endParaRPr sz="2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28" name="Google Shape;528;g3bae1d180f5_0_229"/>
              <p:cNvSpPr/>
              <p:nvPr/>
            </p:nvSpPr>
            <p:spPr>
              <a:xfrm>
                <a:off x="4217" y="1356"/>
                <a:ext cx="600" cy="0"/>
              </a:xfrm>
              <a:prstGeom prst="rect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 panose="020B0604020202090204"/>
                  <a:buNone/>
                </a:pPr>
                <a:endParaRPr sz="2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9" name="Google Shape;529;g3bae1d180f5_0_229"/>
              <p:cNvSpPr/>
              <p:nvPr/>
            </p:nvSpPr>
            <p:spPr>
              <a:xfrm>
                <a:off x="4230" y="1656"/>
                <a:ext cx="600" cy="0"/>
              </a:xfrm>
              <a:prstGeom prst="rect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 panose="020B0604020202090204"/>
                  <a:buNone/>
                </a:pPr>
                <a:endParaRPr sz="2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30" name="Google Shape;530;g3bae1d180f5_0_229"/>
              <p:cNvGrpSpPr/>
              <p:nvPr/>
            </p:nvGrpSpPr>
            <p:grpSpPr>
              <a:xfrm>
                <a:off x="4737" y="1627"/>
                <a:ext cx="495" cy="17"/>
                <a:chOff x="616" y="2568"/>
                <a:chExt cx="616" cy="16"/>
              </a:xfrm>
            </p:grpSpPr>
            <p:sp>
              <p:nvSpPr>
                <p:cNvPr id="531" name="Google Shape;531;g3bae1d180f5_0_229"/>
                <p:cNvSpPr/>
                <p:nvPr/>
              </p:nvSpPr>
              <p:spPr>
                <a:xfrm>
                  <a:off x="616" y="2568"/>
                  <a:ext cx="600" cy="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 panose="020B0604020202090204"/>
                    <a:buNone/>
                  </a:pPr>
                  <a:endParaRPr sz="2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2" name="Google Shape;532;g3bae1d180f5_0_229"/>
                <p:cNvSpPr/>
                <p:nvPr/>
              </p:nvSpPr>
              <p:spPr>
                <a:xfrm>
                  <a:off x="632" y="2584"/>
                  <a:ext cx="600" cy="0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 panose="020B0604020202090204"/>
                    <a:buNone/>
                  </a:pPr>
                  <a:endParaRPr sz="2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33" name="Google Shape;533;g3bae1d180f5_0_229"/>
              <p:cNvSpPr/>
              <p:nvPr/>
            </p:nvSpPr>
            <p:spPr>
              <a:xfrm>
                <a:off x="5288" y="1354"/>
                <a:ext cx="263" cy="188"/>
              </a:xfrm>
              <a:custGeom>
                <a:avLst/>
                <a:gdLst/>
                <a:ahLst/>
                <a:cxnLst/>
                <a:rect l="l" t="t" r="r" b="b"/>
                <a:pathLst>
                  <a:path w="328" h="226" extrusionOk="0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endParaRPr sz="2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34" name="Google Shape;534;g3bae1d180f5_0_229"/>
              <p:cNvGrpSpPr/>
              <p:nvPr/>
            </p:nvGrpSpPr>
            <p:grpSpPr>
              <a:xfrm>
                <a:off x="4737" y="1328"/>
                <a:ext cx="495" cy="17"/>
                <a:chOff x="611" y="2569"/>
                <a:chExt cx="616" cy="17"/>
              </a:xfrm>
            </p:grpSpPr>
            <p:sp>
              <p:nvSpPr>
                <p:cNvPr id="535" name="Google Shape;535;g3bae1d180f5_0_229"/>
                <p:cNvSpPr/>
                <p:nvPr/>
              </p:nvSpPr>
              <p:spPr>
                <a:xfrm>
                  <a:off x="611" y="2569"/>
                  <a:ext cx="600" cy="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 panose="020B0604020202090204"/>
                    <a:buNone/>
                  </a:pPr>
                  <a:endParaRPr sz="2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6" name="Google Shape;536;g3bae1d180f5_0_229"/>
                <p:cNvSpPr/>
                <p:nvPr/>
              </p:nvSpPr>
              <p:spPr>
                <a:xfrm>
                  <a:off x="627" y="2586"/>
                  <a:ext cx="600" cy="0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 panose="020B0604020202090204"/>
                    <a:buNone/>
                  </a:pPr>
                  <a:endParaRPr sz="2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37" name="Google Shape;537;g3bae1d180f5_0_229"/>
              <p:cNvSpPr/>
              <p:nvPr/>
            </p:nvSpPr>
            <p:spPr>
              <a:xfrm>
                <a:off x="5250" y="429"/>
                <a:ext cx="0" cy="2400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w="9525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 panose="020B0604020202090204"/>
                  <a:buNone/>
                </a:pPr>
                <a:endParaRPr sz="2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8" name="Google Shape;538;g3bae1d180f5_0_229"/>
              <p:cNvSpPr/>
              <p:nvPr/>
            </p:nvSpPr>
            <p:spPr>
              <a:xfrm>
                <a:off x="5312" y="1007"/>
                <a:ext cx="237" cy="213"/>
              </a:xfrm>
              <a:custGeom>
                <a:avLst/>
                <a:gdLst/>
                <a:ahLst/>
                <a:cxnLst/>
                <a:rect l="l" t="t" r="r" b="b"/>
                <a:pathLst>
                  <a:path w="296" h="256" extrusionOk="0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endParaRPr sz="2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" name="Google Shape;539;g3bae1d180f5_0_229"/>
              <p:cNvSpPr/>
              <p:nvPr/>
            </p:nvSpPr>
            <p:spPr>
              <a:xfrm>
                <a:off x="5315" y="680"/>
                <a:ext cx="244" cy="240"/>
              </a:xfrm>
              <a:custGeom>
                <a:avLst/>
                <a:gdLst/>
                <a:ahLst/>
                <a:cxnLst/>
                <a:rect l="l" t="t" r="r" b="b"/>
                <a:pathLst>
                  <a:path w="304" h="288" extrusionOk="0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endParaRPr sz="2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" name="Google Shape;540;g3bae1d180f5_0_229"/>
              <p:cNvSpPr/>
              <p:nvPr/>
            </p:nvSpPr>
            <p:spPr>
              <a:xfrm>
                <a:off x="5520" y="2612"/>
                <a:ext cx="0" cy="0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 panose="020B0604020202090204"/>
                  <a:buNone/>
                </a:pPr>
                <a:endParaRPr sz="2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" name="Google Shape;541;g3bae1d180f5_0_229"/>
              <p:cNvSpPr/>
              <p:nvPr/>
            </p:nvSpPr>
            <p:spPr>
              <a:xfrm>
                <a:off x="5302" y="2614"/>
                <a:ext cx="245" cy="200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40" extrusionOk="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endParaRPr sz="2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" name="Google Shape;542;g3bae1d180f5_0_229"/>
              <p:cNvSpPr/>
              <p:nvPr/>
            </p:nvSpPr>
            <p:spPr>
              <a:xfrm>
                <a:off x="4140" y="2675"/>
                <a:ext cx="1200" cy="30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 panose="020B0604020202090204"/>
                  <a:buNone/>
                </a:pPr>
                <a:endParaRPr sz="2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" name="Google Shape;543;g3bae1d180f5_0_229"/>
              <p:cNvSpPr/>
              <p:nvPr/>
            </p:nvSpPr>
            <p:spPr>
              <a:xfrm>
                <a:off x="4204" y="2710"/>
                <a:ext cx="1200" cy="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 panose="020B0604020202090204"/>
                  <a:buNone/>
                </a:pPr>
                <a:endParaRPr sz="2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" name="Google Shape;544;g3bae1d180f5_0_229"/>
              <p:cNvSpPr/>
              <p:nvPr/>
            </p:nvSpPr>
            <p:spPr>
              <a:xfrm>
                <a:off x="4307" y="2382"/>
                <a:ext cx="300" cy="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 panose="020B0604020202090204"/>
                  <a:buNone/>
                </a:pPr>
                <a:endParaRPr sz="2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" name="Google Shape;545;g3bae1d180f5_0_229"/>
              <p:cNvSpPr/>
              <p:nvPr/>
            </p:nvSpPr>
            <p:spPr>
              <a:xfrm>
                <a:off x="4487" y="2382"/>
                <a:ext cx="300" cy="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 panose="020B0604020202090204"/>
                  <a:buNone/>
                </a:pPr>
                <a:endParaRPr sz="2000" b="0" i="0" u="none" strike="noStrike" cap="non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" name="Google Shape;546;g3bae1d180f5_0_229"/>
              <p:cNvSpPr/>
              <p:nvPr/>
            </p:nvSpPr>
            <p:spPr>
              <a:xfrm>
                <a:off x="4660" y="2382"/>
                <a:ext cx="300" cy="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 panose="020B0604020202090204"/>
                  <a:buNone/>
                </a:pPr>
                <a:endParaRPr sz="2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" name="Google Shape;547;g3bae1d180f5_0_229"/>
              <p:cNvSpPr/>
              <p:nvPr/>
            </p:nvSpPr>
            <p:spPr>
              <a:xfrm>
                <a:off x="5064" y="1834"/>
                <a:ext cx="0" cy="900"/>
              </a:xfrm>
              <a:prstGeom prst="rect">
                <a:avLst/>
              </a:prstGeom>
              <a:solidFill>
                <a:srgbClr val="292929"/>
              </a:solidFill>
              <a:ln w="9525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 panose="020B0604020202090204"/>
                  <a:buNone/>
                </a:pPr>
                <a:endParaRPr sz="2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8" name="Google Shape;548;g3bae1d180f5_0_229"/>
            <p:cNvGrpSpPr/>
            <p:nvPr/>
          </p:nvGrpSpPr>
          <p:grpSpPr>
            <a:xfrm flipH="1">
              <a:off x="10010775" y="4435439"/>
              <a:ext cx="803275" cy="771555"/>
              <a:chOff x="-44" y="1473"/>
              <a:chExt cx="981" cy="1105"/>
            </a:xfrm>
          </p:grpSpPr>
          <p:pic>
            <p:nvPicPr>
              <p:cNvPr id="549" name="Google Shape;549;g3bae1d180f5_0_229" descr="desktop_computer_stylized_medium"/>
              <p:cNvPicPr preferRelativeResize="0"/>
              <p:nvPr/>
            </p:nvPicPr>
            <p:blipFill rotWithShape="1">
              <a:blip r:embed="rId1"/>
              <a:srcRect/>
              <a:stretch>
                <a:fillRect/>
              </a:stretch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50" name="Google Shape;550;g3bae1d180f5_0_229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avLst/>
                <a:gdLst/>
                <a:ahLst/>
                <a:cxnLst/>
                <a:rect l="l" t="t" r="r" b="b"/>
                <a:pathLst>
                  <a:path w="356" h="368" extrusionOk="0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endParaRPr sz="2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51" name="Google Shape;551;g3bae1d180f5_0_229"/>
            <p:cNvGrpSpPr/>
            <p:nvPr/>
          </p:nvGrpSpPr>
          <p:grpSpPr>
            <a:xfrm>
              <a:off x="6096000" y="4416389"/>
              <a:ext cx="803275" cy="771555"/>
              <a:chOff x="-44" y="1473"/>
              <a:chExt cx="981" cy="1105"/>
            </a:xfrm>
          </p:grpSpPr>
          <p:pic>
            <p:nvPicPr>
              <p:cNvPr id="552" name="Google Shape;552;g3bae1d180f5_0_229" descr="desktop_computer_stylized_medium"/>
              <p:cNvPicPr preferRelativeResize="0"/>
              <p:nvPr/>
            </p:nvPicPr>
            <p:blipFill rotWithShape="1">
              <a:blip r:embed="rId1"/>
              <a:srcRect/>
              <a:stretch>
                <a:fillRect/>
              </a:stretch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53" name="Google Shape;553;g3bae1d180f5_0_229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avLst/>
                <a:gdLst/>
                <a:ahLst/>
                <a:cxnLst/>
                <a:rect l="l" t="t" r="r" b="b"/>
                <a:pathLst>
                  <a:path w="356" h="368" extrusionOk="0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endParaRPr sz="2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54" name="Google Shape;554;g3bae1d180f5_0_229"/>
            <p:cNvGrpSpPr/>
            <p:nvPr/>
          </p:nvGrpSpPr>
          <p:grpSpPr>
            <a:xfrm>
              <a:off x="6718300" y="4865652"/>
              <a:ext cx="803275" cy="771555"/>
              <a:chOff x="-44" y="1473"/>
              <a:chExt cx="981" cy="1105"/>
            </a:xfrm>
          </p:grpSpPr>
          <p:pic>
            <p:nvPicPr>
              <p:cNvPr id="555" name="Google Shape;555;g3bae1d180f5_0_229" descr="desktop_computer_stylized_medium"/>
              <p:cNvPicPr preferRelativeResize="0"/>
              <p:nvPr/>
            </p:nvPicPr>
            <p:blipFill rotWithShape="1">
              <a:blip r:embed="rId1"/>
              <a:srcRect/>
              <a:stretch>
                <a:fillRect/>
              </a:stretch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56" name="Google Shape;556;g3bae1d180f5_0_229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avLst/>
                <a:gdLst/>
                <a:ahLst/>
                <a:cxnLst/>
                <a:rect l="l" t="t" r="r" b="b"/>
                <a:pathLst>
                  <a:path w="356" h="368" extrusionOk="0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endParaRPr sz="2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57" name="Google Shape;557;g3bae1d180f5_0_229"/>
          <p:cNvGrpSpPr/>
          <p:nvPr/>
        </p:nvGrpSpPr>
        <p:grpSpPr>
          <a:xfrm>
            <a:off x="6423336" y="1491893"/>
            <a:ext cx="4706669" cy="4253649"/>
            <a:chOff x="877941" y="1593850"/>
            <a:chExt cx="4706669" cy="4253649"/>
          </a:xfrm>
        </p:grpSpPr>
        <p:sp>
          <p:nvSpPr>
            <p:cNvPr id="558" name="Google Shape;558;g3bae1d180f5_0_229"/>
            <p:cNvSpPr txBox="1"/>
            <p:nvPr/>
          </p:nvSpPr>
          <p:spPr>
            <a:xfrm>
              <a:off x="877941" y="1593850"/>
              <a:ext cx="4522800" cy="411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342900" marR="0" lvl="0" indent="-342900" algn="l" rtl="0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0"/>
                </a:buClr>
                <a:buSzPts val="3200"/>
                <a:buFont typeface="Noto Sans Symbols"/>
                <a:buChar char="▪"/>
              </a:pPr>
              <a:r>
                <a:rPr lang="en-US" sz="3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per-connection end-end throughput: </a:t>
              </a:r>
              <a:r>
                <a:rPr lang="en-US" sz="3200" b="0" i="1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min(R</a:t>
              </a:r>
              <a:r>
                <a:rPr lang="en-US" sz="3200" b="0" i="1" u="none" strike="noStrike" cap="none" baseline="-25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r>
                <a:rPr lang="en-US" sz="3200" b="0" i="1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,R</a:t>
              </a:r>
              <a:r>
                <a:rPr lang="en-US" sz="3200" b="0" i="1" u="none" strike="noStrike" cap="none" baseline="-25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</a:t>
              </a:r>
              <a:r>
                <a:rPr lang="en-US" sz="3200" b="0" i="1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,R/10)</a:t>
              </a:r>
              <a:endParaRPr lang="en-US" sz="32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342900" marR="0" lvl="0" indent="-342900" algn="l" rtl="0">
                <a:lnSpc>
                  <a:spcPct val="85000"/>
                </a:lnSpc>
                <a:spcBef>
                  <a:spcPts val="640"/>
                </a:spcBef>
                <a:spcAft>
                  <a:spcPts val="0"/>
                </a:spcAft>
                <a:buClr>
                  <a:srgbClr val="000090"/>
                </a:buClr>
                <a:buSzPts val="3200"/>
                <a:buFont typeface="Noto Sans Symbols"/>
                <a:buChar char="▪"/>
              </a:pPr>
              <a:r>
                <a:rPr lang="en-US" sz="3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in practice: </a:t>
              </a:r>
              <a:r>
                <a:rPr lang="en-US" sz="3200" b="0" i="1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lang="en-US" sz="3200" b="0" i="1" u="none" strike="noStrike" cap="none" baseline="-25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r>
                <a:rPr lang="en-US" sz="3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or </a:t>
              </a:r>
              <a:r>
                <a:rPr lang="en-US" sz="3200" b="0" i="1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lang="en-US" sz="3200" b="0" i="1" u="none" strike="noStrike" cap="none" baseline="-25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</a:t>
              </a:r>
              <a:r>
                <a:rPr lang="en-US" sz="3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is often bottleneck</a:t>
              </a:r>
              <a:endPara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9" name="Google Shape;559;g3bae1d180f5_0_229"/>
            <p:cNvSpPr txBox="1"/>
            <p:nvPr/>
          </p:nvSpPr>
          <p:spPr>
            <a:xfrm>
              <a:off x="1077710" y="4985599"/>
              <a:ext cx="4506900" cy="861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90204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* Check out the online interactive exercises for more examples: </a:t>
              </a:r>
              <a:r>
                <a:rPr lang="en-US" sz="1100" u="sng">
                  <a:solidFill>
                    <a:schemeClr val="hlink"/>
                  </a:solidFill>
                  <a:hlinkClick r:id="rId2"/>
                </a:rPr>
                <a:t>https://media.pearsoncmg.com/ph/esm/ecs_kurose_compnetwork_8/cw/#interactiveanimations</a:t>
              </a:r>
              <a:endParaRPr lang="en-US" sz="1100" u="sng">
                <a:solidFill>
                  <a:schemeClr val="hlink"/>
                </a:solidFill>
                <a:hlinkClick r:id="rId2"/>
              </a:endParaRPr>
            </a:p>
          </p:txBody>
        </p:sp>
      </p:grpSp>
      <p:sp>
        <p:nvSpPr>
          <p:cNvPr id="560" name="Google Shape;560;g3bae1d180f5_0_229"/>
          <p:cNvSpPr txBox="1"/>
          <p:nvPr>
            <p:ph type="sldNum" idx="12"/>
          </p:nvPr>
        </p:nvSpPr>
        <p:spPr>
          <a:xfrm>
            <a:off x="9219616" y="644308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/>
              <a:t>Protocol </a:t>
            </a:r>
            <a:r>
              <a:rPr lang="en-US"/>
              <a:t>“l</a:t>
            </a:r>
            <a:r>
              <a:rPr lang="en-US" sz="4400"/>
              <a:t>ayers</a:t>
            </a:r>
            <a:r>
              <a:rPr lang="en-US"/>
              <a:t>”</a:t>
            </a:r>
            <a:r>
              <a:rPr lang="en-US" sz="4400"/>
              <a:t> and reference </a:t>
            </a:r>
            <a:r>
              <a:rPr lang="en-US"/>
              <a:t>m</a:t>
            </a:r>
            <a:r>
              <a:rPr lang="en-US" sz="4400"/>
              <a:t>odels</a:t>
            </a:r>
            <a:endParaRPr sz="4400"/>
          </a:p>
        </p:txBody>
      </p:sp>
      <p:sp>
        <p:nvSpPr>
          <p:cNvPr id="567" name="Google Shape;567;p2"/>
          <p:cNvSpPr txBox="1"/>
          <p:nvPr/>
        </p:nvSpPr>
        <p:spPr>
          <a:xfrm>
            <a:off x="800566" y="1575775"/>
            <a:ext cx="5615905" cy="5049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52425" marR="0" lvl="0" indent="-22225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600"/>
              <a:buFont typeface="Noto Sans Symbols"/>
              <a:buNone/>
            </a:pPr>
            <a:r>
              <a:rPr lang="en-US" sz="3600" b="0" i="0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Networks are complex,</a:t>
            </a:r>
            <a:endParaRPr lang="en-US" sz="3600" b="0" i="0" u="none" strike="noStrike" cap="non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2425" marR="0" lvl="0" indent="-222250" algn="l" rtl="0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600"/>
              <a:buFont typeface="Noto Sans Symbols"/>
              <a:buNone/>
            </a:pPr>
            <a:r>
              <a:rPr lang="en-US" sz="3600" b="0" i="0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with many “pieces”:</a:t>
            </a:r>
            <a:endParaRPr lang="en-US" sz="3600" b="0" i="0" u="none" strike="noStrike" cap="non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95325" marR="0" lvl="1" indent="-23177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hosts</a:t>
            </a:r>
            <a:endParaRPr lang="en-US"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95325" marR="0" lvl="1" indent="-23177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routers</a:t>
            </a:r>
            <a:endParaRPr lang="en-US"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95325" marR="0" lvl="1" indent="-23177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links of various media</a:t>
            </a:r>
            <a:endParaRPr lang="en-US"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95325" marR="0" lvl="1" indent="-23177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applications</a:t>
            </a:r>
            <a:endParaRPr lang="en-US"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95325" marR="0" lvl="1" indent="-23177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protocols</a:t>
            </a:r>
            <a:endParaRPr lang="en-US"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95325" marR="0" lvl="1" indent="-23177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hardware, software</a:t>
            </a:r>
            <a:endParaRPr lang="en-US"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2425" marR="0" lvl="0" indent="-222250" algn="l" rtl="0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endParaRPr sz="3200" b="0" i="1" u="none" strike="noStrike" cap="non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"/>
          <p:cNvSpPr txBox="1"/>
          <p:nvPr/>
        </p:nvSpPr>
        <p:spPr>
          <a:xfrm>
            <a:off x="6584274" y="1539452"/>
            <a:ext cx="4531739" cy="4343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7800" marR="0" lvl="0" indent="-4762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 b="0" i="1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Question:</a:t>
            </a:r>
            <a:r>
              <a:rPr lang="en-US" sz="2400" b="0" i="0" u="sng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there any hope of </a:t>
            </a:r>
            <a:r>
              <a:rPr lang="en-US" sz="32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organizing</a:t>
            </a: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structure of network?</a:t>
            </a:r>
            <a:endParaRPr lang="en-US"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22605" marR="0" lvl="0" indent="-22352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and/or our </a:t>
            </a:r>
            <a:r>
              <a:rPr lang="en-US" sz="32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discussion</a:t>
            </a: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of networks?</a:t>
            </a:r>
            <a:endParaRPr lang="en-US"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"/>
          <p:cNvSpPr txBox="1"/>
          <p:nvPr>
            <p:ph type="sldNum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3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/>
              <a:t>Example: organization of air </a:t>
            </a:r>
            <a:r>
              <a:rPr lang="en-US"/>
              <a:t>t</a:t>
            </a:r>
            <a:r>
              <a:rPr lang="en-US" sz="4400"/>
              <a:t>ravel</a:t>
            </a:r>
            <a:endParaRPr lang="en-US" sz="4400"/>
          </a:p>
        </p:txBody>
      </p:sp>
      <p:sp>
        <p:nvSpPr>
          <p:cNvPr id="576" name="Google Shape;576;p3"/>
          <p:cNvSpPr txBox="1"/>
          <p:nvPr/>
        </p:nvSpPr>
        <p:spPr>
          <a:xfrm>
            <a:off x="2345096" y="6081243"/>
            <a:ext cx="9529651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series of steps, involving many services</a:t>
            </a:r>
            <a:endParaRPr lang="en-US"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3"/>
          <p:cNvSpPr txBox="1"/>
          <p:nvPr/>
        </p:nvSpPr>
        <p:spPr>
          <a:xfrm>
            <a:off x="1110119" y="1935719"/>
            <a:ext cx="3719769" cy="2847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Calibri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ticket (purchase)</a:t>
            </a:r>
            <a:endParaRPr lang="en-US" sz="2800" b="0" i="0" u="none" strike="noStrike" cap="none">
              <a:solidFill>
                <a:srgbClr val="000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Calibri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baggage (check)</a:t>
            </a:r>
            <a:endParaRPr lang="en-US" sz="2800" b="0" i="0" u="none" strike="noStrike" cap="none">
              <a:solidFill>
                <a:srgbClr val="000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Calibri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gates (load)</a:t>
            </a:r>
            <a:endParaRPr lang="en-US" sz="2800" b="0" i="0" u="none" strike="noStrike" cap="none">
              <a:solidFill>
                <a:srgbClr val="000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Calibri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runway takeoff</a:t>
            </a:r>
            <a:endParaRPr lang="en-US" sz="2800" b="0" i="0" u="none" strike="noStrike" cap="none">
              <a:solidFill>
                <a:srgbClr val="000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Calibri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airplane routing</a:t>
            </a:r>
            <a:endParaRPr sz="2000" b="0" i="0" u="none" strike="noStrike" cap="none">
              <a:solidFill>
                <a:srgbClr val="000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3"/>
          <p:cNvSpPr txBox="1"/>
          <p:nvPr/>
        </p:nvSpPr>
        <p:spPr>
          <a:xfrm>
            <a:off x="7623765" y="1942018"/>
            <a:ext cx="2625654" cy="284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Calibri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ticket (complain)</a:t>
            </a:r>
            <a:endParaRPr lang="en-US" sz="2800" b="0" i="0" u="none" strike="noStrike" cap="none">
              <a:solidFill>
                <a:srgbClr val="000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Calibri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baggage (claim)</a:t>
            </a:r>
            <a:endParaRPr lang="en-US" sz="2800" b="0" i="0" u="none" strike="noStrike" cap="none">
              <a:solidFill>
                <a:srgbClr val="000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Calibri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gates (unload)</a:t>
            </a:r>
            <a:endParaRPr lang="en-US" sz="2800" b="0" i="0" u="none" strike="noStrike" cap="none">
              <a:solidFill>
                <a:srgbClr val="000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Calibri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runway landing</a:t>
            </a:r>
            <a:endParaRPr lang="en-US" sz="2800" b="0" i="0" u="none" strike="noStrike" cap="none">
              <a:solidFill>
                <a:srgbClr val="000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Calibri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airplane routing</a:t>
            </a:r>
            <a:endParaRPr lang="en-US" sz="2800" b="0" i="0" u="none" strike="noStrike" cap="none">
              <a:solidFill>
                <a:srgbClr val="000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3"/>
          <p:cNvSpPr txBox="1"/>
          <p:nvPr/>
        </p:nvSpPr>
        <p:spPr>
          <a:xfrm>
            <a:off x="4389746" y="4831320"/>
            <a:ext cx="3570798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Calibri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airplane routing</a:t>
            </a:r>
            <a:endParaRPr lang="en-US" sz="2800" b="0" i="0" u="none" strike="noStrike" cap="none">
              <a:solidFill>
                <a:srgbClr val="000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3"/>
          <p:cNvSpPr/>
          <p:nvPr/>
        </p:nvSpPr>
        <p:spPr>
          <a:xfrm>
            <a:off x="879891" y="2080182"/>
            <a:ext cx="7827767" cy="3289301"/>
          </a:xfrm>
          <a:custGeom>
            <a:avLst/>
            <a:gdLst/>
            <a:ahLst/>
            <a:cxnLst/>
            <a:rect l="l" t="t" r="r" b="b"/>
            <a:pathLst>
              <a:path w="8459" h="10000" extrusionOk="0">
                <a:moveTo>
                  <a:pt x="0" y="0"/>
                </a:moveTo>
                <a:cubicBezTo>
                  <a:pt x="3" y="2793"/>
                  <a:pt x="7" y="5585"/>
                  <a:pt x="10" y="8378"/>
                </a:cubicBezTo>
                <a:lnTo>
                  <a:pt x="1961" y="9961"/>
                </a:lnTo>
                <a:lnTo>
                  <a:pt x="8459" y="10000"/>
                </a:lnTo>
              </a:path>
            </a:pathLst>
          </a:custGeom>
          <a:noFill/>
          <a:ln w="4445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</a:t>
            </a:r>
            <a:endParaRPr lang="en-US"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3"/>
          <p:cNvSpPr/>
          <p:nvPr/>
        </p:nvSpPr>
        <p:spPr>
          <a:xfrm flipH="1">
            <a:off x="8627458" y="2106453"/>
            <a:ext cx="1822537" cy="3263030"/>
          </a:xfrm>
          <a:custGeom>
            <a:avLst/>
            <a:gdLst/>
            <a:ahLst/>
            <a:cxnLst/>
            <a:rect l="l" t="t" r="r" b="b"/>
            <a:pathLst>
              <a:path w="1822537" h="3263030" extrusionOk="0">
                <a:moveTo>
                  <a:pt x="1822537" y="3263030"/>
                </a:moveTo>
                <a:lnTo>
                  <a:pt x="6263" y="2743200"/>
                </a:lnTo>
                <a:cubicBezTo>
                  <a:pt x="4175" y="1828800"/>
                  <a:pt x="2088" y="914400"/>
                  <a:pt x="0" y="0"/>
                </a:cubicBezTo>
              </a:path>
            </a:pathLst>
          </a:custGeom>
          <a:noFill/>
          <a:ln w="4445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                </a:t>
            </a:r>
            <a:endParaRPr lang="en-US"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3"/>
          <p:cNvSpPr txBox="1"/>
          <p:nvPr/>
        </p:nvSpPr>
        <p:spPr>
          <a:xfrm>
            <a:off x="1882900" y="5634038"/>
            <a:ext cx="9529651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 would you </a:t>
            </a:r>
            <a:r>
              <a:rPr lang="en-US" sz="32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define/discuss </a:t>
            </a: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US" sz="32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system</a:t>
            </a: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of airline travel?</a:t>
            </a:r>
            <a:endParaRPr lang="en-US"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3" name="Google Shape;583;p3"/>
          <p:cNvCxnSpPr/>
          <p:nvPr/>
        </p:nvCxnSpPr>
        <p:spPr>
          <a:xfrm>
            <a:off x="1564598" y="1798817"/>
            <a:ext cx="7600013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84" name="Google Shape;584;p3"/>
          <p:cNvSpPr txBox="1"/>
          <p:nvPr/>
        </p:nvSpPr>
        <p:spPr>
          <a:xfrm>
            <a:off x="2473378" y="1558977"/>
            <a:ext cx="5581913" cy="4616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end-to-end transfer of person plus baggage</a:t>
            </a:r>
            <a:endParaRPr lang="en-US" sz="2400" b="0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85" name="Google Shape;585;p3"/>
          <p:cNvGrpSpPr/>
          <p:nvPr/>
        </p:nvGrpSpPr>
        <p:grpSpPr>
          <a:xfrm>
            <a:off x="4267725" y="1021517"/>
            <a:ext cx="1528763" cy="620713"/>
            <a:chOff x="-1042195" y="4302698"/>
            <a:chExt cx="1528763" cy="620713"/>
          </a:xfrm>
        </p:grpSpPr>
        <p:pic>
          <p:nvPicPr>
            <p:cNvPr id="586" name="Google Shape;586;p3" descr="yylgaifm[1]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 flipH="1">
              <a:off x="-1042195" y="4463036"/>
              <a:ext cx="1528763" cy="4603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587" name="Google Shape;587;p3"/>
            <p:cNvCxnSpPr/>
            <p:nvPr/>
          </p:nvCxnSpPr>
          <p:spPr>
            <a:xfrm>
              <a:off x="-561182" y="4302698"/>
              <a:ext cx="450850" cy="158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8" name="Google Shape;588;p3"/>
            <p:cNvCxnSpPr/>
            <p:nvPr/>
          </p:nvCxnSpPr>
          <p:spPr>
            <a:xfrm>
              <a:off x="-408782" y="4455098"/>
              <a:ext cx="450850" cy="158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9" name="Google Shape;589;p3"/>
            <p:cNvCxnSpPr/>
            <p:nvPr/>
          </p:nvCxnSpPr>
          <p:spPr>
            <a:xfrm>
              <a:off x="-256382" y="4607498"/>
              <a:ext cx="450850" cy="158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90" name="Google Shape;590;p3"/>
          <p:cNvSpPr txBox="1"/>
          <p:nvPr>
            <p:ph type="sldNum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5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6" name="Google Shape;596;p4"/>
          <p:cNvGrpSpPr/>
          <p:nvPr/>
        </p:nvGrpSpPr>
        <p:grpSpPr>
          <a:xfrm>
            <a:off x="464981" y="2052861"/>
            <a:ext cx="10432006" cy="2708042"/>
            <a:chOff x="464981" y="1753061"/>
            <a:chExt cx="10432006" cy="2708042"/>
          </a:xfrm>
        </p:grpSpPr>
        <p:sp>
          <p:nvSpPr>
            <p:cNvPr id="597" name="Google Shape;597;p4"/>
            <p:cNvSpPr/>
            <p:nvPr/>
          </p:nvSpPr>
          <p:spPr>
            <a:xfrm>
              <a:off x="464981" y="4061418"/>
              <a:ext cx="10421481" cy="399685"/>
            </a:xfrm>
            <a:prstGeom prst="rect">
              <a:avLst/>
            </a:prstGeom>
            <a:solidFill>
              <a:srgbClr val="8DA9D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8" name="Google Shape;598;p4"/>
            <p:cNvSpPr/>
            <p:nvPr/>
          </p:nvSpPr>
          <p:spPr>
            <a:xfrm>
              <a:off x="475506" y="3495132"/>
              <a:ext cx="10421481" cy="399685"/>
            </a:xfrm>
            <a:prstGeom prst="rect">
              <a:avLst/>
            </a:prstGeom>
            <a:solidFill>
              <a:srgbClr val="8DA9D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9" name="Google Shape;599;p4"/>
            <p:cNvSpPr/>
            <p:nvPr/>
          </p:nvSpPr>
          <p:spPr>
            <a:xfrm>
              <a:off x="470508" y="2945434"/>
              <a:ext cx="10421481" cy="399685"/>
            </a:xfrm>
            <a:prstGeom prst="rect">
              <a:avLst/>
            </a:prstGeom>
            <a:solidFill>
              <a:srgbClr val="8DA9D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0" name="Google Shape;600;p4"/>
            <p:cNvSpPr/>
            <p:nvPr/>
          </p:nvSpPr>
          <p:spPr>
            <a:xfrm>
              <a:off x="471525" y="2357714"/>
              <a:ext cx="10421481" cy="399685"/>
            </a:xfrm>
            <a:prstGeom prst="rect">
              <a:avLst/>
            </a:prstGeom>
            <a:solidFill>
              <a:srgbClr val="8DA9D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1" name="Google Shape;601;p4"/>
            <p:cNvSpPr/>
            <p:nvPr/>
          </p:nvSpPr>
          <p:spPr>
            <a:xfrm>
              <a:off x="464982" y="1753061"/>
              <a:ext cx="10421481" cy="399685"/>
            </a:xfrm>
            <a:prstGeom prst="rect">
              <a:avLst/>
            </a:prstGeom>
            <a:solidFill>
              <a:srgbClr val="8DA9D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02" name="Google Shape;602;p4"/>
          <p:cNvGrpSpPr/>
          <p:nvPr/>
        </p:nvGrpSpPr>
        <p:grpSpPr>
          <a:xfrm>
            <a:off x="7572969" y="1945699"/>
            <a:ext cx="2929467" cy="2895601"/>
            <a:chOff x="1574800" y="1788319"/>
            <a:chExt cx="2929467" cy="2895601"/>
          </a:xfrm>
        </p:grpSpPr>
        <p:sp>
          <p:nvSpPr>
            <p:cNvPr id="603" name="Google Shape;603;p4"/>
            <p:cNvSpPr/>
            <p:nvPr/>
          </p:nvSpPr>
          <p:spPr>
            <a:xfrm>
              <a:off x="1591733" y="1788319"/>
              <a:ext cx="2794000" cy="289560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04" name="Google Shape;604;p4"/>
            <p:cNvCxnSpPr/>
            <p:nvPr/>
          </p:nvCxnSpPr>
          <p:spPr>
            <a:xfrm>
              <a:off x="1574800" y="2421466"/>
              <a:ext cx="2929467" cy="0"/>
            </a:xfrm>
            <a:prstGeom prst="straightConnector1">
              <a:avLst/>
            </a:prstGeom>
            <a:noFill/>
            <a:ln w="254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05" name="Google Shape;605;p4"/>
            <p:cNvCxnSpPr/>
            <p:nvPr/>
          </p:nvCxnSpPr>
          <p:spPr>
            <a:xfrm>
              <a:off x="1574800" y="3009694"/>
              <a:ext cx="2929467" cy="0"/>
            </a:xfrm>
            <a:prstGeom prst="straightConnector1">
              <a:avLst/>
            </a:prstGeom>
            <a:noFill/>
            <a:ln w="254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06" name="Google Shape;606;p4"/>
            <p:cNvCxnSpPr/>
            <p:nvPr/>
          </p:nvCxnSpPr>
          <p:spPr>
            <a:xfrm>
              <a:off x="1574800" y="3581400"/>
              <a:ext cx="2929467" cy="0"/>
            </a:xfrm>
            <a:prstGeom prst="straightConnector1">
              <a:avLst/>
            </a:prstGeom>
            <a:noFill/>
            <a:ln w="254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07" name="Google Shape;607;p4"/>
            <p:cNvCxnSpPr/>
            <p:nvPr/>
          </p:nvCxnSpPr>
          <p:spPr>
            <a:xfrm>
              <a:off x="1574800" y="4115129"/>
              <a:ext cx="2929467" cy="0"/>
            </a:xfrm>
            <a:prstGeom prst="straightConnector1">
              <a:avLst/>
            </a:prstGeom>
            <a:noFill/>
            <a:ln w="254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608" name="Google Shape;608;p4"/>
          <p:cNvSpPr/>
          <p:nvPr/>
        </p:nvSpPr>
        <p:spPr>
          <a:xfrm>
            <a:off x="965209" y="1935719"/>
            <a:ext cx="2794000" cy="2895601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4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/>
              <a:t>Example: organization of air </a:t>
            </a:r>
            <a:r>
              <a:rPr lang="en-US"/>
              <a:t>t</a:t>
            </a:r>
            <a:r>
              <a:rPr lang="en-US" sz="4400"/>
              <a:t>ravel</a:t>
            </a:r>
            <a:endParaRPr lang="en-US" sz="4400"/>
          </a:p>
        </p:txBody>
      </p:sp>
      <p:sp>
        <p:nvSpPr>
          <p:cNvPr id="610" name="Google Shape;610;p4"/>
          <p:cNvSpPr txBox="1"/>
          <p:nvPr/>
        </p:nvSpPr>
        <p:spPr>
          <a:xfrm>
            <a:off x="1110119" y="1935719"/>
            <a:ext cx="2616935" cy="284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ticket (purchase)</a:t>
            </a:r>
            <a:endParaRPr lang="en-US" sz="2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baggage (check)</a:t>
            </a:r>
            <a:endParaRPr lang="en-US" sz="2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gates (load)</a:t>
            </a:r>
            <a:endParaRPr lang="en-US" sz="2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runway takeoff</a:t>
            </a:r>
            <a:endParaRPr lang="en-US" sz="2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airplane routing</a:t>
            </a:r>
            <a:endParaRPr sz="2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4"/>
          <p:cNvSpPr txBox="1"/>
          <p:nvPr/>
        </p:nvSpPr>
        <p:spPr>
          <a:xfrm>
            <a:off x="7623765" y="1942018"/>
            <a:ext cx="2625654" cy="284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ticket (complain)</a:t>
            </a:r>
            <a:endParaRPr lang="en-US" sz="2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baggage (claim)</a:t>
            </a:r>
            <a:endParaRPr lang="en-US" sz="2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gates (unload)</a:t>
            </a:r>
            <a:endParaRPr lang="en-US" sz="2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runway landing</a:t>
            </a:r>
            <a:endParaRPr lang="en-US" sz="2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airplane routing</a:t>
            </a:r>
            <a:endParaRPr lang="en-US" sz="2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2" name="Google Shape;612;p4"/>
          <p:cNvCxnSpPr/>
          <p:nvPr/>
        </p:nvCxnSpPr>
        <p:spPr>
          <a:xfrm>
            <a:off x="948276" y="2568866"/>
            <a:ext cx="2929467" cy="0"/>
          </a:xfrm>
          <a:prstGeom prst="straightConnector1">
            <a:avLst/>
          </a:prstGeom>
          <a:noFill/>
          <a:ln w="254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13" name="Google Shape;613;p4"/>
          <p:cNvCxnSpPr/>
          <p:nvPr/>
        </p:nvCxnSpPr>
        <p:spPr>
          <a:xfrm>
            <a:off x="948276" y="3157094"/>
            <a:ext cx="2929467" cy="0"/>
          </a:xfrm>
          <a:prstGeom prst="straightConnector1">
            <a:avLst/>
          </a:prstGeom>
          <a:noFill/>
          <a:ln w="254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14" name="Google Shape;614;p4"/>
          <p:cNvCxnSpPr/>
          <p:nvPr/>
        </p:nvCxnSpPr>
        <p:spPr>
          <a:xfrm>
            <a:off x="948276" y="3728800"/>
            <a:ext cx="2929467" cy="0"/>
          </a:xfrm>
          <a:prstGeom prst="straightConnector1">
            <a:avLst/>
          </a:prstGeom>
          <a:noFill/>
          <a:ln w="254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15" name="Google Shape;615;p4"/>
          <p:cNvCxnSpPr/>
          <p:nvPr/>
        </p:nvCxnSpPr>
        <p:spPr>
          <a:xfrm>
            <a:off x="948276" y="4262529"/>
            <a:ext cx="2929467" cy="0"/>
          </a:xfrm>
          <a:prstGeom prst="straightConnector1">
            <a:avLst/>
          </a:prstGeom>
          <a:noFill/>
          <a:ln w="254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16" name="Google Shape;616;p4"/>
          <p:cNvSpPr/>
          <p:nvPr/>
        </p:nvSpPr>
        <p:spPr>
          <a:xfrm>
            <a:off x="4260623" y="4272051"/>
            <a:ext cx="2794000" cy="568791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4"/>
          <p:cNvSpPr txBox="1"/>
          <p:nvPr/>
        </p:nvSpPr>
        <p:spPr>
          <a:xfrm>
            <a:off x="4453486" y="4300858"/>
            <a:ext cx="2511265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airplane routing</a:t>
            </a:r>
            <a:endParaRPr lang="en-US" sz="2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18" name="Google Shape;618;p4"/>
          <p:cNvGrpSpPr/>
          <p:nvPr/>
        </p:nvGrpSpPr>
        <p:grpSpPr>
          <a:xfrm>
            <a:off x="3948545" y="1999560"/>
            <a:ext cx="3522823" cy="2811596"/>
            <a:chOff x="3948545" y="1699760"/>
            <a:chExt cx="3522823" cy="2811596"/>
          </a:xfrm>
        </p:grpSpPr>
        <p:sp>
          <p:nvSpPr>
            <p:cNvPr id="619" name="Google Shape;619;p4"/>
            <p:cNvSpPr txBox="1"/>
            <p:nvPr/>
          </p:nvSpPr>
          <p:spPr>
            <a:xfrm>
              <a:off x="4400060" y="1699760"/>
              <a:ext cx="2507418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Calibri"/>
                <a:buNone/>
              </a:pPr>
              <a:r>
                <a:rPr lang="en-US" sz="2800" b="0" i="1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ticketing service</a:t>
              </a:r>
              <a:endParaRPr lang="en-US" sz="28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0" name="Google Shape;620;p4"/>
            <p:cNvSpPr txBox="1"/>
            <p:nvPr/>
          </p:nvSpPr>
          <p:spPr>
            <a:xfrm>
              <a:off x="4384331" y="2292643"/>
              <a:ext cx="2542106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Calibri"/>
                <a:buNone/>
              </a:pPr>
              <a:r>
                <a:rPr lang="en-US" sz="2800" b="0" i="1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baggage service</a:t>
              </a:r>
              <a:endParaRPr lang="en-US" sz="28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1" name="Google Shape;621;p4"/>
            <p:cNvSpPr txBox="1"/>
            <p:nvPr/>
          </p:nvSpPr>
          <p:spPr>
            <a:xfrm>
              <a:off x="4686266" y="2872078"/>
              <a:ext cx="1921103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Calibri"/>
                <a:buNone/>
              </a:pPr>
              <a:r>
                <a:rPr lang="en-US" sz="2800" b="0" i="1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gate service</a:t>
              </a:r>
              <a:endParaRPr lang="en-US" sz="28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2" name="Google Shape;622;p4"/>
            <p:cNvSpPr txBox="1"/>
            <p:nvPr/>
          </p:nvSpPr>
          <p:spPr>
            <a:xfrm>
              <a:off x="4485939" y="3451513"/>
              <a:ext cx="2354234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Calibri"/>
                <a:buNone/>
              </a:pPr>
              <a:r>
                <a:rPr lang="en-US" sz="2800" b="0" i="1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runway service</a:t>
              </a:r>
              <a:endParaRPr lang="en-US" sz="28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23" name="Google Shape;623;p4"/>
            <p:cNvGrpSpPr/>
            <p:nvPr/>
          </p:nvGrpSpPr>
          <p:grpSpPr>
            <a:xfrm>
              <a:off x="3948545" y="3988136"/>
              <a:ext cx="3522823" cy="523220"/>
              <a:chOff x="3976681" y="3974068"/>
              <a:chExt cx="3522823" cy="523220"/>
            </a:xfrm>
          </p:grpSpPr>
          <p:sp>
            <p:nvSpPr>
              <p:cNvPr id="624" name="Google Shape;624;p4"/>
              <p:cNvSpPr/>
              <p:nvPr/>
            </p:nvSpPr>
            <p:spPr>
              <a:xfrm>
                <a:off x="3976681" y="4046279"/>
                <a:ext cx="3522823" cy="402622"/>
              </a:xfrm>
              <a:prstGeom prst="rect">
                <a:avLst/>
              </a:prstGeom>
              <a:solidFill>
                <a:srgbClr val="8DA9D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5" name="Google Shape;625;p4"/>
              <p:cNvSpPr txBox="1"/>
              <p:nvPr/>
            </p:nvSpPr>
            <p:spPr>
              <a:xfrm>
                <a:off x="4506558" y="3974068"/>
                <a:ext cx="2327304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Calibri"/>
                  <a:buNone/>
                </a:pPr>
                <a:r>
                  <a:rPr lang="en-US" sz="2800" b="0" i="1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routing service</a:t>
                </a:r>
                <a:endParaRPr lang="en-US" sz="2800" b="0" i="1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26" name="Google Shape;626;p4"/>
          <p:cNvSpPr txBox="1"/>
          <p:nvPr/>
        </p:nvSpPr>
        <p:spPr>
          <a:xfrm>
            <a:off x="2393447" y="5094287"/>
            <a:ext cx="7613650" cy="176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52425" marR="0" lvl="0" indent="-2222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 b="0" i="1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layers:</a:t>
            </a:r>
            <a:r>
              <a:rPr lang="en-US" sz="32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layer implements a service</a:t>
            </a:r>
            <a:endParaRPr lang="en-US"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95325" marR="0" lvl="1" indent="-23177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via its own internal-layer actions</a:t>
            </a:r>
            <a:endParaRPr lang="en-US"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95325" marR="0" lvl="1" indent="-23177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relying on services provided by layer below</a:t>
            </a:r>
            <a:endParaRPr lang="en-US"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2425" marR="0" lvl="0" indent="-2222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4"/>
          <p:cNvSpPr txBox="1"/>
          <p:nvPr>
            <p:ph type="sldNum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5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/>
              <a:t>Why layering?</a:t>
            </a:r>
            <a:endParaRPr sz="4400"/>
          </a:p>
        </p:txBody>
      </p:sp>
      <p:sp>
        <p:nvSpPr>
          <p:cNvPr id="634" name="Google Shape;634;p5"/>
          <p:cNvSpPr txBox="1"/>
          <p:nvPr/>
        </p:nvSpPr>
        <p:spPr>
          <a:xfrm>
            <a:off x="780297" y="1203575"/>
            <a:ext cx="10162523" cy="4922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52425" marR="0" lvl="0" indent="-2222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600"/>
              <a:buFont typeface="Noto Sans Symbols"/>
              <a:buNone/>
            </a:pPr>
            <a:r>
              <a:rPr lang="en-US" sz="3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Approach to designing/discussing complex systems:</a:t>
            </a:r>
            <a:endParaRPr lang="en-US" sz="3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5"/>
          <p:cNvSpPr txBox="1"/>
          <p:nvPr/>
        </p:nvSpPr>
        <p:spPr>
          <a:xfrm>
            <a:off x="722834" y="1935296"/>
            <a:ext cx="7431816" cy="4345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73405" marR="0" lvl="0" indent="-355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explicit structure allows identification, relationship of system’s pieces</a:t>
            </a:r>
            <a:endParaRPr lang="en-US"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82980" marR="0" lvl="1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 panose="020B0604020202090204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layered </a:t>
            </a:r>
            <a:r>
              <a:rPr lang="en-US" sz="2800" b="0" i="1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reference model</a:t>
            </a: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for discussion</a:t>
            </a:r>
            <a:endParaRPr lang="en-US"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73405" marR="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modularization eases maintenance, updating of system</a:t>
            </a:r>
            <a:endParaRPr lang="en-US"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82980" marR="0" lvl="1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 panose="020B0604020202090204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change in layer's service </a:t>
            </a:r>
            <a:r>
              <a:rPr lang="en-US" sz="28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implementation</a:t>
            </a: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transparent to rest of system</a:t>
            </a:r>
            <a:endParaRPr lang="en-US"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82980" marR="0" lvl="1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 panose="020B0604020202090204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e.g., change in gate procedure doesn’t affect rest of system</a:t>
            </a:r>
            <a:endParaRPr lang="en-US"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5"/>
          <p:cNvSpPr txBox="1"/>
          <p:nvPr>
            <p:ph type="sldNum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7"/>
          <p:cNvSpPr/>
          <p:nvPr/>
        </p:nvSpPr>
        <p:spPr>
          <a:xfrm rot="10800000" flipH="1">
            <a:off x="10916607" y="1577038"/>
            <a:ext cx="450309" cy="4061761"/>
          </a:xfrm>
          <a:custGeom>
            <a:avLst/>
            <a:gdLst/>
            <a:ahLst/>
            <a:cxnLst/>
            <a:rect l="l" t="t" r="r" b="b"/>
            <a:pathLst>
              <a:path w="12496" h="21660" extrusionOk="0">
                <a:moveTo>
                  <a:pt x="12425" y="0"/>
                </a:moveTo>
                <a:lnTo>
                  <a:pt x="0" y="1517"/>
                </a:lnTo>
                <a:lnTo>
                  <a:pt x="1248" y="21660"/>
                </a:lnTo>
                <a:cubicBezTo>
                  <a:pt x="4581" y="12959"/>
                  <a:pt x="6667" y="10269"/>
                  <a:pt x="12496" y="4855"/>
                </a:cubicBezTo>
                <a:cubicBezTo>
                  <a:pt x="12472" y="3237"/>
                  <a:pt x="12449" y="1618"/>
                  <a:pt x="12425" y="0"/>
                </a:cubicBezTo>
                <a:close/>
              </a:path>
            </a:pathLst>
          </a:custGeom>
          <a:gradFill>
            <a:gsLst>
              <a:gs pos="0">
                <a:srgbClr val="3C6CDF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7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/>
              <a:t>Services, Layering and Encapsulation</a:t>
            </a:r>
            <a:endParaRPr sz="4400"/>
          </a:p>
        </p:txBody>
      </p:sp>
      <p:sp>
        <p:nvSpPr>
          <p:cNvPr id="644" name="Google Shape;644;p7"/>
          <p:cNvSpPr txBox="1"/>
          <p:nvPr/>
        </p:nvSpPr>
        <p:spPr>
          <a:xfrm>
            <a:off x="449705" y="5724388"/>
            <a:ext cx="110013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lang="en-US" sz="2400" b="0" i="1" u="none" strike="noStrike" cap="none">
                <a:solidFill>
                  <a:srgbClr val="000099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source</a:t>
            </a:r>
            <a:endParaRPr lang="en-US" sz="2400" b="0" i="1" u="none" strike="noStrike" cap="none">
              <a:solidFill>
                <a:srgbClr val="000099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45" name="Google Shape;645;p7"/>
          <p:cNvSpPr/>
          <p:nvPr/>
        </p:nvSpPr>
        <p:spPr>
          <a:xfrm rot="10800000">
            <a:off x="975630" y="1559549"/>
            <a:ext cx="450309" cy="4061761"/>
          </a:xfrm>
          <a:custGeom>
            <a:avLst/>
            <a:gdLst/>
            <a:ahLst/>
            <a:cxnLst/>
            <a:rect l="l" t="t" r="r" b="b"/>
            <a:pathLst>
              <a:path w="12496" h="21660" extrusionOk="0">
                <a:moveTo>
                  <a:pt x="12425" y="0"/>
                </a:moveTo>
                <a:lnTo>
                  <a:pt x="0" y="1517"/>
                </a:lnTo>
                <a:lnTo>
                  <a:pt x="1248" y="21660"/>
                </a:lnTo>
                <a:cubicBezTo>
                  <a:pt x="4581" y="12959"/>
                  <a:pt x="6667" y="10269"/>
                  <a:pt x="12496" y="4855"/>
                </a:cubicBezTo>
                <a:cubicBezTo>
                  <a:pt x="12472" y="3237"/>
                  <a:pt x="12449" y="1618"/>
                  <a:pt x="12425" y="0"/>
                </a:cubicBezTo>
                <a:close/>
              </a:path>
            </a:pathLst>
          </a:custGeom>
          <a:gradFill>
            <a:gsLst>
              <a:gs pos="0">
                <a:srgbClr val="3C6CDF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46" name="Google Shape;646;p7"/>
          <p:cNvGrpSpPr/>
          <p:nvPr/>
        </p:nvGrpSpPr>
        <p:grpSpPr>
          <a:xfrm flipH="1">
            <a:off x="635446" y="5073984"/>
            <a:ext cx="803275" cy="771525"/>
            <a:chOff x="-44" y="1473"/>
            <a:chExt cx="981" cy="1105"/>
          </a:xfrm>
        </p:grpSpPr>
        <p:pic>
          <p:nvPicPr>
            <p:cNvPr id="647" name="Google Shape;647;p7" descr="desktop_computer_stylized_medium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8" name="Google Shape;648;p7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/>
              <a:ahLst/>
              <a:cxnLst/>
              <a:rect l="l" t="t" r="r" b="b"/>
              <a:pathLst>
                <a:path w="356" h="368" extrusionOk="0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49" name="Google Shape;649;p7"/>
          <p:cNvSpPr txBox="1"/>
          <p:nvPr/>
        </p:nvSpPr>
        <p:spPr>
          <a:xfrm>
            <a:off x="3462727" y="3394795"/>
            <a:ext cx="5831174" cy="208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95275" marR="0" lvl="0" indent="-2952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transport-layer protocol </a:t>
            </a:r>
            <a:r>
              <a:rPr lang="en-US" sz="2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encapsulates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application-layer message, M, with </a:t>
            </a:r>
            <a:r>
              <a:rPr lang="en-US" sz="24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transport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layer-layer header H</a:t>
            </a:r>
            <a:r>
              <a:rPr lang="en-US" sz="2400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create a transport-layer 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segment</a:t>
            </a:r>
            <a:endParaRPr sz="2400" baseline="-250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74675" marR="0" lvl="1" indent="-2317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Arial" panose="020B0604020202090204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lang="en-US" sz="24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 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used by transport layer protocol to implement its service</a:t>
            </a:r>
            <a:endParaRPr sz="24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50" name="Google Shape;650;p7"/>
          <p:cNvGrpSpPr/>
          <p:nvPr/>
        </p:nvGrpSpPr>
        <p:grpSpPr>
          <a:xfrm>
            <a:off x="1334125" y="1421667"/>
            <a:ext cx="1765726" cy="4034752"/>
            <a:chOff x="1484027" y="1706480"/>
            <a:chExt cx="1765726" cy="4034752"/>
          </a:xfrm>
        </p:grpSpPr>
        <p:sp>
          <p:nvSpPr>
            <p:cNvPr id="651" name="Google Shape;651;p7"/>
            <p:cNvSpPr/>
            <p:nvPr/>
          </p:nvSpPr>
          <p:spPr>
            <a:xfrm>
              <a:off x="1528997" y="1870247"/>
              <a:ext cx="1648917" cy="3870985"/>
            </a:xfrm>
            <a:prstGeom prst="rect">
              <a:avLst/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76200" dist="38100" dir="18900000" sx="101000" sy="101000" algn="b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652" name="Google Shape;652;p7"/>
            <p:cNvSpPr txBox="1"/>
            <p:nvPr/>
          </p:nvSpPr>
          <p:spPr>
            <a:xfrm>
              <a:off x="1484027" y="1706480"/>
              <a:ext cx="1765726" cy="4033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application</a:t>
              </a:r>
              <a:endPara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transport</a:t>
              </a:r>
              <a:endPara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endPara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physical</a:t>
              </a: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53" name="Google Shape;653;p7"/>
            <p:cNvCxnSpPr/>
            <p:nvPr/>
          </p:nvCxnSpPr>
          <p:spPr>
            <a:xfrm>
              <a:off x="1534432" y="2675745"/>
              <a:ext cx="1643483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54" name="Google Shape;654;p7"/>
            <p:cNvCxnSpPr/>
            <p:nvPr/>
          </p:nvCxnSpPr>
          <p:spPr>
            <a:xfrm>
              <a:off x="1506952" y="3472722"/>
              <a:ext cx="1655973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55" name="Google Shape;655;p7"/>
            <p:cNvCxnSpPr/>
            <p:nvPr/>
          </p:nvCxnSpPr>
          <p:spPr>
            <a:xfrm>
              <a:off x="1509450" y="4209737"/>
              <a:ext cx="1668465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56" name="Google Shape;656;p7"/>
            <p:cNvCxnSpPr/>
            <p:nvPr/>
          </p:nvCxnSpPr>
          <p:spPr>
            <a:xfrm>
              <a:off x="1511947" y="4991726"/>
              <a:ext cx="1650978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657" name="Google Shape;657;p7"/>
          <p:cNvGrpSpPr/>
          <p:nvPr/>
        </p:nvGrpSpPr>
        <p:grpSpPr>
          <a:xfrm>
            <a:off x="11107713" y="4961744"/>
            <a:ext cx="374754" cy="833726"/>
            <a:chOff x="4140" y="429"/>
            <a:chExt cx="1425" cy="2396"/>
          </a:xfrm>
        </p:grpSpPr>
        <p:sp>
          <p:nvSpPr>
            <p:cNvPr id="658" name="Google Shape;658;p7"/>
            <p:cNvSpPr/>
            <p:nvPr/>
          </p:nvSpPr>
          <p:spPr>
            <a:xfrm>
              <a:off x="5268" y="433"/>
              <a:ext cx="283" cy="2286"/>
            </a:xfrm>
            <a:custGeom>
              <a:avLst/>
              <a:gdLst/>
              <a:ahLst/>
              <a:cxnLst/>
              <a:rect l="l" t="t" r="r" b="b"/>
              <a:pathLst>
                <a:path w="354" h="2742" extrusionOk="0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9" name="Google Shape;659;p7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660" name="Google Shape;660;p7"/>
            <p:cNvSpPr/>
            <p:nvPr/>
          </p:nvSpPr>
          <p:spPr>
            <a:xfrm>
              <a:off x="5321" y="570"/>
              <a:ext cx="169" cy="2115"/>
            </a:xfrm>
            <a:custGeom>
              <a:avLst/>
              <a:gdLst/>
              <a:ahLst/>
              <a:cxnLst/>
              <a:rect l="l" t="t" r="r" b="b"/>
              <a:pathLst>
                <a:path w="211" h="2537" extrusionOk="0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1" name="Google Shape;661;p7"/>
            <p:cNvSpPr/>
            <p:nvPr/>
          </p:nvSpPr>
          <p:spPr>
            <a:xfrm>
              <a:off x="5284" y="1640"/>
              <a:ext cx="263" cy="189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2" name="Google Shape;662;p7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grpSp>
          <p:nvGrpSpPr>
            <p:cNvPr id="663" name="Google Shape;663;p7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664" name="Google Shape;664;p7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665" name="Google Shape;665;p7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</p:grpSp>
        <p:sp>
          <p:nvSpPr>
            <p:cNvPr id="666" name="Google Shape;666;p7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grpSp>
          <p:nvGrpSpPr>
            <p:cNvPr id="667" name="Google Shape;667;p7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668" name="Google Shape;668;p7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669" name="Google Shape;669;p7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</p:grpSp>
        <p:sp>
          <p:nvSpPr>
            <p:cNvPr id="670" name="Google Shape;670;p7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671" name="Google Shape;671;p7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grpSp>
          <p:nvGrpSpPr>
            <p:cNvPr id="672" name="Google Shape;672;p7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673" name="Google Shape;673;p7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674" name="Google Shape;674;p7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</p:grpSp>
        <p:sp>
          <p:nvSpPr>
            <p:cNvPr id="675" name="Google Shape;675;p7"/>
            <p:cNvSpPr/>
            <p:nvPr/>
          </p:nvSpPr>
          <p:spPr>
            <a:xfrm>
              <a:off x="5288" y="1354"/>
              <a:ext cx="263" cy="188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76" name="Google Shape;676;p7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677" name="Google Shape;677;p7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678" name="Google Shape;678;p7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</p:grpSp>
        <p:sp>
          <p:nvSpPr>
            <p:cNvPr id="679" name="Google Shape;679;p7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680" name="Google Shape;680;p7"/>
            <p:cNvSpPr/>
            <p:nvPr/>
          </p:nvSpPr>
          <p:spPr>
            <a:xfrm>
              <a:off x="5312" y="1007"/>
              <a:ext cx="237" cy="213"/>
            </a:xfrm>
            <a:custGeom>
              <a:avLst/>
              <a:gdLst/>
              <a:ahLst/>
              <a:cxnLst/>
              <a:rect l="l" t="t" r="r" b="b"/>
              <a:pathLst>
                <a:path w="296" h="256" extrusionOk="0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1" name="Google Shape;681;p7"/>
            <p:cNvSpPr/>
            <p:nvPr/>
          </p:nvSpPr>
          <p:spPr>
            <a:xfrm>
              <a:off x="5315" y="680"/>
              <a:ext cx="244" cy="240"/>
            </a:xfrm>
            <a:custGeom>
              <a:avLst/>
              <a:gdLst/>
              <a:ahLst/>
              <a:cxnLst/>
              <a:rect l="l" t="t" r="r" b="b"/>
              <a:pathLst>
                <a:path w="304" h="288" extrusionOk="0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2" name="Google Shape;682;p7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683" name="Google Shape;683;p7"/>
            <p:cNvSpPr/>
            <p:nvPr/>
          </p:nvSpPr>
          <p:spPr>
            <a:xfrm>
              <a:off x="5302" y="2614"/>
              <a:ext cx="245" cy="200"/>
            </a:xfrm>
            <a:custGeom>
              <a:avLst/>
              <a:gdLst/>
              <a:ahLst/>
              <a:cxnLst/>
              <a:rect l="l" t="t" r="r" b="b"/>
              <a:pathLst>
                <a:path w="306" h="240" extrusionOk="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4" name="Google Shape;684;p7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685" name="Google Shape;685;p7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686" name="Google Shape;686;p7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687" name="Google Shape;687;p7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endParaRPr sz="1800" b="0" i="0" u="none" strike="noStrike" cap="none">
                <a:solidFill>
                  <a:srgbClr val="FF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688" name="Google Shape;688;p7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689" name="Google Shape;689;p7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  <p:sp>
        <p:nvSpPr>
          <p:cNvPr id="690" name="Google Shape;690;p7"/>
          <p:cNvSpPr txBox="1"/>
          <p:nvPr/>
        </p:nvSpPr>
        <p:spPr>
          <a:xfrm>
            <a:off x="10216734" y="5716780"/>
            <a:ext cx="167545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lang="en-US" sz="2400" i="1">
                <a:solidFill>
                  <a:srgbClr val="000099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destination</a:t>
            </a:r>
            <a:endParaRPr sz="2400" b="0" i="1" u="none" strike="noStrike" cap="none">
              <a:solidFill>
                <a:srgbClr val="000099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grpSp>
        <p:nvGrpSpPr>
          <p:cNvPr id="691" name="Google Shape;691;p7"/>
          <p:cNvGrpSpPr/>
          <p:nvPr/>
        </p:nvGrpSpPr>
        <p:grpSpPr>
          <a:xfrm>
            <a:off x="9221450" y="1413548"/>
            <a:ext cx="1765726" cy="4034752"/>
            <a:chOff x="1484027" y="1706480"/>
            <a:chExt cx="1765726" cy="4034752"/>
          </a:xfrm>
        </p:grpSpPr>
        <p:sp>
          <p:nvSpPr>
            <p:cNvPr id="692" name="Google Shape;692;p7"/>
            <p:cNvSpPr/>
            <p:nvPr/>
          </p:nvSpPr>
          <p:spPr>
            <a:xfrm>
              <a:off x="1528997" y="1870247"/>
              <a:ext cx="1648917" cy="3870985"/>
            </a:xfrm>
            <a:prstGeom prst="rect">
              <a:avLst/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76200" dist="38100" dir="18900000" sx="101000" sy="101000" algn="b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693" name="Google Shape;693;p7"/>
            <p:cNvSpPr txBox="1"/>
            <p:nvPr/>
          </p:nvSpPr>
          <p:spPr>
            <a:xfrm>
              <a:off x="1484027" y="1706480"/>
              <a:ext cx="1765726" cy="4033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application</a:t>
              </a:r>
              <a:endPara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transport</a:t>
              </a:r>
              <a:endPara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endPara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physical</a:t>
              </a: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94" name="Google Shape;694;p7"/>
            <p:cNvCxnSpPr/>
            <p:nvPr/>
          </p:nvCxnSpPr>
          <p:spPr>
            <a:xfrm>
              <a:off x="1534432" y="2675745"/>
              <a:ext cx="1643483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95" name="Google Shape;695;p7"/>
            <p:cNvCxnSpPr/>
            <p:nvPr/>
          </p:nvCxnSpPr>
          <p:spPr>
            <a:xfrm>
              <a:off x="1506952" y="3472722"/>
              <a:ext cx="1655973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96" name="Google Shape;696;p7"/>
            <p:cNvCxnSpPr/>
            <p:nvPr/>
          </p:nvCxnSpPr>
          <p:spPr>
            <a:xfrm>
              <a:off x="1509450" y="4209737"/>
              <a:ext cx="1668465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97" name="Google Shape;697;p7"/>
            <p:cNvCxnSpPr/>
            <p:nvPr/>
          </p:nvCxnSpPr>
          <p:spPr>
            <a:xfrm>
              <a:off x="1511947" y="4991726"/>
              <a:ext cx="1650978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698" name="Google Shape;698;p7"/>
          <p:cNvGrpSpPr/>
          <p:nvPr/>
        </p:nvGrpSpPr>
        <p:grpSpPr>
          <a:xfrm>
            <a:off x="3211642" y="2368401"/>
            <a:ext cx="5768648" cy="912589"/>
            <a:chOff x="3211642" y="2368401"/>
            <a:chExt cx="5768648" cy="912589"/>
          </a:xfrm>
        </p:grpSpPr>
        <p:cxnSp>
          <p:nvCxnSpPr>
            <p:cNvPr id="699" name="Google Shape;699;p7"/>
            <p:cNvCxnSpPr/>
            <p:nvPr/>
          </p:nvCxnSpPr>
          <p:spPr>
            <a:xfrm>
              <a:off x="3211642" y="2610788"/>
              <a:ext cx="5651292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triangle" w="med" len="med"/>
              <a:tailEnd type="triangle" w="med" len="med"/>
            </a:ln>
          </p:spPr>
        </p:cxnSp>
        <p:sp>
          <p:nvSpPr>
            <p:cNvPr id="700" name="Google Shape;700;p7"/>
            <p:cNvSpPr txBox="1"/>
            <p:nvPr/>
          </p:nvSpPr>
          <p:spPr>
            <a:xfrm>
              <a:off x="3359490" y="2717590"/>
              <a:ext cx="5620800" cy="56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Transport-layer </a:t>
              </a: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protocotransfers M (e.g., reliably) from one </a:t>
              </a:r>
              <a:r>
                <a:rPr lang="en-US" sz="18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process</a:t>
              </a: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to another, using services of network layer</a:t>
              </a:r>
              <a:endPara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1" name="Google Shape;701;p7"/>
            <p:cNvSpPr/>
            <p:nvPr/>
          </p:nvSpPr>
          <p:spPr>
            <a:xfrm>
              <a:off x="5584583" y="2368401"/>
              <a:ext cx="971760" cy="38974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02" name="Google Shape;702;p7"/>
            <p:cNvGrpSpPr/>
            <p:nvPr/>
          </p:nvGrpSpPr>
          <p:grpSpPr>
            <a:xfrm>
              <a:off x="5690803" y="2434313"/>
              <a:ext cx="908050" cy="301625"/>
              <a:chOff x="1848" y="2046"/>
              <a:chExt cx="572" cy="190"/>
            </a:xfrm>
          </p:grpSpPr>
          <p:grpSp>
            <p:nvGrpSpPr>
              <p:cNvPr id="703" name="Google Shape;703;p7"/>
              <p:cNvGrpSpPr/>
              <p:nvPr/>
            </p:nvGrpSpPr>
            <p:grpSpPr>
              <a:xfrm>
                <a:off x="1848" y="2047"/>
                <a:ext cx="187" cy="184"/>
                <a:chOff x="1959" y="2058"/>
                <a:chExt cx="187" cy="184"/>
              </a:xfrm>
            </p:grpSpPr>
            <p:sp>
              <p:nvSpPr>
                <p:cNvPr id="704" name="Google Shape;704;p7"/>
                <p:cNvSpPr/>
                <p:nvPr/>
              </p:nvSpPr>
              <p:spPr>
                <a:xfrm>
                  <a:off x="1964" y="2075"/>
                  <a:ext cx="177" cy="162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endParaRPr sz="2400" b="0" i="0" u="none" strike="noStrike" cap="none">
                    <a:solidFill>
                      <a:srgbClr val="000000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endParaRPr>
                </a:p>
              </p:txBody>
            </p:sp>
            <p:sp>
              <p:nvSpPr>
                <p:cNvPr id="705" name="Google Shape;705;p7"/>
                <p:cNvSpPr/>
                <p:nvPr/>
              </p:nvSpPr>
              <p:spPr>
                <a:xfrm>
                  <a:off x="1959" y="2058"/>
                  <a:ext cx="187" cy="18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Noto Sans Symbols"/>
                    <a:buNone/>
                  </a:pPr>
                  <a:r>
                    <a:rPr lang="en-US" sz="1400" b="0" i="0" u="none" strike="noStrike" cap="none">
                      <a:solidFill>
                        <a:srgbClr val="000000"/>
                      </a:solidFill>
                      <a:latin typeface="Arial" panose="020B0604020202090204"/>
                      <a:ea typeface="Arial" panose="020B0604020202090204"/>
                      <a:cs typeface="Arial" panose="020B0604020202090204"/>
                      <a:sym typeface="Arial" panose="020B0604020202090204"/>
                    </a:rPr>
                    <a:t>H</a:t>
                  </a:r>
                  <a:endParaRPr lang="en-US" sz="1400" b="0" i="0" u="none" strike="noStrike" cap="none">
                    <a:solidFill>
                      <a:srgbClr val="000000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endParaRPr>
                </a:p>
              </p:txBody>
            </p:sp>
          </p:grpSp>
          <p:grpSp>
            <p:nvGrpSpPr>
              <p:cNvPr id="706" name="Google Shape;706;p7"/>
              <p:cNvGrpSpPr/>
              <p:nvPr/>
            </p:nvGrpSpPr>
            <p:grpSpPr>
              <a:xfrm>
                <a:off x="1992" y="2046"/>
                <a:ext cx="428" cy="190"/>
                <a:chOff x="780" y="1553"/>
                <a:chExt cx="428" cy="190"/>
              </a:xfrm>
            </p:grpSpPr>
            <p:sp>
              <p:nvSpPr>
                <p:cNvPr id="707" name="Google Shape;707;p7"/>
                <p:cNvSpPr/>
                <p:nvPr/>
              </p:nvSpPr>
              <p:spPr>
                <a:xfrm>
                  <a:off x="817" y="1571"/>
                  <a:ext cx="312" cy="162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endParaRPr sz="2400" b="0" i="0" u="none" strike="noStrike" cap="none">
                    <a:solidFill>
                      <a:srgbClr val="000000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endParaRPr>
                </a:p>
              </p:txBody>
            </p:sp>
            <p:sp>
              <p:nvSpPr>
                <p:cNvPr id="708" name="Google Shape;708;p7"/>
                <p:cNvSpPr/>
                <p:nvPr/>
              </p:nvSpPr>
              <p:spPr>
                <a:xfrm>
                  <a:off x="780" y="1553"/>
                  <a:ext cx="428" cy="1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Noto Sans Symbols"/>
                    <a:buNone/>
                  </a:pPr>
                  <a:r>
                    <a:rPr lang="en-US" sz="1400" b="0" i="0" u="none" strike="noStrike" cap="none">
                      <a:solidFill>
                        <a:srgbClr val="000000"/>
                      </a:solidFill>
                      <a:latin typeface="Arial" panose="020B0604020202090204"/>
                      <a:ea typeface="Arial" panose="020B0604020202090204"/>
                      <a:cs typeface="Arial" panose="020B0604020202090204"/>
                      <a:sym typeface="Arial" panose="020B0604020202090204"/>
                    </a:rPr>
                    <a:t>M</a:t>
                  </a:r>
                  <a:endParaRPr lang="en-US" sz="1400" b="0" i="0" u="none" strike="noStrike" cap="none">
                    <a:solidFill>
                      <a:srgbClr val="000000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endParaRPr>
                </a:p>
              </p:txBody>
            </p:sp>
          </p:grpSp>
        </p:grpSp>
      </p:grpSp>
      <p:sp>
        <p:nvSpPr>
          <p:cNvPr id="709" name="Google Shape;709;p7"/>
          <p:cNvSpPr txBox="1"/>
          <p:nvPr/>
        </p:nvSpPr>
        <p:spPr>
          <a:xfrm>
            <a:off x="3375461" y="1789390"/>
            <a:ext cx="5618811" cy="565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Application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exchanges </a:t>
            </a:r>
            <a:r>
              <a:rPr lang="en-US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messages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implement some application service using </a:t>
            </a:r>
            <a:r>
              <a:rPr lang="en-US"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services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transport layer</a:t>
            </a:r>
            <a:endParaRPr lang="en-US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10" name="Google Shape;710;p7"/>
          <p:cNvGrpSpPr/>
          <p:nvPr/>
        </p:nvGrpSpPr>
        <p:grpSpPr>
          <a:xfrm>
            <a:off x="3254290" y="1489592"/>
            <a:ext cx="5651292" cy="389744"/>
            <a:chOff x="3270354" y="1798823"/>
            <a:chExt cx="5651292" cy="389744"/>
          </a:xfrm>
        </p:grpSpPr>
        <p:cxnSp>
          <p:nvCxnSpPr>
            <p:cNvPr id="711" name="Google Shape;711;p7"/>
            <p:cNvCxnSpPr/>
            <p:nvPr/>
          </p:nvCxnSpPr>
          <p:spPr>
            <a:xfrm>
              <a:off x="3270354" y="1993691"/>
              <a:ext cx="5651292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triangle" w="med" len="med"/>
              <a:tailEnd type="triangle" w="med" len="med"/>
            </a:ln>
          </p:spPr>
        </p:cxnSp>
        <p:sp>
          <p:nvSpPr>
            <p:cNvPr id="712" name="Google Shape;712;p7"/>
            <p:cNvSpPr/>
            <p:nvPr/>
          </p:nvSpPr>
          <p:spPr>
            <a:xfrm>
              <a:off x="5878639" y="1798823"/>
              <a:ext cx="674558" cy="38974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13" name="Google Shape;713;p7"/>
            <p:cNvGrpSpPr/>
            <p:nvPr/>
          </p:nvGrpSpPr>
          <p:grpSpPr>
            <a:xfrm>
              <a:off x="5953468" y="1857555"/>
              <a:ext cx="679450" cy="301625"/>
              <a:chOff x="780" y="1553"/>
              <a:chExt cx="428" cy="190"/>
            </a:xfrm>
          </p:grpSpPr>
          <p:sp>
            <p:nvSpPr>
              <p:cNvPr id="714" name="Google Shape;714;p7"/>
              <p:cNvSpPr/>
              <p:nvPr/>
            </p:nvSpPr>
            <p:spPr>
              <a:xfrm>
                <a:off x="817" y="1569"/>
                <a:ext cx="312" cy="162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715" name="Google Shape;715;p7"/>
              <p:cNvSpPr/>
              <p:nvPr/>
            </p:nvSpPr>
            <p:spPr>
              <a:xfrm>
                <a:off x="780" y="1553"/>
                <a:ext cx="428" cy="1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lang="en-US" sz="1400" b="0" i="0" u="none" strike="noStrike" cap="none">
                    <a:solidFill>
                      <a:srgbClr val="000000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M</a:t>
                </a:r>
                <a:endParaRPr lang="en-US"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</p:grpSp>
      </p:grpSp>
      <p:sp>
        <p:nvSpPr>
          <p:cNvPr id="716" name="Google Shape;716;p7"/>
          <p:cNvSpPr txBox="1"/>
          <p:nvPr/>
        </p:nvSpPr>
        <p:spPr>
          <a:xfrm>
            <a:off x="6982691" y="-781396"/>
            <a:ext cx="4571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7"/>
          <p:cNvSpPr txBox="1"/>
          <p:nvPr>
            <p:ph type="sldNum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7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8"/>
          <p:cNvSpPr/>
          <p:nvPr/>
        </p:nvSpPr>
        <p:spPr>
          <a:xfrm rot="10800000" flipH="1">
            <a:off x="10916607" y="1577038"/>
            <a:ext cx="450309" cy="4061761"/>
          </a:xfrm>
          <a:custGeom>
            <a:avLst/>
            <a:gdLst/>
            <a:ahLst/>
            <a:cxnLst/>
            <a:rect l="l" t="t" r="r" b="b"/>
            <a:pathLst>
              <a:path w="12496" h="21660" extrusionOk="0">
                <a:moveTo>
                  <a:pt x="12425" y="0"/>
                </a:moveTo>
                <a:lnTo>
                  <a:pt x="0" y="1517"/>
                </a:lnTo>
                <a:lnTo>
                  <a:pt x="1248" y="21660"/>
                </a:lnTo>
                <a:cubicBezTo>
                  <a:pt x="4581" y="12959"/>
                  <a:pt x="6667" y="10269"/>
                  <a:pt x="12496" y="4855"/>
                </a:cubicBezTo>
                <a:cubicBezTo>
                  <a:pt x="12472" y="3237"/>
                  <a:pt x="12449" y="1618"/>
                  <a:pt x="12425" y="0"/>
                </a:cubicBezTo>
                <a:close/>
              </a:path>
            </a:pathLst>
          </a:custGeom>
          <a:gradFill>
            <a:gsLst>
              <a:gs pos="0">
                <a:srgbClr val="3C6CDF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8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/>
              <a:t>Services, Layering and Encapsulation</a:t>
            </a:r>
            <a:endParaRPr sz="4400"/>
          </a:p>
        </p:txBody>
      </p:sp>
      <p:sp>
        <p:nvSpPr>
          <p:cNvPr id="725" name="Google Shape;725;p8"/>
          <p:cNvSpPr txBox="1"/>
          <p:nvPr/>
        </p:nvSpPr>
        <p:spPr>
          <a:xfrm>
            <a:off x="449705" y="5724388"/>
            <a:ext cx="110013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lang="en-US" sz="2400" b="0" i="1" u="none" strike="noStrike" cap="none">
                <a:solidFill>
                  <a:srgbClr val="000099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source</a:t>
            </a:r>
            <a:endParaRPr lang="en-US" sz="2400" b="0" i="1" u="none" strike="noStrike" cap="none">
              <a:solidFill>
                <a:srgbClr val="000099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726" name="Google Shape;726;p8"/>
          <p:cNvSpPr/>
          <p:nvPr/>
        </p:nvSpPr>
        <p:spPr>
          <a:xfrm rot="10800000">
            <a:off x="975630" y="1559549"/>
            <a:ext cx="450309" cy="4061761"/>
          </a:xfrm>
          <a:custGeom>
            <a:avLst/>
            <a:gdLst/>
            <a:ahLst/>
            <a:cxnLst/>
            <a:rect l="l" t="t" r="r" b="b"/>
            <a:pathLst>
              <a:path w="12496" h="21660" extrusionOk="0">
                <a:moveTo>
                  <a:pt x="12425" y="0"/>
                </a:moveTo>
                <a:lnTo>
                  <a:pt x="0" y="1517"/>
                </a:lnTo>
                <a:lnTo>
                  <a:pt x="1248" y="21660"/>
                </a:lnTo>
                <a:cubicBezTo>
                  <a:pt x="4581" y="12959"/>
                  <a:pt x="6667" y="10269"/>
                  <a:pt x="12496" y="4855"/>
                </a:cubicBezTo>
                <a:cubicBezTo>
                  <a:pt x="12472" y="3237"/>
                  <a:pt x="12449" y="1618"/>
                  <a:pt x="12425" y="0"/>
                </a:cubicBezTo>
                <a:close/>
              </a:path>
            </a:pathLst>
          </a:custGeom>
          <a:gradFill>
            <a:gsLst>
              <a:gs pos="0">
                <a:srgbClr val="3C6CDF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27" name="Google Shape;727;p8"/>
          <p:cNvGrpSpPr/>
          <p:nvPr/>
        </p:nvGrpSpPr>
        <p:grpSpPr>
          <a:xfrm flipH="1">
            <a:off x="635446" y="5073984"/>
            <a:ext cx="803275" cy="771525"/>
            <a:chOff x="-44" y="1473"/>
            <a:chExt cx="981" cy="1105"/>
          </a:xfrm>
        </p:grpSpPr>
        <p:pic>
          <p:nvPicPr>
            <p:cNvPr id="728" name="Google Shape;728;p8" descr="desktop_computer_stylized_medium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9" name="Google Shape;729;p8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/>
              <a:ahLst/>
              <a:cxnLst/>
              <a:rect l="l" t="t" r="r" b="b"/>
              <a:pathLst>
                <a:path w="356" h="368" extrusionOk="0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730" name="Google Shape;730;p8"/>
          <p:cNvCxnSpPr/>
          <p:nvPr/>
        </p:nvCxnSpPr>
        <p:spPr>
          <a:xfrm>
            <a:off x="3211642" y="2610788"/>
            <a:ext cx="5651292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731" name="Google Shape;731;p8"/>
          <p:cNvSpPr txBox="1"/>
          <p:nvPr/>
        </p:nvSpPr>
        <p:spPr>
          <a:xfrm>
            <a:off x="3211830" y="2736215"/>
            <a:ext cx="5860415" cy="560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Transport-layer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protocol transfers M (e.g., reliably) from one </a:t>
            </a:r>
            <a:r>
              <a:rPr lang="en-US"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another, using services of network layer</a:t>
            </a:r>
            <a:endParaRPr lang="en-US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8"/>
          <p:cNvSpPr/>
          <p:nvPr/>
        </p:nvSpPr>
        <p:spPr>
          <a:xfrm>
            <a:off x="5584583" y="2368401"/>
            <a:ext cx="971760" cy="3897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33" name="Google Shape;733;p8"/>
          <p:cNvGrpSpPr/>
          <p:nvPr/>
        </p:nvGrpSpPr>
        <p:grpSpPr>
          <a:xfrm>
            <a:off x="5690803" y="2434313"/>
            <a:ext cx="908050" cy="301625"/>
            <a:chOff x="1848" y="2046"/>
            <a:chExt cx="572" cy="190"/>
          </a:xfrm>
        </p:grpSpPr>
        <p:grpSp>
          <p:nvGrpSpPr>
            <p:cNvPr id="734" name="Google Shape;734;p8"/>
            <p:cNvGrpSpPr/>
            <p:nvPr/>
          </p:nvGrpSpPr>
          <p:grpSpPr>
            <a:xfrm>
              <a:off x="1848" y="2047"/>
              <a:ext cx="187" cy="184"/>
              <a:chOff x="1959" y="2058"/>
              <a:chExt cx="187" cy="184"/>
            </a:xfrm>
          </p:grpSpPr>
          <p:sp>
            <p:nvSpPr>
              <p:cNvPr id="735" name="Google Shape;735;p8"/>
              <p:cNvSpPr/>
              <p:nvPr/>
            </p:nvSpPr>
            <p:spPr>
              <a:xfrm>
                <a:off x="1964" y="2075"/>
                <a:ext cx="177" cy="162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736" name="Google Shape;736;p8"/>
              <p:cNvSpPr/>
              <p:nvPr/>
            </p:nvSpPr>
            <p:spPr>
              <a:xfrm>
                <a:off x="1959" y="2058"/>
                <a:ext cx="187" cy="1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lang="en-US" sz="1400" b="0" i="0" u="none" strike="noStrike" cap="none">
                    <a:solidFill>
                      <a:srgbClr val="000000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H</a:t>
                </a:r>
                <a:r>
                  <a:rPr lang="en-US" sz="1800" b="0" i="0" u="none" strike="noStrike" cap="none" baseline="-25000">
                    <a:solidFill>
                      <a:srgbClr val="000000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t</a:t>
                </a:r>
                <a:endParaRPr baseline="-25000"/>
              </a:p>
            </p:txBody>
          </p:sp>
        </p:grpSp>
        <p:grpSp>
          <p:nvGrpSpPr>
            <p:cNvPr id="737" name="Google Shape;737;p8"/>
            <p:cNvGrpSpPr/>
            <p:nvPr/>
          </p:nvGrpSpPr>
          <p:grpSpPr>
            <a:xfrm>
              <a:off x="1992" y="2046"/>
              <a:ext cx="428" cy="190"/>
              <a:chOff x="780" y="1553"/>
              <a:chExt cx="428" cy="190"/>
            </a:xfrm>
          </p:grpSpPr>
          <p:sp>
            <p:nvSpPr>
              <p:cNvPr id="738" name="Google Shape;738;p8"/>
              <p:cNvSpPr/>
              <p:nvPr/>
            </p:nvSpPr>
            <p:spPr>
              <a:xfrm>
                <a:off x="817" y="1571"/>
                <a:ext cx="312" cy="162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739" name="Google Shape;739;p8"/>
              <p:cNvSpPr/>
              <p:nvPr/>
            </p:nvSpPr>
            <p:spPr>
              <a:xfrm>
                <a:off x="780" y="1553"/>
                <a:ext cx="428" cy="1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lang="en-US" sz="1400" b="0" i="0" u="none" strike="noStrike" cap="none">
                    <a:solidFill>
                      <a:srgbClr val="000000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M</a:t>
                </a:r>
                <a:endParaRPr lang="en-US"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</p:grpSp>
      </p:grpSp>
      <p:sp>
        <p:nvSpPr>
          <p:cNvPr id="740" name="Google Shape;740;p8"/>
          <p:cNvSpPr txBox="1"/>
          <p:nvPr/>
        </p:nvSpPr>
        <p:spPr>
          <a:xfrm>
            <a:off x="3462727" y="4339175"/>
            <a:ext cx="5831174" cy="208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95275" marR="0" lvl="0" indent="-2952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network-layer protocol </a:t>
            </a:r>
            <a:r>
              <a:rPr lang="en-US" sz="2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encapsulates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transport-layer segment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[H</a:t>
            </a:r>
            <a:r>
              <a:rPr lang="en-US" sz="2000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| M]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 network layer-layer header H</a:t>
            </a:r>
            <a:r>
              <a:rPr lang="en-US" sz="2400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create a network-layer 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datagram </a:t>
            </a:r>
            <a:endParaRPr lang="en-US" sz="24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74675" marR="0" lvl="1" indent="-2317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Arial" panose="020B0604020202090204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lang="en-US" sz="24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used by network layer protocol to implement its service</a:t>
            </a:r>
            <a:endParaRPr sz="24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41" name="Google Shape;741;p8"/>
          <p:cNvGrpSpPr/>
          <p:nvPr/>
        </p:nvGrpSpPr>
        <p:grpSpPr>
          <a:xfrm>
            <a:off x="1334125" y="1421667"/>
            <a:ext cx="1765726" cy="4034752"/>
            <a:chOff x="1484027" y="1706480"/>
            <a:chExt cx="1765726" cy="4034752"/>
          </a:xfrm>
        </p:grpSpPr>
        <p:sp>
          <p:nvSpPr>
            <p:cNvPr id="742" name="Google Shape;742;p8"/>
            <p:cNvSpPr/>
            <p:nvPr/>
          </p:nvSpPr>
          <p:spPr>
            <a:xfrm>
              <a:off x="1528997" y="1870247"/>
              <a:ext cx="1648917" cy="3870985"/>
            </a:xfrm>
            <a:prstGeom prst="rect">
              <a:avLst/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76200" dist="38100" dir="18900000" sx="101000" sy="101000" algn="b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743" name="Google Shape;743;p8"/>
            <p:cNvSpPr txBox="1"/>
            <p:nvPr/>
          </p:nvSpPr>
          <p:spPr>
            <a:xfrm>
              <a:off x="1484027" y="1706480"/>
              <a:ext cx="1765726" cy="4033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application</a:t>
              </a:r>
              <a:endPara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transport</a:t>
              </a:r>
              <a:endPara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endPara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physical</a:t>
              </a: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44" name="Google Shape;744;p8"/>
            <p:cNvCxnSpPr/>
            <p:nvPr/>
          </p:nvCxnSpPr>
          <p:spPr>
            <a:xfrm>
              <a:off x="1534432" y="2675745"/>
              <a:ext cx="1643483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45" name="Google Shape;745;p8"/>
            <p:cNvCxnSpPr/>
            <p:nvPr/>
          </p:nvCxnSpPr>
          <p:spPr>
            <a:xfrm>
              <a:off x="1506952" y="3472722"/>
              <a:ext cx="1655973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46" name="Google Shape;746;p8"/>
            <p:cNvCxnSpPr/>
            <p:nvPr/>
          </p:nvCxnSpPr>
          <p:spPr>
            <a:xfrm>
              <a:off x="1509450" y="4209737"/>
              <a:ext cx="1668465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47" name="Google Shape;747;p8"/>
            <p:cNvCxnSpPr/>
            <p:nvPr/>
          </p:nvCxnSpPr>
          <p:spPr>
            <a:xfrm>
              <a:off x="1511947" y="4991726"/>
              <a:ext cx="1650978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748" name="Google Shape;748;p8"/>
          <p:cNvGrpSpPr/>
          <p:nvPr/>
        </p:nvGrpSpPr>
        <p:grpSpPr>
          <a:xfrm>
            <a:off x="11107713" y="4961744"/>
            <a:ext cx="374754" cy="833726"/>
            <a:chOff x="4140" y="429"/>
            <a:chExt cx="1425" cy="2396"/>
          </a:xfrm>
        </p:grpSpPr>
        <p:sp>
          <p:nvSpPr>
            <p:cNvPr id="749" name="Google Shape;749;p8"/>
            <p:cNvSpPr/>
            <p:nvPr/>
          </p:nvSpPr>
          <p:spPr>
            <a:xfrm>
              <a:off x="5268" y="433"/>
              <a:ext cx="283" cy="2286"/>
            </a:xfrm>
            <a:custGeom>
              <a:avLst/>
              <a:gdLst/>
              <a:ahLst/>
              <a:cxnLst/>
              <a:rect l="l" t="t" r="r" b="b"/>
              <a:pathLst>
                <a:path w="354" h="2742" extrusionOk="0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0" name="Google Shape;750;p8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751" name="Google Shape;751;p8"/>
            <p:cNvSpPr/>
            <p:nvPr/>
          </p:nvSpPr>
          <p:spPr>
            <a:xfrm>
              <a:off x="5321" y="570"/>
              <a:ext cx="169" cy="2115"/>
            </a:xfrm>
            <a:custGeom>
              <a:avLst/>
              <a:gdLst/>
              <a:ahLst/>
              <a:cxnLst/>
              <a:rect l="l" t="t" r="r" b="b"/>
              <a:pathLst>
                <a:path w="211" h="2537" extrusionOk="0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2" name="Google Shape;752;p8"/>
            <p:cNvSpPr/>
            <p:nvPr/>
          </p:nvSpPr>
          <p:spPr>
            <a:xfrm>
              <a:off x="5284" y="1640"/>
              <a:ext cx="263" cy="189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3" name="Google Shape;753;p8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grpSp>
          <p:nvGrpSpPr>
            <p:cNvPr id="754" name="Google Shape;754;p8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755" name="Google Shape;755;p8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756" name="Google Shape;756;p8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</p:grpSp>
        <p:sp>
          <p:nvSpPr>
            <p:cNvPr id="757" name="Google Shape;757;p8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grpSp>
          <p:nvGrpSpPr>
            <p:cNvPr id="758" name="Google Shape;758;p8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759" name="Google Shape;759;p8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760" name="Google Shape;760;p8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</p:grpSp>
        <p:sp>
          <p:nvSpPr>
            <p:cNvPr id="761" name="Google Shape;761;p8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762" name="Google Shape;762;p8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grpSp>
          <p:nvGrpSpPr>
            <p:cNvPr id="763" name="Google Shape;763;p8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764" name="Google Shape;764;p8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765" name="Google Shape;765;p8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</p:grpSp>
        <p:sp>
          <p:nvSpPr>
            <p:cNvPr id="766" name="Google Shape;766;p8"/>
            <p:cNvSpPr/>
            <p:nvPr/>
          </p:nvSpPr>
          <p:spPr>
            <a:xfrm>
              <a:off x="5288" y="1354"/>
              <a:ext cx="263" cy="188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67" name="Google Shape;767;p8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768" name="Google Shape;768;p8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769" name="Google Shape;769;p8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</p:grpSp>
        <p:sp>
          <p:nvSpPr>
            <p:cNvPr id="770" name="Google Shape;770;p8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771" name="Google Shape;771;p8"/>
            <p:cNvSpPr/>
            <p:nvPr/>
          </p:nvSpPr>
          <p:spPr>
            <a:xfrm>
              <a:off x="5312" y="1007"/>
              <a:ext cx="237" cy="213"/>
            </a:xfrm>
            <a:custGeom>
              <a:avLst/>
              <a:gdLst/>
              <a:ahLst/>
              <a:cxnLst/>
              <a:rect l="l" t="t" r="r" b="b"/>
              <a:pathLst>
                <a:path w="296" h="256" extrusionOk="0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2" name="Google Shape;772;p8"/>
            <p:cNvSpPr/>
            <p:nvPr/>
          </p:nvSpPr>
          <p:spPr>
            <a:xfrm>
              <a:off x="5315" y="680"/>
              <a:ext cx="244" cy="240"/>
            </a:xfrm>
            <a:custGeom>
              <a:avLst/>
              <a:gdLst/>
              <a:ahLst/>
              <a:cxnLst/>
              <a:rect l="l" t="t" r="r" b="b"/>
              <a:pathLst>
                <a:path w="304" h="288" extrusionOk="0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3" name="Google Shape;773;p8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774" name="Google Shape;774;p8"/>
            <p:cNvSpPr/>
            <p:nvPr/>
          </p:nvSpPr>
          <p:spPr>
            <a:xfrm>
              <a:off x="5302" y="2614"/>
              <a:ext cx="245" cy="200"/>
            </a:xfrm>
            <a:custGeom>
              <a:avLst/>
              <a:gdLst/>
              <a:ahLst/>
              <a:cxnLst/>
              <a:rect l="l" t="t" r="r" b="b"/>
              <a:pathLst>
                <a:path w="306" h="240" extrusionOk="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5" name="Google Shape;775;p8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776" name="Google Shape;776;p8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777" name="Google Shape;777;p8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778" name="Google Shape;778;p8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endParaRPr sz="1800" b="0" i="0" u="none" strike="noStrike" cap="none">
                <a:solidFill>
                  <a:srgbClr val="FF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779" name="Google Shape;779;p8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780" name="Google Shape;780;p8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  <p:sp>
        <p:nvSpPr>
          <p:cNvPr id="781" name="Google Shape;781;p8"/>
          <p:cNvSpPr txBox="1"/>
          <p:nvPr/>
        </p:nvSpPr>
        <p:spPr>
          <a:xfrm>
            <a:off x="10216734" y="5716780"/>
            <a:ext cx="167545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lang="en-US" sz="2400" i="1">
                <a:solidFill>
                  <a:srgbClr val="000099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destination</a:t>
            </a:r>
            <a:endParaRPr sz="2400" b="0" i="1" u="none" strike="noStrike" cap="none">
              <a:solidFill>
                <a:srgbClr val="000099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grpSp>
        <p:nvGrpSpPr>
          <p:cNvPr id="782" name="Google Shape;782;p8"/>
          <p:cNvGrpSpPr/>
          <p:nvPr/>
        </p:nvGrpSpPr>
        <p:grpSpPr>
          <a:xfrm>
            <a:off x="3254290" y="1489592"/>
            <a:ext cx="5651292" cy="389744"/>
            <a:chOff x="3270354" y="1798823"/>
            <a:chExt cx="5651292" cy="389744"/>
          </a:xfrm>
        </p:grpSpPr>
        <p:cxnSp>
          <p:nvCxnSpPr>
            <p:cNvPr id="783" name="Google Shape;783;p8"/>
            <p:cNvCxnSpPr/>
            <p:nvPr/>
          </p:nvCxnSpPr>
          <p:spPr>
            <a:xfrm>
              <a:off x="3270354" y="1993691"/>
              <a:ext cx="5651292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triangle" w="med" len="med"/>
              <a:tailEnd type="triangle" w="med" len="med"/>
            </a:ln>
          </p:spPr>
        </p:cxnSp>
        <p:sp>
          <p:nvSpPr>
            <p:cNvPr id="784" name="Google Shape;784;p8"/>
            <p:cNvSpPr/>
            <p:nvPr/>
          </p:nvSpPr>
          <p:spPr>
            <a:xfrm>
              <a:off x="5878639" y="1798823"/>
              <a:ext cx="674558" cy="38974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85" name="Google Shape;785;p8"/>
            <p:cNvGrpSpPr/>
            <p:nvPr/>
          </p:nvGrpSpPr>
          <p:grpSpPr>
            <a:xfrm>
              <a:off x="5953468" y="1857555"/>
              <a:ext cx="679450" cy="301625"/>
              <a:chOff x="780" y="1553"/>
              <a:chExt cx="428" cy="190"/>
            </a:xfrm>
          </p:grpSpPr>
          <p:sp>
            <p:nvSpPr>
              <p:cNvPr id="786" name="Google Shape;786;p8"/>
              <p:cNvSpPr/>
              <p:nvPr/>
            </p:nvSpPr>
            <p:spPr>
              <a:xfrm>
                <a:off x="817" y="1569"/>
                <a:ext cx="312" cy="162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787" name="Google Shape;787;p8"/>
              <p:cNvSpPr/>
              <p:nvPr/>
            </p:nvSpPr>
            <p:spPr>
              <a:xfrm>
                <a:off x="780" y="1553"/>
                <a:ext cx="428" cy="1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lang="en-US" sz="1400" b="0" i="0" u="none" strike="noStrike" cap="none">
                    <a:solidFill>
                      <a:srgbClr val="000000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M</a:t>
                </a:r>
                <a:endParaRPr lang="en-US"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</p:grpSp>
      </p:grpSp>
      <p:grpSp>
        <p:nvGrpSpPr>
          <p:cNvPr id="788" name="Google Shape;788;p8"/>
          <p:cNvGrpSpPr/>
          <p:nvPr/>
        </p:nvGrpSpPr>
        <p:grpSpPr>
          <a:xfrm>
            <a:off x="9221450" y="1413548"/>
            <a:ext cx="1765726" cy="4034752"/>
            <a:chOff x="1484027" y="1706480"/>
            <a:chExt cx="1765726" cy="4034752"/>
          </a:xfrm>
        </p:grpSpPr>
        <p:sp>
          <p:nvSpPr>
            <p:cNvPr id="789" name="Google Shape;789;p8"/>
            <p:cNvSpPr/>
            <p:nvPr/>
          </p:nvSpPr>
          <p:spPr>
            <a:xfrm>
              <a:off x="1528997" y="1870247"/>
              <a:ext cx="1648917" cy="3870985"/>
            </a:xfrm>
            <a:prstGeom prst="rect">
              <a:avLst/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76200" dist="38100" dir="18900000" sx="101000" sy="101000" algn="b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790" name="Google Shape;790;p8"/>
            <p:cNvSpPr txBox="1"/>
            <p:nvPr/>
          </p:nvSpPr>
          <p:spPr>
            <a:xfrm>
              <a:off x="1484027" y="1706480"/>
              <a:ext cx="1765726" cy="4033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application</a:t>
              </a:r>
              <a:endPara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transport</a:t>
              </a:r>
              <a:endPara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endPara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physical</a:t>
              </a: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91" name="Google Shape;791;p8"/>
            <p:cNvCxnSpPr/>
            <p:nvPr/>
          </p:nvCxnSpPr>
          <p:spPr>
            <a:xfrm>
              <a:off x="1534432" y="2675745"/>
              <a:ext cx="1643483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92" name="Google Shape;792;p8"/>
            <p:cNvCxnSpPr/>
            <p:nvPr/>
          </p:nvCxnSpPr>
          <p:spPr>
            <a:xfrm>
              <a:off x="1506952" y="3472722"/>
              <a:ext cx="1655973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93" name="Google Shape;793;p8"/>
            <p:cNvCxnSpPr/>
            <p:nvPr/>
          </p:nvCxnSpPr>
          <p:spPr>
            <a:xfrm>
              <a:off x="1509450" y="4209737"/>
              <a:ext cx="1668465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94" name="Google Shape;794;p8"/>
            <p:cNvCxnSpPr/>
            <p:nvPr/>
          </p:nvCxnSpPr>
          <p:spPr>
            <a:xfrm>
              <a:off x="1511947" y="4991726"/>
              <a:ext cx="1650978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795" name="Google Shape;795;p8"/>
          <p:cNvGrpSpPr/>
          <p:nvPr/>
        </p:nvGrpSpPr>
        <p:grpSpPr>
          <a:xfrm>
            <a:off x="3211642" y="3319499"/>
            <a:ext cx="5882482" cy="895263"/>
            <a:chOff x="3211642" y="3319499"/>
            <a:chExt cx="5882482" cy="895263"/>
          </a:xfrm>
        </p:grpSpPr>
        <p:cxnSp>
          <p:nvCxnSpPr>
            <p:cNvPr id="796" name="Google Shape;796;p8"/>
            <p:cNvCxnSpPr/>
            <p:nvPr/>
          </p:nvCxnSpPr>
          <p:spPr>
            <a:xfrm>
              <a:off x="3211642" y="3542677"/>
              <a:ext cx="5651292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triangle" w="med" len="med"/>
              <a:tailEnd type="triangle" w="med" len="med"/>
            </a:ln>
          </p:spPr>
        </p:cxnSp>
        <p:sp>
          <p:nvSpPr>
            <p:cNvPr id="797" name="Google Shape;797;p8"/>
            <p:cNvSpPr/>
            <p:nvPr/>
          </p:nvSpPr>
          <p:spPr>
            <a:xfrm>
              <a:off x="5356172" y="3319499"/>
              <a:ext cx="1210365" cy="38974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98" name="Google Shape;798;p8"/>
            <p:cNvGrpSpPr/>
            <p:nvPr/>
          </p:nvGrpSpPr>
          <p:grpSpPr>
            <a:xfrm>
              <a:off x="5418625" y="3360607"/>
              <a:ext cx="1058375" cy="307296"/>
              <a:chOff x="5509436" y="3287899"/>
              <a:chExt cx="1058375" cy="307296"/>
            </a:xfrm>
          </p:grpSpPr>
          <p:grpSp>
            <p:nvGrpSpPr>
              <p:cNvPr id="799" name="Google Shape;799;p8"/>
              <p:cNvGrpSpPr/>
              <p:nvPr/>
            </p:nvGrpSpPr>
            <p:grpSpPr>
              <a:xfrm>
                <a:off x="5510535" y="3293570"/>
                <a:ext cx="1057276" cy="301625"/>
                <a:chOff x="469" y="1531"/>
                <a:chExt cx="666" cy="190"/>
              </a:xfrm>
            </p:grpSpPr>
            <p:sp>
              <p:nvSpPr>
                <p:cNvPr id="800" name="Google Shape;800;p8"/>
                <p:cNvSpPr/>
                <p:nvPr/>
              </p:nvSpPr>
              <p:spPr>
                <a:xfrm>
                  <a:off x="469" y="1549"/>
                  <a:ext cx="666" cy="162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endParaRPr sz="2400" b="0" i="0" u="none" strike="noStrike" cap="none">
                    <a:solidFill>
                      <a:srgbClr val="000000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endParaRPr>
                </a:p>
              </p:txBody>
            </p:sp>
            <p:sp>
              <p:nvSpPr>
                <p:cNvPr id="801" name="Google Shape;801;p8"/>
                <p:cNvSpPr/>
                <p:nvPr/>
              </p:nvSpPr>
              <p:spPr>
                <a:xfrm>
                  <a:off x="873" y="1531"/>
                  <a:ext cx="239" cy="1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Noto Sans Symbols"/>
                    <a:buNone/>
                  </a:pPr>
                  <a:r>
                    <a:rPr lang="en-US" sz="1400" b="0" i="0" u="none" strike="noStrike" cap="none">
                      <a:solidFill>
                        <a:srgbClr val="000000"/>
                      </a:solidFill>
                      <a:latin typeface="Arial" panose="020B0604020202090204"/>
                      <a:ea typeface="Arial" panose="020B0604020202090204"/>
                      <a:cs typeface="Arial" panose="020B0604020202090204"/>
                      <a:sym typeface="Arial" panose="020B0604020202090204"/>
                    </a:rPr>
                    <a:t>M</a:t>
                  </a:r>
                  <a:endParaRPr lang="en-US" sz="1400" b="0" i="0" u="none" strike="noStrike" cap="none">
                    <a:solidFill>
                      <a:srgbClr val="000000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endParaRPr>
                </a:p>
              </p:txBody>
            </p:sp>
          </p:grpSp>
          <p:sp>
            <p:nvSpPr>
              <p:cNvPr id="802" name="Google Shape;802;p8"/>
              <p:cNvSpPr/>
              <p:nvPr/>
            </p:nvSpPr>
            <p:spPr>
              <a:xfrm>
                <a:off x="5771740" y="3305237"/>
                <a:ext cx="296863" cy="2619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lang="en-US" sz="1400" b="0" i="0" u="none" strike="noStrike" cap="none">
                    <a:solidFill>
                      <a:srgbClr val="000000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H</a:t>
                </a:r>
                <a:r>
                  <a:rPr lang="en-US" sz="1800" b="0" i="0" u="none" strike="noStrike" cap="none" baseline="-25000">
                    <a:solidFill>
                      <a:srgbClr val="000000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t</a:t>
                </a:r>
                <a:endParaRPr lang="en-US" sz="1800" b="0" i="0" u="none" strike="noStrike" cap="none" baseline="-25000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803" name="Google Shape;803;p8"/>
              <p:cNvSpPr/>
              <p:nvPr/>
            </p:nvSpPr>
            <p:spPr>
              <a:xfrm>
                <a:off x="5509436" y="3287899"/>
                <a:ext cx="296863" cy="29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lang="en-US" sz="1400" b="0" i="0" u="none" strike="noStrike" cap="none">
                    <a:solidFill>
                      <a:srgbClr val="000000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H</a:t>
                </a:r>
                <a:r>
                  <a:rPr lang="en-US" sz="1800" b="0" i="0" u="none" strike="noStrike" cap="none" baseline="-25000">
                    <a:solidFill>
                      <a:srgbClr val="000000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n</a:t>
                </a:r>
                <a:endParaRPr lang="en-US" sz="1800" b="0" i="0" u="none" strike="noStrike" cap="none" baseline="-25000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cxnSp>
            <p:nvCxnSpPr>
              <p:cNvPr id="804" name="Google Shape;804;p8"/>
              <p:cNvCxnSpPr/>
              <p:nvPr/>
            </p:nvCxnSpPr>
            <p:spPr>
              <a:xfrm>
                <a:off x="6076877" y="3322145"/>
                <a:ext cx="0" cy="257175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05" name="Google Shape;805;p8"/>
              <p:cNvCxnSpPr/>
              <p:nvPr/>
            </p:nvCxnSpPr>
            <p:spPr>
              <a:xfrm>
                <a:off x="5796378" y="3320433"/>
                <a:ext cx="0" cy="257175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sp>
          <p:nvSpPr>
            <p:cNvPr id="806" name="Google Shape;806;p8"/>
            <p:cNvSpPr txBox="1"/>
            <p:nvPr/>
          </p:nvSpPr>
          <p:spPr>
            <a:xfrm>
              <a:off x="3359490" y="3649479"/>
              <a:ext cx="5734634" cy="5652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Network-layer </a:t>
              </a: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protocol transfers transport-layer segment [H</a:t>
              </a:r>
              <a:r>
                <a:rPr lang="en-US" sz="1800" baseline="-25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| M] from one </a:t>
              </a:r>
              <a:r>
                <a:rPr lang="en-US" sz="18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host</a:t>
              </a: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to another, using link layer services</a:t>
              </a:r>
              <a:endPara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07" name="Google Shape;807;p8"/>
          <p:cNvSpPr txBox="1"/>
          <p:nvPr>
            <p:ph type="sldNum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9"/>
          <p:cNvSpPr/>
          <p:nvPr/>
        </p:nvSpPr>
        <p:spPr>
          <a:xfrm rot="10800000" flipH="1">
            <a:off x="10916607" y="1577038"/>
            <a:ext cx="450309" cy="4061761"/>
          </a:xfrm>
          <a:custGeom>
            <a:avLst/>
            <a:gdLst/>
            <a:ahLst/>
            <a:cxnLst/>
            <a:rect l="l" t="t" r="r" b="b"/>
            <a:pathLst>
              <a:path w="12496" h="21660" extrusionOk="0">
                <a:moveTo>
                  <a:pt x="12425" y="0"/>
                </a:moveTo>
                <a:lnTo>
                  <a:pt x="0" y="1517"/>
                </a:lnTo>
                <a:lnTo>
                  <a:pt x="1248" y="21660"/>
                </a:lnTo>
                <a:cubicBezTo>
                  <a:pt x="4581" y="12959"/>
                  <a:pt x="6667" y="10269"/>
                  <a:pt x="12496" y="4855"/>
                </a:cubicBezTo>
                <a:cubicBezTo>
                  <a:pt x="12472" y="3237"/>
                  <a:pt x="12449" y="1618"/>
                  <a:pt x="12425" y="0"/>
                </a:cubicBezTo>
                <a:close/>
              </a:path>
            </a:pathLst>
          </a:custGeom>
          <a:gradFill>
            <a:gsLst>
              <a:gs pos="0">
                <a:srgbClr val="3C6CDF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9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/>
              <a:t>Services, Layering and Encapsulation</a:t>
            </a:r>
            <a:endParaRPr sz="4400"/>
          </a:p>
        </p:txBody>
      </p:sp>
      <p:sp>
        <p:nvSpPr>
          <p:cNvPr id="815" name="Google Shape;815;p9"/>
          <p:cNvSpPr txBox="1"/>
          <p:nvPr/>
        </p:nvSpPr>
        <p:spPr>
          <a:xfrm>
            <a:off x="449705" y="5724388"/>
            <a:ext cx="110013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lang="en-US" sz="2400" b="0" i="1" u="none" strike="noStrike" cap="none">
                <a:solidFill>
                  <a:srgbClr val="000099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source</a:t>
            </a:r>
            <a:endParaRPr lang="en-US" sz="2400" b="0" i="1" u="none" strike="noStrike" cap="none">
              <a:solidFill>
                <a:srgbClr val="000099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816" name="Google Shape;816;p9"/>
          <p:cNvSpPr/>
          <p:nvPr/>
        </p:nvSpPr>
        <p:spPr>
          <a:xfrm rot="10800000">
            <a:off x="975630" y="1559549"/>
            <a:ext cx="450309" cy="4061761"/>
          </a:xfrm>
          <a:custGeom>
            <a:avLst/>
            <a:gdLst/>
            <a:ahLst/>
            <a:cxnLst/>
            <a:rect l="l" t="t" r="r" b="b"/>
            <a:pathLst>
              <a:path w="12496" h="21660" extrusionOk="0">
                <a:moveTo>
                  <a:pt x="12425" y="0"/>
                </a:moveTo>
                <a:lnTo>
                  <a:pt x="0" y="1517"/>
                </a:lnTo>
                <a:lnTo>
                  <a:pt x="1248" y="21660"/>
                </a:lnTo>
                <a:cubicBezTo>
                  <a:pt x="4581" y="12959"/>
                  <a:pt x="6667" y="10269"/>
                  <a:pt x="12496" y="4855"/>
                </a:cubicBezTo>
                <a:cubicBezTo>
                  <a:pt x="12472" y="3237"/>
                  <a:pt x="12449" y="1618"/>
                  <a:pt x="12425" y="0"/>
                </a:cubicBezTo>
                <a:close/>
              </a:path>
            </a:pathLst>
          </a:custGeom>
          <a:gradFill>
            <a:gsLst>
              <a:gs pos="0">
                <a:srgbClr val="3C6CDF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17" name="Google Shape;817;p9"/>
          <p:cNvGrpSpPr/>
          <p:nvPr/>
        </p:nvGrpSpPr>
        <p:grpSpPr>
          <a:xfrm flipH="1">
            <a:off x="635446" y="5073984"/>
            <a:ext cx="803275" cy="771525"/>
            <a:chOff x="-44" y="1473"/>
            <a:chExt cx="981" cy="1105"/>
          </a:xfrm>
        </p:grpSpPr>
        <p:pic>
          <p:nvPicPr>
            <p:cNvPr id="818" name="Google Shape;818;p9" descr="desktop_computer_stylized_medium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9" name="Google Shape;819;p9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/>
              <a:ahLst/>
              <a:cxnLst/>
              <a:rect l="l" t="t" r="r" b="b"/>
              <a:pathLst>
                <a:path w="356" h="368" extrusionOk="0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820" name="Google Shape;820;p9"/>
          <p:cNvCxnSpPr/>
          <p:nvPr/>
        </p:nvCxnSpPr>
        <p:spPr>
          <a:xfrm>
            <a:off x="3211642" y="2610788"/>
            <a:ext cx="5651292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821" name="Google Shape;821;p9"/>
          <p:cNvSpPr/>
          <p:nvPr/>
        </p:nvSpPr>
        <p:spPr>
          <a:xfrm>
            <a:off x="5584583" y="2368401"/>
            <a:ext cx="971760" cy="3897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22" name="Google Shape;822;p9"/>
          <p:cNvGrpSpPr/>
          <p:nvPr/>
        </p:nvGrpSpPr>
        <p:grpSpPr>
          <a:xfrm>
            <a:off x="5690803" y="2434313"/>
            <a:ext cx="908050" cy="301625"/>
            <a:chOff x="1848" y="2046"/>
            <a:chExt cx="572" cy="190"/>
          </a:xfrm>
        </p:grpSpPr>
        <p:grpSp>
          <p:nvGrpSpPr>
            <p:cNvPr id="823" name="Google Shape;823;p9"/>
            <p:cNvGrpSpPr/>
            <p:nvPr/>
          </p:nvGrpSpPr>
          <p:grpSpPr>
            <a:xfrm>
              <a:off x="1848" y="2047"/>
              <a:ext cx="187" cy="184"/>
              <a:chOff x="1959" y="2058"/>
              <a:chExt cx="187" cy="184"/>
            </a:xfrm>
          </p:grpSpPr>
          <p:sp>
            <p:nvSpPr>
              <p:cNvPr id="824" name="Google Shape;824;p9"/>
              <p:cNvSpPr/>
              <p:nvPr/>
            </p:nvSpPr>
            <p:spPr>
              <a:xfrm>
                <a:off x="1964" y="2075"/>
                <a:ext cx="177" cy="162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825" name="Google Shape;825;p9"/>
              <p:cNvSpPr/>
              <p:nvPr/>
            </p:nvSpPr>
            <p:spPr>
              <a:xfrm>
                <a:off x="1959" y="2058"/>
                <a:ext cx="187" cy="1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lang="en-US" sz="1400" b="0" i="0" u="none" strike="noStrike" cap="none">
                    <a:solidFill>
                      <a:srgbClr val="000000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H</a:t>
                </a:r>
                <a:r>
                  <a:rPr lang="en-US" sz="1800" b="0" i="0" u="none" strike="noStrike" cap="none" baseline="-25000">
                    <a:solidFill>
                      <a:srgbClr val="000000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t</a:t>
                </a:r>
                <a:endParaRPr lang="en-US" sz="1800" b="0" i="0" u="none" strike="noStrike" cap="none" baseline="-25000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</p:grpSp>
        <p:grpSp>
          <p:nvGrpSpPr>
            <p:cNvPr id="826" name="Google Shape;826;p9"/>
            <p:cNvGrpSpPr/>
            <p:nvPr/>
          </p:nvGrpSpPr>
          <p:grpSpPr>
            <a:xfrm>
              <a:off x="1992" y="2046"/>
              <a:ext cx="428" cy="190"/>
              <a:chOff x="780" y="1553"/>
              <a:chExt cx="428" cy="190"/>
            </a:xfrm>
          </p:grpSpPr>
          <p:sp>
            <p:nvSpPr>
              <p:cNvPr id="827" name="Google Shape;827;p9"/>
              <p:cNvSpPr/>
              <p:nvPr/>
            </p:nvSpPr>
            <p:spPr>
              <a:xfrm>
                <a:off x="817" y="1571"/>
                <a:ext cx="312" cy="162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828" name="Google Shape;828;p9"/>
              <p:cNvSpPr/>
              <p:nvPr/>
            </p:nvSpPr>
            <p:spPr>
              <a:xfrm>
                <a:off x="780" y="1553"/>
                <a:ext cx="428" cy="1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lang="en-US" sz="1400" b="0" i="0" u="none" strike="noStrike" cap="none">
                    <a:solidFill>
                      <a:srgbClr val="000000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M</a:t>
                </a:r>
                <a:endParaRPr lang="en-US"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</p:grpSp>
      </p:grpSp>
      <p:sp>
        <p:nvSpPr>
          <p:cNvPr id="829" name="Google Shape;829;p9"/>
          <p:cNvSpPr txBox="1"/>
          <p:nvPr/>
        </p:nvSpPr>
        <p:spPr>
          <a:xfrm>
            <a:off x="3371603" y="5096823"/>
            <a:ext cx="5831174" cy="1089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95275" marR="0" lvl="0" indent="-2952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link-layer protocol </a:t>
            </a:r>
            <a:r>
              <a:rPr lang="en-US" sz="2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encapsulates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network datagram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[H</a:t>
            </a:r>
            <a:r>
              <a:rPr lang="en-US" sz="2000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 [H</a:t>
            </a:r>
            <a:r>
              <a:rPr lang="en-US" sz="2000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|M],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 link-layer header H</a:t>
            </a:r>
            <a:r>
              <a:rPr lang="en-US" sz="2400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create a link-layer 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frame </a:t>
            </a:r>
            <a:endParaRPr lang="en-US" sz="24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30" name="Google Shape;830;p9"/>
          <p:cNvGrpSpPr/>
          <p:nvPr/>
        </p:nvGrpSpPr>
        <p:grpSpPr>
          <a:xfrm>
            <a:off x="1334125" y="1421667"/>
            <a:ext cx="1765726" cy="4034752"/>
            <a:chOff x="1484027" y="1706480"/>
            <a:chExt cx="1765726" cy="4034752"/>
          </a:xfrm>
        </p:grpSpPr>
        <p:sp>
          <p:nvSpPr>
            <p:cNvPr id="831" name="Google Shape;831;p9"/>
            <p:cNvSpPr/>
            <p:nvPr/>
          </p:nvSpPr>
          <p:spPr>
            <a:xfrm>
              <a:off x="1528997" y="1870247"/>
              <a:ext cx="1648917" cy="3870985"/>
            </a:xfrm>
            <a:prstGeom prst="rect">
              <a:avLst/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76200" dist="38100" dir="18900000" sx="101000" sy="101000" algn="b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832" name="Google Shape;832;p9"/>
            <p:cNvSpPr txBox="1"/>
            <p:nvPr/>
          </p:nvSpPr>
          <p:spPr>
            <a:xfrm>
              <a:off x="1484027" y="1706480"/>
              <a:ext cx="1765726" cy="4033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application</a:t>
              </a:r>
              <a:endPara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transport</a:t>
              </a:r>
              <a:endPara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endPara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physical</a:t>
              </a: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33" name="Google Shape;833;p9"/>
            <p:cNvCxnSpPr/>
            <p:nvPr/>
          </p:nvCxnSpPr>
          <p:spPr>
            <a:xfrm>
              <a:off x="1534432" y="2675745"/>
              <a:ext cx="1643483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34" name="Google Shape;834;p9"/>
            <p:cNvCxnSpPr/>
            <p:nvPr/>
          </p:nvCxnSpPr>
          <p:spPr>
            <a:xfrm>
              <a:off x="1506952" y="3472722"/>
              <a:ext cx="1655973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35" name="Google Shape;835;p9"/>
            <p:cNvCxnSpPr/>
            <p:nvPr/>
          </p:nvCxnSpPr>
          <p:spPr>
            <a:xfrm>
              <a:off x="1509450" y="4209737"/>
              <a:ext cx="1668465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36" name="Google Shape;836;p9"/>
            <p:cNvCxnSpPr/>
            <p:nvPr/>
          </p:nvCxnSpPr>
          <p:spPr>
            <a:xfrm>
              <a:off x="1511947" y="4991726"/>
              <a:ext cx="1650978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837" name="Google Shape;837;p9"/>
          <p:cNvGrpSpPr/>
          <p:nvPr/>
        </p:nvGrpSpPr>
        <p:grpSpPr>
          <a:xfrm>
            <a:off x="11107713" y="4961744"/>
            <a:ext cx="374754" cy="833726"/>
            <a:chOff x="4140" y="429"/>
            <a:chExt cx="1425" cy="2396"/>
          </a:xfrm>
        </p:grpSpPr>
        <p:sp>
          <p:nvSpPr>
            <p:cNvPr id="838" name="Google Shape;838;p9"/>
            <p:cNvSpPr/>
            <p:nvPr/>
          </p:nvSpPr>
          <p:spPr>
            <a:xfrm>
              <a:off x="5268" y="433"/>
              <a:ext cx="283" cy="2286"/>
            </a:xfrm>
            <a:custGeom>
              <a:avLst/>
              <a:gdLst/>
              <a:ahLst/>
              <a:cxnLst/>
              <a:rect l="l" t="t" r="r" b="b"/>
              <a:pathLst>
                <a:path w="354" h="2742" extrusionOk="0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9" name="Google Shape;839;p9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840" name="Google Shape;840;p9"/>
            <p:cNvSpPr/>
            <p:nvPr/>
          </p:nvSpPr>
          <p:spPr>
            <a:xfrm>
              <a:off x="5321" y="570"/>
              <a:ext cx="169" cy="2115"/>
            </a:xfrm>
            <a:custGeom>
              <a:avLst/>
              <a:gdLst/>
              <a:ahLst/>
              <a:cxnLst/>
              <a:rect l="l" t="t" r="r" b="b"/>
              <a:pathLst>
                <a:path w="211" h="2537" extrusionOk="0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1" name="Google Shape;841;p9"/>
            <p:cNvSpPr/>
            <p:nvPr/>
          </p:nvSpPr>
          <p:spPr>
            <a:xfrm>
              <a:off x="5284" y="1640"/>
              <a:ext cx="263" cy="189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2" name="Google Shape;842;p9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grpSp>
          <p:nvGrpSpPr>
            <p:cNvPr id="843" name="Google Shape;843;p9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844" name="Google Shape;844;p9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845" name="Google Shape;845;p9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</p:grpSp>
        <p:sp>
          <p:nvSpPr>
            <p:cNvPr id="846" name="Google Shape;846;p9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grpSp>
          <p:nvGrpSpPr>
            <p:cNvPr id="847" name="Google Shape;847;p9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848" name="Google Shape;848;p9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849" name="Google Shape;849;p9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</p:grpSp>
        <p:sp>
          <p:nvSpPr>
            <p:cNvPr id="850" name="Google Shape;850;p9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851" name="Google Shape;851;p9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grpSp>
          <p:nvGrpSpPr>
            <p:cNvPr id="852" name="Google Shape;852;p9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853" name="Google Shape;853;p9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854" name="Google Shape;854;p9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</p:grpSp>
        <p:sp>
          <p:nvSpPr>
            <p:cNvPr id="855" name="Google Shape;855;p9"/>
            <p:cNvSpPr/>
            <p:nvPr/>
          </p:nvSpPr>
          <p:spPr>
            <a:xfrm>
              <a:off x="5288" y="1354"/>
              <a:ext cx="263" cy="188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56" name="Google Shape;856;p9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857" name="Google Shape;857;p9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858" name="Google Shape;858;p9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</p:grpSp>
        <p:sp>
          <p:nvSpPr>
            <p:cNvPr id="859" name="Google Shape;859;p9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860" name="Google Shape;860;p9"/>
            <p:cNvSpPr/>
            <p:nvPr/>
          </p:nvSpPr>
          <p:spPr>
            <a:xfrm>
              <a:off x="5312" y="1007"/>
              <a:ext cx="237" cy="213"/>
            </a:xfrm>
            <a:custGeom>
              <a:avLst/>
              <a:gdLst/>
              <a:ahLst/>
              <a:cxnLst/>
              <a:rect l="l" t="t" r="r" b="b"/>
              <a:pathLst>
                <a:path w="296" h="256" extrusionOk="0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1" name="Google Shape;861;p9"/>
            <p:cNvSpPr/>
            <p:nvPr/>
          </p:nvSpPr>
          <p:spPr>
            <a:xfrm>
              <a:off x="5315" y="680"/>
              <a:ext cx="244" cy="240"/>
            </a:xfrm>
            <a:custGeom>
              <a:avLst/>
              <a:gdLst/>
              <a:ahLst/>
              <a:cxnLst/>
              <a:rect l="l" t="t" r="r" b="b"/>
              <a:pathLst>
                <a:path w="304" h="288" extrusionOk="0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2" name="Google Shape;862;p9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863" name="Google Shape;863;p9"/>
            <p:cNvSpPr/>
            <p:nvPr/>
          </p:nvSpPr>
          <p:spPr>
            <a:xfrm>
              <a:off x="5302" y="2614"/>
              <a:ext cx="245" cy="200"/>
            </a:xfrm>
            <a:custGeom>
              <a:avLst/>
              <a:gdLst/>
              <a:ahLst/>
              <a:cxnLst/>
              <a:rect l="l" t="t" r="r" b="b"/>
              <a:pathLst>
                <a:path w="306" h="240" extrusionOk="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4" name="Google Shape;864;p9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865" name="Google Shape;865;p9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866" name="Google Shape;866;p9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867" name="Google Shape;867;p9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endParaRPr sz="1800" b="0" i="0" u="none" strike="noStrike" cap="none">
                <a:solidFill>
                  <a:srgbClr val="FF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868" name="Google Shape;868;p9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869" name="Google Shape;869;p9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  <p:sp>
        <p:nvSpPr>
          <p:cNvPr id="870" name="Google Shape;870;p9"/>
          <p:cNvSpPr txBox="1"/>
          <p:nvPr/>
        </p:nvSpPr>
        <p:spPr>
          <a:xfrm>
            <a:off x="10216734" y="5716780"/>
            <a:ext cx="167545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lang="en-US" sz="2400" i="1">
                <a:solidFill>
                  <a:srgbClr val="000099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destination</a:t>
            </a:r>
            <a:endParaRPr sz="2400" b="0" i="1" u="none" strike="noStrike" cap="none">
              <a:solidFill>
                <a:srgbClr val="000099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grpSp>
        <p:nvGrpSpPr>
          <p:cNvPr id="871" name="Google Shape;871;p9"/>
          <p:cNvGrpSpPr/>
          <p:nvPr/>
        </p:nvGrpSpPr>
        <p:grpSpPr>
          <a:xfrm>
            <a:off x="3254290" y="1489592"/>
            <a:ext cx="5651292" cy="389744"/>
            <a:chOff x="3270354" y="1798823"/>
            <a:chExt cx="5651292" cy="389744"/>
          </a:xfrm>
        </p:grpSpPr>
        <p:cxnSp>
          <p:nvCxnSpPr>
            <p:cNvPr id="872" name="Google Shape;872;p9"/>
            <p:cNvCxnSpPr/>
            <p:nvPr/>
          </p:nvCxnSpPr>
          <p:spPr>
            <a:xfrm>
              <a:off x="3270354" y="1993691"/>
              <a:ext cx="5651292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triangle" w="med" len="med"/>
              <a:tailEnd type="triangle" w="med" len="med"/>
            </a:ln>
          </p:spPr>
        </p:cxnSp>
        <p:sp>
          <p:nvSpPr>
            <p:cNvPr id="873" name="Google Shape;873;p9"/>
            <p:cNvSpPr/>
            <p:nvPr/>
          </p:nvSpPr>
          <p:spPr>
            <a:xfrm>
              <a:off x="5878639" y="1798823"/>
              <a:ext cx="674558" cy="38974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74" name="Google Shape;874;p9"/>
            <p:cNvGrpSpPr/>
            <p:nvPr/>
          </p:nvGrpSpPr>
          <p:grpSpPr>
            <a:xfrm>
              <a:off x="5953468" y="1857555"/>
              <a:ext cx="679450" cy="301625"/>
              <a:chOff x="780" y="1553"/>
              <a:chExt cx="428" cy="190"/>
            </a:xfrm>
          </p:grpSpPr>
          <p:sp>
            <p:nvSpPr>
              <p:cNvPr id="875" name="Google Shape;875;p9"/>
              <p:cNvSpPr/>
              <p:nvPr/>
            </p:nvSpPr>
            <p:spPr>
              <a:xfrm>
                <a:off x="817" y="1569"/>
                <a:ext cx="312" cy="162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876" name="Google Shape;876;p9"/>
              <p:cNvSpPr/>
              <p:nvPr/>
            </p:nvSpPr>
            <p:spPr>
              <a:xfrm>
                <a:off x="780" y="1553"/>
                <a:ext cx="428" cy="1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lang="en-US" sz="1400" b="0" i="0" u="none" strike="noStrike" cap="none">
                    <a:solidFill>
                      <a:srgbClr val="000000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M</a:t>
                </a:r>
                <a:endParaRPr lang="en-US"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</p:grpSp>
      </p:grpSp>
      <p:grpSp>
        <p:nvGrpSpPr>
          <p:cNvPr id="877" name="Google Shape;877;p9"/>
          <p:cNvGrpSpPr/>
          <p:nvPr/>
        </p:nvGrpSpPr>
        <p:grpSpPr>
          <a:xfrm>
            <a:off x="9221450" y="1413548"/>
            <a:ext cx="1765726" cy="4034752"/>
            <a:chOff x="1484027" y="1706480"/>
            <a:chExt cx="1765726" cy="4034752"/>
          </a:xfrm>
        </p:grpSpPr>
        <p:sp>
          <p:nvSpPr>
            <p:cNvPr id="878" name="Google Shape;878;p9"/>
            <p:cNvSpPr/>
            <p:nvPr/>
          </p:nvSpPr>
          <p:spPr>
            <a:xfrm>
              <a:off x="1528997" y="1870247"/>
              <a:ext cx="1648917" cy="3870985"/>
            </a:xfrm>
            <a:prstGeom prst="rect">
              <a:avLst/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76200" dist="38100" dir="18900000" sx="101000" sy="101000" algn="b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879" name="Google Shape;879;p9"/>
            <p:cNvSpPr txBox="1"/>
            <p:nvPr/>
          </p:nvSpPr>
          <p:spPr>
            <a:xfrm>
              <a:off x="1484027" y="1706480"/>
              <a:ext cx="1765726" cy="4033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application</a:t>
              </a:r>
              <a:endPara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transport</a:t>
              </a:r>
              <a:endPara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endPara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physical</a:t>
              </a: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80" name="Google Shape;880;p9"/>
            <p:cNvCxnSpPr/>
            <p:nvPr/>
          </p:nvCxnSpPr>
          <p:spPr>
            <a:xfrm>
              <a:off x="1534432" y="2675745"/>
              <a:ext cx="1643483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81" name="Google Shape;881;p9"/>
            <p:cNvCxnSpPr/>
            <p:nvPr/>
          </p:nvCxnSpPr>
          <p:spPr>
            <a:xfrm>
              <a:off x="1506952" y="3472722"/>
              <a:ext cx="1655973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82" name="Google Shape;882;p9"/>
            <p:cNvCxnSpPr/>
            <p:nvPr/>
          </p:nvCxnSpPr>
          <p:spPr>
            <a:xfrm>
              <a:off x="1509450" y="4209737"/>
              <a:ext cx="1668465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83" name="Google Shape;883;p9"/>
            <p:cNvCxnSpPr/>
            <p:nvPr/>
          </p:nvCxnSpPr>
          <p:spPr>
            <a:xfrm>
              <a:off x="1511947" y="4991726"/>
              <a:ext cx="1650978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cxnSp>
        <p:nvCxnSpPr>
          <p:cNvPr id="884" name="Google Shape;884;p9"/>
          <p:cNvCxnSpPr/>
          <p:nvPr/>
        </p:nvCxnSpPr>
        <p:spPr>
          <a:xfrm>
            <a:off x="3211642" y="3542677"/>
            <a:ext cx="5651292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885" name="Google Shape;885;p9"/>
          <p:cNvSpPr/>
          <p:nvPr/>
        </p:nvSpPr>
        <p:spPr>
          <a:xfrm>
            <a:off x="5356172" y="3319499"/>
            <a:ext cx="1210365" cy="3897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86" name="Google Shape;886;p9"/>
          <p:cNvGrpSpPr/>
          <p:nvPr/>
        </p:nvGrpSpPr>
        <p:grpSpPr>
          <a:xfrm>
            <a:off x="5418625" y="3360607"/>
            <a:ext cx="1058375" cy="307296"/>
            <a:chOff x="5509436" y="3287899"/>
            <a:chExt cx="1058375" cy="307296"/>
          </a:xfrm>
        </p:grpSpPr>
        <p:grpSp>
          <p:nvGrpSpPr>
            <p:cNvPr id="887" name="Google Shape;887;p9"/>
            <p:cNvGrpSpPr/>
            <p:nvPr/>
          </p:nvGrpSpPr>
          <p:grpSpPr>
            <a:xfrm>
              <a:off x="5510535" y="3293570"/>
              <a:ext cx="1057276" cy="301625"/>
              <a:chOff x="469" y="1531"/>
              <a:chExt cx="666" cy="190"/>
            </a:xfrm>
          </p:grpSpPr>
          <p:sp>
            <p:nvSpPr>
              <p:cNvPr id="888" name="Google Shape;888;p9"/>
              <p:cNvSpPr/>
              <p:nvPr/>
            </p:nvSpPr>
            <p:spPr>
              <a:xfrm>
                <a:off x="469" y="1549"/>
                <a:ext cx="666" cy="162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889" name="Google Shape;889;p9"/>
              <p:cNvSpPr/>
              <p:nvPr/>
            </p:nvSpPr>
            <p:spPr>
              <a:xfrm>
                <a:off x="873" y="1531"/>
                <a:ext cx="239" cy="1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lang="en-US" sz="1400" b="0" i="0" u="none" strike="noStrike" cap="none">
                    <a:solidFill>
                      <a:srgbClr val="000000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M</a:t>
                </a:r>
                <a:endParaRPr lang="en-US"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</p:grpSp>
        <p:sp>
          <p:nvSpPr>
            <p:cNvPr id="890" name="Google Shape;890;p9"/>
            <p:cNvSpPr/>
            <p:nvPr/>
          </p:nvSpPr>
          <p:spPr>
            <a:xfrm>
              <a:off x="5771740" y="3305237"/>
              <a:ext cx="296863" cy="2619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H</a:t>
              </a:r>
              <a:r>
                <a:rPr lang="en-US" sz="1800" b="0" i="0" u="none" strike="noStrike" cap="none" baseline="-25000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t</a:t>
              </a:r>
              <a:endParaRPr lang="en-US" sz="1800" b="0" i="0" u="none" strike="noStrike" cap="none" baseline="-250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891" name="Google Shape;891;p9"/>
            <p:cNvSpPr/>
            <p:nvPr/>
          </p:nvSpPr>
          <p:spPr>
            <a:xfrm>
              <a:off x="5509436" y="3287899"/>
              <a:ext cx="296863" cy="29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H</a:t>
              </a:r>
              <a:r>
                <a:rPr lang="en-US" sz="1800" b="0" i="0" u="none" strike="noStrike" cap="none" baseline="-25000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n</a:t>
              </a:r>
              <a:endParaRPr lang="en-US" sz="1800" b="0" i="0" u="none" strike="noStrike" cap="none" baseline="-250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cxnSp>
          <p:nvCxnSpPr>
            <p:cNvPr id="892" name="Google Shape;892;p9"/>
            <p:cNvCxnSpPr/>
            <p:nvPr/>
          </p:nvCxnSpPr>
          <p:spPr>
            <a:xfrm>
              <a:off x="6076877" y="3322145"/>
              <a:ext cx="0" cy="257175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93" name="Google Shape;893;p9"/>
            <p:cNvCxnSpPr/>
            <p:nvPr/>
          </p:nvCxnSpPr>
          <p:spPr>
            <a:xfrm>
              <a:off x="5796378" y="3320433"/>
              <a:ext cx="0" cy="257175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894" name="Google Shape;894;p9"/>
          <p:cNvSpPr txBox="1"/>
          <p:nvPr/>
        </p:nvSpPr>
        <p:spPr>
          <a:xfrm>
            <a:off x="3374573" y="4483522"/>
            <a:ext cx="5620868" cy="565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Link-layer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protocol transfers datagram [H</a:t>
            </a:r>
            <a:r>
              <a:rPr lang="en-US" sz="1800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 [H</a:t>
            </a:r>
            <a:r>
              <a:rPr lang="en-US" sz="1800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|M] from </a:t>
            </a:r>
            <a:r>
              <a:rPr lang="en-US"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host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neighboring host, using network-layer services</a:t>
            </a:r>
            <a:endParaRPr lang="en-US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95" name="Google Shape;895;p9"/>
          <p:cNvGrpSpPr/>
          <p:nvPr/>
        </p:nvGrpSpPr>
        <p:grpSpPr>
          <a:xfrm>
            <a:off x="3226725" y="4169060"/>
            <a:ext cx="5651292" cy="374226"/>
            <a:chOff x="3226725" y="4169060"/>
            <a:chExt cx="5651292" cy="374226"/>
          </a:xfrm>
        </p:grpSpPr>
        <p:cxnSp>
          <p:nvCxnSpPr>
            <p:cNvPr id="896" name="Google Shape;896;p9"/>
            <p:cNvCxnSpPr/>
            <p:nvPr/>
          </p:nvCxnSpPr>
          <p:spPr>
            <a:xfrm>
              <a:off x="3226725" y="4376720"/>
              <a:ext cx="5651292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triangle" w="med" len="med"/>
              <a:tailEnd type="triangle" w="med" len="med"/>
            </a:ln>
          </p:spPr>
        </p:cxnSp>
        <p:grpSp>
          <p:nvGrpSpPr>
            <p:cNvPr id="897" name="Google Shape;897;p9"/>
            <p:cNvGrpSpPr/>
            <p:nvPr/>
          </p:nvGrpSpPr>
          <p:grpSpPr>
            <a:xfrm>
              <a:off x="5062983" y="4169060"/>
              <a:ext cx="1518637" cy="374226"/>
              <a:chOff x="5062983" y="4252185"/>
              <a:chExt cx="1518637" cy="374226"/>
            </a:xfrm>
          </p:grpSpPr>
          <p:sp>
            <p:nvSpPr>
              <p:cNvPr id="898" name="Google Shape;898;p9"/>
              <p:cNvSpPr/>
              <p:nvPr/>
            </p:nvSpPr>
            <p:spPr>
              <a:xfrm>
                <a:off x="5062983" y="4252185"/>
                <a:ext cx="1518637" cy="374226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99" name="Google Shape;899;p9"/>
              <p:cNvGrpSpPr/>
              <p:nvPr/>
            </p:nvGrpSpPr>
            <p:grpSpPr>
              <a:xfrm>
                <a:off x="5144294" y="4283446"/>
                <a:ext cx="1347789" cy="301625"/>
                <a:chOff x="286" y="1531"/>
                <a:chExt cx="849" cy="190"/>
              </a:xfrm>
            </p:grpSpPr>
            <p:sp>
              <p:nvSpPr>
                <p:cNvPr id="900" name="Google Shape;900;p9"/>
                <p:cNvSpPr/>
                <p:nvPr/>
              </p:nvSpPr>
              <p:spPr>
                <a:xfrm>
                  <a:off x="286" y="1549"/>
                  <a:ext cx="849" cy="162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endParaRPr sz="2400" b="0" i="0" u="none" strike="noStrike" cap="none">
                    <a:solidFill>
                      <a:srgbClr val="000000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endParaRPr>
                </a:p>
              </p:txBody>
            </p:sp>
            <p:sp>
              <p:nvSpPr>
                <p:cNvPr id="901" name="Google Shape;901;p9"/>
                <p:cNvSpPr/>
                <p:nvPr/>
              </p:nvSpPr>
              <p:spPr>
                <a:xfrm>
                  <a:off x="873" y="1531"/>
                  <a:ext cx="239" cy="1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Noto Sans Symbols"/>
                    <a:buNone/>
                  </a:pPr>
                  <a:r>
                    <a:rPr lang="en-US" sz="1400" b="0" i="0" u="none" strike="noStrike" cap="none">
                      <a:solidFill>
                        <a:srgbClr val="000000"/>
                      </a:solidFill>
                      <a:latin typeface="Arial" panose="020B0604020202090204"/>
                      <a:ea typeface="Arial" panose="020B0604020202090204"/>
                      <a:cs typeface="Arial" panose="020B0604020202090204"/>
                      <a:sym typeface="Arial" panose="020B0604020202090204"/>
                    </a:rPr>
                    <a:t>M</a:t>
                  </a:r>
                  <a:endParaRPr lang="en-US" sz="1400" b="0" i="0" u="none" strike="noStrike" cap="none">
                    <a:solidFill>
                      <a:srgbClr val="000000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endParaRPr>
                </a:p>
              </p:txBody>
            </p:sp>
          </p:grpSp>
          <p:sp>
            <p:nvSpPr>
              <p:cNvPr id="902" name="Google Shape;902;p9"/>
              <p:cNvSpPr/>
              <p:nvPr/>
            </p:nvSpPr>
            <p:spPr>
              <a:xfrm>
                <a:off x="5696012" y="4295113"/>
                <a:ext cx="296863" cy="2619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lang="en-US" sz="1400" b="0" i="0" u="none" strike="noStrike" cap="none">
                    <a:solidFill>
                      <a:srgbClr val="000000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H</a:t>
                </a:r>
                <a:r>
                  <a:rPr lang="en-US" sz="1800" b="0" i="0" u="none" strike="noStrike" cap="none" baseline="-25000">
                    <a:solidFill>
                      <a:srgbClr val="000000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t</a:t>
                </a:r>
                <a:endParaRPr lang="en-US" sz="1800" b="0" i="0" u="none" strike="noStrike" cap="none" baseline="-25000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903" name="Google Shape;903;p9"/>
              <p:cNvSpPr/>
              <p:nvPr/>
            </p:nvSpPr>
            <p:spPr>
              <a:xfrm>
                <a:off x="5433708" y="4256344"/>
                <a:ext cx="297000" cy="29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lang="en-US"/>
                  <a:t>`</a:t>
                </a:r>
                <a:r>
                  <a:rPr lang="en-US" sz="1400" b="0" i="0" u="none" strike="noStrike" cap="none">
                    <a:solidFill>
                      <a:srgbClr val="000000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H</a:t>
                </a:r>
                <a:r>
                  <a:rPr lang="en-US" sz="1800" b="0" i="0" u="none" strike="noStrike" cap="none" baseline="-25000">
                    <a:solidFill>
                      <a:srgbClr val="000000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n</a:t>
                </a:r>
                <a:endParaRPr lang="en-US" sz="1800" b="0" i="0" u="none" strike="noStrike" cap="none" baseline="-25000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cxnSp>
            <p:nvCxnSpPr>
              <p:cNvPr id="904" name="Google Shape;904;p9"/>
              <p:cNvCxnSpPr/>
              <p:nvPr/>
            </p:nvCxnSpPr>
            <p:spPr>
              <a:xfrm>
                <a:off x="6001149" y="4312021"/>
                <a:ext cx="0" cy="257175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05" name="Google Shape;905;p9"/>
              <p:cNvCxnSpPr/>
              <p:nvPr/>
            </p:nvCxnSpPr>
            <p:spPr>
              <a:xfrm>
                <a:off x="5720650" y="4310309"/>
                <a:ext cx="0" cy="257175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906" name="Google Shape;906;p9"/>
              <p:cNvSpPr/>
              <p:nvPr/>
            </p:nvSpPr>
            <p:spPr>
              <a:xfrm>
                <a:off x="5149178" y="4281528"/>
                <a:ext cx="296863" cy="29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lang="en-US" sz="1400" b="0" i="0" u="none" strike="noStrike" cap="none">
                    <a:solidFill>
                      <a:srgbClr val="000000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H</a:t>
                </a:r>
                <a:r>
                  <a:rPr lang="en-US" sz="1800" b="0" i="0" u="none" strike="noStrike" cap="none" baseline="-25000">
                    <a:solidFill>
                      <a:srgbClr val="000000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l</a:t>
                </a:r>
                <a:endParaRPr lang="en-US" sz="1800" b="0" i="0" u="none" strike="noStrike" cap="none" baseline="-25000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cxnSp>
            <p:nvCxnSpPr>
              <p:cNvPr id="907" name="Google Shape;907;p9"/>
              <p:cNvCxnSpPr/>
              <p:nvPr/>
            </p:nvCxnSpPr>
            <p:spPr>
              <a:xfrm>
                <a:off x="5418102" y="4309558"/>
                <a:ext cx="0" cy="257175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</p:grpSp>
      <p:cxnSp>
        <p:nvCxnSpPr>
          <p:cNvPr id="908" name="Google Shape;908;p9"/>
          <p:cNvCxnSpPr/>
          <p:nvPr/>
        </p:nvCxnSpPr>
        <p:spPr>
          <a:xfrm>
            <a:off x="3594027" y="-1079199"/>
            <a:ext cx="5651292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909" name="Google Shape;909;p9"/>
          <p:cNvSpPr/>
          <p:nvPr/>
        </p:nvSpPr>
        <p:spPr>
          <a:xfrm>
            <a:off x="5738557" y="-1302377"/>
            <a:ext cx="1210365" cy="3897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10" name="Google Shape;910;p9"/>
          <p:cNvGrpSpPr/>
          <p:nvPr/>
        </p:nvGrpSpPr>
        <p:grpSpPr>
          <a:xfrm>
            <a:off x="5801010" y="-1261269"/>
            <a:ext cx="1058375" cy="307296"/>
            <a:chOff x="5509436" y="3287899"/>
            <a:chExt cx="1058375" cy="307296"/>
          </a:xfrm>
        </p:grpSpPr>
        <p:grpSp>
          <p:nvGrpSpPr>
            <p:cNvPr id="911" name="Google Shape;911;p9"/>
            <p:cNvGrpSpPr/>
            <p:nvPr/>
          </p:nvGrpSpPr>
          <p:grpSpPr>
            <a:xfrm>
              <a:off x="5510535" y="3293570"/>
              <a:ext cx="1057276" cy="301625"/>
              <a:chOff x="469" y="1531"/>
              <a:chExt cx="666" cy="190"/>
            </a:xfrm>
          </p:grpSpPr>
          <p:sp>
            <p:nvSpPr>
              <p:cNvPr id="912" name="Google Shape;912;p9"/>
              <p:cNvSpPr/>
              <p:nvPr/>
            </p:nvSpPr>
            <p:spPr>
              <a:xfrm>
                <a:off x="469" y="1549"/>
                <a:ext cx="666" cy="162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913" name="Google Shape;913;p9"/>
              <p:cNvSpPr/>
              <p:nvPr/>
            </p:nvSpPr>
            <p:spPr>
              <a:xfrm>
                <a:off x="873" y="1531"/>
                <a:ext cx="239" cy="1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lang="en-US" sz="1400" b="0" i="0" u="none" strike="noStrike" cap="none">
                    <a:solidFill>
                      <a:srgbClr val="000000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M</a:t>
                </a:r>
                <a:endParaRPr lang="en-US"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</p:grpSp>
        <p:sp>
          <p:nvSpPr>
            <p:cNvPr id="914" name="Google Shape;914;p9"/>
            <p:cNvSpPr/>
            <p:nvPr/>
          </p:nvSpPr>
          <p:spPr>
            <a:xfrm>
              <a:off x="5771740" y="3305237"/>
              <a:ext cx="296863" cy="2619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H</a:t>
              </a:r>
              <a:r>
                <a:rPr lang="en-US" sz="1800" b="0" i="0" u="none" strike="noStrike" cap="none" baseline="-25000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t</a:t>
              </a:r>
              <a:endParaRPr lang="en-US" sz="1800" b="0" i="0" u="none" strike="noStrike" cap="none" baseline="-250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915" name="Google Shape;915;p9"/>
            <p:cNvSpPr/>
            <p:nvPr/>
          </p:nvSpPr>
          <p:spPr>
            <a:xfrm>
              <a:off x="5509436" y="3287899"/>
              <a:ext cx="296863" cy="29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H</a:t>
              </a:r>
              <a:r>
                <a:rPr lang="en-US" sz="1800" b="0" i="0" u="none" strike="noStrike" cap="none" baseline="-25000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n</a:t>
              </a:r>
              <a:endParaRPr lang="en-US" sz="1800" b="0" i="0" u="none" strike="noStrike" cap="none" baseline="-250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cxnSp>
          <p:nvCxnSpPr>
            <p:cNvPr id="916" name="Google Shape;916;p9"/>
            <p:cNvCxnSpPr/>
            <p:nvPr/>
          </p:nvCxnSpPr>
          <p:spPr>
            <a:xfrm>
              <a:off x="6076877" y="3322145"/>
              <a:ext cx="0" cy="257175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17" name="Google Shape;917;p9"/>
            <p:cNvCxnSpPr/>
            <p:nvPr/>
          </p:nvCxnSpPr>
          <p:spPr>
            <a:xfrm>
              <a:off x="5796378" y="3320433"/>
              <a:ext cx="0" cy="257175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918" name="Google Shape;918;p9"/>
          <p:cNvSpPr txBox="1"/>
          <p:nvPr/>
        </p:nvSpPr>
        <p:spPr>
          <a:xfrm>
            <a:off x="3359490" y="3649479"/>
            <a:ext cx="5734634" cy="565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Network-layer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protocol transfers transport-layer segment [H</a:t>
            </a:r>
            <a:r>
              <a:rPr lang="en-US" sz="1800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| M] from one </a:t>
            </a:r>
            <a:r>
              <a:rPr lang="en-US"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host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another, using link layer services</a:t>
            </a:r>
            <a:endParaRPr lang="en-US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9"/>
          <p:cNvSpPr txBox="1"/>
          <p:nvPr>
            <p:ph type="sldNum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Encapsulation</a:t>
            </a:r>
            <a:endParaRPr lang="en-US"/>
          </a:p>
        </p:txBody>
      </p:sp>
      <p:sp>
        <p:nvSpPr>
          <p:cNvPr id="926" name="Google Shape;926;p10"/>
          <p:cNvSpPr txBox="1"/>
          <p:nvPr>
            <p:ph type="sldNum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927" name="Google Shape;927;p10" descr="Stacking Dolls designs, themes, templates and downloadable graphic elements  on Dribbble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44186" y="2071687"/>
            <a:ext cx="5214120" cy="3910591"/>
          </a:xfrm>
          <a:prstGeom prst="rect">
            <a:avLst/>
          </a:prstGeom>
          <a:noFill/>
          <a:ln>
            <a:noFill/>
          </a:ln>
        </p:spPr>
      </p:pic>
      <p:sp>
        <p:nvSpPr>
          <p:cNvPr id="928" name="Google Shape;928;p10"/>
          <p:cNvSpPr txBox="1"/>
          <p:nvPr/>
        </p:nvSpPr>
        <p:spPr>
          <a:xfrm>
            <a:off x="6245138" y="5073301"/>
            <a:ext cx="99706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message</a:t>
            </a:r>
            <a:endParaRPr lang="en-US"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10"/>
          <p:cNvSpPr txBox="1"/>
          <p:nvPr/>
        </p:nvSpPr>
        <p:spPr>
          <a:xfrm>
            <a:off x="7392802" y="5073301"/>
            <a:ext cx="9952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segment</a:t>
            </a:r>
            <a:endParaRPr lang="en-US"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p10"/>
          <p:cNvSpPr txBox="1"/>
          <p:nvPr/>
        </p:nvSpPr>
        <p:spPr>
          <a:xfrm>
            <a:off x="8738816" y="5059744"/>
            <a:ext cx="10985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datagram</a:t>
            </a:r>
            <a:endParaRPr lang="en-US"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10"/>
          <p:cNvSpPr txBox="1"/>
          <p:nvPr/>
        </p:nvSpPr>
        <p:spPr>
          <a:xfrm>
            <a:off x="10488109" y="5065260"/>
            <a:ext cx="7518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frame</a:t>
            </a:r>
            <a:endParaRPr lang="en-US"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10"/>
          <p:cNvSpPr/>
          <p:nvPr/>
        </p:nvSpPr>
        <p:spPr>
          <a:xfrm>
            <a:off x="838200" y="1285429"/>
            <a:ext cx="562481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b="0" i="1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Matryoshka dolls (stacking dolls)</a:t>
            </a:r>
            <a:endParaRPr sz="3200" b="0" i="0" u="sng" strike="noStrike" cap="non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3" name="Google Shape;933;p10" descr="Icon&#10;&#10;Description automatically generated with low confidence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199754" y="3663601"/>
            <a:ext cx="1016000" cy="140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4" name="Google Shape;934;p10" descr="Logo&#10;&#10;Description automatically generated with medium confidence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7287590" y="3409601"/>
            <a:ext cx="1206500" cy="166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5" name="Google Shape;935;p10" descr="Icon&#10;&#10;Description automatically generated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497316" y="3041509"/>
            <a:ext cx="1481342" cy="20381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36" name="Google Shape;936;p10" descr="Icon&#10;&#10;Description automatically generated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9997231" y="2709865"/>
            <a:ext cx="1722729" cy="2369802"/>
          </a:xfrm>
          <a:prstGeom prst="rect">
            <a:avLst/>
          </a:prstGeom>
          <a:noFill/>
          <a:ln>
            <a:noFill/>
          </a:ln>
        </p:spPr>
      </p:pic>
      <p:sp>
        <p:nvSpPr>
          <p:cNvPr id="937" name="Google Shape;937;p10"/>
          <p:cNvSpPr txBox="1"/>
          <p:nvPr/>
        </p:nvSpPr>
        <p:spPr>
          <a:xfrm>
            <a:off x="46604" y="6519289"/>
            <a:ext cx="6096000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Credit: </a:t>
            </a:r>
            <a:r>
              <a:rPr lang="en-US" sz="105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https://dribbble.com/shots/7182188-Babushka-Boi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3" name="Google Shape;943;p11" descr="Icon&#10;&#10;Description automatically generated with low confidence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728349" y="1695405"/>
            <a:ext cx="351909" cy="488275"/>
          </a:xfrm>
          <a:prstGeom prst="rect">
            <a:avLst/>
          </a:prstGeom>
          <a:noFill/>
          <a:ln>
            <a:noFill/>
          </a:ln>
        </p:spPr>
      </p:pic>
      <p:sp>
        <p:nvSpPr>
          <p:cNvPr id="944" name="Google Shape;944;p11"/>
          <p:cNvSpPr/>
          <p:nvPr/>
        </p:nvSpPr>
        <p:spPr>
          <a:xfrm>
            <a:off x="3548141" y="1573968"/>
            <a:ext cx="4992" cy="3104606"/>
          </a:xfrm>
          <a:custGeom>
            <a:avLst/>
            <a:gdLst/>
            <a:ahLst/>
            <a:cxnLst/>
            <a:rect l="l" t="t" r="r" b="b"/>
            <a:pathLst>
              <a:path w="52" h="8411" extrusionOk="0">
                <a:moveTo>
                  <a:pt x="0" y="0"/>
                </a:moveTo>
                <a:cubicBezTo>
                  <a:pt x="17" y="2804"/>
                  <a:pt x="35" y="5607"/>
                  <a:pt x="52" y="8411"/>
                </a:cubicBezTo>
              </a:path>
            </a:pathLst>
          </a:custGeom>
          <a:noFill/>
          <a:ln w="4445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</a:t>
            </a:r>
            <a:endParaRPr lang="en-US"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11"/>
          <p:cNvSpPr/>
          <p:nvPr/>
        </p:nvSpPr>
        <p:spPr>
          <a:xfrm rot="10800000" flipH="1">
            <a:off x="10916607" y="1577038"/>
            <a:ext cx="450309" cy="4061761"/>
          </a:xfrm>
          <a:custGeom>
            <a:avLst/>
            <a:gdLst/>
            <a:ahLst/>
            <a:cxnLst/>
            <a:rect l="l" t="t" r="r" b="b"/>
            <a:pathLst>
              <a:path w="12496" h="21660" extrusionOk="0">
                <a:moveTo>
                  <a:pt x="12425" y="0"/>
                </a:moveTo>
                <a:lnTo>
                  <a:pt x="0" y="1517"/>
                </a:lnTo>
                <a:lnTo>
                  <a:pt x="1248" y="21660"/>
                </a:lnTo>
                <a:cubicBezTo>
                  <a:pt x="4581" y="12959"/>
                  <a:pt x="6667" y="10269"/>
                  <a:pt x="12496" y="4855"/>
                </a:cubicBezTo>
                <a:cubicBezTo>
                  <a:pt x="12472" y="3237"/>
                  <a:pt x="12449" y="1618"/>
                  <a:pt x="12425" y="0"/>
                </a:cubicBezTo>
                <a:close/>
              </a:path>
            </a:pathLst>
          </a:custGeom>
          <a:gradFill>
            <a:gsLst>
              <a:gs pos="0">
                <a:srgbClr val="3C6CDF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11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/>
              <a:t>Services, Layering and Encapsulation</a:t>
            </a:r>
            <a:endParaRPr sz="4400"/>
          </a:p>
        </p:txBody>
      </p:sp>
      <p:sp>
        <p:nvSpPr>
          <p:cNvPr id="947" name="Google Shape;947;p11"/>
          <p:cNvSpPr txBox="1"/>
          <p:nvPr/>
        </p:nvSpPr>
        <p:spPr>
          <a:xfrm>
            <a:off x="449705" y="5724388"/>
            <a:ext cx="110013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lang="en-US" sz="2400" b="0" i="1" u="none" strike="noStrike" cap="none">
                <a:solidFill>
                  <a:srgbClr val="000099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source</a:t>
            </a:r>
            <a:endParaRPr lang="en-US" sz="2400" b="0" i="1" u="none" strike="noStrike" cap="none">
              <a:solidFill>
                <a:srgbClr val="000099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948" name="Google Shape;948;p11"/>
          <p:cNvSpPr/>
          <p:nvPr/>
        </p:nvSpPr>
        <p:spPr>
          <a:xfrm rot="10800000">
            <a:off x="975630" y="1559549"/>
            <a:ext cx="450309" cy="4061761"/>
          </a:xfrm>
          <a:custGeom>
            <a:avLst/>
            <a:gdLst/>
            <a:ahLst/>
            <a:cxnLst/>
            <a:rect l="l" t="t" r="r" b="b"/>
            <a:pathLst>
              <a:path w="12496" h="21660" extrusionOk="0">
                <a:moveTo>
                  <a:pt x="12425" y="0"/>
                </a:moveTo>
                <a:lnTo>
                  <a:pt x="0" y="1517"/>
                </a:lnTo>
                <a:lnTo>
                  <a:pt x="1248" y="21660"/>
                </a:lnTo>
                <a:cubicBezTo>
                  <a:pt x="4581" y="12959"/>
                  <a:pt x="6667" y="10269"/>
                  <a:pt x="12496" y="4855"/>
                </a:cubicBezTo>
                <a:cubicBezTo>
                  <a:pt x="12472" y="3237"/>
                  <a:pt x="12449" y="1618"/>
                  <a:pt x="12425" y="0"/>
                </a:cubicBezTo>
                <a:close/>
              </a:path>
            </a:pathLst>
          </a:custGeom>
          <a:gradFill>
            <a:gsLst>
              <a:gs pos="0">
                <a:srgbClr val="3C6CDF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49" name="Google Shape;949;p11"/>
          <p:cNvGrpSpPr/>
          <p:nvPr/>
        </p:nvGrpSpPr>
        <p:grpSpPr>
          <a:xfrm flipH="1">
            <a:off x="635446" y="5073984"/>
            <a:ext cx="803275" cy="771525"/>
            <a:chOff x="-44" y="1473"/>
            <a:chExt cx="981" cy="1105"/>
          </a:xfrm>
        </p:grpSpPr>
        <p:pic>
          <p:nvPicPr>
            <p:cNvPr id="950" name="Google Shape;950;p11" descr="desktop_computer_stylized_medium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1" name="Google Shape;951;p11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/>
              <a:ahLst/>
              <a:cxnLst/>
              <a:rect l="l" t="t" r="r" b="b"/>
              <a:pathLst>
                <a:path w="356" h="368" extrusionOk="0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52" name="Google Shape;952;p11"/>
          <p:cNvGrpSpPr/>
          <p:nvPr/>
        </p:nvGrpSpPr>
        <p:grpSpPr>
          <a:xfrm>
            <a:off x="1334125" y="1421667"/>
            <a:ext cx="1765726" cy="4034752"/>
            <a:chOff x="1484027" y="1706480"/>
            <a:chExt cx="1765726" cy="4034752"/>
          </a:xfrm>
        </p:grpSpPr>
        <p:sp>
          <p:nvSpPr>
            <p:cNvPr id="953" name="Google Shape;953;p11"/>
            <p:cNvSpPr/>
            <p:nvPr/>
          </p:nvSpPr>
          <p:spPr>
            <a:xfrm>
              <a:off x="1528997" y="1870247"/>
              <a:ext cx="1648917" cy="3870985"/>
            </a:xfrm>
            <a:prstGeom prst="rect">
              <a:avLst/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76200" dist="38100" dir="18900000" sx="101000" sy="101000" algn="b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954" name="Google Shape;954;p11"/>
            <p:cNvSpPr txBox="1"/>
            <p:nvPr/>
          </p:nvSpPr>
          <p:spPr>
            <a:xfrm>
              <a:off x="1484027" y="1706480"/>
              <a:ext cx="1765726" cy="4033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application</a:t>
              </a:r>
              <a:endPara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transport</a:t>
              </a:r>
              <a:endPara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endPara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physical</a:t>
              </a: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55" name="Google Shape;955;p11"/>
            <p:cNvCxnSpPr/>
            <p:nvPr/>
          </p:nvCxnSpPr>
          <p:spPr>
            <a:xfrm>
              <a:off x="1534432" y="2675745"/>
              <a:ext cx="1643483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56" name="Google Shape;956;p11"/>
            <p:cNvCxnSpPr/>
            <p:nvPr/>
          </p:nvCxnSpPr>
          <p:spPr>
            <a:xfrm>
              <a:off x="1506952" y="3472722"/>
              <a:ext cx="1655973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57" name="Google Shape;957;p11"/>
            <p:cNvCxnSpPr/>
            <p:nvPr/>
          </p:nvCxnSpPr>
          <p:spPr>
            <a:xfrm>
              <a:off x="1509450" y="4209737"/>
              <a:ext cx="1668465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58" name="Google Shape;958;p11"/>
            <p:cNvCxnSpPr/>
            <p:nvPr/>
          </p:nvCxnSpPr>
          <p:spPr>
            <a:xfrm>
              <a:off x="1511947" y="4991726"/>
              <a:ext cx="1650978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959" name="Google Shape;959;p11"/>
          <p:cNvGrpSpPr/>
          <p:nvPr/>
        </p:nvGrpSpPr>
        <p:grpSpPr>
          <a:xfrm>
            <a:off x="11107713" y="4961744"/>
            <a:ext cx="374754" cy="833726"/>
            <a:chOff x="4140" y="429"/>
            <a:chExt cx="1425" cy="2396"/>
          </a:xfrm>
        </p:grpSpPr>
        <p:sp>
          <p:nvSpPr>
            <p:cNvPr id="960" name="Google Shape;960;p11"/>
            <p:cNvSpPr/>
            <p:nvPr/>
          </p:nvSpPr>
          <p:spPr>
            <a:xfrm>
              <a:off x="5268" y="433"/>
              <a:ext cx="283" cy="2286"/>
            </a:xfrm>
            <a:custGeom>
              <a:avLst/>
              <a:gdLst/>
              <a:ahLst/>
              <a:cxnLst/>
              <a:rect l="l" t="t" r="r" b="b"/>
              <a:pathLst>
                <a:path w="354" h="2742" extrusionOk="0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1" name="Google Shape;961;p11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962" name="Google Shape;962;p11"/>
            <p:cNvSpPr/>
            <p:nvPr/>
          </p:nvSpPr>
          <p:spPr>
            <a:xfrm>
              <a:off x="5321" y="570"/>
              <a:ext cx="169" cy="2115"/>
            </a:xfrm>
            <a:custGeom>
              <a:avLst/>
              <a:gdLst/>
              <a:ahLst/>
              <a:cxnLst/>
              <a:rect l="l" t="t" r="r" b="b"/>
              <a:pathLst>
                <a:path w="211" h="2537" extrusionOk="0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3" name="Google Shape;963;p11"/>
            <p:cNvSpPr/>
            <p:nvPr/>
          </p:nvSpPr>
          <p:spPr>
            <a:xfrm>
              <a:off x="5284" y="1640"/>
              <a:ext cx="263" cy="189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4" name="Google Shape;964;p11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grpSp>
          <p:nvGrpSpPr>
            <p:cNvPr id="965" name="Google Shape;965;p11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966" name="Google Shape;966;p11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967" name="Google Shape;967;p11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</p:grpSp>
        <p:sp>
          <p:nvSpPr>
            <p:cNvPr id="968" name="Google Shape;968;p11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grpSp>
          <p:nvGrpSpPr>
            <p:cNvPr id="969" name="Google Shape;969;p11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970" name="Google Shape;970;p11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971" name="Google Shape;971;p11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</p:grpSp>
        <p:sp>
          <p:nvSpPr>
            <p:cNvPr id="972" name="Google Shape;972;p11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973" name="Google Shape;973;p11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grpSp>
          <p:nvGrpSpPr>
            <p:cNvPr id="974" name="Google Shape;974;p11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975" name="Google Shape;975;p11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976" name="Google Shape;976;p11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</p:grpSp>
        <p:sp>
          <p:nvSpPr>
            <p:cNvPr id="977" name="Google Shape;977;p11"/>
            <p:cNvSpPr/>
            <p:nvPr/>
          </p:nvSpPr>
          <p:spPr>
            <a:xfrm>
              <a:off x="5288" y="1354"/>
              <a:ext cx="263" cy="188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78" name="Google Shape;978;p11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979" name="Google Shape;979;p11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980" name="Google Shape;980;p11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</p:grpSp>
        <p:sp>
          <p:nvSpPr>
            <p:cNvPr id="981" name="Google Shape;981;p11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982" name="Google Shape;982;p11"/>
            <p:cNvSpPr/>
            <p:nvPr/>
          </p:nvSpPr>
          <p:spPr>
            <a:xfrm>
              <a:off x="5312" y="1007"/>
              <a:ext cx="237" cy="213"/>
            </a:xfrm>
            <a:custGeom>
              <a:avLst/>
              <a:gdLst/>
              <a:ahLst/>
              <a:cxnLst/>
              <a:rect l="l" t="t" r="r" b="b"/>
              <a:pathLst>
                <a:path w="296" h="256" extrusionOk="0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3" name="Google Shape;983;p11"/>
            <p:cNvSpPr/>
            <p:nvPr/>
          </p:nvSpPr>
          <p:spPr>
            <a:xfrm>
              <a:off x="5315" y="680"/>
              <a:ext cx="244" cy="240"/>
            </a:xfrm>
            <a:custGeom>
              <a:avLst/>
              <a:gdLst/>
              <a:ahLst/>
              <a:cxnLst/>
              <a:rect l="l" t="t" r="r" b="b"/>
              <a:pathLst>
                <a:path w="304" h="288" extrusionOk="0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4" name="Google Shape;984;p11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985" name="Google Shape;985;p11"/>
            <p:cNvSpPr/>
            <p:nvPr/>
          </p:nvSpPr>
          <p:spPr>
            <a:xfrm>
              <a:off x="5302" y="2614"/>
              <a:ext cx="245" cy="200"/>
            </a:xfrm>
            <a:custGeom>
              <a:avLst/>
              <a:gdLst/>
              <a:ahLst/>
              <a:cxnLst/>
              <a:rect l="l" t="t" r="r" b="b"/>
              <a:pathLst>
                <a:path w="306" h="240" extrusionOk="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6" name="Google Shape;986;p11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987" name="Google Shape;987;p11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988" name="Google Shape;988;p11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989" name="Google Shape;989;p11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endParaRPr sz="1800" b="0" i="0" u="none" strike="noStrike" cap="none">
                <a:solidFill>
                  <a:srgbClr val="FF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990" name="Google Shape;990;p11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991" name="Google Shape;991;p11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  <p:sp>
        <p:nvSpPr>
          <p:cNvPr id="992" name="Google Shape;992;p11"/>
          <p:cNvSpPr txBox="1"/>
          <p:nvPr/>
        </p:nvSpPr>
        <p:spPr>
          <a:xfrm>
            <a:off x="10216734" y="5716780"/>
            <a:ext cx="167545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lang="en-US" sz="2400" i="1">
                <a:solidFill>
                  <a:srgbClr val="000099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destination</a:t>
            </a:r>
            <a:endParaRPr sz="2400" b="0" i="1" u="none" strike="noStrike" cap="none">
              <a:solidFill>
                <a:srgbClr val="000099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grpSp>
        <p:nvGrpSpPr>
          <p:cNvPr id="993" name="Google Shape;993;p11"/>
          <p:cNvGrpSpPr/>
          <p:nvPr/>
        </p:nvGrpSpPr>
        <p:grpSpPr>
          <a:xfrm>
            <a:off x="9221450" y="1413548"/>
            <a:ext cx="1765726" cy="4034752"/>
            <a:chOff x="1484027" y="1706480"/>
            <a:chExt cx="1765726" cy="4034752"/>
          </a:xfrm>
        </p:grpSpPr>
        <p:sp>
          <p:nvSpPr>
            <p:cNvPr id="994" name="Google Shape;994;p11"/>
            <p:cNvSpPr/>
            <p:nvPr/>
          </p:nvSpPr>
          <p:spPr>
            <a:xfrm>
              <a:off x="1528997" y="1870247"/>
              <a:ext cx="1648917" cy="3870985"/>
            </a:xfrm>
            <a:prstGeom prst="rect">
              <a:avLst/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76200" dist="38100" dir="18900000" sx="101000" sy="101000" algn="b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995" name="Google Shape;995;p11"/>
            <p:cNvSpPr txBox="1"/>
            <p:nvPr/>
          </p:nvSpPr>
          <p:spPr>
            <a:xfrm>
              <a:off x="1484027" y="1706480"/>
              <a:ext cx="1765726" cy="4033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application</a:t>
              </a:r>
              <a:endPara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transport</a:t>
              </a:r>
              <a:endPara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endPara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physical</a:t>
              </a: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96" name="Google Shape;996;p11"/>
            <p:cNvCxnSpPr/>
            <p:nvPr/>
          </p:nvCxnSpPr>
          <p:spPr>
            <a:xfrm>
              <a:off x="1534432" y="2675745"/>
              <a:ext cx="1643483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97" name="Google Shape;997;p11"/>
            <p:cNvCxnSpPr/>
            <p:nvPr/>
          </p:nvCxnSpPr>
          <p:spPr>
            <a:xfrm>
              <a:off x="1506952" y="3472722"/>
              <a:ext cx="1655973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98" name="Google Shape;998;p11"/>
            <p:cNvCxnSpPr/>
            <p:nvPr/>
          </p:nvCxnSpPr>
          <p:spPr>
            <a:xfrm>
              <a:off x="1509450" y="4209737"/>
              <a:ext cx="1668465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99" name="Google Shape;999;p11"/>
            <p:cNvCxnSpPr/>
            <p:nvPr/>
          </p:nvCxnSpPr>
          <p:spPr>
            <a:xfrm>
              <a:off x="1511947" y="4991726"/>
              <a:ext cx="1650978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000" name="Google Shape;1000;p11"/>
          <p:cNvSpPr/>
          <p:nvPr/>
        </p:nvSpPr>
        <p:spPr>
          <a:xfrm>
            <a:off x="5584583" y="1981531"/>
            <a:ext cx="971760" cy="3897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01" name="Google Shape;1001;p11"/>
          <p:cNvGrpSpPr/>
          <p:nvPr/>
        </p:nvGrpSpPr>
        <p:grpSpPr>
          <a:xfrm>
            <a:off x="7629993" y="1484027"/>
            <a:ext cx="1535906" cy="3792511"/>
            <a:chOff x="7629993" y="1484027"/>
            <a:chExt cx="1535906" cy="3792511"/>
          </a:xfrm>
        </p:grpSpPr>
        <p:sp>
          <p:nvSpPr>
            <p:cNvPr id="1002" name="Google Shape;1002;p11"/>
            <p:cNvSpPr/>
            <p:nvPr/>
          </p:nvSpPr>
          <p:spPr>
            <a:xfrm flipH="1">
              <a:off x="7629993" y="1484027"/>
              <a:ext cx="1201062" cy="3792511"/>
            </a:xfrm>
            <a:custGeom>
              <a:avLst/>
              <a:gdLst/>
              <a:ahLst/>
              <a:cxnLst/>
              <a:rect l="l" t="t" r="r" b="b"/>
              <a:pathLst>
                <a:path w="1822537" h="3263030" extrusionOk="0">
                  <a:moveTo>
                    <a:pt x="1822537" y="3263030"/>
                  </a:moveTo>
                  <a:lnTo>
                    <a:pt x="6263" y="2743200"/>
                  </a:lnTo>
                  <a:cubicBezTo>
                    <a:pt x="4175" y="1828800"/>
                    <a:pt x="2088" y="914400"/>
                    <a:pt x="0" y="0"/>
                  </a:cubicBezTo>
                </a:path>
              </a:pathLst>
            </a:custGeom>
            <a:noFill/>
            <a:ln w="44450" cap="flat" cmpd="sng">
              <a:solidFill>
                <a:srgbClr val="C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lang="en-US"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 </a:t>
              </a:r>
              <a:endParaRPr lang="en-US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03" name="Google Shape;1003;p11"/>
            <p:cNvGrpSpPr/>
            <p:nvPr/>
          </p:nvGrpSpPr>
          <p:grpSpPr>
            <a:xfrm>
              <a:off x="7693325" y="4097936"/>
              <a:ext cx="1470663" cy="389744"/>
              <a:chOff x="6216702" y="5375649"/>
              <a:chExt cx="1470663" cy="389744"/>
            </a:xfrm>
          </p:grpSpPr>
          <p:sp>
            <p:nvSpPr>
              <p:cNvPr id="1004" name="Google Shape;1004;p11"/>
              <p:cNvSpPr/>
              <p:nvPr/>
            </p:nvSpPr>
            <p:spPr>
              <a:xfrm>
                <a:off x="6477000" y="5375649"/>
                <a:ext cx="1210365" cy="389744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05" name="Google Shape;1005;p11"/>
              <p:cNvGrpSpPr/>
              <p:nvPr/>
            </p:nvGrpSpPr>
            <p:grpSpPr>
              <a:xfrm>
                <a:off x="6216702" y="5392448"/>
                <a:ext cx="1381126" cy="301625"/>
                <a:chOff x="265" y="1531"/>
                <a:chExt cx="870" cy="190"/>
              </a:xfrm>
            </p:grpSpPr>
            <p:sp>
              <p:nvSpPr>
                <p:cNvPr id="1006" name="Google Shape;1006;p11"/>
                <p:cNvSpPr/>
                <p:nvPr/>
              </p:nvSpPr>
              <p:spPr>
                <a:xfrm>
                  <a:off x="265" y="1549"/>
                  <a:ext cx="870" cy="162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endParaRPr sz="2400" b="0" i="0" u="none" strike="noStrike" cap="none">
                    <a:solidFill>
                      <a:srgbClr val="000000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endParaRPr>
                </a:p>
              </p:txBody>
            </p:sp>
            <p:sp>
              <p:nvSpPr>
                <p:cNvPr id="1007" name="Google Shape;1007;p11"/>
                <p:cNvSpPr/>
                <p:nvPr/>
              </p:nvSpPr>
              <p:spPr>
                <a:xfrm>
                  <a:off x="873" y="1531"/>
                  <a:ext cx="239" cy="1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Noto Sans Symbols"/>
                    <a:buNone/>
                  </a:pPr>
                  <a:r>
                    <a:rPr lang="en-US" sz="1400" b="0" i="0" u="none" strike="noStrike" cap="none">
                      <a:solidFill>
                        <a:srgbClr val="000000"/>
                      </a:solidFill>
                      <a:latin typeface="Arial" panose="020B0604020202090204"/>
                      <a:ea typeface="Arial" panose="020B0604020202090204"/>
                      <a:cs typeface="Arial" panose="020B0604020202090204"/>
                      <a:sym typeface="Arial" panose="020B0604020202090204"/>
                    </a:rPr>
                    <a:t>M</a:t>
                  </a:r>
                  <a:endParaRPr lang="en-US" sz="1400" b="0" i="0" u="none" strike="noStrike" cap="none">
                    <a:solidFill>
                      <a:srgbClr val="000000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endParaRPr>
                </a:p>
              </p:txBody>
            </p:sp>
          </p:grpSp>
          <p:sp>
            <p:nvSpPr>
              <p:cNvPr id="1008" name="Google Shape;1008;p11"/>
              <p:cNvSpPr/>
              <p:nvPr/>
            </p:nvSpPr>
            <p:spPr>
              <a:xfrm>
                <a:off x="6801757" y="5404115"/>
                <a:ext cx="296863" cy="2619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lang="en-US" sz="1400" b="0" i="0" u="none" strike="noStrike" cap="none">
                    <a:solidFill>
                      <a:srgbClr val="000000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H</a:t>
                </a:r>
                <a:r>
                  <a:rPr lang="en-US" sz="1800" b="0" i="0" u="none" strike="noStrike" cap="none" baseline="-25000">
                    <a:solidFill>
                      <a:srgbClr val="000000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t</a:t>
                </a:r>
                <a:endParaRPr lang="en-US" sz="1800" b="0" i="0" u="none" strike="noStrike" cap="none" baseline="-25000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1009" name="Google Shape;1009;p11"/>
              <p:cNvSpPr/>
              <p:nvPr/>
            </p:nvSpPr>
            <p:spPr>
              <a:xfrm>
                <a:off x="6539453" y="5386777"/>
                <a:ext cx="296863" cy="29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lang="en-US" sz="1400" b="0" i="0" u="none" strike="noStrike" cap="none">
                    <a:solidFill>
                      <a:srgbClr val="000000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H</a:t>
                </a:r>
                <a:r>
                  <a:rPr lang="en-US" sz="1800" b="0" i="0" u="none" strike="noStrike" cap="none" baseline="-25000">
                    <a:solidFill>
                      <a:srgbClr val="000000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n</a:t>
                </a:r>
                <a:endParaRPr lang="en-US" sz="1800" b="0" i="0" u="none" strike="noStrike" cap="none" baseline="-25000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cxnSp>
            <p:nvCxnSpPr>
              <p:cNvPr id="1010" name="Google Shape;1010;p11"/>
              <p:cNvCxnSpPr/>
              <p:nvPr/>
            </p:nvCxnSpPr>
            <p:spPr>
              <a:xfrm>
                <a:off x="7106894" y="5421023"/>
                <a:ext cx="0" cy="257175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11" name="Google Shape;1011;p11"/>
              <p:cNvCxnSpPr/>
              <p:nvPr/>
            </p:nvCxnSpPr>
            <p:spPr>
              <a:xfrm>
                <a:off x="6826395" y="5419311"/>
                <a:ext cx="0" cy="257175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1012" name="Google Shape;1012;p11"/>
              <p:cNvSpPr/>
              <p:nvPr/>
            </p:nvSpPr>
            <p:spPr>
              <a:xfrm>
                <a:off x="6236418" y="5394426"/>
                <a:ext cx="296863" cy="29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lang="en-US" sz="1400" b="0" i="0" u="none" strike="noStrike" cap="none">
                    <a:solidFill>
                      <a:srgbClr val="000000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H</a:t>
                </a:r>
                <a:r>
                  <a:rPr lang="en-US" sz="1800" b="0" i="0" u="none" strike="noStrike" cap="none" baseline="-25000">
                    <a:solidFill>
                      <a:srgbClr val="000000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l</a:t>
                </a:r>
                <a:endParaRPr lang="en-US" sz="1800" b="0" i="0" u="none" strike="noStrike" cap="none" baseline="-25000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cxnSp>
            <p:nvCxnSpPr>
              <p:cNvPr id="1013" name="Google Shape;1013;p11"/>
              <p:cNvCxnSpPr/>
              <p:nvPr/>
            </p:nvCxnSpPr>
            <p:spPr>
              <a:xfrm>
                <a:off x="6505708" y="5419900"/>
                <a:ext cx="0" cy="257175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1014" name="Google Shape;1014;p11"/>
            <p:cNvGrpSpPr/>
            <p:nvPr/>
          </p:nvGrpSpPr>
          <p:grpSpPr>
            <a:xfrm>
              <a:off x="8014421" y="3363106"/>
              <a:ext cx="1058375" cy="307296"/>
              <a:chOff x="5509436" y="3287899"/>
              <a:chExt cx="1058375" cy="307296"/>
            </a:xfrm>
          </p:grpSpPr>
          <p:grpSp>
            <p:nvGrpSpPr>
              <p:cNvPr id="1015" name="Google Shape;1015;p11"/>
              <p:cNvGrpSpPr/>
              <p:nvPr/>
            </p:nvGrpSpPr>
            <p:grpSpPr>
              <a:xfrm>
                <a:off x="5510535" y="3293570"/>
                <a:ext cx="1057276" cy="301625"/>
                <a:chOff x="469" y="1531"/>
                <a:chExt cx="666" cy="190"/>
              </a:xfrm>
            </p:grpSpPr>
            <p:sp>
              <p:nvSpPr>
                <p:cNvPr id="1016" name="Google Shape;1016;p11"/>
                <p:cNvSpPr/>
                <p:nvPr/>
              </p:nvSpPr>
              <p:spPr>
                <a:xfrm>
                  <a:off x="469" y="1549"/>
                  <a:ext cx="666" cy="162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endParaRPr sz="2400" b="0" i="0" u="none" strike="noStrike" cap="none">
                    <a:solidFill>
                      <a:srgbClr val="000000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endParaRPr>
                </a:p>
              </p:txBody>
            </p:sp>
            <p:sp>
              <p:nvSpPr>
                <p:cNvPr id="1017" name="Google Shape;1017;p11"/>
                <p:cNvSpPr/>
                <p:nvPr/>
              </p:nvSpPr>
              <p:spPr>
                <a:xfrm>
                  <a:off x="873" y="1531"/>
                  <a:ext cx="239" cy="1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Noto Sans Symbols"/>
                    <a:buNone/>
                  </a:pPr>
                  <a:r>
                    <a:rPr lang="en-US" sz="1400" b="0" i="0" u="none" strike="noStrike" cap="none">
                      <a:solidFill>
                        <a:srgbClr val="000000"/>
                      </a:solidFill>
                      <a:latin typeface="Arial" panose="020B0604020202090204"/>
                      <a:ea typeface="Arial" panose="020B0604020202090204"/>
                      <a:cs typeface="Arial" panose="020B0604020202090204"/>
                      <a:sym typeface="Arial" panose="020B0604020202090204"/>
                    </a:rPr>
                    <a:t>M</a:t>
                  </a:r>
                  <a:endParaRPr lang="en-US" sz="1400" b="0" i="0" u="none" strike="noStrike" cap="none">
                    <a:solidFill>
                      <a:srgbClr val="000000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endParaRPr>
                </a:p>
              </p:txBody>
            </p:sp>
          </p:grpSp>
          <p:sp>
            <p:nvSpPr>
              <p:cNvPr id="1018" name="Google Shape;1018;p11"/>
              <p:cNvSpPr/>
              <p:nvPr/>
            </p:nvSpPr>
            <p:spPr>
              <a:xfrm>
                <a:off x="5771740" y="3305237"/>
                <a:ext cx="296863" cy="2619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lang="en-US" sz="1400" b="0" i="0" u="none" strike="noStrike" cap="none">
                    <a:solidFill>
                      <a:srgbClr val="000000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H</a:t>
                </a:r>
                <a:r>
                  <a:rPr lang="en-US" sz="1800" b="0" i="0" u="none" strike="noStrike" cap="none" baseline="-25000">
                    <a:solidFill>
                      <a:srgbClr val="000000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t</a:t>
                </a:r>
                <a:endParaRPr lang="en-US" sz="1800" b="0" i="0" u="none" strike="noStrike" cap="none" baseline="-25000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1019" name="Google Shape;1019;p11"/>
              <p:cNvSpPr/>
              <p:nvPr/>
            </p:nvSpPr>
            <p:spPr>
              <a:xfrm>
                <a:off x="5509436" y="3287899"/>
                <a:ext cx="296863" cy="29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lang="en-US" sz="1400" b="0" i="0" u="none" strike="noStrike" cap="none">
                    <a:solidFill>
                      <a:srgbClr val="000000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H</a:t>
                </a:r>
                <a:endParaRPr lang="en-US"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cxnSp>
            <p:nvCxnSpPr>
              <p:cNvPr id="1020" name="Google Shape;1020;p11"/>
              <p:cNvCxnSpPr/>
              <p:nvPr/>
            </p:nvCxnSpPr>
            <p:spPr>
              <a:xfrm>
                <a:off x="6076877" y="3322145"/>
                <a:ext cx="0" cy="257175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21" name="Google Shape;1021;p11"/>
              <p:cNvCxnSpPr/>
              <p:nvPr/>
            </p:nvCxnSpPr>
            <p:spPr>
              <a:xfrm>
                <a:off x="5796378" y="3320433"/>
                <a:ext cx="0" cy="257175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1022" name="Google Shape;1022;p11"/>
            <p:cNvGrpSpPr/>
            <p:nvPr/>
          </p:nvGrpSpPr>
          <p:grpSpPr>
            <a:xfrm>
              <a:off x="8257849" y="2658970"/>
              <a:ext cx="908050" cy="301625"/>
              <a:chOff x="6877524" y="6049441"/>
              <a:chExt cx="908050" cy="301625"/>
            </a:xfrm>
          </p:grpSpPr>
          <p:grpSp>
            <p:nvGrpSpPr>
              <p:cNvPr id="1023" name="Google Shape;1023;p11"/>
              <p:cNvGrpSpPr/>
              <p:nvPr/>
            </p:nvGrpSpPr>
            <p:grpSpPr>
              <a:xfrm>
                <a:off x="6877524" y="6051029"/>
                <a:ext cx="296863" cy="292100"/>
                <a:chOff x="1959" y="2058"/>
                <a:chExt cx="187" cy="184"/>
              </a:xfrm>
            </p:grpSpPr>
            <p:sp>
              <p:nvSpPr>
                <p:cNvPr id="1024" name="Google Shape;1024;p11"/>
                <p:cNvSpPr/>
                <p:nvPr/>
              </p:nvSpPr>
              <p:spPr>
                <a:xfrm>
                  <a:off x="1964" y="2075"/>
                  <a:ext cx="177" cy="162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endParaRPr sz="2400" b="0" i="0" u="none" strike="noStrike" cap="none">
                    <a:solidFill>
                      <a:srgbClr val="000000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endParaRPr>
                </a:p>
              </p:txBody>
            </p:sp>
            <p:sp>
              <p:nvSpPr>
                <p:cNvPr id="1025" name="Google Shape;1025;p11"/>
                <p:cNvSpPr/>
                <p:nvPr/>
              </p:nvSpPr>
              <p:spPr>
                <a:xfrm>
                  <a:off x="1959" y="2058"/>
                  <a:ext cx="187" cy="18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Noto Sans Symbols"/>
                    <a:buNone/>
                  </a:pPr>
                </a:p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Noto Sans Symbols"/>
                    <a:buNone/>
                  </a:pPr>
                  <a:r>
                    <a:rPr lang="en-US" sz="1400" b="0" i="0" u="none" strike="noStrike" cap="none">
                      <a:solidFill>
                        <a:srgbClr val="000000"/>
                      </a:solidFill>
                      <a:latin typeface="Arial" panose="020B0604020202090204"/>
                      <a:ea typeface="Arial" panose="020B0604020202090204"/>
                      <a:cs typeface="Arial" panose="020B0604020202090204"/>
                      <a:sym typeface="Arial" panose="020B0604020202090204"/>
                    </a:rPr>
                    <a:t>H</a:t>
                  </a:r>
                  <a:r>
                    <a:rPr lang="en-US" sz="1800" b="0" i="0" u="none" strike="noStrike" cap="none" baseline="-25000">
                      <a:solidFill>
                        <a:srgbClr val="000000"/>
                      </a:solidFill>
                      <a:latin typeface="Arial" panose="020B0604020202090204"/>
                      <a:ea typeface="Arial" panose="020B0604020202090204"/>
                      <a:cs typeface="Arial" panose="020B0604020202090204"/>
                      <a:sym typeface="Arial" panose="020B0604020202090204"/>
                    </a:rPr>
                    <a:t>t</a:t>
                  </a:r>
                  <a:endParaRPr lang="en-US" sz="1800" b="0" i="0" u="none" strike="noStrike" cap="none" baseline="-25000">
                    <a:solidFill>
                      <a:srgbClr val="000000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endParaRPr>
                </a:p>
              </p:txBody>
            </p:sp>
          </p:grpSp>
          <p:grpSp>
            <p:nvGrpSpPr>
              <p:cNvPr id="1026" name="Google Shape;1026;p11"/>
              <p:cNvGrpSpPr/>
              <p:nvPr/>
            </p:nvGrpSpPr>
            <p:grpSpPr>
              <a:xfrm>
                <a:off x="7106124" y="6049441"/>
                <a:ext cx="679450" cy="301625"/>
                <a:chOff x="780" y="1553"/>
                <a:chExt cx="428" cy="190"/>
              </a:xfrm>
            </p:grpSpPr>
            <p:sp>
              <p:nvSpPr>
                <p:cNvPr id="1027" name="Google Shape;1027;p11"/>
                <p:cNvSpPr/>
                <p:nvPr/>
              </p:nvSpPr>
              <p:spPr>
                <a:xfrm>
                  <a:off x="817" y="1571"/>
                  <a:ext cx="312" cy="162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endParaRPr sz="2400" b="0" i="0" u="none" strike="noStrike" cap="none">
                    <a:solidFill>
                      <a:srgbClr val="000000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endParaRPr>
                </a:p>
              </p:txBody>
            </p:sp>
            <p:sp>
              <p:nvSpPr>
                <p:cNvPr id="1028" name="Google Shape;1028;p11"/>
                <p:cNvSpPr/>
                <p:nvPr/>
              </p:nvSpPr>
              <p:spPr>
                <a:xfrm>
                  <a:off x="780" y="1553"/>
                  <a:ext cx="428" cy="1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Noto Sans Symbols"/>
                    <a:buNone/>
                  </a:pPr>
                  <a:r>
                    <a:rPr lang="en-US" sz="1400" b="0" i="0" u="none" strike="noStrike" cap="none">
                      <a:solidFill>
                        <a:srgbClr val="000000"/>
                      </a:solidFill>
                      <a:latin typeface="Arial" panose="020B0604020202090204"/>
                      <a:ea typeface="Arial" panose="020B0604020202090204"/>
                      <a:cs typeface="Arial" panose="020B0604020202090204"/>
                      <a:sym typeface="Arial" panose="020B0604020202090204"/>
                    </a:rPr>
                    <a:t>M</a:t>
                  </a:r>
                  <a:endParaRPr lang="en-US" sz="1400" b="0" i="0" u="none" strike="noStrike" cap="none">
                    <a:solidFill>
                      <a:srgbClr val="000000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endParaRPr>
                </a:p>
              </p:txBody>
            </p:sp>
          </p:grpSp>
        </p:grpSp>
        <p:grpSp>
          <p:nvGrpSpPr>
            <p:cNvPr id="1029" name="Google Shape;1029;p11"/>
            <p:cNvGrpSpPr/>
            <p:nvPr/>
          </p:nvGrpSpPr>
          <p:grpSpPr>
            <a:xfrm>
              <a:off x="8465451" y="1880020"/>
              <a:ext cx="679450" cy="301625"/>
              <a:chOff x="780" y="1553"/>
              <a:chExt cx="428" cy="190"/>
            </a:xfrm>
          </p:grpSpPr>
          <p:sp>
            <p:nvSpPr>
              <p:cNvPr id="1030" name="Google Shape;1030;p11"/>
              <p:cNvSpPr/>
              <p:nvPr/>
            </p:nvSpPr>
            <p:spPr>
              <a:xfrm>
                <a:off x="817" y="1569"/>
                <a:ext cx="312" cy="162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1031" name="Google Shape;1031;p11"/>
              <p:cNvSpPr/>
              <p:nvPr/>
            </p:nvSpPr>
            <p:spPr>
              <a:xfrm>
                <a:off x="780" y="1553"/>
                <a:ext cx="428" cy="1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lang="en-US" sz="1400" b="0" i="0" u="none" strike="noStrike" cap="none">
                    <a:solidFill>
                      <a:srgbClr val="000000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M</a:t>
                </a:r>
                <a:endParaRPr lang="en-US"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</p:grpSp>
      </p:grpSp>
      <p:sp>
        <p:nvSpPr>
          <p:cNvPr id="1032" name="Google Shape;1032;p11"/>
          <p:cNvSpPr/>
          <p:nvPr/>
        </p:nvSpPr>
        <p:spPr>
          <a:xfrm>
            <a:off x="3570599" y="4675377"/>
            <a:ext cx="4136844" cy="601045"/>
          </a:xfrm>
          <a:custGeom>
            <a:avLst/>
            <a:gdLst/>
            <a:ahLst/>
            <a:cxnLst/>
            <a:rect l="l" t="t" r="r" b="b"/>
            <a:pathLst>
              <a:path w="9988" h="1622" extrusionOk="0">
                <a:moveTo>
                  <a:pt x="0" y="0"/>
                </a:moveTo>
                <a:lnTo>
                  <a:pt x="2306" y="1583"/>
                </a:lnTo>
                <a:lnTo>
                  <a:pt x="9988" y="1622"/>
                </a:lnTo>
              </a:path>
            </a:pathLst>
          </a:custGeom>
          <a:noFill/>
          <a:ln w="44450" cap="flat" cmpd="sng">
            <a:solidFill>
              <a:srgbClr val="C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</a:t>
            </a:r>
            <a:endParaRPr lang="en-US"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33" name="Google Shape;1033;p11"/>
          <p:cNvGrpSpPr/>
          <p:nvPr/>
        </p:nvGrpSpPr>
        <p:grpSpPr>
          <a:xfrm>
            <a:off x="4158384" y="1778534"/>
            <a:ext cx="2245439" cy="369332"/>
            <a:chOff x="4158384" y="2165404"/>
            <a:chExt cx="2245439" cy="369332"/>
          </a:xfrm>
        </p:grpSpPr>
        <p:grpSp>
          <p:nvGrpSpPr>
            <p:cNvPr id="1034" name="Google Shape;1034;p11"/>
            <p:cNvGrpSpPr/>
            <p:nvPr/>
          </p:nvGrpSpPr>
          <p:grpSpPr>
            <a:xfrm>
              <a:off x="5724373" y="2189377"/>
              <a:ext cx="679450" cy="301625"/>
              <a:chOff x="780" y="1553"/>
              <a:chExt cx="428" cy="190"/>
            </a:xfrm>
          </p:grpSpPr>
          <p:sp>
            <p:nvSpPr>
              <p:cNvPr id="1035" name="Google Shape;1035;p11"/>
              <p:cNvSpPr/>
              <p:nvPr/>
            </p:nvSpPr>
            <p:spPr>
              <a:xfrm>
                <a:off x="817" y="1569"/>
                <a:ext cx="312" cy="162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1036" name="Google Shape;1036;p11"/>
              <p:cNvSpPr/>
              <p:nvPr/>
            </p:nvSpPr>
            <p:spPr>
              <a:xfrm>
                <a:off x="780" y="1553"/>
                <a:ext cx="428" cy="1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lang="en-US" sz="1400" b="0" i="0" u="none" strike="noStrike" cap="none">
                    <a:solidFill>
                      <a:srgbClr val="000000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M</a:t>
                </a:r>
                <a:endParaRPr lang="en-US"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</p:grpSp>
        <p:sp>
          <p:nvSpPr>
            <p:cNvPr id="1037" name="Google Shape;1037;p11"/>
            <p:cNvSpPr txBox="1"/>
            <p:nvPr/>
          </p:nvSpPr>
          <p:spPr>
            <a:xfrm>
              <a:off x="4158384" y="2165404"/>
              <a:ext cx="997068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message</a:t>
              </a:r>
              <a:endPara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8" name="Google Shape;1038;p11"/>
          <p:cNvGrpSpPr/>
          <p:nvPr/>
        </p:nvGrpSpPr>
        <p:grpSpPr>
          <a:xfrm>
            <a:off x="4155504" y="2565768"/>
            <a:ext cx="3376307" cy="553370"/>
            <a:chOff x="4155671" y="2952658"/>
            <a:chExt cx="2253425" cy="369332"/>
          </a:xfrm>
        </p:grpSpPr>
        <p:grpSp>
          <p:nvGrpSpPr>
            <p:cNvPr id="1039" name="Google Shape;1039;p11"/>
            <p:cNvGrpSpPr/>
            <p:nvPr/>
          </p:nvGrpSpPr>
          <p:grpSpPr>
            <a:xfrm>
              <a:off x="5501046" y="3003781"/>
              <a:ext cx="908050" cy="301625"/>
              <a:chOff x="1848" y="2046"/>
              <a:chExt cx="572" cy="190"/>
            </a:xfrm>
          </p:grpSpPr>
          <p:grpSp>
            <p:nvGrpSpPr>
              <p:cNvPr id="1040" name="Google Shape;1040;p11"/>
              <p:cNvGrpSpPr/>
              <p:nvPr/>
            </p:nvGrpSpPr>
            <p:grpSpPr>
              <a:xfrm>
                <a:off x="1848" y="2047"/>
                <a:ext cx="187" cy="184"/>
                <a:chOff x="1959" y="2058"/>
                <a:chExt cx="187" cy="184"/>
              </a:xfrm>
            </p:grpSpPr>
            <p:sp>
              <p:nvSpPr>
                <p:cNvPr id="1041" name="Google Shape;1041;p11"/>
                <p:cNvSpPr/>
                <p:nvPr/>
              </p:nvSpPr>
              <p:spPr>
                <a:xfrm>
                  <a:off x="1964" y="2075"/>
                  <a:ext cx="177" cy="162"/>
                </a:xfrm>
                <a:prstGeom prst="rect">
                  <a:avLst/>
                </a:prstGeom>
                <a:noFill/>
                <a:ln w="1427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36975" tIns="68475" rIns="136975" bIns="684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596"/>
                    <a:buFont typeface="Noto Sans Symbols"/>
                    <a:buNone/>
                  </a:pPr>
                  <a:endParaRPr sz="3595" b="0" i="0" u="none" strike="noStrike" cap="none">
                    <a:solidFill>
                      <a:srgbClr val="000000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endParaRPr>
                </a:p>
              </p:txBody>
            </p:sp>
            <p:sp>
              <p:nvSpPr>
                <p:cNvPr id="1042" name="Google Shape;1042;p11"/>
                <p:cNvSpPr/>
                <p:nvPr/>
              </p:nvSpPr>
              <p:spPr>
                <a:xfrm>
                  <a:off x="1959" y="2058"/>
                  <a:ext cx="187" cy="18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136975" tIns="68475" rIns="136975" bIns="684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98"/>
                    <a:buFont typeface="Noto Sans Symbols"/>
                    <a:buNone/>
                  </a:pPr>
                  <a:endParaRPr sz="2095"/>
                </a:p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98"/>
                    <a:buFont typeface="Noto Sans Symbols"/>
                    <a:buNone/>
                  </a:pPr>
                  <a:r>
                    <a:rPr lang="en-US" sz="2095" b="0" i="0" u="none" strike="noStrike" cap="none">
                      <a:solidFill>
                        <a:srgbClr val="000000"/>
                      </a:solidFill>
                      <a:latin typeface="Arial" panose="020B0604020202090204"/>
                      <a:ea typeface="Arial" panose="020B0604020202090204"/>
                      <a:cs typeface="Arial" panose="020B0604020202090204"/>
                      <a:sym typeface="Arial" panose="020B0604020202090204"/>
                    </a:rPr>
                    <a:t>H</a:t>
                  </a:r>
                  <a:r>
                    <a:rPr lang="en-US" sz="2695" baseline="-25000">
                      <a:solidFill>
                        <a:schemeClr val="dk1"/>
                      </a:solidFill>
                    </a:rPr>
                    <a:t>t</a:t>
                  </a:r>
                  <a:endParaRPr sz="2095" baseline="-25000"/>
                </a:p>
              </p:txBody>
            </p:sp>
          </p:grpSp>
          <p:grpSp>
            <p:nvGrpSpPr>
              <p:cNvPr id="1043" name="Google Shape;1043;p11"/>
              <p:cNvGrpSpPr/>
              <p:nvPr/>
            </p:nvGrpSpPr>
            <p:grpSpPr>
              <a:xfrm>
                <a:off x="1992" y="2046"/>
                <a:ext cx="428" cy="190"/>
                <a:chOff x="780" y="1553"/>
                <a:chExt cx="428" cy="190"/>
              </a:xfrm>
            </p:grpSpPr>
            <p:sp>
              <p:nvSpPr>
                <p:cNvPr id="1044" name="Google Shape;1044;p11"/>
                <p:cNvSpPr/>
                <p:nvPr/>
              </p:nvSpPr>
              <p:spPr>
                <a:xfrm>
                  <a:off x="817" y="1571"/>
                  <a:ext cx="312" cy="162"/>
                </a:xfrm>
                <a:prstGeom prst="rect">
                  <a:avLst/>
                </a:prstGeom>
                <a:solidFill>
                  <a:schemeClr val="lt1"/>
                </a:solidFill>
                <a:ln w="1427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36975" tIns="68475" rIns="136975" bIns="684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3596"/>
                    <a:buFont typeface="Noto Sans Symbols"/>
                    <a:buNone/>
                  </a:pPr>
                  <a:endParaRPr sz="3595" b="0" i="0" u="none" strike="noStrike" cap="none">
                    <a:solidFill>
                      <a:srgbClr val="000000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endParaRPr>
                </a:p>
              </p:txBody>
            </p:sp>
            <p:sp>
              <p:nvSpPr>
                <p:cNvPr id="1045" name="Google Shape;1045;p11"/>
                <p:cNvSpPr/>
                <p:nvPr/>
              </p:nvSpPr>
              <p:spPr>
                <a:xfrm>
                  <a:off x="780" y="1553"/>
                  <a:ext cx="428" cy="1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136975" tIns="68475" rIns="136975" bIns="684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98"/>
                    <a:buFont typeface="Noto Sans Symbols"/>
                    <a:buNone/>
                  </a:pPr>
                  <a:r>
                    <a:rPr lang="en-US" sz="2095" b="0" i="0" u="none" strike="noStrike" cap="none">
                      <a:solidFill>
                        <a:srgbClr val="000000"/>
                      </a:solidFill>
                      <a:latin typeface="Arial" panose="020B0604020202090204"/>
                      <a:ea typeface="Arial" panose="020B0604020202090204"/>
                      <a:cs typeface="Arial" panose="020B0604020202090204"/>
                      <a:sym typeface="Arial" panose="020B0604020202090204"/>
                    </a:rPr>
                    <a:t>M</a:t>
                  </a:r>
                  <a:endParaRPr sz="2095"/>
                </a:p>
              </p:txBody>
            </p:sp>
          </p:grpSp>
        </p:grpSp>
        <p:sp>
          <p:nvSpPr>
            <p:cNvPr id="1046" name="Google Shape;1046;p11"/>
            <p:cNvSpPr txBox="1"/>
            <p:nvPr/>
          </p:nvSpPr>
          <p:spPr>
            <a:xfrm>
              <a:off x="4155671" y="2952658"/>
              <a:ext cx="995272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6975" tIns="68475" rIns="136975" bIns="68475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695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segment</a:t>
              </a:r>
              <a:endParaRPr sz="2095"/>
            </a:p>
          </p:txBody>
        </p:sp>
      </p:grpSp>
      <p:grpSp>
        <p:nvGrpSpPr>
          <p:cNvPr id="1047" name="Google Shape;1047;p11"/>
          <p:cNvGrpSpPr/>
          <p:nvPr/>
        </p:nvGrpSpPr>
        <p:grpSpPr>
          <a:xfrm>
            <a:off x="4134419" y="3291630"/>
            <a:ext cx="2152842" cy="369332"/>
            <a:chOff x="4134419" y="3678500"/>
            <a:chExt cx="2152842" cy="369332"/>
          </a:xfrm>
        </p:grpSpPr>
        <p:grpSp>
          <p:nvGrpSpPr>
            <p:cNvPr id="1048" name="Google Shape;1048;p11"/>
            <p:cNvGrpSpPr/>
            <p:nvPr/>
          </p:nvGrpSpPr>
          <p:grpSpPr>
            <a:xfrm>
              <a:off x="5228886" y="3706233"/>
              <a:ext cx="1058375" cy="307296"/>
              <a:chOff x="5509436" y="3287899"/>
              <a:chExt cx="1058375" cy="307296"/>
            </a:xfrm>
          </p:grpSpPr>
          <p:grpSp>
            <p:nvGrpSpPr>
              <p:cNvPr id="1049" name="Google Shape;1049;p11"/>
              <p:cNvGrpSpPr/>
              <p:nvPr/>
            </p:nvGrpSpPr>
            <p:grpSpPr>
              <a:xfrm>
                <a:off x="5510535" y="3293570"/>
                <a:ext cx="1057276" cy="301625"/>
                <a:chOff x="469" y="1531"/>
                <a:chExt cx="666" cy="190"/>
              </a:xfrm>
            </p:grpSpPr>
            <p:sp>
              <p:nvSpPr>
                <p:cNvPr id="1050" name="Google Shape;1050;p11"/>
                <p:cNvSpPr/>
                <p:nvPr/>
              </p:nvSpPr>
              <p:spPr>
                <a:xfrm>
                  <a:off x="469" y="1549"/>
                  <a:ext cx="666" cy="162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endParaRPr sz="2400" b="0" i="0" u="none" strike="noStrike" cap="none">
                    <a:solidFill>
                      <a:srgbClr val="000000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endParaRPr>
                </a:p>
              </p:txBody>
            </p:sp>
            <p:sp>
              <p:nvSpPr>
                <p:cNvPr id="1051" name="Google Shape;1051;p11"/>
                <p:cNvSpPr/>
                <p:nvPr/>
              </p:nvSpPr>
              <p:spPr>
                <a:xfrm>
                  <a:off x="873" y="1531"/>
                  <a:ext cx="239" cy="1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Noto Sans Symbols"/>
                    <a:buNone/>
                  </a:pPr>
                  <a:r>
                    <a:rPr lang="en-US" sz="1400" b="0" i="0" u="none" strike="noStrike" cap="none">
                      <a:solidFill>
                        <a:srgbClr val="000000"/>
                      </a:solidFill>
                      <a:latin typeface="Arial" panose="020B0604020202090204"/>
                      <a:ea typeface="Arial" panose="020B0604020202090204"/>
                      <a:cs typeface="Arial" panose="020B0604020202090204"/>
                      <a:sym typeface="Arial" panose="020B0604020202090204"/>
                    </a:rPr>
                    <a:t>M</a:t>
                  </a:r>
                  <a:endParaRPr lang="en-US" sz="1400" b="0" i="0" u="none" strike="noStrike" cap="none">
                    <a:solidFill>
                      <a:srgbClr val="000000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endParaRPr>
                </a:p>
              </p:txBody>
            </p:sp>
          </p:grpSp>
          <p:sp>
            <p:nvSpPr>
              <p:cNvPr id="1052" name="Google Shape;1052;p11"/>
              <p:cNvSpPr/>
              <p:nvPr/>
            </p:nvSpPr>
            <p:spPr>
              <a:xfrm>
                <a:off x="5771740" y="3305237"/>
                <a:ext cx="296863" cy="2619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lang="en-US" sz="1400" b="0" i="0" u="none" strike="noStrike" cap="none">
                    <a:solidFill>
                      <a:srgbClr val="000000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H</a:t>
                </a:r>
                <a:r>
                  <a:rPr lang="en-US" sz="1800" b="0" i="0" u="none" strike="noStrike" cap="none" baseline="-25000">
                    <a:solidFill>
                      <a:srgbClr val="000000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t</a:t>
                </a:r>
                <a:endParaRPr lang="en-US" sz="1800" b="0" i="0" u="none" strike="noStrike" cap="none" baseline="-25000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1053" name="Google Shape;1053;p11"/>
              <p:cNvSpPr/>
              <p:nvPr/>
            </p:nvSpPr>
            <p:spPr>
              <a:xfrm>
                <a:off x="5509436" y="3287899"/>
                <a:ext cx="296863" cy="29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lang="en-US" sz="1400" b="0" i="0" u="none" strike="noStrike" cap="none">
                    <a:solidFill>
                      <a:srgbClr val="000000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H</a:t>
                </a:r>
                <a:r>
                  <a:rPr lang="en-US" sz="1800" b="0" i="0" u="none" strike="noStrike" cap="none" baseline="-25000">
                    <a:solidFill>
                      <a:srgbClr val="000000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n</a:t>
                </a:r>
                <a:endParaRPr lang="en-US" sz="1800" b="0" i="0" u="none" strike="noStrike" cap="none" baseline="-25000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cxnSp>
            <p:nvCxnSpPr>
              <p:cNvPr id="1054" name="Google Shape;1054;p11"/>
              <p:cNvCxnSpPr/>
              <p:nvPr/>
            </p:nvCxnSpPr>
            <p:spPr>
              <a:xfrm>
                <a:off x="6076877" y="3322145"/>
                <a:ext cx="0" cy="257175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55" name="Google Shape;1055;p11"/>
              <p:cNvCxnSpPr/>
              <p:nvPr/>
            </p:nvCxnSpPr>
            <p:spPr>
              <a:xfrm>
                <a:off x="5796378" y="3320433"/>
                <a:ext cx="0" cy="257175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sp>
          <p:nvSpPr>
            <p:cNvPr id="1056" name="Google Shape;1056;p11"/>
            <p:cNvSpPr txBox="1"/>
            <p:nvPr/>
          </p:nvSpPr>
          <p:spPr>
            <a:xfrm>
              <a:off x="4134419" y="3678500"/>
              <a:ext cx="1079078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datagram</a:t>
              </a:r>
              <a:endPara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7" name="Google Shape;1057;p11"/>
          <p:cNvGrpSpPr/>
          <p:nvPr/>
        </p:nvGrpSpPr>
        <p:grpSpPr>
          <a:xfrm>
            <a:off x="4152584" y="4104550"/>
            <a:ext cx="2134677" cy="369332"/>
            <a:chOff x="4152584" y="4491420"/>
            <a:chExt cx="2134677" cy="369332"/>
          </a:xfrm>
        </p:grpSpPr>
        <p:sp>
          <p:nvSpPr>
            <p:cNvPr id="1058" name="Google Shape;1058;p11"/>
            <p:cNvSpPr txBox="1"/>
            <p:nvPr/>
          </p:nvSpPr>
          <p:spPr>
            <a:xfrm>
              <a:off x="4152584" y="4491420"/>
              <a:ext cx="740972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frame</a:t>
              </a:r>
              <a:endPara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59" name="Google Shape;1059;p11"/>
            <p:cNvGrpSpPr/>
            <p:nvPr/>
          </p:nvGrpSpPr>
          <p:grpSpPr>
            <a:xfrm>
              <a:off x="4939472" y="4504142"/>
              <a:ext cx="1347789" cy="307296"/>
              <a:chOff x="5144294" y="4194650"/>
              <a:chExt cx="1347789" cy="307296"/>
            </a:xfrm>
          </p:grpSpPr>
          <p:grpSp>
            <p:nvGrpSpPr>
              <p:cNvPr id="1060" name="Google Shape;1060;p11"/>
              <p:cNvGrpSpPr/>
              <p:nvPr/>
            </p:nvGrpSpPr>
            <p:grpSpPr>
              <a:xfrm>
                <a:off x="5144294" y="4200321"/>
                <a:ext cx="1347789" cy="301625"/>
                <a:chOff x="286" y="1531"/>
                <a:chExt cx="849" cy="190"/>
              </a:xfrm>
            </p:grpSpPr>
            <p:sp>
              <p:nvSpPr>
                <p:cNvPr id="1061" name="Google Shape;1061;p11"/>
                <p:cNvSpPr/>
                <p:nvPr/>
              </p:nvSpPr>
              <p:spPr>
                <a:xfrm>
                  <a:off x="286" y="1549"/>
                  <a:ext cx="849" cy="162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endParaRPr sz="2400" b="0" i="0" u="none" strike="noStrike" cap="none">
                    <a:solidFill>
                      <a:srgbClr val="000000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endParaRPr>
                </a:p>
              </p:txBody>
            </p:sp>
            <p:sp>
              <p:nvSpPr>
                <p:cNvPr id="1062" name="Google Shape;1062;p11"/>
                <p:cNvSpPr/>
                <p:nvPr/>
              </p:nvSpPr>
              <p:spPr>
                <a:xfrm>
                  <a:off x="873" y="1531"/>
                  <a:ext cx="239" cy="1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Noto Sans Symbols"/>
                    <a:buNone/>
                  </a:pPr>
                  <a:r>
                    <a:rPr lang="en-US" sz="1400" b="0" i="0" u="none" strike="noStrike" cap="none">
                      <a:solidFill>
                        <a:srgbClr val="000000"/>
                      </a:solidFill>
                      <a:latin typeface="Arial" panose="020B0604020202090204"/>
                      <a:ea typeface="Arial" panose="020B0604020202090204"/>
                      <a:cs typeface="Arial" panose="020B0604020202090204"/>
                      <a:sym typeface="Arial" panose="020B0604020202090204"/>
                    </a:rPr>
                    <a:t>M</a:t>
                  </a:r>
                  <a:endParaRPr lang="en-US" sz="1400" b="0" i="0" u="none" strike="noStrike" cap="none">
                    <a:solidFill>
                      <a:srgbClr val="000000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endParaRPr>
                </a:p>
              </p:txBody>
            </p:sp>
          </p:grpSp>
          <p:sp>
            <p:nvSpPr>
              <p:cNvPr id="1063" name="Google Shape;1063;p11"/>
              <p:cNvSpPr/>
              <p:nvPr/>
            </p:nvSpPr>
            <p:spPr>
              <a:xfrm>
                <a:off x="5696012" y="4211988"/>
                <a:ext cx="296863" cy="2619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lang="en-US" sz="1400" b="0" i="0" u="none" strike="noStrike" cap="none">
                    <a:solidFill>
                      <a:srgbClr val="000000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H</a:t>
                </a:r>
                <a:r>
                  <a:rPr lang="en-US" sz="1800" b="0" i="0" u="none" strike="noStrike" cap="none" baseline="-25000">
                    <a:solidFill>
                      <a:srgbClr val="000000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t</a:t>
                </a:r>
                <a:endParaRPr lang="en-US" sz="1800" b="0" i="0" u="none" strike="noStrike" cap="none" baseline="-25000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1064" name="Google Shape;1064;p11"/>
              <p:cNvSpPr/>
              <p:nvPr/>
            </p:nvSpPr>
            <p:spPr>
              <a:xfrm>
                <a:off x="5433708" y="4194650"/>
                <a:ext cx="296863" cy="29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lang="en-US" sz="1400" b="0" i="0" u="none" strike="noStrike" cap="none">
                    <a:solidFill>
                      <a:srgbClr val="000000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H</a:t>
                </a:r>
                <a:r>
                  <a:rPr lang="en-US" sz="1800" b="0" i="0" u="none" strike="noStrike" cap="none" baseline="-25000">
                    <a:solidFill>
                      <a:srgbClr val="000000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n</a:t>
                </a:r>
                <a:endParaRPr lang="en-US" sz="1800" b="0" i="0" u="none" strike="noStrike" cap="none" baseline="-25000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cxnSp>
            <p:nvCxnSpPr>
              <p:cNvPr id="1065" name="Google Shape;1065;p11"/>
              <p:cNvCxnSpPr/>
              <p:nvPr/>
            </p:nvCxnSpPr>
            <p:spPr>
              <a:xfrm>
                <a:off x="6001149" y="4228896"/>
                <a:ext cx="0" cy="257175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66" name="Google Shape;1066;p11"/>
              <p:cNvCxnSpPr/>
              <p:nvPr/>
            </p:nvCxnSpPr>
            <p:spPr>
              <a:xfrm>
                <a:off x="5720650" y="4227184"/>
                <a:ext cx="0" cy="257175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1067" name="Google Shape;1067;p11"/>
              <p:cNvSpPr/>
              <p:nvPr/>
            </p:nvSpPr>
            <p:spPr>
              <a:xfrm>
                <a:off x="5149178" y="4198403"/>
                <a:ext cx="296863" cy="29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lang="en-US" sz="1400" b="0" i="0" u="none" strike="noStrike" cap="none">
                    <a:solidFill>
                      <a:srgbClr val="000000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H</a:t>
                </a:r>
                <a:r>
                  <a:rPr lang="en-US" sz="1800" b="0" i="0" u="none" strike="noStrike" cap="none" baseline="-25000">
                    <a:solidFill>
                      <a:srgbClr val="000000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l</a:t>
                </a:r>
                <a:endParaRPr lang="en-US" sz="1800" b="0" i="0" u="none" strike="noStrike" cap="none" baseline="-25000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cxnSp>
            <p:nvCxnSpPr>
              <p:cNvPr id="1068" name="Google Shape;1068;p11"/>
              <p:cNvCxnSpPr/>
              <p:nvPr/>
            </p:nvCxnSpPr>
            <p:spPr>
              <a:xfrm>
                <a:off x="5418102" y="4226433"/>
                <a:ext cx="0" cy="257175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</p:grpSp>
      <p:sp>
        <p:nvSpPr>
          <p:cNvPr id="1069" name="Google Shape;1069;p11"/>
          <p:cNvSpPr txBox="1"/>
          <p:nvPr>
            <p:ph type="sldNum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1070" name="Google Shape;1070;p11" descr="Logo&#10;&#10;Description automatically generated with medium confidence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3703652" y="2422862"/>
            <a:ext cx="401301" cy="553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1" name="Google Shape;1071;p11" descr="Icon&#10;&#10;Description automatically generated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3681955" y="3154580"/>
            <a:ext cx="451829" cy="621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2" name="Google Shape;1072;p11" descr="Icon&#10;&#10;Description automatically generated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3655899" y="3926006"/>
            <a:ext cx="505593" cy="6954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3" name="Google Shape;1073;p11" descr="Icon&#10;&#10;Description automatically generated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043303" y="3225239"/>
            <a:ext cx="451829" cy="621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4" name="Google Shape;1074;p11" descr="Logo&#10;&#10;Description automatically generated with medium confidence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9066221" y="2509417"/>
            <a:ext cx="401301" cy="553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5" name="Google Shape;1075;p11" descr="Icon&#10;&#10;Description automatically generated with low confidence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9081613" y="1739407"/>
            <a:ext cx="351909" cy="48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0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0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10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10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500"/>
                            </p:stCondLst>
                            <p:childTnLst>
                              <p:par>
                                <p:cTn id="7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000"/>
                            </p:stCondLst>
                            <p:childTnLst>
                              <p:par>
                                <p:cTn id="8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g3bae1d180f5_0_469"/>
          <p:cNvSpPr txBox="1"/>
          <p:nvPr>
            <p:ph type="title"/>
          </p:nvPr>
        </p:nvSpPr>
        <p:spPr>
          <a:xfrm>
            <a:off x="825267" y="291947"/>
            <a:ext cx="10515600" cy="8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/>
              <a:t>Layered Internet protocol </a:t>
            </a:r>
            <a:r>
              <a:rPr lang="en-US"/>
              <a:t>s</a:t>
            </a:r>
            <a:r>
              <a:rPr lang="en-US" sz="4400"/>
              <a:t>tack</a:t>
            </a:r>
            <a:endParaRPr sz="4400"/>
          </a:p>
        </p:txBody>
      </p:sp>
      <p:sp>
        <p:nvSpPr>
          <p:cNvPr id="1082" name="Google Shape;1082;g3bae1d180f5_0_469"/>
          <p:cNvSpPr txBox="1"/>
          <p:nvPr/>
        </p:nvSpPr>
        <p:spPr>
          <a:xfrm>
            <a:off x="979383" y="1472008"/>
            <a:ext cx="7368600" cy="492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7020" marR="0" lvl="0" indent="-28702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 b="0" i="1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application:</a:t>
            </a: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supporting network applications</a:t>
            </a:r>
            <a:endParaRPr lang="en-US"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82625" marR="0" lvl="1" indent="-225425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 panose="020B0604020202090204"/>
              <a:buChar char="•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HTTP, IMAP, SMTP, DNS</a:t>
            </a:r>
            <a:endParaRPr lang="en-US"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7020" marR="0" lvl="0" indent="-28702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 b="0" i="1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transport:</a:t>
            </a: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process-process data transfer</a:t>
            </a:r>
            <a:endParaRPr lang="en-US"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82625" marR="0" lvl="1" indent="-225425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 panose="020B0604020202090204"/>
              <a:buChar char="•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TCP, UDP</a:t>
            </a:r>
            <a:endParaRPr lang="en-US"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7020" marR="0" lvl="0" indent="-28702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 b="0" i="1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network:</a:t>
            </a: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routing of datagrams from source to destination</a:t>
            </a:r>
            <a:endParaRPr lang="en-US"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82625" marR="0" lvl="1" indent="-225425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 panose="020B0604020202090204"/>
              <a:buChar char="•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IP, routing protocols</a:t>
            </a:r>
            <a:endParaRPr lang="en-US"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7020" marR="0" lvl="0" indent="-28702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 b="0" i="1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link:</a:t>
            </a: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transfer between neighboring  network elements</a:t>
            </a:r>
            <a:endParaRPr lang="en-US"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82625" marR="0" lvl="1" indent="-225425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 panose="020B0604020202090204"/>
              <a:buChar char="•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Ethernet, 802.11 (WiFi), PPP</a:t>
            </a:r>
            <a:endParaRPr lang="en-US"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7020" marR="0" lvl="0" indent="-28702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 b="0" i="1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physical:</a:t>
            </a: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bits “on the wire”</a:t>
            </a:r>
            <a:endParaRPr lang="en-US"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3" name="Google Shape;1083;g3bae1d180f5_0_469"/>
          <p:cNvSpPr/>
          <p:nvPr/>
        </p:nvSpPr>
        <p:spPr>
          <a:xfrm>
            <a:off x="8913284" y="1902006"/>
            <a:ext cx="1892400" cy="35307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304800" dist="38100" dir="189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</a:pP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4" name="Google Shape;1084;g3bae1d180f5_0_469"/>
          <p:cNvSpPr txBox="1"/>
          <p:nvPr/>
        </p:nvSpPr>
        <p:spPr>
          <a:xfrm>
            <a:off x="9503820" y="4217549"/>
            <a:ext cx="700800" cy="5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Calibri"/>
              <a:buNone/>
            </a:pPr>
            <a:r>
              <a:rPr lang="en-US" sz="2800" b="0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link</a:t>
            </a:r>
            <a:endParaRPr lang="en-US" sz="2800" b="0" i="0" u="none" strike="noStrike" cap="non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85" name="Google Shape;1085;g3bae1d180f5_0_469"/>
          <p:cNvCxnSpPr/>
          <p:nvPr/>
        </p:nvCxnSpPr>
        <p:spPr>
          <a:xfrm>
            <a:off x="8906934" y="2637698"/>
            <a:ext cx="18861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86" name="Google Shape;1086;g3bae1d180f5_0_469"/>
          <p:cNvCxnSpPr/>
          <p:nvPr/>
        </p:nvCxnSpPr>
        <p:spPr>
          <a:xfrm>
            <a:off x="8906934" y="3342548"/>
            <a:ext cx="18861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87" name="Google Shape;1087;g3bae1d180f5_0_469"/>
          <p:cNvCxnSpPr/>
          <p:nvPr/>
        </p:nvCxnSpPr>
        <p:spPr>
          <a:xfrm>
            <a:off x="8906934" y="4053748"/>
            <a:ext cx="18861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88" name="Google Shape;1088;g3bae1d180f5_0_469"/>
          <p:cNvCxnSpPr/>
          <p:nvPr/>
        </p:nvCxnSpPr>
        <p:spPr>
          <a:xfrm>
            <a:off x="8906934" y="4764948"/>
            <a:ext cx="18861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89" name="Google Shape;1089;g3bae1d180f5_0_469"/>
          <p:cNvSpPr txBox="1"/>
          <p:nvPr/>
        </p:nvSpPr>
        <p:spPr>
          <a:xfrm>
            <a:off x="8942478" y="2070093"/>
            <a:ext cx="1795800" cy="5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Calibri"/>
              <a:buNone/>
            </a:pPr>
            <a:r>
              <a:rPr lang="en-US" sz="2800" b="0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application</a:t>
            </a:r>
            <a:endParaRPr lang="en-US" sz="2800" b="0" i="0" u="none" strike="noStrike" cap="non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0" name="Google Shape;1090;g3bae1d180f5_0_469"/>
          <p:cNvSpPr txBox="1"/>
          <p:nvPr/>
        </p:nvSpPr>
        <p:spPr>
          <a:xfrm>
            <a:off x="9139934" y="3510968"/>
            <a:ext cx="1401000" cy="5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Calibri"/>
              <a:buNone/>
            </a:pPr>
            <a:r>
              <a:rPr lang="en-US" sz="2800" b="0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 lang="en-US" sz="2800" b="0" i="0" u="none" strike="noStrike" cap="non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1" name="Google Shape;1091;g3bae1d180f5_0_469"/>
          <p:cNvSpPr txBox="1"/>
          <p:nvPr/>
        </p:nvSpPr>
        <p:spPr>
          <a:xfrm>
            <a:off x="9024889" y="2776676"/>
            <a:ext cx="1548000" cy="5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Calibri"/>
              <a:buNone/>
            </a:pPr>
            <a:r>
              <a:rPr lang="en-US" sz="2800" b="0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transport</a:t>
            </a:r>
            <a:endParaRPr lang="en-US" sz="2800" b="0" i="0" u="none" strike="noStrike" cap="non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2" name="Google Shape;1092;g3bae1d180f5_0_469"/>
          <p:cNvSpPr txBox="1"/>
          <p:nvPr/>
        </p:nvSpPr>
        <p:spPr>
          <a:xfrm>
            <a:off x="9197943" y="4884466"/>
            <a:ext cx="1340400" cy="9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Calibri"/>
              <a:buNone/>
            </a:pPr>
            <a:r>
              <a:rPr lang="en-US" sz="2800" b="0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physical</a:t>
            </a:r>
            <a:endParaRPr lang="en-US" sz="2800" b="0" i="0" u="none" strike="noStrike" cap="non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93" name="Google Shape;1093;g3bae1d180f5_0_469"/>
          <p:cNvGrpSpPr/>
          <p:nvPr/>
        </p:nvGrpSpPr>
        <p:grpSpPr>
          <a:xfrm>
            <a:off x="8931728" y="1894114"/>
            <a:ext cx="1877700" cy="734700"/>
            <a:chOff x="8980714" y="751114"/>
            <a:chExt cx="1877700" cy="734700"/>
          </a:xfrm>
        </p:grpSpPr>
        <p:sp>
          <p:nvSpPr>
            <p:cNvPr id="1094" name="Google Shape;1094;g3bae1d180f5_0_469"/>
            <p:cNvSpPr/>
            <p:nvPr/>
          </p:nvSpPr>
          <p:spPr>
            <a:xfrm>
              <a:off x="8980714" y="751114"/>
              <a:ext cx="1877700" cy="7347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5" name="Google Shape;1095;g3bae1d180f5_0_469"/>
            <p:cNvSpPr txBox="1"/>
            <p:nvPr/>
          </p:nvSpPr>
          <p:spPr>
            <a:xfrm>
              <a:off x="9029564" y="899878"/>
              <a:ext cx="17958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99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Calibri"/>
                <a:buNone/>
              </a:pPr>
              <a:r>
                <a:rPr lang="en-US" sz="2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application</a:t>
              </a:r>
              <a:endParaRPr lang="en-US"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6" name="Google Shape;1096;g3bae1d180f5_0_469"/>
          <p:cNvGrpSpPr/>
          <p:nvPr/>
        </p:nvGrpSpPr>
        <p:grpSpPr>
          <a:xfrm>
            <a:off x="8933979" y="2649498"/>
            <a:ext cx="1861500" cy="688200"/>
            <a:chOff x="8993850" y="766270"/>
            <a:chExt cx="1861500" cy="688200"/>
          </a:xfrm>
        </p:grpSpPr>
        <p:sp>
          <p:nvSpPr>
            <p:cNvPr id="1097" name="Google Shape;1097;g3bae1d180f5_0_469"/>
            <p:cNvSpPr/>
            <p:nvPr/>
          </p:nvSpPr>
          <p:spPr>
            <a:xfrm>
              <a:off x="8993850" y="766270"/>
              <a:ext cx="1861500" cy="6882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8" name="Google Shape;1098;g3bae1d180f5_0_469"/>
            <p:cNvSpPr txBox="1"/>
            <p:nvPr/>
          </p:nvSpPr>
          <p:spPr>
            <a:xfrm>
              <a:off x="9153542" y="899878"/>
              <a:ext cx="15480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99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Calibri"/>
                <a:buNone/>
              </a:pPr>
              <a:r>
                <a:rPr lang="en-US" sz="2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transport</a:t>
              </a:r>
              <a:endParaRPr lang="en-US"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9" name="Google Shape;1099;g3bae1d180f5_0_469"/>
          <p:cNvGrpSpPr/>
          <p:nvPr/>
        </p:nvGrpSpPr>
        <p:grpSpPr>
          <a:xfrm>
            <a:off x="8931286" y="3357646"/>
            <a:ext cx="1861500" cy="678000"/>
            <a:chOff x="8993850" y="766270"/>
            <a:chExt cx="1861500" cy="678000"/>
          </a:xfrm>
        </p:grpSpPr>
        <p:sp>
          <p:nvSpPr>
            <p:cNvPr id="1100" name="Google Shape;1100;g3bae1d180f5_0_469"/>
            <p:cNvSpPr/>
            <p:nvPr/>
          </p:nvSpPr>
          <p:spPr>
            <a:xfrm>
              <a:off x="8993850" y="766270"/>
              <a:ext cx="1861500" cy="678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1" name="Google Shape;1101;g3bae1d180f5_0_469"/>
            <p:cNvSpPr txBox="1"/>
            <p:nvPr/>
          </p:nvSpPr>
          <p:spPr>
            <a:xfrm>
              <a:off x="9227024" y="899878"/>
              <a:ext cx="14010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99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Calibri"/>
                <a:buNone/>
              </a:pPr>
              <a:r>
                <a:rPr lang="en-US" sz="2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 lang="en-US"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02" name="Google Shape;1102;g3bae1d180f5_0_469"/>
          <p:cNvGrpSpPr/>
          <p:nvPr/>
        </p:nvGrpSpPr>
        <p:grpSpPr>
          <a:xfrm>
            <a:off x="8931824" y="4072257"/>
            <a:ext cx="1861500" cy="678000"/>
            <a:chOff x="8993850" y="766270"/>
            <a:chExt cx="1861500" cy="678000"/>
          </a:xfrm>
        </p:grpSpPr>
        <p:sp>
          <p:nvSpPr>
            <p:cNvPr id="1103" name="Google Shape;1103;g3bae1d180f5_0_469"/>
            <p:cNvSpPr/>
            <p:nvPr/>
          </p:nvSpPr>
          <p:spPr>
            <a:xfrm>
              <a:off x="8993850" y="766270"/>
              <a:ext cx="1861500" cy="678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4" name="Google Shape;1104;g3bae1d180f5_0_469"/>
            <p:cNvSpPr txBox="1"/>
            <p:nvPr/>
          </p:nvSpPr>
          <p:spPr>
            <a:xfrm>
              <a:off x="9577056" y="899878"/>
              <a:ext cx="7008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99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Calibri"/>
                <a:buNone/>
              </a:pPr>
              <a:r>
                <a:rPr lang="en-US" sz="2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endParaRPr lang="en-US"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05" name="Google Shape;1105;g3bae1d180f5_0_469"/>
          <p:cNvGrpSpPr/>
          <p:nvPr/>
        </p:nvGrpSpPr>
        <p:grpSpPr>
          <a:xfrm>
            <a:off x="8925900" y="4785252"/>
            <a:ext cx="1861500" cy="1057837"/>
            <a:chOff x="8993850" y="784041"/>
            <a:chExt cx="1861500" cy="1057837"/>
          </a:xfrm>
        </p:grpSpPr>
        <p:sp>
          <p:nvSpPr>
            <p:cNvPr id="1106" name="Google Shape;1106;g3bae1d180f5_0_469"/>
            <p:cNvSpPr/>
            <p:nvPr/>
          </p:nvSpPr>
          <p:spPr>
            <a:xfrm>
              <a:off x="8993850" y="784041"/>
              <a:ext cx="1861500" cy="6399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7" name="Google Shape;1107;g3bae1d180f5_0_469"/>
            <p:cNvSpPr txBox="1"/>
            <p:nvPr/>
          </p:nvSpPr>
          <p:spPr>
            <a:xfrm>
              <a:off x="9257324" y="899878"/>
              <a:ext cx="1340400" cy="94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99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Calibri"/>
                <a:buNone/>
              </a:pPr>
              <a:r>
                <a:rPr lang="en-US" sz="2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physical</a:t>
              </a:r>
              <a:endParaRPr lang="en-US"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08" name="Google Shape;1108;g3bae1d180f5_0_469"/>
          <p:cNvSpPr txBox="1"/>
          <p:nvPr>
            <p:ph type="sldNum" idx="4294967295"/>
          </p:nvPr>
        </p:nvSpPr>
        <p:spPr>
          <a:xfrm>
            <a:off x="9219616" y="644308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10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0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10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1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p12"/>
          <p:cNvSpPr/>
          <p:nvPr/>
        </p:nvSpPr>
        <p:spPr>
          <a:xfrm>
            <a:off x="8197855" y="4478480"/>
            <a:ext cx="454072" cy="992421"/>
          </a:xfrm>
          <a:custGeom>
            <a:avLst/>
            <a:gdLst/>
            <a:ahLst/>
            <a:cxnLst/>
            <a:rect l="l" t="t" r="r" b="b"/>
            <a:pathLst>
              <a:path w="9587" h="9750" extrusionOk="0">
                <a:moveTo>
                  <a:pt x="9553" y="7744"/>
                </a:moveTo>
                <a:lnTo>
                  <a:pt x="302" y="0"/>
                </a:lnTo>
                <a:cubicBezTo>
                  <a:pt x="201" y="3191"/>
                  <a:pt x="101" y="6382"/>
                  <a:pt x="0" y="9573"/>
                </a:cubicBezTo>
                <a:lnTo>
                  <a:pt x="9464" y="9750"/>
                </a:lnTo>
                <a:cubicBezTo>
                  <a:pt x="9314" y="8998"/>
                  <a:pt x="9702" y="8496"/>
                  <a:pt x="9553" y="7744"/>
                </a:cubicBezTo>
                <a:close/>
              </a:path>
            </a:pathLst>
          </a:custGeom>
          <a:gradFill>
            <a:gsLst>
              <a:gs pos="0">
                <a:srgbClr val="3C6CDF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15" name="Google Shape;1115;p12"/>
          <p:cNvGrpSpPr/>
          <p:nvPr/>
        </p:nvGrpSpPr>
        <p:grpSpPr>
          <a:xfrm>
            <a:off x="8637066" y="5115960"/>
            <a:ext cx="958850" cy="476251"/>
            <a:chOff x="7493876" y="2774731"/>
            <a:chExt cx="1481958" cy="894622"/>
          </a:xfrm>
        </p:grpSpPr>
        <p:sp>
          <p:nvSpPr>
            <p:cNvPr id="1116" name="Google Shape;1116;p12"/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/>
              <a:ahLst/>
              <a:cxnLst/>
              <a:rect l="l" t="t" r="r" b="b"/>
              <a:pathLst>
                <a:path w="8166683" h="3099826" extrusionOk="0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lang="en-US"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lang="en-US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7" name="Google Shape;1117;p1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lang="en-US"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lang="en-US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18" name="Google Shape;1118;p1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119" name="Google Shape;1119;p1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/>
                <a:ahLst/>
                <a:cxnLst/>
                <a:rect l="l" t="t" r="r" b="b"/>
                <a:pathLst>
                  <a:path w="4673016" h="1049866" extrusionOk="0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0" name="Google Shape;1120;p1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/>
                <a:ahLst/>
                <a:cxnLst/>
                <a:rect l="l" t="t" r="r" b="b"/>
                <a:pathLst>
                  <a:path w="1744718" h="903890" extrusionOk="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1" name="Google Shape;1121;p1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/>
                <a:ahLst/>
                <a:cxnLst/>
                <a:rect l="l" t="t" r="r" b="b"/>
                <a:pathLst>
                  <a:path w="1713187" h="893380" extrusionOk="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2" name="Google Shape;1122;p1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/>
                <a:ahLst/>
                <a:cxnLst/>
                <a:rect l="l" t="t" r="r" b="b"/>
                <a:pathLst>
                  <a:path w="3725019" h="1418896" extrusionOk="0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123" name="Google Shape;1123;p12"/>
          <p:cNvSpPr/>
          <p:nvPr/>
        </p:nvSpPr>
        <p:spPr>
          <a:xfrm>
            <a:off x="6916745" y="4489446"/>
            <a:ext cx="1273175" cy="94615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127000" dist="38100" dir="18900000" sx="103000" sy="103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124" name="Google Shape;1124;p12"/>
          <p:cNvSpPr txBox="1"/>
          <p:nvPr/>
        </p:nvSpPr>
        <p:spPr>
          <a:xfrm>
            <a:off x="6873882" y="4456108"/>
            <a:ext cx="1317625" cy="996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network</a:t>
            </a:r>
            <a:endParaRPr lang="en-US" sz="18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link</a:t>
            </a:r>
            <a:endParaRPr lang="en-US" sz="18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physical</a:t>
            </a:r>
            <a:endParaRPr lang="en-US" sz="18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125" name="Google Shape;1125;p12"/>
          <p:cNvSpPr/>
          <p:nvPr/>
        </p:nvSpPr>
        <p:spPr>
          <a:xfrm>
            <a:off x="2886137" y="4865756"/>
            <a:ext cx="1273175" cy="15367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76200" dist="38100" dir="18900000" sx="101000" sy="101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126" name="Google Shape;1126;p12"/>
          <p:cNvSpPr txBox="1"/>
          <p:nvPr/>
        </p:nvSpPr>
        <p:spPr>
          <a:xfrm>
            <a:off x="2832765" y="4821907"/>
            <a:ext cx="131762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application</a:t>
            </a:r>
            <a:endParaRPr lang="en-US" sz="18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transport</a:t>
            </a:r>
            <a:endParaRPr lang="en-US" sz="18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network</a:t>
            </a:r>
            <a:endParaRPr lang="en-US" sz="18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link</a:t>
            </a:r>
            <a:endParaRPr lang="en-US" sz="18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physical</a:t>
            </a:r>
            <a:endParaRPr lang="en-US" sz="18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cxnSp>
        <p:nvCxnSpPr>
          <p:cNvPr id="1127" name="Google Shape;1127;p12"/>
          <p:cNvCxnSpPr/>
          <p:nvPr/>
        </p:nvCxnSpPr>
        <p:spPr>
          <a:xfrm>
            <a:off x="2886136" y="5183257"/>
            <a:ext cx="1263650" cy="3175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28" name="Google Shape;1128;p12"/>
          <p:cNvCxnSpPr/>
          <p:nvPr/>
        </p:nvCxnSpPr>
        <p:spPr>
          <a:xfrm>
            <a:off x="2894074" y="5503932"/>
            <a:ext cx="1263650" cy="3175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29" name="Google Shape;1129;p12"/>
          <p:cNvCxnSpPr/>
          <p:nvPr/>
        </p:nvCxnSpPr>
        <p:spPr>
          <a:xfrm>
            <a:off x="2898836" y="5784919"/>
            <a:ext cx="1263650" cy="3175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30" name="Google Shape;1130;p12"/>
          <p:cNvCxnSpPr/>
          <p:nvPr/>
        </p:nvCxnSpPr>
        <p:spPr>
          <a:xfrm>
            <a:off x="2898836" y="6061144"/>
            <a:ext cx="1263650" cy="3175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31" name="Google Shape;1131;p12"/>
          <p:cNvSpPr/>
          <p:nvPr/>
        </p:nvSpPr>
        <p:spPr>
          <a:xfrm>
            <a:off x="3816357" y="985833"/>
            <a:ext cx="1273175" cy="15367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76200" dist="38100" dir="18900000" sx="101000" sy="101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132" name="Google Shape;1132;p12"/>
          <p:cNvSpPr txBox="1"/>
          <p:nvPr/>
        </p:nvSpPr>
        <p:spPr>
          <a:xfrm>
            <a:off x="3762985" y="941984"/>
            <a:ext cx="131762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application</a:t>
            </a:r>
            <a:endParaRPr lang="en-US" sz="18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transport</a:t>
            </a:r>
            <a:endParaRPr lang="en-US" sz="18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network</a:t>
            </a:r>
            <a:endParaRPr lang="en-US" sz="18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link</a:t>
            </a:r>
            <a:endParaRPr lang="en-US" sz="18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physical</a:t>
            </a:r>
            <a:endParaRPr lang="en-US" sz="18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133" name="Google Shape;1133;p12"/>
          <p:cNvSpPr/>
          <p:nvPr/>
        </p:nvSpPr>
        <p:spPr>
          <a:xfrm>
            <a:off x="8317497" y="2564096"/>
            <a:ext cx="638175" cy="781777"/>
          </a:xfrm>
          <a:custGeom>
            <a:avLst/>
            <a:gdLst/>
            <a:ahLst/>
            <a:cxnLst/>
            <a:rect l="l" t="t" r="r" b="b"/>
            <a:pathLst>
              <a:path w="402" h="537" extrusionOk="0">
                <a:moveTo>
                  <a:pt x="402" y="363"/>
                </a:moveTo>
                <a:lnTo>
                  <a:pt x="28" y="0"/>
                </a:lnTo>
                <a:lnTo>
                  <a:pt x="0" y="470"/>
                </a:lnTo>
                <a:lnTo>
                  <a:pt x="242" y="537"/>
                </a:lnTo>
                <a:lnTo>
                  <a:pt x="402" y="363"/>
                </a:lnTo>
                <a:close/>
              </a:path>
            </a:pathLst>
          </a:custGeom>
          <a:gradFill>
            <a:gsLst>
              <a:gs pos="0">
                <a:srgbClr val="3C6CDF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34" name="Google Shape;1134;p12"/>
          <p:cNvGrpSpPr/>
          <p:nvPr/>
        </p:nvGrpSpPr>
        <p:grpSpPr>
          <a:xfrm>
            <a:off x="8737109" y="2942202"/>
            <a:ext cx="959348" cy="478062"/>
            <a:chOff x="3668110" y="2448910"/>
            <a:chExt cx="3794234" cy="2165130"/>
          </a:xfrm>
        </p:grpSpPr>
        <p:sp>
          <p:nvSpPr>
            <p:cNvPr id="1135" name="Google Shape;1135;p12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9525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6" name="Google Shape;1136;p12"/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/>
              <a:ahLst/>
              <a:cxnLst/>
              <a:rect l="l" t="t" r="r" b="b"/>
              <a:pathLst>
                <a:path w="3783724" h="1324303" extrusionOk="0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37" name="Google Shape;1137;p12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138" name="Google Shape;1138;p12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/>
                <a:ahLst/>
                <a:cxnLst/>
                <a:rect l="l" t="t" r="r" b="b"/>
                <a:pathLst>
                  <a:path w="4673016" h="1049866" extrusionOk="0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None/>
                </a:pPr>
                <a:endParaRPr sz="16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9" name="Google Shape;1139;p12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/>
                <a:ahLst/>
                <a:cxnLst/>
                <a:rect l="l" t="t" r="r" b="b"/>
                <a:pathLst>
                  <a:path w="1744718" h="903890" extrusionOk="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None/>
                </a:pPr>
                <a:endParaRPr sz="16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0" name="Google Shape;1140;p12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/>
                <a:ahLst/>
                <a:cxnLst/>
                <a:rect l="l" t="t" r="r" b="b"/>
                <a:pathLst>
                  <a:path w="1713187" h="893380" extrusionOk="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None/>
                </a:pPr>
                <a:endParaRPr sz="16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1" name="Google Shape;1141;p12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/>
                <a:ahLst/>
                <a:cxnLst/>
                <a:rect l="l" t="t" r="r" b="b"/>
                <a:pathLst>
                  <a:path w="3725019" h="1418896" extrusionOk="0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None/>
                </a:pPr>
                <a:endParaRPr sz="16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142" name="Google Shape;1142;p12"/>
          <p:cNvSpPr txBox="1"/>
          <p:nvPr>
            <p:ph type="title"/>
          </p:nvPr>
        </p:nvSpPr>
        <p:spPr>
          <a:xfrm>
            <a:off x="6978813" y="264748"/>
            <a:ext cx="4683534" cy="1680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/>
              <a:t>Encapsulation: an end-end view</a:t>
            </a:r>
            <a:endParaRPr sz="4400"/>
          </a:p>
        </p:txBody>
      </p:sp>
      <p:sp>
        <p:nvSpPr>
          <p:cNvPr id="1143" name="Google Shape;1143;p12"/>
          <p:cNvSpPr/>
          <p:nvPr/>
        </p:nvSpPr>
        <p:spPr>
          <a:xfrm>
            <a:off x="5037145" y="1701796"/>
            <a:ext cx="4048125" cy="3833813"/>
          </a:xfrm>
          <a:custGeom>
            <a:avLst/>
            <a:gdLst/>
            <a:ahLst/>
            <a:cxnLst/>
            <a:rect l="l" t="t" r="r" b="b"/>
            <a:pathLst>
              <a:path w="2550" h="2415" extrusionOk="0">
                <a:moveTo>
                  <a:pt x="592" y="0"/>
                </a:moveTo>
                <a:lnTo>
                  <a:pt x="2544" y="0"/>
                </a:lnTo>
                <a:lnTo>
                  <a:pt x="2550" y="2415"/>
                </a:lnTo>
                <a:lnTo>
                  <a:pt x="0" y="2415"/>
                </a:lnTo>
              </a:path>
            </a:pathLst>
          </a:cu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4" name="Google Shape;1144;p12"/>
          <p:cNvSpPr txBox="1"/>
          <p:nvPr/>
        </p:nvSpPr>
        <p:spPr>
          <a:xfrm>
            <a:off x="3935420" y="477833"/>
            <a:ext cx="110013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lang="en-US" sz="2400" b="0" i="1" u="none" strike="noStrike" cap="none">
                <a:solidFill>
                  <a:srgbClr val="000099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source</a:t>
            </a:r>
            <a:endParaRPr lang="en-US" sz="2400" b="0" i="1" u="none" strike="noStrike" cap="none">
              <a:solidFill>
                <a:srgbClr val="000099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145" name="Google Shape;1145;p12"/>
          <p:cNvSpPr/>
          <p:nvPr/>
        </p:nvSpPr>
        <p:spPr>
          <a:xfrm>
            <a:off x="5087944" y="959945"/>
            <a:ext cx="360362" cy="1596219"/>
          </a:xfrm>
          <a:custGeom>
            <a:avLst/>
            <a:gdLst/>
            <a:ahLst/>
            <a:cxnLst/>
            <a:rect l="l" t="t" r="r" b="b"/>
            <a:pathLst>
              <a:path w="267" h="1186" extrusionOk="0">
                <a:moveTo>
                  <a:pt x="254" y="466"/>
                </a:moveTo>
                <a:lnTo>
                  <a:pt x="0" y="0"/>
                </a:lnTo>
                <a:lnTo>
                  <a:pt x="0" y="1186"/>
                </a:lnTo>
                <a:lnTo>
                  <a:pt x="267" y="652"/>
                </a:lnTo>
                <a:lnTo>
                  <a:pt x="254" y="466"/>
                </a:lnTo>
                <a:close/>
              </a:path>
            </a:pathLst>
          </a:custGeom>
          <a:gradFill>
            <a:gsLst>
              <a:gs pos="0">
                <a:srgbClr val="3C6CDF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46" name="Google Shape;1146;p12"/>
          <p:cNvCxnSpPr/>
          <p:nvPr/>
        </p:nvCxnSpPr>
        <p:spPr>
          <a:xfrm>
            <a:off x="3816356" y="1303334"/>
            <a:ext cx="1263650" cy="3175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47" name="Google Shape;1147;p12"/>
          <p:cNvCxnSpPr/>
          <p:nvPr/>
        </p:nvCxnSpPr>
        <p:spPr>
          <a:xfrm>
            <a:off x="3824294" y="1624009"/>
            <a:ext cx="1263650" cy="3175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48" name="Google Shape;1148;p12"/>
          <p:cNvCxnSpPr/>
          <p:nvPr/>
        </p:nvCxnSpPr>
        <p:spPr>
          <a:xfrm>
            <a:off x="3829056" y="1904996"/>
            <a:ext cx="1263650" cy="3175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49" name="Google Shape;1149;p12"/>
          <p:cNvCxnSpPr/>
          <p:nvPr/>
        </p:nvCxnSpPr>
        <p:spPr>
          <a:xfrm>
            <a:off x="3829056" y="2181221"/>
            <a:ext cx="1263650" cy="3175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50" name="Google Shape;1150;p12"/>
          <p:cNvGrpSpPr/>
          <p:nvPr/>
        </p:nvGrpSpPr>
        <p:grpSpPr>
          <a:xfrm>
            <a:off x="2438406" y="1622421"/>
            <a:ext cx="1208088" cy="303213"/>
            <a:chOff x="501" y="1990"/>
            <a:chExt cx="761" cy="191"/>
          </a:xfrm>
        </p:grpSpPr>
        <p:sp>
          <p:nvSpPr>
            <p:cNvPr id="1151" name="Google Shape;1151;p12"/>
            <p:cNvSpPr/>
            <p:nvPr/>
          </p:nvSpPr>
          <p:spPr>
            <a:xfrm>
              <a:off x="501" y="2007"/>
              <a:ext cx="682" cy="162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1152" name="Google Shape;1152;p12"/>
            <p:cNvSpPr/>
            <p:nvPr/>
          </p:nvSpPr>
          <p:spPr>
            <a:xfrm>
              <a:off x="704" y="1990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H</a:t>
              </a:r>
              <a:r>
                <a:rPr lang="en-US" sz="1800" b="0" i="0" u="none" strike="noStrike" cap="none" baseline="-25000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t</a:t>
              </a:r>
              <a:endParaRPr lang="en-US" sz="1800" b="0" i="0" u="none" strike="noStrike" cap="none" baseline="-250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1153" name="Google Shape;1153;p12"/>
            <p:cNvSpPr/>
            <p:nvPr/>
          </p:nvSpPr>
          <p:spPr>
            <a:xfrm>
              <a:off x="518" y="1990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H</a:t>
              </a:r>
              <a:r>
                <a:rPr lang="en-US" sz="1800" b="0" i="0" u="none" strike="noStrike" cap="none" baseline="-25000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n</a:t>
              </a:r>
              <a:endParaRPr lang="en-US" sz="1800" b="0" i="0" u="none" strike="noStrike" cap="none" baseline="-250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1154" name="Google Shape;1154;p12"/>
            <p:cNvSpPr/>
            <p:nvPr/>
          </p:nvSpPr>
          <p:spPr>
            <a:xfrm>
              <a:off x="834" y="1991"/>
              <a:ext cx="428" cy="1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M</a:t>
              </a:r>
              <a:endParaRPr lang="en-US"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cxnSp>
          <p:nvCxnSpPr>
            <p:cNvPr id="1155" name="Google Shape;1155;p12"/>
            <p:cNvCxnSpPr/>
            <p:nvPr/>
          </p:nvCxnSpPr>
          <p:spPr>
            <a:xfrm>
              <a:off x="688" y="2013"/>
              <a:ext cx="0" cy="154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56" name="Google Shape;1156;p12"/>
            <p:cNvCxnSpPr/>
            <p:nvPr/>
          </p:nvCxnSpPr>
          <p:spPr>
            <a:xfrm>
              <a:off x="880" y="2010"/>
              <a:ext cx="0" cy="15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157" name="Google Shape;1157;p12"/>
          <p:cNvSpPr txBox="1"/>
          <p:nvPr/>
        </p:nvSpPr>
        <p:spPr>
          <a:xfrm>
            <a:off x="1614494" y="1250945"/>
            <a:ext cx="963612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Noto Sans Symbols"/>
              <a:buNone/>
            </a:pPr>
            <a:r>
              <a:rPr lang="en-US" sz="1600" b="0" i="0" u="none" strike="noStrike" cap="none">
                <a:solidFill>
                  <a:srgbClr val="CC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segment</a:t>
            </a:r>
            <a:endParaRPr lang="en-US" sz="1600" b="0" i="0" u="none" strike="noStrike" cap="none">
              <a:solidFill>
                <a:srgbClr val="CC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grpSp>
        <p:nvGrpSpPr>
          <p:cNvPr id="1158" name="Google Shape;1158;p12"/>
          <p:cNvGrpSpPr/>
          <p:nvPr/>
        </p:nvGrpSpPr>
        <p:grpSpPr>
          <a:xfrm>
            <a:off x="2755907" y="1290633"/>
            <a:ext cx="301625" cy="292100"/>
            <a:chOff x="1962" y="2058"/>
            <a:chExt cx="190" cy="184"/>
          </a:xfrm>
        </p:grpSpPr>
        <p:sp>
          <p:nvSpPr>
            <p:cNvPr id="1159" name="Google Shape;1159;p12"/>
            <p:cNvSpPr/>
            <p:nvPr/>
          </p:nvSpPr>
          <p:spPr>
            <a:xfrm>
              <a:off x="1962" y="2075"/>
              <a:ext cx="177" cy="162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1160" name="Google Shape;1160;p12"/>
            <p:cNvSpPr/>
            <p:nvPr/>
          </p:nvSpPr>
          <p:spPr>
            <a:xfrm>
              <a:off x="1965" y="2058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H</a:t>
              </a:r>
              <a:r>
                <a:rPr lang="en-US" sz="1800" b="0" i="0" u="none" strike="noStrike" cap="none" baseline="-25000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t</a:t>
              </a:r>
              <a:endParaRPr lang="en-US" sz="1800" b="0" i="0" u="none" strike="noStrike" cap="none" baseline="-250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  <p:sp>
        <p:nvSpPr>
          <p:cNvPr id="1161" name="Google Shape;1161;p12"/>
          <p:cNvSpPr txBox="1"/>
          <p:nvPr/>
        </p:nvSpPr>
        <p:spPr>
          <a:xfrm>
            <a:off x="1414470" y="1590670"/>
            <a:ext cx="1042987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Noto Sans Symbols"/>
              <a:buNone/>
            </a:pPr>
            <a:r>
              <a:rPr lang="en-US" sz="1600" b="0" i="0" u="none" strike="noStrike" cap="none">
                <a:solidFill>
                  <a:srgbClr val="CC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datagram</a:t>
            </a:r>
            <a:endParaRPr lang="en-US" sz="1600" b="0" i="0" u="none" strike="noStrike" cap="none">
              <a:solidFill>
                <a:srgbClr val="CC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162" name="Google Shape;1162;p12"/>
          <p:cNvSpPr txBox="1"/>
          <p:nvPr/>
        </p:nvSpPr>
        <p:spPr>
          <a:xfrm>
            <a:off x="2767020" y="4411659"/>
            <a:ext cx="1412875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None/>
            </a:pPr>
            <a:r>
              <a:rPr lang="en-US" sz="2000" b="0" i="1" u="none" strike="noStrike" cap="none">
                <a:solidFill>
                  <a:srgbClr val="000099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destination</a:t>
            </a:r>
            <a:endParaRPr lang="en-US" sz="2000" b="0" i="1" u="none" strike="noStrike" cap="none">
              <a:solidFill>
                <a:srgbClr val="000099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grpSp>
        <p:nvGrpSpPr>
          <p:cNvPr id="1163" name="Google Shape;1163;p12"/>
          <p:cNvGrpSpPr/>
          <p:nvPr/>
        </p:nvGrpSpPr>
        <p:grpSpPr>
          <a:xfrm>
            <a:off x="1371606" y="5781671"/>
            <a:ext cx="1479550" cy="303213"/>
            <a:chOff x="332" y="2224"/>
            <a:chExt cx="932" cy="191"/>
          </a:xfrm>
        </p:grpSpPr>
        <p:sp>
          <p:nvSpPr>
            <p:cNvPr id="1164" name="Google Shape;1164;p12"/>
            <p:cNvSpPr/>
            <p:nvPr/>
          </p:nvSpPr>
          <p:spPr>
            <a:xfrm>
              <a:off x="345" y="2241"/>
              <a:ext cx="840" cy="162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1165" name="Google Shape;1165;p12"/>
            <p:cNvSpPr/>
            <p:nvPr/>
          </p:nvSpPr>
          <p:spPr>
            <a:xfrm>
              <a:off x="706" y="2224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H</a:t>
              </a:r>
              <a:r>
                <a:rPr lang="en-US" sz="1800" b="0" i="0" u="none" strike="noStrike" cap="none" baseline="-25000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t</a:t>
              </a:r>
              <a:endParaRPr lang="en-US" sz="1800" b="0" i="0" u="none" strike="noStrike" cap="none" baseline="-250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1166" name="Google Shape;1166;p12"/>
            <p:cNvSpPr/>
            <p:nvPr/>
          </p:nvSpPr>
          <p:spPr>
            <a:xfrm>
              <a:off x="520" y="2224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H</a:t>
              </a:r>
              <a:r>
                <a:rPr lang="en-US" sz="1800" b="0" i="0" u="none" strike="noStrike" cap="none" baseline="-25000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n</a:t>
              </a:r>
              <a:endParaRPr lang="en-US" sz="1800" b="0" i="0" u="none" strike="noStrike" cap="none" baseline="-250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1167" name="Google Shape;1167;p12"/>
            <p:cNvSpPr/>
            <p:nvPr/>
          </p:nvSpPr>
          <p:spPr>
            <a:xfrm>
              <a:off x="332" y="2224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H</a:t>
              </a:r>
              <a:r>
                <a:rPr lang="en-US" sz="1800" b="0" i="0" u="none" strike="noStrike" cap="none" baseline="-25000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l</a:t>
              </a:r>
              <a:endParaRPr lang="en-US" sz="1800" b="0" i="0" u="none" strike="noStrike" cap="none" baseline="-250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1168" name="Google Shape;1168;p12"/>
            <p:cNvSpPr/>
            <p:nvPr/>
          </p:nvSpPr>
          <p:spPr>
            <a:xfrm>
              <a:off x="836" y="2225"/>
              <a:ext cx="428" cy="1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M</a:t>
              </a:r>
              <a:endParaRPr lang="en-US"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cxnSp>
          <p:nvCxnSpPr>
            <p:cNvPr id="1169" name="Google Shape;1169;p12"/>
            <p:cNvCxnSpPr/>
            <p:nvPr/>
          </p:nvCxnSpPr>
          <p:spPr>
            <a:xfrm>
              <a:off x="510" y="2241"/>
              <a:ext cx="0" cy="162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70" name="Google Shape;1170;p12"/>
            <p:cNvCxnSpPr/>
            <p:nvPr/>
          </p:nvCxnSpPr>
          <p:spPr>
            <a:xfrm>
              <a:off x="690" y="2247"/>
              <a:ext cx="0" cy="154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71" name="Google Shape;1171;p12"/>
            <p:cNvCxnSpPr/>
            <p:nvPr/>
          </p:nvCxnSpPr>
          <p:spPr>
            <a:xfrm>
              <a:off x="882" y="2244"/>
              <a:ext cx="0" cy="15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172" name="Google Shape;1172;p12"/>
          <p:cNvGrpSpPr/>
          <p:nvPr/>
        </p:nvGrpSpPr>
        <p:grpSpPr>
          <a:xfrm>
            <a:off x="1639895" y="5483221"/>
            <a:ext cx="1208087" cy="303213"/>
            <a:chOff x="501" y="1990"/>
            <a:chExt cx="761" cy="191"/>
          </a:xfrm>
        </p:grpSpPr>
        <p:sp>
          <p:nvSpPr>
            <p:cNvPr id="1173" name="Google Shape;1173;p12"/>
            <p:cNvSpPr/>
            <p:nvPr/>
          </p:nvSpPr>
          <p:spPr>
            <a:xfrm>
              <a:off x="501" y="2007"/>
              <a:ext cx="682" cy="162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1174" name="Google Shape;1174;p12"/>
            <p:cNvSpPr/>
            <p:nvPr/>
          </p:nvSpPr>
          <p:spPr>
            <a:xfrm>
              <a:off x="704" y="1990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H</a:t>
              </a:r>
              <a:r>
                <a:rPr lang="en-US" sz="1800" b="0" i="0" u="none" strike="noStrike" cap="none" baseline="-25000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t</a:t>
              </a:r>
              <a:endParaRPr lang="en-US" sz="1800" b="0" i="0" u="none" strike="noStrike" cap="none" baseline="-250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1175" name="Google Shape;1175;p12"/>
            <p:cNvSpPr/>
            <p:nvPr/>
          </p:nvSpPr>
          <p:spPr>
            <a:xfrm>
              <a:off x="518" y="1990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H</a:t>
              </a:r>
              <a:r>
                <a:rPr lang="en-US" sz="1800" b="0" i="0" u="none" strike="noStrike" cap="none" baseline="-25000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n</a:t>
              </a:r>
              <a:endParaRPr lang="en-US" sz="1800" b="0" i="0" u="none" strike="noStrike" cap="none" baseline="-250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1176" name="Google Shape;1176;p12"/>
            <p:cNvSpPr/>
            <p:nvPr/>
          </p:nvSpPr>
          <p:spPr>
            <a:xfrm>
              <a:off x="834" y="1991"/>
              <a:ext cx="428" cy="1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M</a:t>
              </a:r>
              <a:endParaRPr lang="en-US"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cxnSp>
          <p:nvCxnSpPr>
            <p:cNvPr id="1177" name="Google Shape;1177;p12"/>
            <p:cNvCxnSpPr/>
            <p:nvPr/>
          </p:nvCxnSpPr>
          <p:spPr>
            <a:xfrm>
              <a:off x="688" y="2013"/>
              <a:ext cx="0" cy="154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78" name="Google Shape;1178;p12"/>
            <p:cNvCxnSpPr/>
            <p:nvPr/>
          </p:nvCxnSpPr>
          <p:spPr>
            <a:xfrm>
              <a:off x="880" y="2010"/>
              <a:ext cx="0" cy="15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179" name="Google Shape;1179;p12"/>
          <p:cNvGrpSpPr/>
          <p:nvPr/>
        </p:nvGrpSpPr>
        <p:grpSpPr>
          <a:xfrm>
            <a:off x="1943106" y="5175246"/>
            <a:ext cx="890588" cy="303213"/>
            <a:chOff x="645" y="1734"/>
            <a:chExt cx="561" cy="191"/>
          </a:xfrm>
        </p:grpSpPr>
        <p:sp>
          <p:nvSpPr>
            <p:cNvPr id="1180" name="Google Shape;1180;p12"/>
            <p:cNvSpPr/>
            <p:nvPr/>
          </p:nvSpPr>
          <p:spPr>
            <a:xfrm>
              <a:off x="645" y="1751"/>
              <a:ext cx="482" cy="162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1181" name="Google Shape;1181;p12"/>
            <p:cNvSpPr/>
            <p:nvPr/>
          </p:nvSpPr>
          <p:spPr>
            <a:xfrm>
              <a:off x="648" y="1734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H</a:t>
              </a:r>
              <a:r>
                <a:rPr lang="en-US" sz="1800" b="0" i="0" u="none" strike="noStrike" cap="none" baseline="-25000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t</a:t>
              </a:r>
              <a:endParaRPr lang="en-US" sz="1800" b="0" i="0" u="none" strike="noStrike" cap="none" baseline="-250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1182" name="Google Shape;1182;p12"/>
            <p:cNvSpPr/>
            <p:nvPr/>
          </p:nvSpPr>
          <p:spPr>
            <a:xfrm>
              <a:off x="778" y="1735"/>
              <a:ext cx="428" cy="1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M</a:t>
              </a:r>
              <a:endParaRPr lang="en-US"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cxnSp>
          <p:nvCxnSpPr>
            <p:cNvPr id="1183" name="Google Shape;1183;p12"/>
            <p:cNvCxnSpPr/>
            <p:nvPr/>
          </p:nvCxnSpPr>
          <p:spPr>
            <a:xfrm>
              <a:off x="824" y="1754"/>
              <a:ext cx="0" cy="15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184" name="Google Shape;1184;p12"/>
          <p:cNvGrpSpPr/>
          <p:nvPr/>
        </p:nvGrpSpPr>
        <p:grpSpPr>
          <a:xfrm>
            <a:off x="2149481" y="4864096"/>
            <a:ext cx="679450" cy="301625"/>
            <a:chOff x="780" y="1553"/>
            <a:chExt cx="428" cy="190"/>
          </a:xfrm>
        </p:grpSpPr>
        <p:sp>
          <p:nvSpPr>
            <p:cNvPr id="1185" name="Google Shape;1185;p12"/>
            <p:cNvSpPr/>
            <p:nvPr/>
          </p:nvSpPr>
          <p:spPr>
            <a:xfrm>
              <a:off x="817" y="1569"/>
              <a:ext cx="312" cy="162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1186" name="Google Shape;1186;p12"/>
            <p:cNvSpPr/>
            <p:nvPr/>
          </p:nvSpPr>
          <p:spPr>
            <a:xfrm>
              <a:off x="780" y="1553"/>
              <a:ext cx="428" cy="1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M</a:t>
              </a:r>
              <a:endParaRPr lang="en-US"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  <p:cxnSp>
        <p:nvCxnSpPr>
          <p:cNvPr id="1187" name="Google Shape;1187;p12"/>
          <p:cNvCxnSpPr/>
          <p:nvPr/>
        </p:nvCxnSpPr>
        <p:spPr>
          <a:xfrm>
            <a:off x="6916745" y="4806946"/>
            <a:ext cx="1263650" cy="3175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88" name="Google Shape;1188;p12"/>
          <p:cNvCxnSpPr/>
          <p:nvPr/>
        </p:nvCxnSpPr>
        <p:spPr>
          <a:xfrm>
            <a:off x="6924682" y="5127621"/>
            <a:ext cx="1263650" cy="3175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89" name="Google Shape;1189;p12"/>
          <p:cNvSpPr/>
          <p:nvPr/>
        </p:nvSpPr>
        <p:spPr>
          <a:xfrm>
            <a:off x="7083433" y="2597147"/>
            <a:ext cx="1273175" cy="655638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18900000" sx="102000" sy="102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cxnSp>
        <p:nvCxnSpPr>
          <p:cNvPr id="1190" name="Google Shape;1190;p12"/>
          <p:cNvCxnSpPr/>
          <p:nvPr/>
        </p:nvCxnSpPr>
        <p:spPr>
          <a:xfrm>
            <a:off x="7083433" y="2914647"/>
            <a:ext cx="1263650" cy="3175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91" name="Google Shape;1191;p12"/>
          <p:cNvSpPr/>
          <p:nvPr/>
        </p:nvSpPr>
        <p:spPr>
          <a:xfrm>
            <a:off x="3048006" y="787395"/>
            <a:ext cx="5264150" cy="5494338"/>
          </a:xfrm>
          <a:custGeom>
            <a:avLst/>
            <a:gdLst/>
            <a:ahLst/>
            <a:cxnLst/>
            <a:rect l="l" t="t" r="r" b="b"/>
            <a:pathLst>
              <a:path w="3316" h="3461" extrusionOk="0">
                <a:moveTo>
                  <a:pt x="872" y="0"/>
                </a:moveTo>
                <a:lnTo>
                  <a:pt x="878" y="1481"/>
                </a:lnTo>
                <a:lnTo>
                  <a:pt x="2612" y="1481"/>
                </a:lnTo>
                <a:lnTo>
                  <a:pt x="2612" y="1179"/>
                </a:lnTo>
                <a:lnTo>
                  <a:pt x="3294" y="1179"/>
                </a:lnTo>
                <a:lnTo>
                  <a:pt x="3316" y="3131"/>
                </a:lnTo>
                <a:lnTo>
                  <a:pt x="3148" y="2986"/>
                </a:lnTo>
                <a:lnTo>
                  <a:pt x="3143" y="2387"/>
                </a:lnTo>
                <a:lnTo>
                  <a:pt x="2505" y="2387"/>
                </a:lnTo>
                <a:lnTo>
                  <a:pt x="2505" y="3070"/>
                </a:lnTo>
                <a:lnTo>
                  <a:pt x="1057" y="3461"/>
                </a:lnTo>
                <a:lnTo>
                  <a:pt x="0" y="3461"/>
                </a:lnTo>
                <a:lnTo>
                  <a:pt x="0" y="2505"/>
                </a:lnTo>
              </a:path>
            </a:pathLst>
          </a:custGeom>
          <a:noFill/>
          <a:ln w="28575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92" name="Google Shape;1192;p12"/>
          <p:cNvGrpSpPr/>
          <p:nvPr/>
        </p:nvGrpSpPr>
        <p:grpSpPr>
          <a:xfrm>
            <a:off x="5457831" y="4800596"/>
            <a:ext cx="1479550" cy="303213"/>
            <a:chOff x="332" y="2224"/>
            <a:chExt cx="932" cy="191"/>
          </a:xfrm>
        </p:grpSpPr>
        <p:sp>
          <p:nvSpPr>
            <p:cNvPr id="1193" name="Google Shape;1193;p12"/>
            <p:cNvSpPr/>
            <p:nvPr/>
          </p:nvSpPr>
          <p:spPr>
            <a:xfrm>
              <a:off x="345" y="2241"/>
              <a:ext cx="840" cy="162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1194" name="Google Shape;1194;p12"/>
            <p:cNvSpPr/>
            <p:nvPr/>
          </p:nvSpPr>
          <p:spPr>
            <a:xfrm>
              <a:off x="706" y="2224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H</a:t>
              </a:r>
              <a:r>
                <a:rPr lang="en-US" sz="1800" b="0" i="0" u="none" strike="noStrike" cap="none" baseline="-25000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t</a:t>
              </a:r>
              <a:endParaRPr lang="en-US" sz="1800" b="0" i="0" u="none" strike="noStrike" cap="none" baseline="-250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1195" name="Google Shape;1195;p12"/>
            <p:cNvSpPr/>
            <p:nvPr/>
          </p:nvSpPr>
          <p:spPr>
            <a:xfrm>
              <a:off x="520" y="2224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H</a:t>
              </a:r>
              <a:r>
                <a:rPr lang="en-US" sz="1800" b="0" i="0" u="none" strike="noStrike" cap="none" baseline="-25000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n</a:t>
              </a:r>
              <a:endParaRPr lang="en-US" sz="1800" b="0" i="0" u="none" strike="noStrike" cap="none" baseline="-250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1196" name="Google Shape;1196;p12"/>
            <p:cNvSpPr/>
            <p:nvPr/>
          </p:nvSpPr>
          <p:spPr>
            <a:xfrm>
              <a:off x="332" y="2224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H</a:t>
              </a:r>
              <a:r>
                <a:rPr lang="en-US" sz="1800" b="0" i="0" u="none" strike="noStrike" cap="none" baseline="-25000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l</a:t>
              </a:r>
              <a:endParaRPr lang="en-US" sz="1800" b="0" i="0" u="none" strike="noStrike" cap="none" baseline="-250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1197" name="Google Shape;1197;p12"/>
            <p:cNvSpPr/>
            <p:nvPr/>
          </p:nvSpPr>
          <p:spPr>
            <a:xfrm>
              <a:off x="836" y="2225"/>
              <a:ext cx="428" cy="1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M</a:t>
              </a:r>
              <a:endParaRPr lang="en-US"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cxnSp>
          <p:nvCxnSpPr>
            <p:cNvPr id="1198" name="Google Shape;1198;p12"/>
            <p:cNvCxnSpPr/>
            <p:nvPr/>
          </p:nvCxnSpPr>
          <p:spPr>
            <a:xfrm>
              <a:off x="510" y="2241"/>
              <a:ext cx="0" cy="162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99" name="Google Shape;1199;p12"/>
            <p:cNvCxnSpPr/>
            <p:nvPr/>
          </p:nvCxnSpPr>
          <p:spPr>
            <a:xfrm>
              <a:off x="690" y="2247"/>
              <a:ext cx="0" cy="154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00" name="Google Shape;1200;p12"/>
            <p:cNvCxnSpPr/>
            <p:nvPr/>
          </p:nvCxnSpPr>
          <p:spPr>
            <a:xfrm>
              <a:off x="882" y="2244"/>
              <a:ext cx="0" cy="15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201" name="Google Shape;1201;p12"/>
          <p:cNvGrpSpPr/>
          <p:nvPr/>
        </p:nvGrpSpPr>
        <p:grpSpPr>
          <a:xfrm>
            <a:off x="5716595" y="4494208"/>
            <a:ext cx="1208087" cy="303212"/>
            <a:chOff x="501" y="1990"/>
            <a:chExt cx="761" cy="191"/>
          </a:xfrm>
        </p:grpSpPr>
        <p:sp>
          <p:nvSpPr>
            <p:cNvPr id="1202" name="Google Shape;1202;p12"/>
            <p:cNvSpPr/>
            <p:nvPr/>
          </p:nvSpPr>
          <p:spPr>
            <a:xfrm>
              <a:off x="501" y="2007"/>
              <a:ext cx="682" cy="162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1203" name="Google Shape;1203;p12"/>
            <p:cNvSpPr/>
            <p:nvPr/>
          </p:nvSpPr>
          <p:spPr>
            <a:xfrm>
              <a:off x="704" y="1990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H</a:t>
              </a:r>
              <a:r>
                <a:rPr lang="en-US" sz="1800" b="0" i="0" u="none" strike="noStrike" cap="none" baseline="-25000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t</a:t>
              </a:r>
              <a:endParaRPr lang="en-US" sz="1800" b="0" i="0" u="none" strike="noStrike" cap="none" baseline="-250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1204" name="Google Shape;1204;p12"/>
            <p:cNvSpPr/>
            <p:nvPr/>
          </p:nvSpPr>
          <p:spPr>
            <a:xfrm>
              <a:off x="518" y="1990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H</a:t>
              </a:r>
              <a:r>
                <a:rPr lang="en-US" sz="1800" b="0" i="0" u="none" strike="noStrike" cap="none" baseline="-25000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n</a:t>
              </a:r>
              <a:endParaRPr lang="en-US" sz="1800" b="0" i="0" u="none" strike="noStrike" cap="none" baseline="-250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1205" name="Google Shape;1205;p12"/>
            <p:cNvSpPr/>
            <p:nvPr/>
          </p:nvSpPr>
          <p:spPr>
            <a:xfrm>
              <a:off x="834" y="1991"/>
              <a:ext cx="428" cy="1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M</a:t>
              </a:r>
              <a:endParaRPr lang="en-US"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cxnSp>
          <p:nvCxnSpPr>
            <p:cNvPr id="1206" name="Google Shape;1206;p12"/>
            <p:cNvCxnSpPr/>
            <p:nvPr/>
          </p:nvCxnSpPr>
          <p:spPr>
            <a:xfrm>
              <a:off x="688" y="2013"/>
              <a:ext cx="0" cy="154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07" name="Google Shape;1207;p12"/>
            <p:cNvCxnSpPr/>
            <p:nvPr/>
          </p:nvCxnSpPr>
          <p:spPr>
            <a:xfrm>
              <a:off x="880" y="2010"/>
              <a:ext cx="0" cy="15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208" name="Google Shape;1208;p12"/>
          <p:cNvGrpSpPr/>
          <p:nvPr/>
        </p:nvGrpSpPr>
        <p:grpSpPr>
          <a:xfrm>
            <a:off x="8488370" y="4860921"/>
            <a:ext cx="1208087" cy="303213"/>
            <a:chOff x="501" y="1990"/>
            <a:chExt cx="761" cy="191"/>
          </a:xfrm>
        </p:grpSpPr>
        <p:sp>
          <p:nvSpPr>
            <p:cNvPr id="1209" name="Google Shape;1209;p12"/>
            <p:cNvSpPr/>
            <p:nvPr/>
          </p:nvSpPr>
          <p:spPr>
            <a:xfrm>
              <a:off x="501" y="2007"/>
              <a:ext cx="682" cy="162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1210" name="Google Shape;1210;p12"/>
            <p:cNvSpPr/>
            <p:nvPr/>
          </p:nvSpPr>
          <p:spPr>
            <a:xfrm>
              <a:off x="704" y="1990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H</a:t>
              </a:r>
              <a:r>
                <a:rPr lang="en-US" sz="1800" b="0" i="0" u="none" strike="noStrike" cap="none" baseline="-25000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t</a:t>
              </a:r>
              <a:endParaRPr lang="en-US" sz="1800" b="0" i="0" u="none" strike="noStrike" cap="none" baseline="-250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1211" name="Google Shape;1211;p12"/>
            <p:cNvSpPr/>
            <p:nvPr/>
          </p:nvSpPr>
          <p:spPr>
            <a:xfrm>
              <a:off x="518" y="1990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H</a:t>
              </a:r>
              <a:r>
                <a:rPr lang="en-US" sz="1800" b="0" i="0" u="none" strike="noStrike" cap="none" baseline="-25000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n</a:t>
              </a:r>
              <a:endParaRPr lang="en-US" sz="1800" b="0" i="0" u="none" strike="noStrike" cap="none" baseline="-250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1212" name="Google Shape;1212;p12"/>
            <p:cNvSpPr/>
            <p:nvPr/>
          </p:nvSpPr>
          <p:spPr>
            <a:xfrm>
              <a:off x="834" y="1991"/>
              <a:ext cx="428" cy="1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M</a:t>
              </a:r>
              <a:endParaRPr lang="en-US"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cxnSp>
          <p:nvCxnSpPr>
            <p:cNvPr id="1213" name="Google Shape;1213;p12"/>
            <p:cNvCxnSpPr/>
            <p:nvPr/>
          </p:nvCxnSpPr>
          <p:spPr>
            <a:xfrm>
              <a:off x="688" y="2013"/>
              <a:ext cx="0" cy="154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14" name="Google Shape;1214;p12"/>
            <p:cNvCxnSpPr/>
            <p:nvPr/>
          </p:nvCxnSpPr>
          <p:spPr>
            <a:xfrm>
              <a:off x="880" y="2010"/>
              <a:ext cx="0" cy="15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215" name="Google Shape;1215;p12"/>
          <p:cNvGrpSpPr/>
          <p:nvPr/>
        </p:nvGrpSpPr>
        <p:grpSpPr>
          <a:xfrm>
            <a:off x="2157419" y="1919283"/>
            <a:ext cx="1479550" cy="303212"/>
            <a:chOff x="332" y="2224"/>
            <a:chExt cx="932" cy="191"/>
          </a:xfrm>
        </p:grpSpPr>
        <p:sp>
          <p:nvSpPr>
            <p:cNvPr id="1216" name="Google Shape;1216;p12"/>
            <p:cNvSpPr/>
            <p:nvPr/>
          </p:nvSpPr>
          <p:spPr>
            <a:xfrm>
              <a:off x="345" y="2241"/>
              <a:ext cx="840" cy="162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1217" name="Google Shape;1217;p12"/>
            <p:cNvSpPr/>
            <p:nvPr/>
          </p:nvSpPr>
          <p:spPr>
            <a:xfrm>
              <a:off x="706" y="2224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H</a:t>
              </a:r>
              <a:r>
                <a:rPr lang="en-US" sz="1800" b="0" i="0" u="none" strike="noStrike" cap="none" baseline="-25000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t</a:t>
              </a:r>
              <a:endParaRPr lang="en-US" sz="1800" b="0" i="0" u="none" strike="noStrike" cap="none" baseline="-250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1218" name="Google Shape;1218;p12"/>
            <p:cNvSpPr/>
            <p:nvPr/>
          </p:nvSpPr>
          <p:spPr>
            <a:xfrm>
              <a:off x="520" y="2224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H</a:t>
              </a:r>
              <a:r>
                <a:rPr lang="en-US" sz="1800" b="0" i="0" u="none" strike="noStrike" cap="none" baseline="-25000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n</a:t>
              </a:r>
              <a:endParaRPr lang="en-US" sz="1800" b="0" i="0" u="none" strike="noStrike" cap="none" baseline="-250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1219" name="Google Shape;1219;p12"/>
            <p:cNvSpPr/>
            <p:nvPr/>
          </p:nvSpPr>
          <p:spPr>
            <a:xfrm>
              <a:off x="332" y="2224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H</a:t>
              </a:r>
              <a:r>
                <a:rPr lang="en-US" sz="1800" b="0" i="0" u="none" strike="noStrike" cap="none" baseline="-25000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l</a:t>
              </a:r>
              <a:endParaRPr lang="en-US" sz="1800" b="0" i="0" u="none" strike="noStrike" cap="none" baseline="-250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1220" name="Google Shape;1220;p12"/>
            <p:cNvSpPr/>
            <p:nvPr/>
          </p:nvSpPr>
          <p:spPr>
            <a:xfrm>
              <a:off x="836" y="2225"/>
              <a:ext cx="428" cy="1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M</a:t>
              </a:r>
              <a:endParaRPr lang="en-US"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cxnSp>
          <p:nvCxnSpPr>
            <p:cNvPr id="1221" name="Google Shape;1221;p12"/>
            <p:cNvCxnSpPr/>
            <p:nvPr/>
          </p:nvCxnSpPr>
          <p:spPr>
            <a:xfrm>
              <a:off x="510" y="2241"/>
              <a:ext cx="0" cy="162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22" name="Google Shape;1222;p12"/>
            <p:cNvCxnSpPr/>
            <p:nvPr/>
          </p:nvCxnSpPr>
          <p:spPr>
            <a:xfrm>
              <a:off x="690" y="2247"/>
              <a:ext cx="0" cy="154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23" name="Google Shape;1223;p12"/>
            <p:cNvCxnSpPr/>
            <p:nvPr/>
          </p:nvCxnSpPr>
          <p:spPr>
            <a:xfrm>
              <a:off x="882" y="2244"/>
              <a:ext cx="0" cy="15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224" name="Google Shape;1224;p12"/>
          <p:cNvSpPr txBox="1"/>
          <p:nvPr/>
        </p:nvSpPr>
        <p:spPr>
          <a:xfrm>
            <a:off x="9140831" y="5665783"/>
            <a:ext cx="84144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router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5" name="Google Shape;1225;p12"/>
          <p:cNvSpPr txBox="1"/>
          <p:nvPr/>
        </p:nvSpPr>
        <p:spPr>
          <a:xfrm>
            <a:off x="9155119" y="3386662"/>
            <a:ext cx="86927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switch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6" name="Google Shape;1226;p12"/>
          <p:cNvSpPr txBox="1"/>
          <p:nvPr/>
        </p:nvSpPr>
        <p:spPr>
          <a:xfrm>
            <a:off x="1922469" y="946145"/>
            <a:ext cx="1008062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Noto Sans Symbols"/>
              <a:buNone/>
            </a:pPr>
            <a:r>
              <a:rPr lang="en-US" sz="1600" b="0" i="0" u="none" strike="noStrike" cap="none">
                <a:solidFill>
                  <a:srgbClr val="CC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message</a:t>
            </a:r>
            <a:endParaRPr lang="en-US" sz="1600" b="0" i="0" u="none" strike="noStrike" cap="none">
              <a:solidFill>
                <a:srgbClr val="CC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grpSp>
        <p:nvGrpSpPr>
          <p:cNvPr id="1227" name="Google Shape;1227;p12"/>
          <p:cNvGrpSpPr/>
          <p:nvPr/>
        </p:nvGrpSpPr>
        <p:grpSpPr>
          <a:xfrm>
            <a:off x="2982919" y="973134"/>
            <a:ext cx="679450" cy="301625"/>
            <a:chOff x="780" y="1553"/>
            <a:chExt cx="428" cy="190"/>
          </a:xfrm>
        </p:grpSpPr>
        <p:sp>
          <p:nvSpPr>
            <p:cNvPr id="1228" name="Google Shape;1228;p12"/>
            <p:cNvSpPr/>
            <p:nvPr/>
          </p:nvSpPr>
          <p:spPr>
            <a:xfrm>
              <a:off x="817" y="1569"/>
              <a:ext cx="312" cy="162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1229" name="Google Shape;1229;p12"/>
            <p:cNvSpPr/>
            <p:nvPr/>
          </p:nvSpPr>
          <p:spPr>
            <a:xfrm>
              <a:off x="780" y="1553"/>
              <a:ext cx="428" cy="1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M</a:t>
              </a:r>
              <a:endParaRPr lang="en-US"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  <p:grpSp>
        <p:nvGrpSpPr>
          <p:cNvPr id="1230" name="Google Shape;1230;p12"/>
          <p:cNvGrpSpPr/>
          <p:nvPr/>
        </p:nvGrpSpPr>
        <p:grpSpPr>
          <a:xfrm>
            <a:off x="2746384" y="1290634"/>
            <a:ext cx="908050" cy="301625"/>
            <a:chOff x="1848" y="2046"/>
            <a:chExt cx="572" cy="190"/>
          </a:xfrm>
        </p:grpSpPr>
        <p:grpSp>
          <p:nvGrpSpPr>
            <p:cNvPr id="1231" name="Google Shape;1231;p12"/>
            <p:cNvGrpSpPr/>
            <p:nvPr/>
          </p:nvGrpSpPr>
          <p:grpSpPr>
            <a:xfrm>
              <a:off x="1848" y="2047"/>
              <a:ext cx="187" cy="184"/>
              <a:chOff x="1959" y="2058"/>
              <a:chExt cx="187" cy="184"/>
            </a:xfrm>
          </p:grpSpPr>
          <p:sp>
            <p:nvSpPr>
              <p:cNvPr id="1232" name="Google Shape;1232;p12"/>
              <p:cNvSpPr/>
              <p:nvPr/>
            </p:nvSpPr>
            <p:spPr>
              <a:xfrm>
                <a:off x="1964" y="2075"/>
                <a:ext cx="177" cy="162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1233" name="Google Shape;1233;p12"/>
              <p:cNvSpPr/>
              <p:nvPr/>
            </p:nvSpPr>
            <p:spPr>
              <a:xfrm>
                <a:off x="1959" y="2058"/>
                <a:ext cx="187" cy="1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lang="en-US" sz="1400" b="0" i="0" u="none" strike="noStrike" cap="none">
                    <a:solidFill>
                      <a:srgbClr val="000000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H</a:t>
                </a:r>
                <a:r>
                  <a:rPr lang="en-US" sz="1800" b="0" i="0" u="none" strike="noStrike" cap="none" baseline="-25000">
                    <a:solidFill>
                      <a:srgbClr val="000000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t</a:t>
                </a:r>
                <a:endParaRPr lang="en-US" sz="1800" b="0" i="0" u="none" strike="noStrike" cap="none" baseline="-25000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</p:grpSp>
        <p:grpSp>
          <p:nvGrpSpPr>
            <p:cNvPr id="1234" name="Google Shape;1234;p12"/>
            <p:cNvGrpSpPr/>
            <p:nvPr/>
          </p:nvGrpSpPr>
          <p:grpSpPr>
            <a:xfrm>
              <a:off x="1992" y="2046"/>
              <a:ext cx="428" cy="190"/>
              <a:chOff x="780" y="1553"/>
              <a:chExt cx="428" cy="190"/>
            </a:xfrm>
          </p:grpSpPr>
          <p:sp>
            <p:nvSpPr>
              <p:cNvPr id="1235" name="Google Shape;1235;p12"/>
              <p:cNvSpPr/>
              <p:nvPr/>
            </p:nvSpPr>
            <p:spPr>
              <a:xfrm>
                <a:off x="817" y="1571"/>
                <a:ext cx="312" cy="162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endParaRPr sz="2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1236" name="Google Shape;1236;p12"/>
              <p:cNvSpPr/>
              <p:nvPr/>
            </p:nvSpPr>
            <p:spPr>
              <a:xfrm>
                <a:off x="780" y="1553"/>
                <a:ext cx="428" cy="1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lang="en-US" sz="1400" b="0" i="0" u="none" strike="noStrike" cap="none">
                    <a:solidFill>
                      <a:srgbClr val="000000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M</a:t>
                </a:r>
                <a:endParaRPr lang="en-US"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</p:grpSp>
      </p:grpSp>
      <p:grpSp>
        <p:nvGrpSpPr>
          <p:cNvPr id="1237" name="Google Shape;1237;p12"/>
          <p:cNvGrpSpPr/>
          <p:nvPr/>
        </p:nvGrpSpPr>
        <p:grpSpPr>
          <a:xfrm>
            <a:off x="2438407" y="1622425"/>
            <a:ext cx="323850" cy="295274"/>
            <a:chOff x="1948" y="2058"/>
            <a:chExt cx="204" cy="184"/>
          </a:xfrm>
        </p:grpSpPr>
        <p:sp>
          <p:nvSpPr>
            <p:cNvPr id="1238" name="Google Shape;1238;p12"/>
            <p:cNvSpPr/>
            <p:nvPr/>
          </p:nvSpPr>
          <p:spPr>
            <a:xfrm>
              <a:off x="1948" y="2075"/>
              <a:ext cx="191" cy="162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1239" name="Google Shape;1239;p12"/>
            <p:cNvSpPr/>
            <p:nvPr/>
          </p:nvSpPr>
          <p:spPr>
            <a:xfrm>
              <a:off x="1965" y="2058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H</a:t>
              </a:r>
              <a:r>
                <a:rPr lang="en-US" sz="1800" b="0" i="0" u="none" strike="noStrike" cap="none" baseline="-25000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n</a:t>
              </a:r>
              <a:endParaRPr lang="en-US" sz="1800" b="0" i="0" u="none" strike="noStrike" cap="none" baseline="-250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  <p:sp>
        <p:nvSpPr>
          <p:cNvPr id="1240" name="Google Shape;1240;p12"/>
          <p:cNvSpPr txBox="1"/>
          <p:nvPr/>
        </p:nvSpPr>
        <p:spPr>
          <a:xfrm>
            <a:off x="1376369" y="1897058"/>
            <a:ext cx="70485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Noto Sans Symbols"/>
              <a:buNone/>
            </a:pPr>
            <a:r>
              <a:rPr lang="en-US" sz="1600" b="0" i="0" u="none" strike="noStrike" cap="none">
                <a:solidFill>
                  <a:srgbClr val="CC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frame</a:t>
            </a:r>
            <a:endParaRPr lang="en-US" sz="1600" b="0" i="0" u="none" strike="noStrike" cap="none">
              <a:solidFill>
                <a:srgbClr val="CC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grpSp>
        <p:nvGrpSpPr>
          <p:cNvPr id="1241" name="Google Shape;1241;p12"/>
          <p:cNvGrpSpPr/>
          <p:nvPr/>
        </p:nvGrpSpPr>
        <p:grpSpPr>
          <a:xfrm flipH="1">
            <a:off x="5359407" y="1341434"/>
            <a:ext cx="803275" cy="771525"/>
            <a:chOff x="-44" y="1473"/>
            <a:chExt cx="981" cy="1105"/>
          </a:xfrm>
        </p:grpSpPr>
        <p:pic>
          <p:nvPicPr>
            <p:cNvPr id="1242" name="Google Shape;1242;p12" descr="desktop_computer_stylized_medium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3" name="Google Shape;1243;p12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/>
              <a:ahLst/>
              <a:cxnLst/>
              <a:rect l="l" t="t" r="r" b="b"/>
              <a:pathLst>
                <a:path w="356" h="368" extrusionOk="0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44" name="Google Shape;1244;p12"/>
          <p:cNvSpPr/>
          <p:nvPr/>
        </p:nvSpPr>
        <p:spPr>
          <a:xfrm>
            <a:off x="4178506" y="4871041"/>
            <a:ext cx="360362" cy="1522901"/>
          </a:xfrm>
          <a:custGeom>
            <a:avLst/>
            <a:gdLst/>
            <a:ahLst/>
            <a:cxnLst/>
            <a:rect l="l" t="t" r="r" b="b"/>
            <a:pathLst>
              <a:path w="267" h="1186" extrusionOk="0">
                <a:moveTo>
                  <a:pt x="254" y="466"/>
                </a:moveTo>
                <a:lnTo>
                  <a:pt x="0" y="0"/>
                </a:lnTo>
                <a:lnTo>
                  <a:pt x="0" y="1186"/>
                </a:lnTo>
                <a:lnTo>
                  <a:pt x="267" y="652"/>
                </a:lnTo>
                <a:lnTo>
                  <a:pt x="254" y="466"/>
                </a:lnTo>
                <a:close/>
              </a:path>
            </a:pathLst>
          </a:custGeom>
          <a:gradFill>
            <a:gsLst>
              <a:gs pos="0">
                <a:srgbClr val="3C6CDF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45" name="Google Shape;1245;p12"/>
          <p:cNvGrpSpPr/>
          <p:nvPr/>
        </p:nvGrpSpPr>
        <p:grpSpPr>
          <a:xfrm flipH="1">
            <a:off x="4397382" y="5224459"/>
            <a:ext cx="803275" cy="771525"/>
            <a:chOff x="-44" y="1473"/>
            <a:chExt cx="981" cy="1105"/>
          </a:xfrm>
        </p:grpSpPr>
        <p:pic>
          <p:nvPicPr>
            <p:cNvPr id="1246" name="Google Shape;1246;p12" descr="desktop_computer_stylized_medium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7" name="Google Shape;1247;p12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/>
              <a:ahLst/>
              <a:cxnLst/>
              <a:rect l="l" t="t" r="r" b="b"/>
              <a:pathLst>
                <a:path w="356" h="368" extrusionOk="0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48" name="Google Shape;1248;p12"/>
          <p:cNvSpPr txBox="1"/>
          <p:nvPr/>
        </p:nvSpPr>
        <p:spPr>
          <a:xfrm>
            <a:off x="7030180" y="2584590"/>
            <a:ext cx="1317625" cy="695325"/>
          </a:xfrm>
          <a:prstGeom prst="rect">
            <a:avLst/>
          </a:prstGeom>
          <a:noFill/>
          <a:ln>
            <a:noFill/>
          </a:ln>
          <a:effectLst>
            <a:outerShdw blurRad="114300" dist="38100" dir="18900000" sx="123000" sy="123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link</a:t>
            </a:r>
            <a:endParaRPr lang="en-US" sz="18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physical</a:t>
            </a:r>
            <a:endParaRPr lang="en-US" sz="18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249" name="Google Shape;1249;p12"/>
          <p:cNvSpPr txBox="1"/>
          <p:nvPr>
            <p:ph type="sldNum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1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1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11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12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53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4" name="Google Shape;1254;g3b9dee640e3_0_115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309036" y="156431"/>
            <a:ext cx="8642132" cy="6461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5" name="Google Shape;1255;g3b9dee640e3_0_115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9951168" y="1897229"/>
            <a:ext cx="14478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59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0" name="Google Shape;1260;g3b9dee640e3_0_120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955357" y="306655"/>
            <a:ext cx="9915525" cy="170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1" name="Google Shape;1261;g3b9dee640e3_0_120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62288" y="1912419"/>
            <a:ext cx="5438775" cy="4743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2" name="Google Shape;1262;g3b9dee640e3_0_120"/>
          <p:cNvSpPr txBox="1"/>
          <p:nvPr>
            <p:ph type="body" idx="1"/>
          </p:nvPr>
        </p:nvSpPr>
        <p:spPr>
          <a:xfrm>
            <a:off x="6545178" y="1825625"/>
            <a:ext cx="48087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Each protocol instance talks virtually to its peer </a:t>
            </a:r>
            <a:endParaRPr lang="en-US"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Each layer communicates only by using the services below </a:t>
            </a:r>
            <a:endParaRPr lang="en-US"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Lower layer services are accessed by an interface</a:t>
            </a:r>
            <a:endParaRPr lang="en-US"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At bottom, messages are carried by the medium</a:t>
            </a:r>
            <a:endParaRPr lang="en-US"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66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7" name="Google Shape;1267;g3b9dee640e3_0_126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52274" y="2198520"/>
            <a:ext cx="3333750" cy="3038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8" name="Google Shape;1268;g3b9dee640e3_0_126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96453" y="430530"/>
            <a:ext cx="8782050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9" name="Google Shape;1269;g3b9dee640e3_0_126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014269" y="2270275"/>
            <a:ext cx="7637548" cy="3438525"/>
          </a:xfrm>
          <a:prstGeom prst="rect">
            <a:avLst/>
          </a:prstGeom>
          <a:noFill/>
          <a:ln>
            <a:noFill/>
          </a:ln>
        </p:spPr>
      </p:pic>
      <p:sp>
        <p:nvSpPr>
          <p:cNvPr id="1270" name="Google Shape;1270;g3b9dee640e3_0_126"/>
          <p:cNvSpPr/>
          <p:nvPr/>
        </p:nvSpPr>
        <p:spPr>
          <a:xfrm>
            <a:off x="6293729" y="2013854"/>
            <a:ext cx="3687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11111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Kleinrock's "Narrow Waist" Model </a:t>
            </a:r>
            <a:endParaRPr sz="1800" b="1" i="0">
              <a:solidFill>
                <a:srgbClr val="11111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271" name="Google Shape;1271;g3b9dee640e3_0_126"/>
          <p:cNvSpPr/>
          <p:nvPr/>
        </p:nvSpPr>
        <p:spPr>
          <a:xfrm>
            <a:off x="1171626" y="1383343"/>
            <a:ext cx="3371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5F6368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Vint Cerf</a:t>
            </a:r>
            <a:r>
              <a:rPr lang="en-US" sz="2400">
                <a:solidFill>
                  <a:srgbClr val="4D515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 and </a:t>
            </a:r>
            <a:r>
              <a:rPr lang="en-US" sz="2400" b="1">
                <a:solidFill>
                  <a:srgbClr val="5F6368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Bob Kahn</a:t>
            </a:r>
            <a:endParaRPr sz="2400">
              <a:solidFill>
                <a:schemeClr val="dk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75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Google Shape;1276;g3b9dee640e3_0_13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 panose="02020503050405090304"/>
              <a:buNone/>
            </a:pPr>
            <a:r>
              <a:rPr lang="en-US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The Open Systems Interconnection (OSI) Reference Model by International Standards Organization (ISO)</a:t>
            </a:r>
            <a:endParaRPr lang="en-US"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  <p:sp>
        <p:nvSpPr>
          <p:cNvPr id="1277" name="Google Shape;1277;g3b9dee640e3_0_134"/>
          <p:cNvSpPr txBox="1"/>
          <p:nvPr>
            <p:ph type="body" idx="1"/>
          </p:nvPr>
        </p:nvSpPr>
        <p:spPr>
          <a:xfrm>
            <a:off x="741947" y="2085507"/>
            <a:ext cx="46578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400"/>
              <a:buChar char="•"/>
            </a:pPr>
            <a:r>
              <a:rPr lang="en-US" sz="2400">
                <a:solidFill>
                  <a:srgbClr val="1F386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Layers created for different abstractions</a:t>
            </a:r>
            <a:endParaRPr lang="en-US" sz="2400">
              <a:solidFill>
                <a:srgbClr val="1F386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lang="en-US" sz="2400">
                <a:solidFill>
                  <a:srgbClr val="FF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Each layer performs well-defined function </a:t>
            </a:r>
            <a:endParaRPr lang="en-US" sz="2400">
              <a:solidFill>
                <a:srgbClr val="FF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•"/>
            </a:pPr>
            <a:r>
              <a:rPr lang="en-US" sz="2400">
                <a:solidFill>
                  <a:schemeClr val="accent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Function of layer chosen with standards in mind</a:t>
            </a:r>
            <a:endParaRPr lang="en-US" sz="2400">
              <a:solidFill>
                <a:schemeClr val="accent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50"/>
              </a:buClr>
              <a:buSzPts val="2400"/>
              <a:buChar char="•"/>
            </a:pPr>
            <a:r>
              <a:rPr lang="en-US" sz="2400">
                <a:solidFill>
                  <a:srgbClr val="00B05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Minimize information flow across layer interfaces </a:t>
            </a:r>
            <a:endParaRPr lang="en-US" sz="2400">
              <a:solidFill>
                <a:srgbClr val="00B05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Char char="•"/>
            </a:pPr>
            <a:r>
              <a:rPr lang="en-US" sz="2400">
                <a:solidFill>
                  <a:schemeClr val="accent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Find the optimum number of layers </a:t>
            </a:r>
            <a:endParaRPr sz="2400">
              <a:solidFill>
                <a:schemeClr val="accent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  <p:pic>
        <p:nvPicPr>
          <p:cNvPr id="1278" name="Google Shape;1278;g3b9dee640e3_0_134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096000" y="1960195"/>
            <a:ext cx="5713596" cy="420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82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3" name="Google Shape;1283;g3b9dee640e3_0_140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2396691" y="332877"/>
            <a:ext cx="7512918" cy="6002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87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8" name="Google Shape;1288;g3b9dee640e3_0_144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2901214" y="1047098"/>
            <a:ext cx="6254595" cy="46510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92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3" name="Google Shape;1293;g3b9dee640e3_0_148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2901214" y="1047098"/>
            <a:ext cx="6254595" cy="46510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5839</Words>
  <Application>WPS Presentation</Application>
  <PresentationFormat/>
  <Paragraphs>545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39" baseType="lpstr">
      <vt:lpstr>Arial</vt:lpstr>
      <vt:lpstr>SimSun</vt:lpstr>
      <vt:lpstr>Wingdings</vt:lpstr>
      <vt:lpstr>Arial</vt:lpstr>
      <vt:lpstr>Calibri</vt:lpstr>
      <vt:lpstr>Helvetica Neue</vt:lpstr>
      <vt:lpstr>Noto Sans Symbols</vt:lpstr>
      <vt:lpstr>Times New Roman</vt:lpstr>
      <vt:lpstr>Gill Sans</vt:lpstr>
      <vt:lpstr>Microsoft YaHei</vt:lpstr>
      <vt:lpstr>汉仪旗黑</vt:lpstr>
      <vt:lpstr>Arial Unicode MS</vt:lpstr>
      <vt:lpstr>Roboto</vt:lpstr>
      <vt:lpstr>Thonburi</vt:lpstr>
      <vt:lpstr>宋体-简</vt:lpstr>
      <vt:lpstr>Office Theme</vt:lpstr>
      <vt:lpstr>Office Theme</vt:lpstr>
      <vt:lpstr>IT694 Computer Networks</vt:lpstr>
      <vt:lpstr>Throughput</vt:lpstr>
      <vt:lpstr>Throughput</vt:lpstr>
      <vt:lpstr>Throughput: network scenario</vt:lpstr>
      <vt:lpstr>Protocol “layers” and reference models</vt:lpstr>
      <vt:lpstr>Example: organization of air travel</vt:lpstr>
      <vt:lpstr>Example: organization of air travel</vt:lpstr>
      <vt:lpstr>Why layering?</vt:lpstr>
      <vt:lpstr>Services, Layering and Encapsulation</vt:lpstr>
      <vt:lpstr>Services, Layering and Encapsulation</vt:lpstr>
      <vt:lpstr>Services, Layering and Encapsulation</vt:lpstr>
      <vt:lpstr>Encapsulation</vt:lpstr>
      <vt:lpstr>Services, Layering and Encapsulation</vt:lpstr>
      <vt:lpstr>Layered Internet protocol stack</vt:lpstr>
      <vt:lpstr>Encapsulation: an end-end view</vt:lpstr>
      <vt:lpstr>PowerPoint 演示文稿</vt:lpstr>
      <vt:lpstr>PowerPoint 演示文稿</vt:lpstr>
      <vt:lpstr>PowerPoint 演示文稿</vt:lpstr>
      <vt:lpstr>The Open Systems Interconnection (OSI) Reference Model by International Standards Organization (ISO)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IT694 Computer Networks</dc:title>
  <dc:creator>Microsoft Office User</dc:creator>
  <cp:lastModifiedBy>2025 12100</cp:lastModifiedBy>
  <cp:revision>3</cp:revision>
  <dcterms:created xsi:type="dcterms:W3CDTF">2026-02-11T12:32:35Z</dcterms:created>
  <dcterms:modified xsi:type="dcterms:W3CDTF">2026-02-11T12:32:35Z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D20440C773A36ED3633C8B69A41C8998_42</vt:lpwstr>
  </property>
  <property fmtid="{D5CDD505-2E9C-101B-9397-08002B2CF9AE}" pid="3" name="KSOProductBuildVer">
    <vt:lpwstr>1033-12.1.23155.23155</vt:lpwstr>
  </property>
</Properties>
</file>