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86"/>
  </p:normalViewPr>
  <p:slideViewPr>
    <p:cSldViewPr snapToGrid="0" snapToObjects="1">
      <p:cViewPr varScale="1">
        <p:scale>
          <a:sx n="124" d="100"/>
          <a:sy n="124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CA506-5FAA-9547-A0A6-5F113E4E783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F536B-0F51-3A4F-8A04-EDB3C9C8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4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901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066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802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333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100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964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113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11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151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2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6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71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5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3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9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2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9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A456B-B726-3C47-9C89-66BE2325A911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EBD75-B2D8-7941-A102-97959C1C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6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6" Type="http://schemas.openxmlformats.org/officeDocument/2006/relationships/image" Target="../media/image8.emf"/><Relationship Id="rId7" Type="http://schemas.openxmlformats.org/officeDocument/2006/relationships/image" Target="../media/image9.em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Week 6-Lec 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7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:a16="http://schemas.microsoft.com/office/drawing/2014/main" xmlns="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10005476" y="2888415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xmlns="" id="{3138E679-7A6F-3F4C-9CD4-1BC53C242F2F}"/>
              </a:ext>
            </a:extLst>
          </p:cNvPr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xmlns="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xmlns="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xmlns="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xmlns="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xmlns="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:a16="http://schemas.microsoft.com/office/drawing/2014/main" xmlns="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5851590" y="1746530"/>
            <a:ext cx="430143" cy="90046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xmlns="" id="{B6427DD3-BCDC-1D47-B9EA-F052CBEE3779}"/>
              </a:ext>
            </a:extLst>
          </p:cNvPr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xmlns="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xmlns="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xmlns="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xmlns="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xmlns="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xmlns="" id="{F01A9AD5-3D29-E044-89AB-2A8A2872A48C}"/>
              </a:ext>
            </a:extLst>
          </p:cNvPr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xmlns="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xmlns="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xmlns="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xmlns="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xmlns="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:a16="http://schemas.microsoft.com/office/drawing/2014/main" xmlns="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10381714" y="1887018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7395260E-0495-5549-B67B-D0932B2922A1}"/>
              </a:ext>
            </a:extLst>
          </p:cNvPr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xmlns="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xmlns="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xmlns="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xmlns="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xmlns="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xmlns="" id="{88E9FDF2-59AD-0849-94F0-90E7C39F4845}"/>
              </a:ext>
            </a:extLst>
          </p:cNvPr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xmlns="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xmlns="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xmlns="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xmlns="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xmlns="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xmlns="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xmlns="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1 </a:t>
            </a:r>
            <a:endParaRPr lang="en-US" sz="4400" b="0" dirty="0"/>
          </a:p>
        </p:txBody>
      </p:sp>
      <p:grpSp>
        <p:nvGrpSpPr>
          <p:cNvPr id="180" name="Group 124">
            <a:extLst>
              <a:ext uri="{FF2B5EF4-FFF2-40B4-BE49-F238E27FC236}">
                <a16:creationId xmlns:a16="http://schemas.microsoft.com/office/drawing/2014/main" xmlns="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:a16="http://schemas.microsoft.com/office/drawing/2014/main" xmlns="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:a16="http://schemas.microsoft.com/office/drawing/2014/main" xmlns="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:a16="http://schemas.microsoft.com/office/drawing/2014/main" xmlns="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5146139" y="2637590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:a16="http://schemas.microsoft.com/office/drawing/2014/main" xmlns="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1" y="1490147"/>
            <a:ext cx="3792183" cy="3681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Simplest scenario: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:a16="http://schemas.microsoft.com/office/drawing/2014/main" xmlns="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:a16="http://schemas.microsoft.com/office/drawing/2014/main" xmlns="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18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:a16="http://schemas.microsoft.com/office/drawing/2014/main" xmlns="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:a16="http://schemas.microsoft.com/office/drawing/2014/main" xmlns="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:a16="http://schemas.microsoft.com/office/drawing/2014/main" xmlns="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96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:a16="http://schemas.microsoft.com/office/drawing/2014/main" xmlns="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1321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:a16="http://schemas.microsoft.com/office/drawing/2014/main" xmlns="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703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:a16="http://schemas.microsoft.com/office/drawing/2014/main" xmlns="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8935" y="2771087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CB231E2E-E647-0B43-8C18-43AC77EF0F75}"/>
              </a:ext>
            </a:extLst>
          </p:cNvPr>
          <p:cNvGrpSpPr/>
          <p:nvPr/>
        </p:nvGrpSpPr>
        <p:grpSpPr>
          <a:xfrm>
            <a:off x="8616414" y="1265990"/>
            <a:ext cx="1790700" cy="707189"/>
            <a:chOff x="8616414" y="1265990"/>
            <a:chExt cx="1790700" cy="707189"/>
          </a:xfrm>
        </p:grpSpPr>
        <p:sp>
          <p:nvSpPr>
            <p:cNvPr id="243" name="Text Box 75">
              <a:extLst>
                <a:ext uri="{FF2B5EF4-FFF2-40B4-BE49-F238E27FC236}">
                  <a16:creationId xmlns:a16="http://schemas.microsoft.com/office/drawing/2014/main" xmlns="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throughput: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:a16="http://schemas.microsoft.com/office/drawing/2014/main" xmlns="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:a16="http://schemas.microsoft.com/office/drawing/2014/main" xmlns="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large delays as arrival rate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capacity</a:t>
            </a:r>
          </a:p>
        </p:txBody>
      </p:sp>
      <p:grpSp>
        <p:nvGrpSpPr>
          <p:cNvPr id="282" name="Group 127">
            <a:extLst>
              <a:ext uri="{FF2B5EF4-FFF2-40B4-BE49-F238E27FC236}">
                <a16:creationId xmlns:a16="http://schemas.microsoft.com/office/drawing/2014/main" xmlns="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:a16="http://schemas.microsoft.com/office/drawing/2014/main" xmlns="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:a16="http://schemas.microsoft.com/office/drawing/2014/main" xmlns="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:a16="http://schemas.microsoft.com/office/drawing/2014/main" xmlns="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:a16="http://schemas.microsoft.com/office/drawing/2014/main" xmlns="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:a16="http://schemas.microsoft.com/office/drawing/2014/main" xmlns="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:a16="http://schemas.microsoft.com/office/drawing/2014/main" xmlns="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:a16="http://schemas.microsoft.com/office/drawing/2014/main" xmlns="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:a16="http://schemas.microsoft.com/office/drawing/2014/main" xmlns="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:a16="http://schemas.microsoft.com/office/drawing/2014/main" xmlns="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:a16="http://schemas.microsoft.com/office/drawing/2014/main" xmlns="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:a16="http://schemas.microsoft.com/office/drawing/2014/main" xmlns="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:a16="http://schemas.microsoft.com/office/drawing/2014/main" xmlns="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:a16="http://schemas.microsoft.com/office/drawing/2014/main" xmlns="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:a16="http://schemas.microsoft.com/office/drawing/2014/main" xmlns="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:a16="http://schemas.microsoft.com/office/drawing/2014/main" xmlns="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:a16="http://schemas.microsoft.com/office/drawing/2014/main" xmlns="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:a16="http://schemas.microsoft.com/office/drawing/2014/main" xmlns="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:a16="http://schemas.microsoft.com/office/drawing/2014/main" xmlns="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:a16="http://schemas.microsoft.com/office/drawing/2014/main" xmlns="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:a16="http://schemas.microsoft.com/office/drawing/2014/main" xmlns="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:a16="http://schemas.microsoft.com/office/drawing/2014/main" xmlns="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:a16="http://schemas.microsoft.com/office/drawing/2014/main" xmlns="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:a16="http://schemas.microsoft.com/office/drawing/2014/main" xmlns="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:a16="http://schemas.microsoft.com/office/drawing/2014/main" xmlns="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:a16="http://schemas.microsoft.com/office/drawing/2014/main" xmlns="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:a16="http://schemas.microsoft.com/office/drawing/2014/main" xmlns="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:a16="http://schemas.microsoft.com/office/drawing/2014/main" xmlns="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:a16="http://schemas.microsoft.com/office/drawing/2014/main" xmlns="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:a16="http://schemas.microsoft.com/office/drawing/2014/main" xmlns="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:a16="http://schemas.microsoft.com/office/drawing/2014/main" xmlns="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:a16="http://schemas.microsoft.com/office/drawing/2014/main" xmlns="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xmlns="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:a16="http://schemas.microsoft.com/office/drawing/2014/main" xmlns="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:a16="http://schemas.microsoft.com/office/drawing/2014/main" xmlns="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:a16="http://schemas.microsoft.com/office/drawing/2014/main" xmlns="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:a16="http://schemas.microsoft.com/office/drawing/2014/main" xmlns="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:a16="http://schemas.microsoft.com/office/drawing/2014/main" xmlns="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:a16="http://schemas.microsoft.com/office/drawing/2014/main" xmlns="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:a16="http://schemas.microsoft.com/office/drawing/2014/main" xmlns="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:a16="http://schemas.microsoft.com/office/drawing/2014/main" xmlns="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:a16="http://schemas.microsoft.com/office/drawing/2014/main" xmlns="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:a16="http://schemas.microsoft.com/office/drawing/2014/main" xmlns="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:a16="http://schemas.microsoft.com/office/drawing/2014/main" xmlns="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:a16="http://schemas.microsoft.com/office/drawing/2014/main" xmlns="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:a16="http://schemas.microsoft.com/office/drawing/2014/main" xmlns="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:a16="http://schemas.microsoft.com/office/drawing/2014/main" xmlns="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:a16="http://schemas.microsoft.com/office/drawing/2014/main" xmlns="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:a16="http://schemas.microsoft.com/office/drawing/2014/main" xmlns="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:a16="http://schemas.microsoft.com/office/drawing/2014/main" xmlns="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:a16="http://schemas.microsoft.com/office/drawing/2014/main" xmlns="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:a16="http://schemas.microsoft.com/office/drawing/2014/main" xmlns="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:a16="http://schemas.microsoft.com/office/drawing/2014/main" xmlns="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:a16="http://schemas.microsoft.com/office/drawing/2014/main" xmlns="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:a16="http://schemas.microsoft.com/office/drawing/2014/main" xmlns="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:a16="http://schemas.microsoft.com/office/drawing/2014/main" xmlns="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:a16="http://schemas.microsoft.com/office/drawing/2014/main" xmlns="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:a16="http://schemas.microsoft.com/office/drawing/2014/main" xmlns="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:a16="http://schemas.microsoft.com/office/drawing/2014/main" xmlns="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:a16="http://schemas.microsoft.com/office/drawing/2014/main" xmlns="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:a16="http://schemas.microsoft.com/office/drawing/2014/main" xmlns="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:a16="http://schemas.microsoft.com/office/drawing/2014/main" xmlns="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:a16="http://schemas.microsoft.com/office/drawing/2014/main" xmlns="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:a16="http://schemas.microsoft.com/office/drawing/2014/main" xmlns="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:a16="http://schemas.microsoft.com/office/drawing/2014/main" xmlns="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:a16="http://schemas.microsoft.com/office/drawing/2014/main" xmlns="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:a16="http://schemas.microsoft.com/office/drawing/2014/main" xmlns="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:a16="http://schemas.microsoft.com/office/drawing/2014/main" xmlns="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:a16="http://schemas.microsoft.com/office/drawing/2014/main" xmlns="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6280C64-E9DA-2647-B08F-F808595E646B}"/>
              </a:ext>
            </a:extLst>
          </p:cNvPr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arrival rate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R/2?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A13DE16E-F5B0-8243-9843-F4026E4132BD}"/>
              </a:ext>
            </a:extLst>
          </p:cNvPr>
          <p:cNvGrpSpPr/>
          <p:nvPr/>
        </p:nvGrpSpPr>
        <p:grpSpPr>
          <a:xfrm>
            <a:off x="4818031" y="1175178"/>
            <a:ext cx="2132013" cy="724224"/>
            <a:chOff x="4818031" y="1175178"/>
            <a:chExt cx="2132013" cy="724224"/>
          </a:xfrm>
        </p:grpSpPr>
        <p:sp>
          <p:nvSpPr>
            <p:cNvPr id="240" name="Oval 72">
              <a:extLst>
                <a:ext uri="{FF2B5EF4-FFF2-40B4-BE49-F238E27FC236}">
                  <a16:creationId xmlns:a16="http://schemas.microsoft.com/office/drawing/2014/main" xmlns="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:a16="http://schemas.microsoft.com/office/drawing/2014/main" xmlns="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:a16="http://schemas.microsoft.com/office/drawing/2014/main" xmlns="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data: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:a16="http://schemas.microsoft.com/office/drawing/2014/main" xmlns="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46879" y="3636250"/>
            <a:ext cx="8222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:a16="http://schemas.microsoft.com/office/drawing/2014/main" xmlns="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108" y="2768743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:a16="http://schemas.microsoft.com/office/drawing/2014/main" xmlns="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1674" y="3638595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48CA410-A84F-B34C-BD63-41722EE5FAA8}"/>
              </a:ext>
            </a:extLst>
          </p:cNvPr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:a16="http://schemas.microsoft.com/office/drawing/2014/main" xmlns="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:a16="http://schemas.microsoft.com/office/drawing/2014/main" xmlns="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66" y="1908019"/>
            <a:ext cx="4138268" cy="80568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one router, infinite buffers </a:t>
            </a:r>
          </a:p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input, output link capacity: R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9F0A3C67-BB73-4845-B5BC-A5FA51964D18}"/>
              </a:ext>
            </a:extLst>
          </p:cNvPr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:a16="http://schemas.microsoft.com/office/drawing/2014/main" xmlns="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:a16="http://schemas.microsoft.com/office/drawing/2014/main" xmlns="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xmlns="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xmlns="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xmlns="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xmlns="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xmlns="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xmlns="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xmlns="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xmlns="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xmlns="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xmlns="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xmlns="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xmlns="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xmlns="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xmlns="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xmlns="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xmlns="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xmlns="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xmlns="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:a16="http://schemas.microsoft.com/office/drawing/2014/main" xmlns="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6632039" y="1856540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7632497-C7A3-5D43-A16B-0B4F26B7ADF5}"/>
              </a:ext>
            </a:extLst>
          </p:cNvPr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:a16="http://schemas.microsoft.com/office/drawing/2014/main" xmlns="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:a16="http://schemas.microsoft.com/office/drawing/2014/main" xmlns="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:a16="http://schemas.microsoft.com/office/drawing/2014/main" xmlns="" id="{4CED69A2-36DA-634D-8A3B-DB1A142EB7BC}"/>
              </a:ext>
            </a:extLst>
          </p:cNvPr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:a16="http://schemas.microsoft.com/office/drawing/2014/main" xmlns="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no retransmissions needed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7176CA8-B553-A348-A420-DCCEB21C31F8}"/>
              </a:ext>
            </a:extLst>
          </p:cNvPr>
          <p:cNvGrpSpPr/>
          <p:nvPr/>
        </p:nvGrpSpPr>
        <p:grpSpPr>
          <a:xfrm>
            <a:off x="7949627" y="4325522"/>
            <a:ext cx="1778901" cy="1635125"/>
            <a:chOff x="7949627" y="4325522"/>
            <a:chExt cx="1778901" cy="1635125"/>
          </a:xfrm>
        </p:grpSpPr>
        <p:sp>
          <p:nvSpPr>
            <p:cNvPr id="273" name="Line 109">
              <a:extLst>
                <a:ext uri="{FF2B5EF4-FFF2-40B4-BE49-F238E27FC236}">
                  <a16:creationId xmlns:a16="http://schemas.microsoft.com/office/drawing/2014/main" xmlns="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:a16="http://schemas.microsoft.com/office/drawing/2014/main" xmlns="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:a16="http://schemas.microsoft.com/office/drawing/2014/main" xmlns="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:a16="http://schemas.microsoft.com/office/drawing/2014/main" xmlns="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:a16="http://schemas.microsoft.com/office/drawing/2014/main" xmlns="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:a16="http://schemas.microsoft.com/office/drawing/2014/main" xmlns="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delay</a:t>
              </a:r>
              <a:endPara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:a16="http://schemas.microsoft.com/office/drawing/2014/main" xmlns="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xmlns="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0351EA60-E695-1A49-877E-C777EE27A7EF}"/>
              </a:ext>
            </a:extLst>
          </p:cNvPr>
          <p:cNvSpPr/>
          <p:nvPr/>
        </p:nvSpPr>
        <p:spPr>
          <a:xfrm>
            <a:off x="4764506" y="1106906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xmlns="" id="{22D67963-A1D8-D745-B58E-B552013D436E}"/>
              </a:ext>
            </a:extLst>
          </p:cNvPr>
          <p:cNvSpPr/>
          <p:nvPr/>
        </p:nvSpPr>
        <p:spPr>
          <a:xfrm>
            <a:off x="8507129" y="1182304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ext Box 285">
            <a:extLst>
              <a:ext uri="{FF2B5EF4-FFF2-40B4-BE49-F238E27FC236}">
                <a16:creationId xmlns:a16="http://schemas.microsoft.com/office/drawing/2014/main" xmlns="" id="{874908D2-0B9B-5942-9966-8D55C3BC8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R/2</a:t>
            </a:r>
          </a:p>
        </p:txBody>
      </p:sp>
      <p:sp>
        <p:nvSpPr>
          <p:cNvPr id="209" name="Line 280">
            <a:extLst>
              <a:ext uri="{FF2B5EF4-FFF2-40B4-BE49-F238E27FC236}">
                <a16:creationId xmlns:a16="http://schemas.microsoft.com/office/drawing/2014/main" xmlns="" id="{BDD1A869-FA53-344E-87A5-92F0D59AB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6717" y="4095473"/>
            <a:ext cx="0" cy="18690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3" name="Line 283">
            <a:extLst>
              <a:ext uri="{FF2B5EF4-FFF2-40B4-BE49-F238E27FC236}">
                <a16:creationId xmlns:a16="http://schemas.microsoft.com/office/drawing/2014/main" xmlns="" id="{09E784F2-EB2F-724D-A761-5ED5A1E0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1096" y="6018207"/>
            <a:ext cx="0" cy="1557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A52504F3-DA24-6D4D-AC29-260B2D78E924}"/>
              </a:ext>
            </a:extLst>
          </p:cNvPr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BB9E55DD-22D3-2C4D-96EC-2DA426511E2A}"/>
                </a:ext>
              </a:extLst>
            </p:cNvPr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sp>
            <p:nvSpPr>
              <p:cNvPr id="261" name="Line 94">
                <a:extLst>
                  <a:ext uri="{FF2B5EF4-FFF2-40B4-BE49-F238E27FC236}">
                    <a16:creationId xmlns:a16="http://schemas.microsoft.com/office/drawing/2014/main" xmlns="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:a16="http://schemas.microsoft.com/office/drawing/2014/main" xmlns="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:a16="http://schemas.microsoft.com/office/drawing/2014/main" xmlns="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:a16="http://schemas.microsoft.com/office/drawing/2014/main" xmlns="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:a16="http://schemas.microsoft.com/office/drawing/2014/main" xmlns="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:a16="http://schemas.microsoft.com/office/drawing/2014/main" xmlns="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:a16="http://schemas.microsoft.com/office/drawing/2014/main" xmlns="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:a16="http://schemas.microsoft.com/office/drawing/2014/main" xmlns="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:a16="http://schemas.microsoft.com/office/drawing/2014/main" xmlns="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:a16="http://schemas.microsoft.com/office/drawing/2014/main" xmlns="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xmlns="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xmlns="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35687" y="5176433"/>
              <a:ext cx="969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</p:grpSp>
      <p:sp>
        <p:nvSpPr>
          <p:cNvPr id="219" name="Oval 218">
            <a:extLst>
              <a:ext uri="{FF2B5EF4-FFF2-40B4-BE49-F238E27FC236}">
                <a16:creationId xmlns:a16="http://schemas.microsoft.com/office/drawing/2014/main" xmlns="" id="{5CB9F7FD-8167-EF4B-AA1F-EA31EB355CB0}"/>
              </a:ext>
            </a:extLst>
          </p:cNvPr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Slide Number Placeholder 2">
            <a:extLst>
              <a:ext uri="{FF2B5EF4-FFF2-40B4-BE49-F238E27FC236}">
                <a16:creationId xmlns:a16="http://schemas.microsoft.com/office/drawing/2014/main" xmlns="" id="{5938E394-4CEC-1949-BD3E-8B96E09641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4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xmlns="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xmlns="" id="{ED623061-0BAD-094E-BE78-B8341568F37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xmlns="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xmlns="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xmlns="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xmlns="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xmlns="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909" name="Rectangle 2">
            <a:extLst>
              <a:ext uri="{FF2B5EF4-FFF2-40B4-BE49-F238E27FC236}">
                <a16:creationId xmlns:a16="http://schemas.microsoft.com/office/drawing/2014/main" xmlns="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634964" y="1182473"/>
            <a:ext cx="9710831" cy="5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router,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buffers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:a16="http://schemas.microsoft.com/office/drawing/2014/main" xmlns="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xmlns="" id="{C664E13D-A71D-7A41-9ED2-950A4602199F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xmlns="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xmlns="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xmlns="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xmlns="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xmlns="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xmlns="" id="{818064D3-1463-5B40-A9E3-050E65014C75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xmlns="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xmlns="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xmlns="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xmlns="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xmlns="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xmlns="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xmlns="" id="{9E49415B-7EB6-4743-B880-41FB066DB4B9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xmlns="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xmlns="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xmlns="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xmlns="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xmlns="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xmlns="" id="{E455C231-4F77-2943-A4A7-79D8A6F887B7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xmlns="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xmlns="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xmlns="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xmlns="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xmlns="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xmlns="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xmlns="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:a16="http://schemas.microsoft.com/office/drawing/2014/main" xmlns="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:a16="http://schemas.microsoft.com/office/drawing/2014/main" xmlns="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:a16="http://schemas.microsoft.com/office/drawing/2014/main" xmlns="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:a16="http://schemas.microsoft.com/office/drawing/2014/main" xmlns="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:a16="http://schemas.microsoft.com/office/drawing/2014/main" xmlns="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:a16="http://schemas.microsoft.com/office/drawing/2014/main" xmlns="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:a16="http://schemas.microsoft.com/office/drawing/2014/main" xmlns="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:a16="http://schemas.microsoft.com/office/drawing/2014/main" xmlns="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:a16="http://schemas.microsoft.com/office/drawing/2014/main" xmlns="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xmlns="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:a16="http://schemas.microsoft.com/office/drawing/2014/main" xmlns="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:a16="http://schemas.microsoft.com/office/drawing/2014/main" xmlns="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:a16="http://schemas.microsoft.com/office/drawing/2014/main" xmlns="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:a16="http://schemas.microsoft.com/office/drawing/2014/main" xmlns="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:a16="http://schemas.microsoft.com/office/drawing/2014/main" xmlns="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:a16="http://schemas.microsoft.com/office/drawing/2014/main" xmlns="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:a16="http://schemas.microsoft.com/office/drawing/2014/main" xmlns="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:a16="http://schemas.microsoft.com/office/drawing/2014/main" xmlns="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:a16="http://schemas.microsoft.com/office/drawing/2014/main" xmlns="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:a16="http://schemas.microsoft.com/office/drawing/2014/main" xmlns="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:a16="http://schemas.microsoft.com/office/drawing/2014/main" xmlns="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:a16="http://schemas.microsoft.com/office/drawing/2014/main" xmlns="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:a16="http://schemas.microsoft.com/office/drawing/2014/main" xmlns="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:a16="http://schemas.microsoft.com/office/drawing/2014/main" xmlns="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:a16="http://schemas.microsoft.com/office/drawing/2014/main" xmlns="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:a16="http://schemas.microsoft.com/office/drawing/2014/main" xmlns="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:a16="http://schemas.microsoft.com/office/drawing/2014/main" xmlns="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:a16="http://schemas.microsoft.com/office/drawing/2014/main" xmlns="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:a16="http://schemas.microsoft.com/office/drawing/2014/main" xmlns="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:a16="http://schemas.microsoft.com/office/drawing/2014/main" xmlns="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:a16="http://schemas.microsoft.com/office/drawing/2014/main" xmlns="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:a16="http://schemas.microsoft.com/office/drawing/2014/main" xmlns="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:a16="http://schemas.microsoft.com/office/drawing/2014/main" xmlns="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:a16="http://schemas.microsoft.com/office/drawing/2014/main" xmlns="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:a16="http://schemas.microsoft.com/office/drawing/2014/main" xmlns="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:a16="http://schemas.microsoft.com/office/drawing/2014/main" xmlns="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:a16="http://schemas.microsoft.com/office/drawing/2014/main" xmlns="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:a16="http://schemas.microsoft.com/office/drawing/2014/main" xmlns="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:a16="http://schemas.microsoft.com/office/drawing/2014/main" xmlns="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:a16="http://schemas.microsoft.com/office/drawing/2014/main" xmlns="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:a16="http://schemas.microsoft.com/office/drawing/2014/main" xmlns="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:a16="http://schemas.microsoft.com/office/drawing/2014/main" xmlns="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:a16="http://schemas.microsoft.com/office/drawing/2014/main" xmlns="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:a16="http://schemas.microsoft.com/office/drawing/2014/main" xmlns="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:a16="http://schemas.microsoft.com/office/drawing/2014/main" xmlns="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:a16="http://schemas.microsoft.com/office/drawing/2014/main" xmlns="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:a16="http://schemas.microsoft.com/office/drawing/2014/main" xmlns="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:a16="http://schemas.microsoft.com/office/drawing/2014/main" xmlns="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:a16="http://schemas.microsoft.com/office/drawing/2014/main" xmlns="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:a16="http://schemas.microsoft.com/office/drawing/2014/main" xmlns="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:a16="http://schemas.microsoft.com/office/drawing/2014/main" xmlns="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:a16="http://schemas.microsoft.com/office/drawing/2014/main" xmlns="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:a16="http://schemas.microsoft.com/office/drawing/2014/main" xmlns="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:a16="http://schemas.microsoft.com/office/drawing/2014/main" xmlns="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:a16="http://schemas.microsoft.com/office/drawing/2014/main" xmlns="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:a16="http://schemas.microsoft.com/office/drawing/2014/main" xmlns="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:a16="http://schemas.microsoft.com/office/drawing/2014/main" xmlns="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:a16="http://schemas.microsoft.com/office/drawing/2014/main" xmlns="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:a16="http://schemas.microsoft.com/office/drawing/2014/main" xmlns="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:a16="http://schemas.microsoft.com/office/drawing/2014/main" xmlns="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:a16="http://schemas.microsoft.com/office/drawing/2014/main" xmlns="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:a16="http://schemas.microsoft.com/office/drawing/2014/main" xmlns="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:a16="http://schemas.microsoft.com/office/drawing/2014/main" xmlns="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:a16="http://schemas.microsoft.com/office/drawing/2014/main" xmlns="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:a16="http://schemas.microsoft.com/office/drawing/2014/main" xmlns="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:a16="http://schemas.microsoft.com/office/drawing/2014/main" xmlns="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:a16="http://schemas.microsoft.com/office/drawing/2014/main" xmlns="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:a16="http://schemas.microsoft.com/office/drawing/2014/main" xmlns="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:a16="http://schemas.microsoft.com/office/drawing/2014/main" xmlns="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:a16="http://schemas.microsoft.com/office/drawing/2014/main" xmlns="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:a16="http://schemas.microsoft.com/office/drawing/2014/main" xmlns="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:a16="http://schemas.microsoft.com/office/drawing/2014/main" xmlns="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:a16="http://schemas.microsoft.com/office/drawing/2014/main" xmlns="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:a16="http://schemas.microsoft.com/office/drawing/2014/main" xmlns="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:a16="http://schemas.microsoft.com/office/drawing/2014/main" xmlns="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:a16="http://schemas.microsoft.com/office/drawing/2014/main" xmlns="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:a16="http://schemas.microsoft.com/office/drawing/2014/main" xmlns="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:a16="http://schemas.microsoft.com/office/drawing/2014/main" xmlns="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:a16="http://schemas.microsoft.com/office/drawing/2014/main" xmlns="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:a16="http://schemas.microsoft.com/office/drawing/2014/main" xmlns="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:a16="http://schemas.microsoft.com/office/drawing/2014/main" xmlns="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:a16="http://schemas.microsoft.com/office/drawing/2014/main" xmlns="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:a16="http://schemas.microsoft.com/office/drawing/2014/main" xmlns="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8B36FCA-98F2-334E-B745-8BE5CDDCBFB2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:a16="http://schemas.microsoft.com/office/drawing/2014/main" xmlns="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:a16="http://schemas.microsoft.com/office/drawing/2014/main" xmlns="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:a16="http://schemas.microsoft.com/office/drawing/2014/main" xmlns="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:a16="http://schemas.microsoft.com/office/drawing/2014/main" xmlns="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:a16="http://schemas.microsoft.com/office/drawing/2014/main" xmlns="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:a16="http://schemas.microsoft.com/office/drawing/2014/main" xmlns="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:a16="http://schemas.microsoft.com/office/drawing/2014/main" xmlns="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DD48FEE-9456-1B4E-84A7-B3ED91FFE8E0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xmlns="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:a16="http://schemas.microsoft.com/office/drawing/2014/main" xmlns="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xmlns="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xmlns="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xmlns="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xmlns="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xmlns="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xmlns="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xmlns="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xmlns="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xmlns="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:a16="http://schemas.microsoft.com/office/drawing/2014/main" xmlns="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xmlns="" id="{FE72A71E-CC9B-AE4A-AE8F-124BCB210BC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:a16="http://schemas.microsoft.com/office/drawing/2014/main" xmlns="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:a16="http://schemas.microsoft.com/office/drawing/2014/main" xmlns="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A2C2F29-CDE1-7F43-8E31-AA4451365879}"/>
              </a:ext>
            </a:extLst>
          </p:cNvPr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:a16="http://schemas.microsoft.com/office/drawing/2014/main" xmlns="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:a16="http://schemas.microsoft.com/office/drawing/2014/main" xmlns="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:a16="http://schemas.microsoft.com/office/drawing/2014/main" xmlns="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:a16="http://schemas.microsoft.com/office/drawing/2014/main" xmlns="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 retransmits lost, timed-out packet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application-layer input = application-layer output: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=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out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transport-layer input includes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retransmissions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l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’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endPara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C232186-DB8B-EE41-ABB8-8C4434E748DD}"/>
              </a:ext>
            </a:extLst>
          </p:cNvPr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:a16="http://schemas.microsoft.com/office/drawing/2014/main" xmlns="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:a16="http://schemas.microsoft.com/office/drawing/2014/main" xmlns="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65560666-FC53-B945-9620-BB2E2AE986CF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xmlns="" id="{8372AD6F-EEFC-914F-BE23-DE28BE98C152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xmlns="" id="{AECD2E0A-D6E2-2842-934A-3F651325C0C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168" name="Slide Number Placeholder 2">
            <a:extLst>
              <a:ext uri="{FF2B5EF4-FFF2-40B4-BE49-F238E27FC236}">
                <a16:creationId xmlns:a16="http://schemas.microsoft.com/office/drawing/2014/main" xmlns="" id="{EDF89B14-4877-B447-9EAB-EAB6735B3B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>
            <a:extLst>
              <a:ext uri="{FF2B5EF4-FFF2-40B4-BE49-F238E27FC236}">
                <a16:creationId xmlns:a16="http://schemas.microsoft.com/office/drawing/2014/main" xmlns="" id="{94850343-F164-9342-8172-492C44663F13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xmlns="" id="{D7909E55-4569-0948-961D-43068CFC7348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xmlns="" id="{78B11350-9794-2342-B562-D5B69F60AC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xmlns="" id="{A2D0AADF-2038-FE4A-BA0E-1A216AAE264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xmlns="" id="{8A6F32B7-0022-B245-AE89-E8233E5F30D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xmlns="" id="{F3C70DC5-A1ED-2147-9421-DD1A8221645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xmlns="" id="{DCBAE229-1066-ED4A-BFB7-7DDF8153B5E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Freeform 9">
            <a:extLst>
              <a:ext uri="{FF2B5EF4-FFF2-40B4-BE49-F238E27FC236}">
                <a16:creationId xmlns:a16="http://schemas.microsoft.com/office/drawing/2014/main" xmlns="" id="{6FAE0227-588C-3740-BD2A-167D60FE1374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xmlns="" id="{27FD24CC-8B00-1249-B3EA-B48ED9BD0C16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xmlns="" id="{90C923E9-F601-6A4C-8C38-FACF63AC4DA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xmlns="" id="{3B5A7695-AD4A-514E-8995-83287D6880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xmlns="" id="{E21D7D74-8D80-2446-BB07-DFA009FB035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xmlns="" id="{863D0752-8B82-6B47-8C73-82CD069862DA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xmlns="" id="{14D54E01-67AD-BD41-8FC0-3607A456773F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xmlns="" id="{BFD7089E-96E8-4D43-B449-4D5C177E9983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xmlns="" id="{2B9795D8-DE72-0E4D-B8D0-8A4FE22C6F3F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xmlns="" id="{8DBB6C8D-4747-6047-8A27-F09F6A2E11D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xmlns="" id="{F78138AC-BB02-AA47-B525-8C0F524F40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xmlns="" id="{5263C1CB-C86A-1A4C-904B-C8D95F0C23F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xmlns="" id="{2EBC4991-6315-5645-9FFE-52CAD0CCC2F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Freeform 6">
            <a:extLst>
              <a:ext uri="{FF2B5EF4-FFF2-40B4-BE49-F238E27FC236}">
                <a16:creationId xmlns:a16="http://schemas.microsoft.com/office/drawing/2014/main" xmlns="" id="{3F104274-9FA2-EA4D-8A30-E52A462F2052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xmlns="" id="{0C5836F1-F171-8247-9890-0337498997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xmlns="" id="{C659B83A-9A86-D445-A5DC-64CCDEE48D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xmlns="" id="{6EBE406A-A87A-9E4C-85A9-355AAF8EA23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xmlns="" id="{957A93EE-01C8-704A-ACA5-9A2DD1B9436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xmlns="" id="{39523A07-6615-7940-9047-7059C0F0677B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xmlns="" id="{6A1A35B4-82C9-A345-8F03-D2DFA4D94CF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xmlns="" id="{44E2CB90-F397-AB48-B9D9-5B9B57BE257D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xmlns="" id="{75657808-7F9A-4548-9BE7-735D4EF9B5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xmlns="" id="{D4514D5D-3874-B943-8C94-3144D5AD3E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xmlns="" id="{54922FA6-F0ED-144C-A4FA-75A78D9FC6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xmlns="" id="{707D05DA-BBC6-CB49-A557-5ADC3226F9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xmlns="" id="{4C02C300-6C33-5F4F-839D-3428AD261D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xmlns="" id="{BC516460-C1B4-3B4A-8BA7-BE2B0D6B21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xmlns="" id="{26184741-429A-0845-8EDF-E02659947D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24">
            <a:extLst>
              <a:ext uri="{FF2B5EF4-FFF2-40B4-BE49-F238E27FC236}">
                <a16:creationId xmlns:a16="http://schemas.microsoft.com/office/drawing/2014/main" xmlns="" id="{928D5C6C-2458-A340-B436-05E659095139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39" name="Picture 125" descr="desktop_computer_stylized_medium">
              <a:extLst>
                <a:ext uri="{FF2B5EF4-FFF2-40B4-BE49-F238E27FC236}">
                  <a16:creationId xmlns:a16="http://schemas.microsoft.com/office/drawing/2014/main" xmlns="" id="{0FD471B6-3E5D-2949-BD49-9611B77F5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126">
              <a:extLst>
                <a:ext uri="{FF2B5EF4-FFF2-40B4-BE49-F238E27FC236}">
                  <a16:creationId xmlns:a16="http://schemas.microsoft.com/office/drawing/2014/main" xmlns="" id="{DC143BE7-08FC-9746-BAC8-890A432870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3" name="Freeform 12">
            <a:extLst>
              <a:ext uri="{FF2B5EF4-FFF2-40B4-BE49-F238E27FC236}">
                <a16:creationId xmlns:a16="http://schemas.microsoft.com/office/drawing/2014/main" xmlns="" id="{3498F994-5BD8-E74A-A219-152CBAE8AB41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33">
            <a:extLst>
              <a:ext uri="{FF2B5EF4-FFF2-40B4-BE49-F238E27FC236}">
                <a16:creationId xmlns:a16="http://schemas.microsoft.com/office/drawing/2014/main" xmlns="" id="{4EAD0965-6EDE-3044-BDA1-47195A36E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Text Box 42">
            <a:extLst>
              <a:ext uri="{FF2B5EF4-FFF2-40B4-BE49-F238E27FC236}">
                <a16:creationId xmlns:a16="http://schemas.microsoft.com/office/drawing/2014/main" xmlns="" id="{A72787AC-48CD-E748-AFE1-B2DF4BC2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xmlns="" id="{A95B344E-5BB8-1A4C-96D5-1A5CCC9D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Line 53">
            <a:extLst>
              <a:ext uri="{FF2B5EF4-FFF2-40B4-BE49-F238E27FC236}">
                <a16:creationId xmlns:a16="http://schemas.microsoft.com/office/drawing/2014/main" xmlns="" id="{36BC3461-D266-FC4F-AC75-DCAB73567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2" name="Line 54">
            <a:extLst>
              <a:ext uri="{FF2B5EF4-FFF2-40B4-BE49-F238E27FC236}">
                <a16:creationId xmlns:a16="http://schemas.microsoft.com/office/drawing/2014/main" xmlns="" id="{0FD51E39-54E3-FC4B-8438-1DA851F5A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3" name="Line 55">
            <a:extLst>
              <a:ext uri="{FF2B5EF4-FFF2-40B4-BE49-F238E27FC236}">
                <a16:creationId xmlns:a16="http://schemas.microsoft.com/office/drawing/2014/main" xmlns="" id="{C7D9A69E-6BD1-3F4C-A4E5-506632A25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4" name="Line 57">
            <a:extLst>
              <a:ext uri="{FF2B5EF4-FFF2-40B4-BE49-F238E27FC236}">
                <a16:creationId xmlns:a16="http://schemas.microsoft.com/office/drawing/2014/main" xmlns="" id="{6191562F-E046-7846-9AFD-82F26FA47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6" name="Group 127">
            <a:extLst>
              <a:ext uri="{FF2B5EF4-FFF2-40B4-BE49-F238E27FC236}">
                <a16:creationId xmlns:a16="http://schemas.microsoft.com/office/drawing/2014/main" xmlns="" id="{976B064D-F0CE-FD45-997B-82999C62D57F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1" name="Freeform 128">
              <a:extLst>
                <a:ext uri="{FF2B5EF4-FFF2-40B4-BE49-F238E27FC236}">
                  <a16:creationId xmlns:a16="http://schemas.microsoft.com/office/drawing/2014/main" xmlns="" id="{CDE4EA92-43F5-C648-9A6C-E9056B53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129">
              <a:extLst>
                <a:ext uri="{FF2B5EF4-FFF2-40B4-BE49-F238E27FC236}">
                  <a16:creationId xmlns:a16="http://schemas.microsoft.com/office/drawing/2014/main" xmlns="" id="{AA5B00D6-3312-7844-B058-10026A6BD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30">
              <a:extLst>
                <a:ext uri="{FF2B5EF4-FFF2-40B4-BE49-F238E27FC236}">
                  <a16:creationId xmlns:a16="http://schemas.microsoft.com/office/drawing/2014/main" xmlns="" id="{027D1F88-5C4B-6F4F-B91D-DE0B9249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Freeform 131">
              <a:extLst>
                <a:ext uri="{FF2B5EF4-FFF2-40B4-BE49-F238E27FC236}">
                  <a16:creationId xmlns:a16="http://schemas.microsoft.com/office/drawing/2014/main" xmlns="" id="{727D8677-A797-794C-AA30-D4400E7B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132">
              <a:extLst>
                <a:ext uri="{FF2B5EF4-FFF2-40B4-BE49-F238E27FC236}">
                  <a16:creationId xmlns:a16="http://schemas.microsoft.com/office/drawing/2014/main" xmlns="" id="{EB2FFBCE-C89F-BA45-B3E6-368DBC16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6" name="Group 133">
              <a:extLst>
                <a:ext uri="{FF2B5EF4-FFF2-40B4-BE49-F238E27FC236}">
                  <a16:creationId xmlns:a16="http://schemas.microsoft.com/office/drawing/2014/main" xmlns="" id="{D9B4D6C3-55E2-914C-9392-B06DB43BF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" name="AutoShape 134">
                <a:extLst>
                  <a:ext uri="{FF2B5EF4-FFF2-40B4-BE49-F238E27FC236}">
                    <a16:creationId xmlns:a16="http://schemas.microsoft.com/office/drawing/2014/main" xmlns="" id="{C69DD16D-9B89-454E-86FE-146165B84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2" name="AutoShape 135">
                <a:extLst>
                  <a:ext uri="{FF2B5EF4-FFF2-40B4-BE49-F238E27FC236}">
                    <a16:creationId xmlns:a16="http://schemas.microsoft.com/office/drawing/2014/main" xmlns="" id="{C5088E43-3534-E14E-B8F5-D6373D3D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7" name="Rectangle 136">
              <a:extLst>
                <a:ext uri="{FF2B5EF4-FFF2-40B4-BE49-F238E27FC236}">
                  <a16:creationId xmlns:a16="http://schemas.microsoft.com/office/drawing/2014/main" xmlns="" id="{10AC52A8-0502-8D4A-AC13-7CB92F60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8" name="Group 137">
              <a:extLst>
                <a:ext uri="{FF2B5EF4-FFF2-40B4-BE49-F238E27FC236}">
                  <a16:creationId xmlns:a16="http://schemas.microsoft.com/office/drawing/2014/main" xmlns="" id="{74705E03-7801-7B48-B480-350446C44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9" name="AutoShape 138">
                <a:extLst>
                  <a:ext uri="{FF2B5EF4-FFF2-40B4-BE49-F238E27FC236}">
                    <a16:creationId xmlns:a16="http://schemas.microsoft.com/office/drawing/2014/main" xmlns="" id="{99F3069A-6DD0-8644-9400-4D75C6E7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0" name="AutoShape 139">
                <a:extLst>
                  <a:ext uri="{FF2B5EF4-FFF2-40B4-BE49-F238E27FC236}">
                    <a16:creationId xmlns:a16="http://schemas.microsoft.com/office/drawing/2014/main" xmlns="" id="{5CD3DB9D-6837-A440-8052-1C258BC50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9" name="Rectangle 140">
              <a:extLst>
                <a:ext uri="{FF2B5EF4-FFF2-40B4-BE49-F238E27FC236}">
                  <a16:creationId xmlns:a16="http://schemas.microsoft.com/office/drawing/2014/main" xmlns="" id="{5E25305B-0E4D-B64C-986D-5C897080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0" name="Rectangle 141">
              <a:extLst>
                <a:ext uri="{FF2B5EF4-FFF2-40B4-BE49-F238E27FC236}">
                  <a16:creationId xmlns:a16="http://schemas.microsoft.com/office/drawing/2014/main" xmlns="" id="{9BE5A888-367B-F34A-89D6-EDE1723A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1" name="Group 142">
              <a:extLst>
                <a:ext uri="{FF2B5EF4-FFF2-40B4-BE49-F238E27FC236}">
                  <a16:creationId xmlns:a16="http://schemas.microsoft.com/office/drawing/2014/main" xmlns="" id="{6A6FAD94-34FC-AE44-83CD-8483AEB15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7" name="AutoShape 143">
                <a:extLst>
                  <a:ext uri="{FF2B5EF4-FFF2-40B4-BE49-F238E27FC236}">
                    <a16:creationId xmlns:a16="http://schemas.microsoft.com/office/drawing/2014/main" xmlns="" id="{FDB729FC-0BB7-714B-8CB7-04CEB3A7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8" name="AutoShape 144">
                <a:extLst>
                  <a:ext uri="{FF2B5EF4-FFF2-40B4-BE49-F238E27FC236}">
                    <a16:creationId xmlns:a16="http://schemas.microsoft.com/office/drawing/2014/main" xmlns="" id="{26E1758B-606B-A54A-B37B-4D5B7FB64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2" name="Freeform 145">
              <a:extLst>
                <a:ext uri="{FF2B5EF4-FFF2-40B4-BE49-F238E27FC236}">
                  <a16:creationId xmlns:a16="http://schemas.microsoft.com/office/drawing/2014/main" xmlns="" id="{CA66D6F4-6566-2346-AE37-5D4696803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146">
              <a:extLst>
                <a:ext uri="{FF2B5EF4-FFF2-40B4-BE49-F238E27FC236}">
                  <a16:creationId xmlns:a16="http://schemas.microsoft.com/office/drawing/2014/main" xmlns="" id="{14E0B7CB-EDF8-5B41-B427-8AD6596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5" name="AutoShape 147">
                <a:extLst>
                  <a:ext uri="{FF2B5EF4-FFF2-40B4-BE49-F238E27FC236}">
                    <a16:creationId xmlns:a16="http://schemas.microsoft.com/office/drawing/2014/main" xmlns="" id="{467127AD-2CB0-8C45-8018-5848115D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6" name="AutoShape 148">
                <a:extLst>
                  <a:ext uri="{FF2B5EF4-FFF2-40B4-BE49-F238E27FC236}">
                    <a16:creationId xmlns:a16="http://schemas.microsoft.com/office/drawing/2014/main" xmlns="" id="{0796E888-44D7-9F44-8AFE-FED1CF4EB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4" name="Rectangle 149">
              <a:extLst>
                <a:ext uri="{FF2B5EF4-FFF2-40B4-BE49-F238E27FC236}">
                  <a16:creationId xmlns:a16="http://schemas.microsoft.com/office/drawing/2014/main" xmlns="" id="{4E54C520-F74E-674F-A888-F85B55F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Freeform 150">
              <a:extLst>
                <a:ext uri="{FF2B5EF4-FFF2-40B4-BE49-F238E27FC236}">
                  <a16:creationId xmlns:a16="http://schemas.microsoft.com/office/drawing/2014/main" xmlns="" id="{0B18E885-C455-204F-9F4D-7CADCD00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Freeform 151">
              <a:extLst>
                <a:ext uri="{FF2B5EF4-FFF2-40B4-BE49-F238E27FC236}">
                  <a16:creationId xmlns:a16="http://schemas.microsoft.com/office/drawing/2014/main" xmlns="" id="{2B747C07-7872-A24D-BBEF-F9E8EAAF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Oval 152">
              <a:extLst>
                <a:ext uri="{FF2B5EF4-FFF2-40B4-BE49-F238E27FC236}">
                  <a16:creationId xmlns:a16="http://schemas.microsoft.com/office/drawing/2014/main" xmlns="" id="{AD0A4401-053C-AC45-9D2C-65FFC62C7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Freeform 153">
              <a:extLst>
                <a:ext uri="{FF2B5EF4-FFF2-40B4-BE49-F238E27FC236}">
                  <a16:creationId xmlns:a16="http://schemas.microsoft.com/office/drawing/2014/main" xmlns="" id="{89E1D87C-2C15-6646-AFDC-9A1416DDE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AutoShape 154">
              <a:extLst>
                <a:ext uri="{FF2B5EF4-FFF2-40B4-BE49-F238E27FC236}">
                  <a16:creationId xmlns:a16="http://schemas.microsoft.com/office/drawing/2014/main" xmlns="" id="{66C645BA-D886-044E-8239-D4BE8DA9A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0" name="AutoShape 155">
              <a:extLst>
                <a:ext uri="{FF2B5EF4-FFF2-40B4-BE49-F238E27FC236}">
                  <a16:creationId xmlns:a16="http://schemas.microsoft.com/office/drawing/2014/main" xmlns="" id="{5747D9F6-ED38-1747-B38A-3A0F3326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1" name="Oval 156">
              <a:extLst>
                <a:ext uri="{FF2B5EF4-FFF2-40B4-BE49-F238E27FC236}">
                  <a16:creationId xmlns:a16="http://schemas.microsoft.com/office/drawing/2014/main" xmlns="" id="{0317D36C-EC57-0840-A957-CE85B2AD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Oval 157">
              <a:extLst>
                <a:ext uri="{FF2B5EF4-FFF2-40B4-BE49-F238E27FC236}">
                  <a16:creationId xmlns:a16="http://schemas.microsoft.com/office/drawing/2014/main" xmlns="" id="{540537FD-C807-3D49-8566-6C4A55E3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3" name="Oval 158">
              <a:extLst>
                <a:ext uri="{FF2B5EF4-FFF2-40B4-BE49-F238E27FC236}">
                  <a16:creationId xmlns:a16="http://schemas.microsoft.com/office/drawing/2014/main" xmlns="" id="{23CFD8C3-6E99-8C40-806D-0A745B8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4" name="Rectangle 159">
              <a:extLst>
                <a:ext uri="{FF2B5EF4-FFF2-40B4-BE49-F238E27FC236}">
                  <a16:creationId xmlns:a16="http://schemas.microsoft.com/office/drawing/2014/main" xmlns="" id="{8A5D6DAA-891A-F544-9751-D8BAAF267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7" name="Group 160">
            <a:extLst>
              <a:ext uri="{FF2B5EF4-FFF2-40B4-BE49-F238E27FC236}">
                <a16:creationId xmlns:a16="http://schemas.microsoft.com/office/drawing/2014/main" xmlns="" id="{4D8A606A-8EFC-7640-A900-5D4C81F0393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99" name="Picture 161" descr="desktop_computer_stylized_medium">
              <a:extLst>
                <a:ext uri="{FF2B5EF4-FFF2-40B4-BE49-F238E27FC236}">
                  <a16:creationId xmlns:a16="http://schemas.microsoft.com/office/drawing/2014/main" xmlns="" id="{F51E3138-EF14-9E48-9BD4-406B983C4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" name="Freeform 162">
              <a:extLst>
                <a:ext uri="{FF2B5EF4-FFF2-40B4-BE49-F238E27FC236}">
                  <a16:creationId xmlns:a16="http://schemas.microsoft.com/office/drawing/2014/main" xmlns="" id="{1256EDE8-FC43-7540-94FC-794D24BB66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8" name="Group 163">
            <a:extLst>
              <a:ext uri="{FF2B5EF4-FFF2-40B4-BE49-F238E27FC236}">
                <a16:creationId xmlns:a16="http://schemas.microsoft.com/office/drawing/2014/main" xmlns="" id="{0E7884E3-4890-9244-AEB3-FF8C9DC515D6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67" name="Freeform 164">
              <a:extLst>
                <a:ext uri="{FF2B5EF4-FFF2-40B4-BE49-F238E27FC236}">
                  <a16:creationId xmlns:a16="http://schemas.microsoft.com/office/drawing/2014/main" xmlns="" id="{3564F793-BB5B-2049-A377-2092094C0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Rectangle 165">
              <a:extLst>
                <a:ext uri="{FF2B5EF4-FFF2-40B4-BE49-F238E27FC236}">
                  <a16:creationId xmlns:a16="http://schemas.microsoft.com/office/drawing/2014/main" xmlns="" id="{EF360F4F-5495-6B4D-B6E0-552EB9DCA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Freeform 166">
              <a:extLst>
                <a:ext uri="{FF2B5EF4-FFF2-40B4-BE49-F238E27FC236}">
                  <a16:creationId xmlns:a16="http://schemas.microsoft.com/office/drawing/2014/main" xmlns="" id="{49576006-660E-9B47-AFBF-364EFC8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Freeform 167">
              <a:extLst>
                <a:ext uri="{FF2B5EF4-FFF2-40B4-BE49-F238E27FC236}">
                  <a16:creationId xmlns:a16="http://schemas.microsoft.com/office/drawing/2014/main" xmlns="" id="{8EB33FC8-E304-CE41-9CD6-0AD73C99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168">
              <a:extLst>
                <a:ext uri="{FF2B5EF4-FFF2-40B4-BE49-F238E27FC236}">
                  <a16:creationId xmlns:a16="http://schemas.microsoft.com/office/drawing/2014/main" xmlns="" id="{6C778B32-41A0-8244-BBE2-93B6E176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2" name="Group 169">
              <a:extLst>
                <a:ext uri="{FF2B5EF4-FFF2-40B4-BE49-F238E27FC236}">
                  <a16:creationId xmlns:a16="http://schemas.microsoft.com/office/drawing/2014/main" xmlns="" id="{7BA4195B-DEBE-4B4C-9882-FED7243E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7" name="AutoShape 170">
                <a:extLst>
                  <a:ext uri="{FF2B5EF4-FFF2-40B4-BE49-F238E27FC236}">
                    <a16:creationId xmlns:a16="http://schemas.microsoft.com/office/drawing/2014/main" xmlns="" id="{C3147CE6-9A26-0846-A572-5121F21F6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AutoShape 171">
                <a:extLst>
                  <a:ext uri="{FF2B5EF4-FFF2-40B4-BE49-F238E27FC236}">
                    <a16:creationId xmlns:a16="http://schemas.microsoft.com/office/drawing/2014/main" xmlns="" id="{E60D0823-A680-E749-BF37-E473D78B1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3" name="Rectangle 172">
              <a:extLst>
                <a:ext uri="{FF2B5EF4-FFF2-40B4-BE49-F238E27FC236}">
                  <a16:creationId xmlns:a16="http://schemas.microsoft.com/office/drawing/2014/main" xmlns="" id="{FC18395B-F97E-B149-8E05-15194860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4" name="Group 173">
              <a:extLst>
                <a:ext uri="{FF2B5EF4-FFF2-40B4-BE49-F238E27FC236}">
                  <a16:creationId xmlns:a16="http://schemas.microsoft.com/office/drawing/2014/main" xmlns="" id="{2BA003D7-82C2-B445-B5A2-C950E112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5" name="AutoShape 174">
                <a:extLst>
                  <a:ext uri="{FF2B5EF4-FFF2-40B4-BE49-F238E27FC236}">
                    <a16:creationId xmlns:a16="http://schemas.microsoft.com/office/drawing/2014/main" xmlns="" id="{FAC3334E-F98D-3143-8A22-9FBE2155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6" name="AutoShape 175">
                <a:extLst>
                  <a:ext uri="{FF2B5EF4-FFF2-40B4-BE49-F238E27FC236}">
                    <a16:creationId xmlns:a16="http://schemas.microsoft.com/office/drawing/2014/main" xmlns="" id="{E2C9795D-E16D-BA42-A574-5505AF764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5" name="Rectangle 176">
              <a:extLst>
                <a:ext uri="{FF2B5EF4-FFF2-40B4-BE49-F238E27FC236}">
                  <a16:creationId xmlns:a16="http://schemas.microsoft.com/office/drawing/2014/main" xmlns="" id="{E8ADCEF9-A7C3-1346-9F35-EAE9DE32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Rectangle 177">
              <a:extLst>
                <a:ext uri="{FF2B5EF4-FFF2-40B4-BE49-F238E27FC236}">
                  <a16:creationId xmlns:a16="http://schemas.microsoft.com/office/drawing/2014/main" xmlns="" id="{04D364FF-2C20-5C4D-B865-EF176AD2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7" name="Group 178">
              <a:extLst>
                <a:ext uri="{FF2B5EF4-FFF2-40B4-BE49-F238E27FC236}">
                  <a16:creationId xmlns:a16="http://schemas.microsoft.com/office/drawing/2014/main" xmlns="" id="{62CBF903-6CC6-274F-B178-5CF7DFE4E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3" name="AutoShape 179">
                <a:extLst>
                  <a:ext uri="{FF2B5EF4-FFF2-40B4-BE49-F238E27FC236}">
                    <a16:creationId xmlns:a16="http://schemas.microsoft.com/office/drawing/2014/main" xmlns="" id="{204B8DDB-66CE-734E-B5AA-D99AAFCB5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4" name="AutoShape 180">
                <a:extLst>
                  <a:ext uri="{FF2B5EF4-FFF2-40B4-BE49-F238E27FC236}">
                    <a16:creationId xmlns:a16="http://schemas.microsoft.com/office/drawing/2014/main" xmlns="" id="{1C725834-7BCF-624D-ADAE-62F2539CD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8" name="Freeform 181">
              <a:extLst>
                <a:ext uri="{FF2B5EF4-FFF2-40B4-BE49-F238E27FC236}">
                  <a16:creationId xmlns:a16="http://schemas.microsoft.com/office/drawing/2014/main" xmlns="" id="{98340748-8514-DB48-90DD-355362472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9" name="Group 182">
              <a:extLst>
                <a:ext uri="{FF2B5EF4-FFF2-40B4-BE49-F238E27FC236}">
                  <a16:creationId xmlns:a16="http://schemas.microsoft.com/office/drawing/2014/main" xmlns="" id="{F9562A1A-DA6F-9849-AC85-D69A990FF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1" name="AutoShape 183">
                <a:extLst>
                  <a:ext uri="{FF2B5EF4-FFF2-40B4-BE49-F238E27FC236}">
                    <a16:creationId xmlns:a16="http://schemas.microsoft.com/office/drawing/2014/main" xmlns="" id="{A670CFDF-AFF7-A547-9CF4-9F926AE4D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2" name="AutoShape 184">
                <a:extLst>
                  <a:ext uri="{FF2B5EF4-FFF2-40B4-BE49-F238E27FC236}">
                    <a16:creationId xmlns:a16="http://schemas.microsoft.com/office/drawing/2014/main" xmlns="" id="{8B989888-AABB-1E49-9382-C06BFA14B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0" name="Rectangle 185">
              <a:extLst>
                <a:ext uri="{FF2B5EF4-FFF2-40B4-BE49-F238E27FC236}">
                  <a16:creationId xmlns:a16="http://schemas.microsoft.com/office/drawing/2014/main" xmlns="" id="{BB8DEF06-6B12-6A43-8D15-89B827E3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1" name="Freeform 186">
              <a:extLst>
                <a:ext uri="{FF2B5EF4-FFF2-40B4-BE49-F238E27FC236}">
                  <a16:creationId xmlns:a16="http://schemas.microsoft.com/office/drawing/2014/main" xmlns="" id="{D46CBF71-1AA1-1848-B7FE-0B5B429E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Freeform 187">
              <a:extLst>
                <a:ext uri="{FF2B5EF4-FFF2-40B4-BE49-F238E27FC236}">
                  <a16:creationId xmlns:a16="http://schemas.microsoft.com/office/drawing/2014/main" xmlns="" id="{E33DBEE9-2A43-1846-9129-67A75C2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188">
              <a:extLst>
                <a:ext uri="{FF2B5EF4-FFF2-40B4-BE49-F238E27FC236}">
                  <a16:creationId xmlns:a16="http://schemas.microsoft.com/office/drawing/2014/main" xmlns="" id="{4184AD3D-A3AA-D744-B0D4-86BC19CF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89">
              <a:extLst>
                <a:ext uri="{FF2B5EF4-FFF2-40B4-BE49-F238E27FC236}">
                  <a16:creationId xmlns:a16="http://schemas.microsoft.com/office/drawing/2014/main" xmlns="" id="{30BD63BA-1E7E-5543-8241-5EE587F0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AutoShape 190">
              <a:extLst>
                <a:ext uri="{FF2B5EF4-FFF2-40B4-BE49-F238E27FC236}">
                  <a16:creationId xmlns:a16="http://schemas.microsoft.com/office/drawing/2014/main" xmlns="" id="{221FD49B-FBB4-D44C-A5B9-40C856B4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6" name="AutoShape 191">
              <a:extLst>
                <a:ext uri="{FF2B5EF4-FFF2-40B4-BE49-F238E27FC236}">
                  <a16:creationId xmlns:a16="http://schemas.microsoft.com/office/drawing/2014/main" xmlns="" id="{E02AA9C5-4176-1C44-A6F0-A95EC324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7" name="Oval 192">
              <a:extLst>
                <a:ext uri="{FF2B5EF4-FFF2-40B4-BE49-F238E27FC236}">
                  <a16:creationId xmlns:a16="http://schemas.microsoft.com/office/drawing/2014/main" xmlns="" id="{DB848E75-06E4-9845-A916-4E09A522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Oval 193">
              <a:extLst>
                <a:ext uri="{FF2B5EF4-FFF2-40B4-BE49-F238E27FC236}">
                  <a16:creationId xmlns:a16="http://schemas.microsoft.com/office/drawing/2014/main" xmlns="" id="{E1CC4DA0-CE21-7849-ADF5-B8258F6A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9" name="Oval 194">
              <a:extLst>
                <a:ext uri="{FF2B5EF4-FFF2-40B4-BE49-F238E27FC236}">
                  <a16:creationId xmlns:a16="http://schemas.microsoft.com/office/drawing/2014/main" xmlns="" id="{FB60D991-801A-5D49-A562-F17DB767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0" name="Rectangle 195">
              <a:extLst>
                <a:ext uri="{FF2B5EF4-FFF2-40B4-BE49-F238E27FC236}">
                  <a16:creationId xmlns:a16="http://schemas.microsoft.com/office/drawing/2014/main" xmlns="" id="{E71FA6D2-7AE4-AB49-97A1-DC456EB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39" name="Line 57">
            <a:extLst>
              <a:ext uri="{FF2B5EF4-FFF2-40B4-BE49-F238E27FC236}">
                <a16:creationId xmlns:a16="http://schemas.microsoft.com/office/drawing/2014/main" xmlns="" id="{249CC5AB-AB21-0542-9359-82773A70F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7">
            <a:extLst>
              <a:ext uri="{FF2B5EF4-FFF2-40B4-BE49-F238E27FC236}">
                <a16:creationId xmlns:a16="http://schemas.microsoft.com/office/drawing/2014/main" xmlns="" id="{D195CB72-88E8-C440-A559-6FA4F63B9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7">
            <a:extLst>
              <a:ext uri="{FF2B5EF4-FFF2-40B4-BE49-F238E27FC236}">
                <a16:creationId xmlns:a16="http://schemas.microsoft.com/office/drawing/2014/main" xmlns="" id="{4BEB9C9E-14C1-E440-B93B-C474D1D30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xmlns="" id="{406EC58A-B6EC-4447-9E97-40F524DE60F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0" name="Text Box 68">
              <a:extLst>
                <a:ext uri="{FF2B5EF4-FFF2-40B4-BE49-F238E27FC236}">
                  <a16:creationId xmlns:a16="http://schemas.microsoft.com/office/drawing/2014/main" xmlns="" id="{FA375BE1-B3E2-C94A-A758-A65780134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1" name="Oval 217">
              <a:extLst>
                <a:ext uri="{FF2B5EF4-FFF2-40B4-BE49-F238E27FC236}">
                  <a16:creationId xmlns:a16="http://schemas.microsoft.com/office/drawing/2014/main" xmlns="" id="{D579EE0C-24C1-7F4B-B6EE-A5D60E6E7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2" name="Line 229">
              <a:extLst>
                <a:ext uri="{FF2B5EF4-FFF2-40B4-BE49-F238E27FC236}">
                  <a16:creationId xmlns:a16="http://schemas.microsoft.com/office/drawing/2014/main" xmlns="" id="{7DFBE726-798B-1140-8F3C-66C3B37C2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Oval 232">
              <a:extLst>
                <a:ext uri="{FF2B5EF4-FFF2-40B4-BE49-F238E27FC236}">
                  <a16:creationId xmlns:a16="http://schemas.microsoft.com/office/drawing/2014/main" xmlns="" id="{41ED5C42-E6DE-0444-B4F1-99DA159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Text Box 233">
              <a:extLst>
                <a:ext uri="{FF2B5EF4-FFF2-40B4-BE49-F238E27FC236}">
                  <a16:creationId xmlns:a16="http://schemas.microsoft.com/office/drawing/2014/main" xmlns="" id="{B7139E43-D720-7844-9069-FE79DA74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Line 234">
              <a:extLst>
                <a:ext uri="{FF2B5EF4-FFF2-40B4-BE49-F238E27FC236}">
                  <a16:creationId xmlns:a16="http://schemas.microsoft.com/office/drawing/2014/main" xmlns="" id="{0082E09C-2174-3D43-877E-80509AB6F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235">
              <a:extLst>
                <a:ext uri="{FF2B5EF4-FFF2-40B4-BE49-F238E27FC236}">
                  <a16:creationId xmlns:a16="http://schemas.microsoft.com/office/drawing/2014/main" xmlns="" id="{D509C4AE-0768-3A40-9EEC-F41827CE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xmlns="" id="{D2E444DF-6D2A-054F-ACC0-9BC78029DB62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49" name="Text Box 32">
              <a:extLst>
                <a:ext uri="{FF2B5EF4-FFF2-40B4-BE49-F238E27FC236}">
                  <a16:creationId xmlns:a16="http://schemas.microsoft.com/office/drawing/2014/main" xmlns="" id="{568EB7D0-7CC1-B447-B931-1708DD0E5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0" name="Line 77">
              <a:extLst>
                <a:ext uri="{FF2B5EF4-FFF2-40B4-BE49-F238E27FC236}">
                  <a16:creationId xmlns:a16="http://schemas.microsoft.com/office/drawing/2014/main" xmlns="" id="{2609129D-FECD-5541-8755-40B9535EF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xmlns="" id="{DC9E0C42-D0D0-C642-A75B-D2B504E09F89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xmlns="" id="{E85536C7-7667-104C-AC53-1ACBD3293324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xmlns="" id="{0F6C01FB-9ABA-2B44-8CD3-912673CE784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xmlns="" id="{3479AC20-C321-4140-9DF7-DAE3A82CAFBF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xmlns="" id="{5D7A5D36-0D51-274E-BD57-89216EE3D0ED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xmlns="" id="{8C56DC83-453E-884E-88C0-5F16F3D2F239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xmlns="" id="{F486F91F-497E-4840-99FF-2F6E93438A65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xmlns="" id="{F367282B-BA64-9F40-80F4-FC127E0FBA3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xmlns="" id="{B165A859-F8AA-894A-AA38-F397DF087DF1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5" name="Freeform 91">
            <a:extLst>
              <a:ext uri="{FF2B5EF4-FFF2-40B4-BE49-F238E27FC236}">
                <a16:creationId xmlns:a16="http://schemas.microsoft.com/office/drawing/2014/main" xmlns="" id="{FE9A735A-D29D-5048-9B95-09DCFCC19EE5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xmlns="" id="{D2EA7F33-E890-F044-9EFA-B51D448A85C4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47" name="Oval 73">
              <a:extLst>
                <a:ext uri="{FF2B5EF4-FFF2-40B4-BE49-F238E27FC236}">
                  <a16:creationId xmlns:a16="http://schemas.microsoft.com/office/drawing/2014/main" xmlns="" id="{3265C07F-8CC7-8143-AF1A-B97C285A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xmlns="" id="{342C12D1-D3C0-854C-B5E9-1645E78B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15" name="Oval 217">
            <a:extLst>
              <a:ext uri="{FF2B5EF4-FFF2-40B4-BE49-F238E27FC236}">
                <a16:creationId xmlns:a16="http://schemas.microsoft.com/office/drawing/2014/main" xmlns="" id="{E8380F29-F9DD-FD41-A743-32A2D2C0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32">
            <a:extLst>
              <a:ext uri="{FF2B5EF4-FFF2-40B4-BE49-F238E27FC236}">
                <a16:creationId xmlns:a16="http://schemas.microsoft.com/office/drawing/2014/main" xmlns="" id="{6F587E7E-71AC-E54E-91B9-31091ED3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49688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41">
            <a:extLst>
              <a:ext uri="{FF2B5EF4-FFF2-40B4-BE49-F238E27FC236}">
                <a16:creationId xmlns:a16="http://schemas.microsoft.com/office/drawing/2014/main" xmlns="" id="{17406B91-ED98-7540-A5E7-482325DF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590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42">
            <a:extLst>
              <a:ext uri="{FF2B5EF4-FFF2-40B4-BE49-F238E27FC236}">
                <a16:creationId xmlns:a16="http://schemas.microsoft.com/office/drawing/2014/main" xmlns="" id="{16D1BB3A-2730-5542-A67A-DC96F7F3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24288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43">
            <a:extLst>
              <a:ext uri="{FF2B5EF4-FFF2-40B4-BE49-F238E27FC236}">
                <a16:creationId xmlns:a16="http://schemas.microsoft.com/office/drawing/2014/main" xmlns="" id="{0D22406C-BED1-1A4C-A523-FB8EDCEC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14750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8" name="Text Box 259">
            <a:extLst>
              <a:ext uri="{FF2B5EF4-FFF2-40B4-BE49-F238E27FC236}">
                <a16:creationId xmlns:a16="http://schemas.microsoft.com/office/drawing/2014/main" xmlns="" id="{586FFC28-194B-2246-81D3-22BA6BAE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4738894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319" name="Rectangle 3">
            <a:extLst>
              <a:ext uri="{FF2B5EF4-FFF2-40B4-BE49-F238E27FC236}">
                <a16:creationId xmlns:a16="http://schemas.microsoft.com/office/drawing/2014/main" xmlns="" id="{E5E65C79-ACE3-1743-A76E-FFA95B9A44A1}"/>
              </a:ext>
            </a:extLst>
          </p:cNvPr>
          <p:cNvSpPr txBox="1">
            <a:spLocks noChangeArrowheads="1"/>
          </p:cNvSpPr>
          <p:nvPr/>
        </p:nvSpPr>
        <p:spPr>
          <a:xfrm>
            <a:off x="592471" y="1287763"/>
            <a:ext cx="7623176" cy="143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66725" marR="0" lvl="0" indent="-227013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sends only when router buffers available 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Text Box 219">
            <a:extLst>
              <a:ext uri="{FF2B5EF4-FFF2-40B4-BE49-F238E27FC236}">
                <a16:creationId xmlns:a16="http://schemas.microsoft.com/office/drawing/2014/main" xmlns="" id="{52831C5B-CB06-DA40-A231-55AF76B6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629025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out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4" name="Line 236">
            <a:extLst>
              <a:ext uri="{FF2B5EF4-FFF2-40B4-BE49-F238E27FC236}">
                <a16:creationId xmlns:a16="http://schemas.microsoft.com/office/drawing/2014/main" xmlns="" id="{AFF1C7E6-124D-294E-B63A-863323A2A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3835400"/>
            <a:ext cx="5143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xmlns="" id="{B447B17F-F2FC-BA4D-B4F5-E4177AE17CB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xmlns="" id="{047AB416-0A13-7F45-9060-405793255F64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xmlns="" id="{E0E6E743-A4D4-5C4F-827B-4DB74EAE48CD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C52758C3-5717-F349-9801-53D0A9A63540}"/>
              </a:ext>
            </a:extLst>
          </p:cNvPr>
          <p:cNvGrpSpPr/>
          <p:nvPr/>
        </p:nvGrpSpPr>
        <p:grpSpPr>
          <a:xfrm>
            <a:off x="8192434" y="1423967"/>
            <a:ext cx="3184336" cy="2791471"/>
            <a:chOff x="7614918" y="1260338"/>
            <a:chExt cx="3184336" cy="2791471"/>
          </a:xfrm>
        </p:grpSpPr>
        <p:sp>
          <p:nvSpPr>
            <p:cNvPr id="328" name="Text Box 285">
              <a:extLst>
                <a:ext uri="{FF2B5EF4-FFF2-40B4-BE49-F238E27FC236}">
                  <a16:creationId xmlns:a16="http://schemas.microsoft.com/office/drawing/2014/main" xmlns="" id="{6552704E-18C8-1F45-B183-35CF5841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4131" y="35362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30" name="Text Box 287">
              <a:extLst>
                <a:ext uri="{FF2B5EF4-FFF2-40B4-BE49-F238E27FC236}">
                  <a16:creationId xmlns:a16="http://schemas.microsoft.com/office/drawing/2014/main" xmlns="" id="{D3FBF239-D37F-BE46-A593-750EEE53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4637" y="3354937"/>
              <a:ext cx="801069" cy="671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sp>
          <p:nvSpPr>
            <p:cNvPr id="321" name="Line 278">
              <a:extLst>
                <a:ext uri="{FF2B5EF4-FFF2-40B4-BE49-F238E27FC236}">
                  <a16:creationId xmlns:a16="http://schemas.microsoft.com/office/drawing/2014/main" xmlns="" id="{8D1C7E69-8607-034F-9010-2F675295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134" y="12603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Line 280">
              <a:extLst>
                <a:ext uri="{FF2B5EF4-FFF2-40B4-BE49-F238E27FC236}">
                  <a16:creationId xmlns:a16="http://schemas.microsoft.com/office/drawing/2014/main" xmlns="" id="{7BEEB8CF-6CB9-6340-9F43-F3E16379C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6022" y="14966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4" name="Freeform 281">
              <a:extLst>
                <a:ext uri="{FF2B5EF4-FFF2-40B4-BE49-F238E27FC236}">
                  <a16:creationId xmlns:a16="http://schemas.microsoft.com/office/drawing/2014/main" xmlns="" id="{8E4BA303-1A21-0447-B1FD-7D49AEC1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7891" y="14375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Line 282">
              <a:extLst>
                <a:ext uri="{FF2B5EF4-FFF2-40B4-BE49-F238E27FC236}">
                  <a16:creationId xmlns:a16="http://schemas.microsoft.com/office/drawing/2014/main" xmlns="" id="{0C4AD16F-1863-314E-9708-694B5FDA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2974" y="14375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6" name="Line 283">
              <a:extLst>
                <a:ext uri="{FF2B5EF4-FFF2-40B4-BE49-F238E27FC236}">
                  <a16:creationId xmlns:a16="http://schemas.microsoft.com/office/drawing/2014/main" xmlns="" id="{9408EF0E-6715-C947-964B-F6520765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401" y="34193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7" name="Text Box 284">
              <a:extLst>
                <a:ext uri="{FF2B5EF4-FFF2-40B4-BE49-F238E27FC236}">
                  <a16:creationId xmlns:a16="http://schemas.microsoft.com/office/drawing/2014/main" xmlns="" id="{DA7FA505-87D5-134C-A7F4-6FFBF2A5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918" y="12630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29" name="Text Box 286">
              <a:extLst>
                <a:ext uri="{FF2B5EF4-FFF2-40B4-BE49-F238E27FC236}">
                  <a16:creationId xmlns:a16="http://schemas.microsoft.com/office/drawing/2014/main" xmlns="" id="{F49DCA20-B1B5-E041-9E16-56DEDA3D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645131" y="13923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331" name="Line 288">
              <a:extLst>
                <a:ext uri="{FF2B5EF4-FFF2-40B4-BE49-F238E27FC236}">
                  <a16:creationId xmlns:a16="http://schemas.microsoft.com/office/drawing/2014/main" xmlns="" id="{91CAA45D-D9D4-7D43-8A3C-E896823A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2864" y="1440259"/>
              <a:ext cx="18410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E424D221-E335-BE44-90B5-F02D72533E0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1" y="33977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5378D6D1-AFF2-2349-B28A-F078B72C27EA}"/>
                </a:ext>
              </a:extLst>
            </p:cNvPr>
            <p:cNvSpPr txBox="1"/>
            <p:nvPr/>
          </p:nvSpPr>
          <p:spPr>
            <a:xfrm rot="16200000">
              <a:off x="7392763" y="24794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CC0BD9B2-FF07-7748-9C3C-FBC864C16D93}"/>
                </a:ext>
              </a:extLst>
            </p:cNvPr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7" name="Slide Number Placeholder 2">
            <a:extLst>
              <a:ext uri="{FF2B5EF4-FFF2-40B4-BE49-F238E27FC236}">
                <a16:creationId xmlns:a16="http://schemas.microsoft.com/office/drawing/2014/main" xmlns="" id="{20FB35DE-567D-2248-A135-547303EA8E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8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537 0.17871 L 0.03542 0.24167 L 0.1475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53 0.24167 L 0.17917 0.24167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0.24167 L 0.22526 0.24167 L 0.27005 0.15278 L 0.33347 0.15278 L 0.33177 0.01297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garbage_can">
            <a:extLst>
              <a:ext uri="{FF2B5EF4-FFF2-40B4-BE49-F238E27FC236}">
                <a16:creationId xmlns:a16="http://schemas.microsoft.com/office/drawing/2014/main" xmlns="" id="{584AA802-2B1D-9B45-90AF-1F6B78CA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Freeform 3">
            <a:extLst>
              <a:ext uri="{FF2B5EF4-FFF2-40B4-BE49-F238E27FC236}">
                <a16:creationId xmlns:a16="http://schemas.microsoft.com/office/drawing/2014/main" xmlns="" id="{56CD104B-8E67-7142-9E50-DB57D15E8A7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xmlns="" id="{E3154B3D-EA89-ED49-9BDD-71ADB5CBED5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xmlns="" id="{C20196EC-5C9D-244E-A054-231C07CB12E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xmlns="" id="{20DAC0A1-5E9E-9342-8773-AC28BFF1C79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xmlns="" id="{B9D8B51B-4873-D441-BBAD-7FC691EBDD5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xmlns="" id="{3C668D72-9BBE-1141-800B-852CFD5E677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xmlns="" id="{1EAA48DB-862D-C446-8306-33815B191079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 9">
            <a:extLst>
              <a:ext uri="{FF2B5EF4-FFF2-40B4-BE49-F238E27FC236}">
                <a16:creationId xmlns:a16="http://schemas.microsoft.com/office/drawing/2014/main" xmlns="" id="{259E0A94-54BE-7245-80CC-030B9BD2E052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xmlns="" id="{746745B0-4450-AC42-B8BD-FE92C0ADE9D4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xmlns="" id="{95C531B4-14C6-CF42-8F62-ECB0746666C0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xmlns="" id="{31B59911-BB8F-554E-A3ED-D3BD4296D93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xmlns="" id="{7535AE79-BB12-7844-B2DA-41BDECE3CD4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xmlns="" id="{0B14C542-C613-7E4B-9B5A-53DE92065BB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xmlns="" id="{04BDA539-80EE-F64B-81C9-754C3FD32F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xmlns="" id="{4879B8F7-8950-1649-8D37-378ECBBFDB6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xmlns="" id="{4E1426E7-23EC-AF46-8C8F-112D49CD5E7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xmlns="" id="{20090985-59C2-BD4B-855E-827534772F4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xmlns="" id="{5F629929-45C7-FC4C-A84E-2FD6FDD93F4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xmlns="" id="{B8ED8CF2-A42B-EE49-9744-A4C7F576E88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xmlns="" id="{635F92FB-5801-1845-9FAD-2C2BFB02757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 6">
            <a:extLst>
              <a:ext uri="{FF2B5EF4-FFF2-40B4-BE49-F238E27FC236}">
                <a16:creationId xmlns:a16="http://schemas.microsoft.com/office/drawing/2014/main" xmlns="" id="{E2AF8D49-A0C7-EC4A-803B-E7B675E9573F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xmlns="" id="{5C7D5A1E-3514-C947-B273-F2E0678C33D3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xmlns="" id="{E1244AFB-0325-244E-A9B8-C17FA4F7C01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xmlns="" id="{A4F86619-DC06-F44A-B7E8-F853FF0B8F1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xmlns="" id="{58D6F3BD-6F9A-CE4C-A9E8-F1527ABCD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xmlns="" id="{A7318AF6-6AC3-FD4C-9C9B-6AEF838CD71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xmlns="" id="{D496FD87-9FA2-E348-8DF6-0A2ED6851CE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xmlns="" id="{357E12A1-9668-9B42-B100-34C1DE0591E4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xmlns="" id="{F56C0630-709C-2843-A3DC-28B191A54A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xmlns="" id="{295F088B-9D9D-964F-AA6D-D5327CE0C3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xmlns="" id="{B1CAB28B-358E-AA46-BD50-E34CAAEF8E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xmlns="" id="{01DD581A-A88A-A243-9941-2CA12F31E1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xmlns="" id="{DC80F0DF-8C07-9F4B-A91E-B69266F157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xmlns="" id="{F8E66F3B-2637-A747-9C24-85B20184E6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xmlns="" id="{3334DF4C-51D1-1941-B531-C15B374AB0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4" name="Group 124">
            <a:extLst>
              <a:ext uri="{FF2B5EF4-FFF2-40B4-BE49-F238E27FC236}">
                <a16:creationId xmlns:a16="http://schemas.microsoft.com/office/drawing/2014/main" xmlns="" id="{FC5EB0EE-47AC-FF4C-AF7B-EEF5794199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20" name="Picture 125" descr="desktop_computer_stylized_medium">
              <a:extLst>
                <a:ext uri="{FF2B5EF4-FFF2-40B4-BE49-F238E27FC236}">
                  <a16:creationId xmlns:a16="http://schemas.microsoft.com/office/drawing/2014/main" xmlns="" id="{DCB34079-A6E3-9D4A-BE16-E82BDFE7B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" name="Freeform 126">
              <a:extLst>
                <a:ext uri="{FF2B5EF4-FFF2-40B4-BE49-F238E27FC236}">
                  <a16:creationId xmlns:a16="http://schemas.microsoft.com/office/drawing/2014/main" xmlns="" id="{B18A6DB4-0DA7-0441-9809-42625EC3D6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6" name="Freeform 12">
            <a:extLst>
              <a:ext uri="{FF2B5EF4-FFF2-40B4-BE49-F238E27FC236}">
                <a16:creationId xmlns:a16="http://schemas.microsoft.com/office/drawing/2014/main" xmlns="" id="{3953C5E3-1C88-7F42-A861-A35744860036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33">
            <a:extLst>
              <a:ext uri="{FF2B5EF4-FFF2-40B4-BE49-F238E27FC236}">
                <a16:creationId xmlns:a16="http://schemas.microsoft.com/office/drawing/2014/main" xmlns="" id="{6B880909-138C-864F-A544-21462FBDB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42">
            <a:extLst>
              <a:ext uri="{FF2B5EF4-FFF2-40B4-BE49-F238E27FC236}">
                <a16:creationId xmlns:a16="http://schemas.microsoft.com/office/drawing/2014/main" xmlns="" id="{C12F884F-8B3B-254B-979E-446A00E5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Text Box 52">
            <a:extLst>
              <a:ext uri="{FF2B5EF4-FFF2-40B4-BE49-F238E27FC236}">
                <a16:creationId xmlns:a16="http://schemas.microsoft.com/office/drawing/2014/main" xmlns="" id="{7B14A372-36AF-7943-B01F-CCDE7A3D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" name="Line 53">
            <a:extLst>
              <a:ext uri="{FF2B5EF4-FFF2-40B4-BE49-F238E27FC236}">
                <a16:creationId xmlns:a16="http://schemas.microsoft.com/office/drawing/2014/main" xmlns="" id="{E766E562-5368-124F-9601-7FDC8926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Line 54">
            <a:extLst>
              <a:ext uri="{FF2B5EF4-FFF2-40B4-BE49-F238E27FC236}">
                <a16:creationId xmlns:a16="http://schemas.microsoft.com/office/drawing/2014/main" xmlns="" id="{5217D62B-C74B-E74F-A167-EAC133435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55">
            <a:extLst>
              <a:ext uri="{FF2B5EF4-FFF2-40B4-BE49-F238E27FC236}">
                <a16:creationId xmlns:a16="http://schemas.microsoft.com/office/drawing/2014/main" xmlns="" id="{13864E4D-0C95-B848-9A1E-13BC9024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57">
            <a:extLst>
              <a:ext uri="{FF2B5EF4-FFF2-40B4-BE49-F238E27FC236}">
                <a16:creationId xmlns:a16="http://schemas.microsoft.com/office/drawing/2014/main" xmlns="" id="{BF96F5E7-6F33-8C4E-8B93-288BD347F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08" name="Group 127">
            <a:extLst>
              <a:ext uri="{FF2B5EF4-FFF2-40B4-BE49-F238E27FC236}">
                <a16:creationId xmlns:a16="http://schemas.microsoft.com/office/drawing/2014/main" xmlns="" id="{5A859FBC-BCA2-C842-8621-8728D6AA737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382" name="Freeform 128">
              <a:extLst>
                <a:ext uri="{FF2B5EF4-FFF2-40B4-BE49-F238E27FC236}">
                  <a16:creationId xmlns:a16="http://schemas.microsoft.com/office/drawing/2014/main" xmlns="" id="{53E7DA9C-A2FB-2A47-9F85-7E7A65DE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Rectangle 129">
              <a:extLst>
                <a:ext uri="{FF2B5EF4-FFF2-40B4-BE49-F238E27FC236}">
                  <a16:creationId xmlns:a16="http://schemas.microsoft.com/office/drawing/2014/main" xmlns="" id="{3AF5C3FC-49CB-F149-8EC4-D3CE93F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30">
              <a:extLst>
                <a:ext uri="{FF2B5EF4-FFF2-40B4-BE49-F238E27FC236}">
                  <a16:creationId xmlns:a16="http://schemas.microsoft.com/office/drawing/2014/main" xmlns="" id="{7C42DC53-39FF-5A49-8C4F-6C40C63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Freeform 131">
              <a:extLst>
                <a:ext uri="{FF2B5EF4-FFF2-40B4-BE49-F238E27FC236}">
                  <a16:creationId xmlns:a16="http://schemas.microsoft.com/office/drawing/2014/main" xmlns="" id="{904C6061-3C0D-024D-9392-F0BBD56C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6" name="Rectangle 132">
              <a:extLst>
                <a:ext uri="{FF2B5EF4-FFF2-40B4-BE49-F238E27FC236}">
                  <a16:creationId xmlns:a16="http://schemas.microsoft.com/office/drawing/2014/main" xmlns="" id="{CBF7762D-B9E1-3F42-8A5B-2FD716C9E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7" name="Group 133">
              <a:extLst>
                <a:ext uri="{FF2B5EF4-FFF2-40B4-BE49-F238E27FC236}">
                  <a16:creationId xmlns:a16="http://schemas.microsoft.com/office/drawing/2014/main" xmlns="" id="{37F59F7C-B64B-B948-AF1B-7F3AF0207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2" name="AutoShape 134">
                <a:extLst>
                  <a:ext uri="{FF2B5EF4-FFF2-40B4-BE49-F238E27FC236}">
                    <a16:creationId xmlns:a16="http://schemas.microsoft.com/office/drawing/2014/main" xmlns="" id="{DC9F766E-CCD1-BE4A-94CB-63A12C7B9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35">
                <a:extLst>
                  <a:ext uri="{FF2B5EF4-FFF2-40B4-BE49-F238E27FC236}">
                    <a16:creationId xmlns:a16="http://schemas.microsoft.com/office/drawing/2014/main" xmlns="" id="{DD08DC7B-FBF1-C548-A5EC-8949A2770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36">
              <a:extLst>
                <a:ext uri="{FF2B5EF4-FFF2-40B4-BE49-F238E27FC236}">
                  <a16:creationId xmlns:a16="http://schemas.microsoft.com/office/drawing/2014/main" xmlns="" id="{C3C4DB9B-2C11-974B-AE3D-EEE3882C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9" name="Group 137">
              <a:extLst>
                <a:ext uri="{FF2B5EF4-FFF2-40B4-BE49-F238E27FC236}">
                  <a16:creationId xmlns:a16="http://schemas.microsoft.com/office/drawing/2014/main" xmlns="" id="{EC619C0F-379A-2342-B3D5-485A8C9E4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0" name="AutoShape 138">
                <a:extLst>
                  <a:ext uri="{FF2B5EF4-FFF2-40B4-BE49-F238E27FC236}">
                    <a16:creationId xmlns:a16="http://schemas.microsoft.com/office/drawing/2014/main" xmlns="" id="{2F03F1AA-B144-6441-82E1-7E7D399D4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39">
                <a:extLst>
                  <a:ext uri="{FF2B5EF4-FFF2-40B4-BE49-F238E27FC236}">
                    <a16:creationId xmlns:a16="http://schemas.microsoft.com/office/drawing/2014/main" xmlns="" id="{F6577811-E5CB-A24A-9C7F-8DD1CEE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0" name="Rectangle 140">
              <a:extLst>
                <a:ext uri="{FF2B5EF4-FFF2-40B4-BE49-F238E27FC236}">
                  <a16:creationId xmlns:a16="http://schemas.microsoft.com/office/drawing/2014/main" xmlns="" id="{905394A9-0D77-834D-B74B-528F8F2CC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1" name="Rectangle 141">
              <a:extLst>
                <a:ext uri="{FF2B5EF4-FFF2-40B4-BE49-F238E27FC236}">
                  <a16:creationId xmlns:a16="http://schemas.microsoft.com/office/drawing/2014/main" xmlns="" id="{54E45B44-7162-414B-951E-CC6695CB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2" name="Group 142">
              <a:extLst>
                <a:ext uri="{FF2B5EF4-FFF2-40B4-BE49-F238E27FC236}">
                  <a16:creationId xmlns:a16="http://schemas.microsoft.com/office/drawing/2014/main" xmlns="" id="{AD966B92-0483-3941-BD39-3D5F6359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8" name="AutoShape 143">
                <a:extLst>
                  <a:ext uri="{FF2B5EF4-FFF2-40B4-BE49-F238E27FC236}">
                    <a16:creationId xmlns:a16="http://schemas.microsoft.com/office/drawing/2014/main" xmlns="" id="{632896F6-0B90-8F4D-96AE-09DA88C7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9" name="AutoShape 144">
                <a:extLst>
                  <a:ext uri="{FF2B5EF4-FFF2-40B4-BE49-F238E27FC236}">
                    <a16:creationId xmlns:a16="http://schemas.microsoft.com/office/drawing/2014/main" xmlns="" id="{AFD82636-77B9-2B47-8699-D3BF427B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3" name="Freeform 145">
              <a:extLst>
                <a:ext uri="{FF2B5EF4-FFF2-40B4-BE49-F238E27FC236}">
                  <a16:creationId xmlns:a16="http://schemas.microsoft.com/office/drawing/2014/main" xmlns="" id="{35166E21-5125-774B-9623-4EF221B0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4" name="Group 146">
              <a:extLst>
                <a:ext uri="{FF2B5EF4-FFF2-40B4-BE49-F238E27FC236}">
                  <a16:creationId xmlns:a16="http://schemas.microsoft.com/office/drawing/2014/main" xmlns="" id="{6C8DAE71-3F1C-904C-85C2-214CB59E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6" name="AutoShape 147">
                <a:extLst>
                  <a:ext uri="{FF2B5EF4-FFF2-40B4-BE49-F238E27FC236}">
                    <a16:creationId xmlns:a16="http://schemas.microsoft.com/office/drawing/2014/main" xmlns="" id="{87A402FD-47EE-FD44-AD9E-35743456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7" name="AutoShape 148">
                <a:extLst>
                  <a:ext uri="{FF2B5EF4-FFF2-40B4-BE49-F238E27FC236}">
                    <a16:creationId xmlns:a16="http://schemas.microsoft.com/office/drawing/2014/main" xmlns="" id="{D38CC5CC-31DB-F84B-B60C-A5487B93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5" name="Rectangle 149">
              <a:extLst>
                <a:ext uri="{FF2B5EF4-FFF2-40B4-BE49-F238E27FC236}">
                  <a16:creationId xmlns:a16="http://schemas.microsoft.com/office/drawing/2014/main" xmlns="" id="{0FDFE2FA-B251-B04D-9A87-9FA1DEE2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Freeform 150">
              <a:extLst>
                <a:ext uri="{FF2B5EF4-FFF2-40B4-BE49-F238E27FC236}">
                  <a16:creationId xmlns:a16="http://schemas.microsoft.com/office/drawing/2014/main" xmlns="" id="{861A3A88-011C-1648-B5E0-F5583D0C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151">
              <a:extLst>
                <a:ext uri="{FF2B5EF4-FFF2-40B4-BE49-F238E27FC236}">
                  <a16:creationId xmlns:a16="http://schemas.microsoft.com/office/drawing/2014/main" xmlns="" id="{FF9AD10E-0B20-D549-B4F4-E0900932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52">
              <a:extLst>
                <a:ext uri="{FF2B5EF4-FFF2-40B4-BE49-F238E27FC236}">
                  <a16:creationId xmlns:a16="http://schemas.microsoft.com/office/drawing/2014/main" xmlns="" id="{7FC6D115-11CC-8C42-84FB-F9380DF79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9" name="Freeform 153">
              <a:extLst>
                <a:ext uri="{FF2B5EF4-FFF2-40B4-BE49-F238E27FC236}">
                  <a16:creationId xmlns:a16="http://schemas.microsoft.com/office/drawing/2014/main" xmlns="" id="{FA893A70-E205-C74B-B0B1-F0BE1C537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AutoShape 154">
              <a:extLst>
                <a:ext uri="{FF2B5EF4-FFF2-40B4-BE49-F238E27FC236}">
                  <a16:creationId xmlns:a16="http://schemas.microsoft.com/office/drawing/2014/main" xmlns="" id="{CA3DE6E4-EC59-C54E-A06D-302F82AD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1" name="AutoShape 155">
              <a:extLst>
                <a:ext uri="{FF2B5EF4-FFF2-40B4-BE49-F238E27FC236}">
                  <a16:creationId xmlns:a16="http://schemas.microsoft.com/office/drawing/2014/main" xmlns="" id="{D5954570-3A29-A04C-A694-89339B8CA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2" name="Oval 156">
              <a:extLst>
                <a:ext uri="{FF2B5EF4-FFF2-40B4-BE49-F238E27FC236}">
                  <a16:creationId xmlns:a16="http://schemas.microsoft.com/office/drawing/2014/main" xmlns="" id="{6D15A2AA-735B-1540-83A7-0CF4980B6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Oval 157">
              <a:extLst>
                <a:ext uri="{FF2B5EF4-FFF2-40B4-BE49-F238E27FC236}">
                  <a16:creationId xmlns:a16="http://schemas.microsoft.com/office/drawing/2014/main" xmlns="" id="{DBA0EFAE-DA9A-C341-9586-349045E9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4" name="Oval 158">
              <a:extLst>
                <a:ext uri="{FF2B5EF4-FFF2-40B4-BE49-F238E27FC236}">
                  <a16:creationId xmlns:a16="http://schemas.microsoft.com/office/drawing/2014/main" xmlns="" id="{419BE2D4-504A-B24C-9BA2-88012DDF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Rectangle 159">
              <a:extLst>
                <a:ext uri="{FF2B5EF4-FFF2-40B4-BE49-F238E27FC236}">
                  <a16:creationId xmlns:a16="http://schemas.microsoft.com/office/drawing/2014/main" xmlns="" id="{12323152-8DFE-D54A-8022-8B715727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160">
            <a:extLst>
              <a:ext uri="{FF2B5EF4-FFF2-40B4-BE49-F238E27FC236}">
                <a16:creationId xmlns:a16="http://schemas.microsoft.com/office/drawing/2014/main" xmlns="" id="{FA087400-17DC-374A-8B3D-047A843A930C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80" name="Picture 161" descr="desktop_computer_stylized_medium">
              <a:extLst>
                <a:ext uri="{FF2B5EF4-FFF2-40B4-BE49-F238E27FC236}">
                  <a16:creationId xmlns:a16="http://schemas.microsoft.com/office/drawing/2014/main" xmlns="" id="{3EA6EC22-E034-D743-91DD-5D279096F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162">
              <a:extLst>
                <a:ext uri="{FF2B5EF4-FFF2-40B4-BE49-F238E27FC236}">
                  <a16:creationId xmlns:a16="http://schemas.microsoft.com/office/drawing/2014/main" xmlns="" id="{3DE644EB-7288-364C-85AD-A0B8C3C27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63">
            <a:extLst>
              <a:ext uri="{FF2B5EF4-FFF2-40B4-BE49-F238E27FC236}">
                <a16:creationId xmlns:a16="http://schemas.microsoft.com/office/drawing/2014/main" xmlns="" id="{C67AA62F-6B41-6E41-82AB-388CDEBE1BF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48" name="Freeform 164">
              <a:extLst>
                <a:ext uri="{FF2B5EF4-FFF2-40B4-BE49-F238E27FC236}">
                  <a16:creationId xmlns:a16="http://schemas.microsoft.com/office/drawing/2014/main" xmlns="" id="{D195FCDA-1D6E-A14F-813E-82BA881B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165">
              <a:extLst>
                <a:ext uri="{FF2B5EF4-FFF2-40B4-BE49-F238E27FC236}">
                  <a16:creationId xmlns:a16="http://schemas.microsoft.com/office/drawing/2014/main" xmlns="" id="{08336962-E72A-234B-AE02-13BF68CF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0" name="Freeform 166">
              <a:extLst>
                <a:ext uri="{FF2B5EF4-FFF2-40B4-BE49-F238E27FC236}">
                  <a16:creationId xmlns:a16="http://schemas.microsoft.com/office/drawing/2014/main" xmlns="" id="{9CC8CF3D-B0E5-DF41-A2B1-CB144840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Freeform 167">
              <a:extLst>
                <a:ext uri="{FF2B5EF4-FFF2-40B4-BE49-F238E27FC236}">
                  <a16:creationId xmlns:a16="http://schemas.microsoft.com/office/drawing/2014/main" xmlns="" id="{A62F35DC-6D41-2C46-9982-EC06FA2C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68">
              <a:extLst>
                <a:ext uri="{FF2B5EF4-FFF2-40B4-BE49-F238E27FC236}">
                  <a16:creationId xmlns:a16="http://schemas.microsoft.com/office/drawing/2014/main" xmlns="" id="{41008D83-EBD9-A042-BDC0-CCFD7F0B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3" name="Group 169">
              <a:extLst>
                <a:ext uri="{FF2B5EF4-FFF2-40B4-BE49-F238E27FC236}">
                  <a16:creationId xmlns:a16="http://schemas.microsoft.com/office/drawing/2014/main" xmlns="" id="{D5C2A6D0-2900-374F-8B47-7CAC43E5E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8" name="AutoShape 170">
                <a:extLst>
                  <a:ext uri="{FF2B5EF4-FFF2-40B4-BE49-F238E27FC236}">
                    <a16:creationId xmlns:a16="http://schemas.microsoft.com/office/drawing/2014/main" xmlns="" id="{316161F8-F72E-8842-A7EA-ACD5553EB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9" name="AutoShape 171">
                <a:extLst>
                  <a:ext uri="{FF2B5EF4-FFF2-40B4-BE49-F238E27FC236}">
                    <a16:creationId xmlns:a16="http://schemas.microsoft.com/office/drawing/2014/main" xmlns="" id="{65D8DF1E-DC5A-4048-8F8A-B22E7446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4" name="Rectangle 172">
              <a:extLst>
                <a:ext uri="{FF2B5EF4-FFF2-40B4-BE49-F238E27FC236}">
                  <a16:creationId xmlns:a16="http://schemas.microsoft.com/office/drawing/2014/main" xmlns="" id="{F0278590-CB35-2B4C-8960-A8E639AE0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5" name="Group 173">
              <a:extLst>
                <a:ext uri="{FF2B5EF4-FFF2-40B4-BE49-F238E27FC236}">
                  <a16:creationId xmlns:a16="http://schemas.microsoft.com/office/drawing/2014/main" xmlns="" id="{6B7EAD7C-E09C-8C45-93EA-4861697FB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6" name="AutoShape 174">
                <a:extLst>
                  <a:ext uri="{FF2B5EF4-FFF2-40B4-BE49-F238E27FC236}">
                    <a16:creationId xmlns:a16="http://schemas.microsoft.com/office/drawing/2014/main" xmlns="" id="{B100E59C-193E-F74A-9B2F-64705FC8D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7" name="AutoShape 175">
                <a:extLst>
                  <a:ext uri="{FF2B5EF4-FFF2-40B4-BE49-F238E27FC236}">
                    <a16:creationId xmlns:a16="http://schemas.microsoft.com/office/drawing/2014/main" xmlns="" id="{C5CAF38F-0311-FF44-974E-7B3A277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6" name="Rectangle 176">
              <a:extLst>
                <a:ext uri="{FF2B5EF4-FFF2-40B4-BE49-F238E27FC236}">
                  <a16:creationId xmlns:a16="http://schemas.microsoft.com/office/drawing/2014/main" xmlns="" id="{950C602D-D3E9-9D49-95E7-FEAA72A8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Rectangle 177">
              <a:extLst>
                <a:ext uri="{FF2B5EF4-FFF2-40B4-BE49-F238E27FC236}">
                  <a16:creationId xmlns:a16="http://schemas.microsoft.com/office/drawing/2014/main" xmlns="" id="{08A4D495-7D7A-BC4E-B504-63349FFAA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8" name="Group 178">
              <a:extLst>
                <a:ext uri="{FF2B5EF4-FFF2-40B4-BE49-F238E27FC236}">
                  <a16:creationId xmlns:a16="http://schemas.microsoft.com/office/drawing/2014/main" xmlns="" id="{F305A5C0-33C8-774E-A415-F8DB36389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AutoShape 179">
                <a:extLst>
                  <a:ext uri="{FF2B5EF4-FFF2-40B4-BE49-F238E27FC236}">
                    <a16:creationId xmlns:a16="http://schemas.microsoft.com/office/drawing/2014/main" xmlns="" id="{1D60B3F0-C96C-CF4F-AE8E-9DFC4AC8D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5" name="AutoShape 180">
                <a:extLst>
                  <a:ext uri="{FF2B5EF4-FFF2-40B4-BE49-F238E27FC236}">
                    <a16:creationId xmlns:a16="http://schemas.microsoft.com/office/drawing/2014/main" xmlns="" id="{59F17474-B1E9-5A4A-95BC-0FFA152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9" name="Freeform 181">
              <a:extLst>
                <a:ext uri="{FF2B5EF4-FFF2-40B4-BE49-F238E27FC236}">
                  <a16:creationId xmlns:a16="http://schemas.microsoft.com/office/drawing/2014/main" xmlns="" id="{4D4849DA-5BB5-194F-B347-D9C0FD3B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0" name="Group 182">
              <a:extLst>
                <a:ext uri="{FF2B5EF4-FFF2-40B4-BE49-F238E27FC236}">
                  <a16:creationId xmlns:a16="http://schemas.microsoft.com/office/drawing/2014/main" xmlns="" id="{387B571D-6B5A-D54A-893E-26AE85316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2" name="AutoShape 183">
                <a:extLst>
                  <a:ext uri="{FF2B5EF4-FFF2-40B4-BE49-F238E27FC236}">
                    <a16:creationId xmlns:a16="http://schemas.microsoft.com/office/drawing/2014/main" xmlns="" id="{5B2C6A46-36B9-A645-9C38-68744312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3" name="AutoShape 184">
                <a:extLst>
                  <a:ext uri="{FF2B5EF4-FFF2-40B4-BE49-F238E27FC236}">
                    <a16:creationId xmlns:a16="http://schemas.microsoft.com/office/drawing/2014/main" xmlns="" id="{02DF9FD3-61E5-B44A-9E31-BCF57F474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61" name="Rectangle 185">
              <a:extLst>
                <a:ext uri="{FF2B5EF4-FFF2-40B4-BE49-F238E27FC236}">
                  <a16:creationId xmlns:a16="http://schemas.microsoft.com/office/drawing/2014/main" xmlns="" id="{F669C71A-A324-3F42-B2FE-2FE5DA2A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Freeform 186">
              <a:extLst>
                <a:ext uri="{FF2B5EF4-FFF2-40B4-BE49-F238E27FC236}">
                  <a16:creationId xmlns:a16="http://schemas.microsoft.com/office/drawing/2014/main" xmlns="" id="{1BE5E4D2-2391-A140-B438-A2BFAB94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Freeform 187">
              <a:extLst>
                <a:ext uri="{FF2B5EF4-FFF2-40B4-BE49-F238E27FC236}">
                  <a16:creationId xmlns:a16="http://schemas.microsoft.com/office/drawing/2014/main" xmlns="" id="{F61AA69B-2497-BB41-84E6-2379E99B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Oval 188">
              <a:extLst>
                <a:ext uri="{FF2B5EF4-FFF2-40B4-BE49-F238E27FC236}">
                  <a16:creationId xmlns:a16="http://schemas.microsoft.com/office/drawing/2014/main" xmlns="" id="{E5FC988D-0562-6D4B-B677-9976C97C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Freeform 189">
              <a:extLst>
                <a:ext uri="{FF2B5EF4-FFF2-40B4-BE49-F238E27FC236}">
                  <a16:creationId xmlns:a16="http://schemas.microsoft.com/office/drawing/2014/main" xmlns="" id="{5F9AF67B-EB16-1940-9E54-CD01DD73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AutoShape 190">
              <a:extLst>
                <a:ext uri="{FF2B5EF4-FFF2-40B4-BE49-F238E27FC236}">
                  <a16:creationId xmlns:a16="http://schemas.microsoft.com/office/drawing/2014/main" xmlns="" id="{425C5A13-F083-B641-AE96-394F4EC8B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AutoShape 191">
              <a:extLst>
                <a:ext uri="{FF2B5EF4-FFF2-40B4-BE49-F238E27FC236}">
                  <a16:creationId xmlns:a16="http://schemas.microsoft.com/office/drawing/2014/main" xmlns="" id="{6A53B106-9919-0D42-AB27-C542B277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Oval 192">
              <a:extLst>
                <a:ext uri="{FF2B5EF4-FFF2-40B4-BE49-F238E27FC236}">
                  <a16:creationId xmlns:a16="http://schemas.microsoft.com/office/drawing/2014/main" xmlns="" id="{20C525CE-1753-F641-9DA5-9A348D00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Oval 193">
              <a:extLst>
                <a:ext uri="{FF2B5EF4-FFF2-40B4-BE49-F238E27FC236}">
                  <a16:creationId xmlns:a16="http://schemas.microsoft.com/office/drawing/2014/main" xmlns="" id="{98E2DDA5-BB4C-C44C-94CB-E3E75C14A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0" name="Oval 194">
              <a:extLst>
                <a:ext uri="{FF2B5EF4-FFF2-40B4-BE49-F238E27FC236}">
                  <a16:creationId xmlns:a16="http://schemas.microsoft.com/office/drawing/2014/main" xmlns="" id="{BE983F88-4E1D-8D4F-BAE7-B4FF6986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1" name="Rectangle 195">
              <a:extLst>
                <a:ext uri="{FF2B5EF4-FFF2-40B4-BE49-F238E27FC236}">
                  <a16:creationId xmlns:a16="http://schemas.microsoft.com/office/drawing/2014/main" xmlns="" id="{6517F9BF-0412-704A-8CF4-5197BAD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1" name="Line 57">
            <a:extLst>
              <a:ext uri="{FF2B5EF4-FFF2-40B4-BE49-F238E27FC236}">
                <a16:creationId xmlns:a16="http://schemas.microsoft.com/office/drawing/2014/main" xmlns="" id="{68763ED6-942C-0F41-AD7D-01D0E5880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2" name="Line 57">
            <a:extLst>
              <a:ext uri="{FF2B5EF4-FFF2-40B4-BE49-F238E27FC236}">
                <a16:creationId xmlns:a16="http://schemas.microsoft.com/office/drawing/2014/main" xmlns="" id="{F860BD77-FEC3-1440-9C5F-412C1944C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3" name="Line 57">
            <a:extLst>
              <a:ext uri="{FF2B5EF4-FFF2-40B4-BE49-F238E27FC236}">
                <a16:creationId xmlns:a16="http://schemas.microsoft.com/office/drawing/2014/main" xmlns="" id="{27B00412-D610-DE4A-846E-7A4177E41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xmlns="" id="{E8361AD1-D10B-914D-B557-ED00BB81668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41" name="Text Box 68">
              <a:extLst>
                <a:ext uri="{FF2B5EF4-FFF2-40B4-BE49-F238E27FC236}">
                  <a16:creationId xmlns:a16="http://schemas.microsoft.com/office/drawing/2014/main" xmlns="" id="{3B9B04FF-F305-1B42-B32C-BD98A3457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Oval 217">
              <a:extLst>
                <a:ext uri="{FF2B5EF4-FFF2-40B4-BE49-F238E27FC236}">
                  <a16:creationId xmlns:a16="http://schemas.microsoft.com/office/drawing/2014/main" xmlns="" id="{EDF2431F-1AB1-4C49-A181-71EBA9C9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Line 229">
              <a:extLst>
                <a:ext uri="{FF2B5EF4-FFF2-40B4-BE49-F238E27FC236}">
                  <a16:creationId xmlns:a16="http://schemas.microsoft.com/office/drawing/2014/main" xmlns="" id="{B59B3A23-BDBB-ED4B-90A7-F3F37426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Oval 232">
              <a:extLst>
                <a:ext uri="{FF2B5EF4-FFF2-40B4-BE49-F238E27FC236}">
                  <a16:creationId xmlns:a16="http://schemas.microsoft.com/office/drawing/2014/main" xmlns="" id="{A0D84490-063F-6249-A3C3-EBD662E3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Text Box 233">
              <a:extLst>
                <a:ext uri="{FF2B5EF4-FFF2-40B4-BE49-F238E27FC236}">
                  <a16:creationId xmlns:a16="http://schemas.microsoft.com/office/drawing/2014/main" xmlns="" id="{8B358585-163D-654F-995A-9C22E22B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Line 234">
              <a:extLst>
                <a:ext uri="{FF2B5EF4-FFF2-40B4-BE49-F238E27FC236}">
                  <a16:creationId xmlns:a16="http://schemas.microsoft.com/office/drawing/2014/main" xmlns="" id="{1E1EF6EB-75EA-3840-81BD-7EFEF385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Line 235">
              <a:extLst>
                <a:ext uri="{FF2B5EF4-FFF2-40B4-BE49-F238E27FC236}">
                  <a16:creationId xmlns:a16="http://schemas.microsoft.com/office/drawing/2014/main" xmlns="" id="{B9666650-75BE-044C-8E55-D19782D1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xmlns="" id="{E0A0DEBB-1942-DF47-BE8F-4DC1FAAF267D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30" name="Text Box 32">
              <a:extLst>
                <a:ext uri="{FF2B5EF4-FFF2-40B4-BE49-F238E27FC236}">
                  <a16:creationId xmlns:a16="http://schemas.microsoft.com/office/drawing/2014/main" xmlns="" id="{2BE67432-4EDA-2144-971A-97E31C21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31" name="Line 77">
              <a:extLst>
                <a:ext uri="{FF2B5EF4-FFF2-40B4-BE49-F238E27FC236}">
                  <a16:creationId xmlns:a16="http://schemas.microsoft.com/office/drawing/2014/main" xmlns="" id="{0FD3A7D1-0F64-3E4F-9EFC-3E9B5C3CB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xmlns="" id="{129E87F1-D0EC-544C-AAD3-67A4ADC56ED1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xmlns="" id="{420EF065-0C5B-3C42-9309-A54EAD48FE4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xmlns="" id="{E69DAA66-53B2-484A-8CE4-893106A81F7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xmlns="" id="{0115558E-B280-5645-9FB4-A4EBF6BE1E2B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xmlns="" id="{7ED04A48-0229-FC4F-821B-EB6EAD1E0728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xmlns="" id="{771E9A5B-C688-D540-9A52-AD683DD66EBA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xmlns="" id="{ED4DD7E1-448A-8143-9791-173C9F59FF70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xmlns="" id="{F553CB64-B4A4-2C41-8D54-9660CE27A4FE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xmlns="" id="{C11E0997-AC70-934E-899D-8D26941865C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6" name="Freeform 91">
            <a:extLst>
              <a:ext uri="{FF2B5EF4-FFF2-40B4-BE49-F238E27FC236}">
                <a16:creationId xmlns:a16="http://schemas.microsoft.com/office/drawing/2014/main" xmlns="" id="{2AB634B7-7E1A-2F49-BD94-F471CBAAAB5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xmlns="" id="{E2437294-F0A6-B64F-9701-980D73E181E5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28" name="Oval 73">
              <a:extLst>
                <a:ext uri="{FF2B5EF4-FFF2-40B4-BE49-F238E27FC236}">
                  <a16:creationId xmlns:a16="http://schemas.microsoft.com/office/drawing/2014/main" xmlns="" id="{A5E7C6D8-EF6B-FD4F-B4BF-AB9BD2FC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xmlns="" id="{E290CF0B-A025-EA42-80CC-B9295A473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xmlns="" id="{1EA2D756-F337-784D-91E9-D0329FAA029D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xmlns="" id="{1CF86E91-20B2-AA40-ADE7-23C1A4B452F5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xmlns="" id="{4B4D0976-F981-B64D-A7D0-EC08D7AD5DE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30" name="Rectangle 234">
            <a:extLst>
              <a:ext uri="{FF2B5EF4-FFF2-40B4-BE49-F238E27FC236}">
                <a16:creationId xmlns:a16="http://schemas.microsoft.com/office/drawing/2014/main" xmlns="" id="{6E45144B-BF92-9A47-94FD-F52064FD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1" name="Rectangle 235">
            <a:extLst>
              <a:ext uri="{FF2B5EF4-FFF2-40B4-BE49-F238E27FC236}">
                <a16:creationId xmlns:a16="http://schemas.microsoft.com/office/drawing/2014/main" xmlns="" id="{F4772420-2FB1-314B-A194-38B964C7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2" name="Text Box 236">
            <a:extLst>
              <a:ext uri="{FF2B5EF4-FFF2-40B4-BE49-F238E27FC236}">
                <a16:creationId xmlns:a16="http://schemas.microsoft.com/office/drawing/2014/main" xmlns="" id="{11E59F0D-C317-314F-8F6B-B5D0BED0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3" name="Text Box 237">
            <a:extLst>
              <a:ext uri="{FF2B5EF4-FFF2-40B4-BE49-F238E27FC236}">
                <a16:creationId xmlns:a16="http://schemas.microsoft.com/office/drawing/2014/main" xmlns="" id="{EAD9B395-E752-6A49-A4A1-C7F6E1FA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761119"/>
            <a:ext cx="1643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no buffer space!</a:t>
            </a:r>
          </a:p>
        </p:txBody>
      </p:sp>
      <p:sp>
        <p:nvSpPr>
          <p:cNvPr id="318" name="Rectangle 264">
            <a:extLst>
              <a:ext uri="{FF2B5EF4-FFF2-40B4-BE49-F238E27FC236}">
                <a16:creationId xmlns:a16="http://schemas.microsoft.com/office/drawing/2014/main" xmlns="" id="{D09A7464-92EB-C943-B1B0-D7DED6B7F590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xmlns="" id="{D2612AFA-2896-BE40-9DDD-29726BDC29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9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328 0.17871 L 0.03451 0.24167 L 0.1432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24167 L 0.14544 0.3511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46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0" grpId="1" animBg="1"/>
      <p:bldP spid="230" grpId="2" animBg="1"/>
      <p:bldP spid="230" grpId="3" animBg="1"/>
      <p:bldP spid="230" grpId="4" animBg="1"/>
      <p:bldP spid="231" grpId="0" animBg="1"/>
      <p:bldP spid="232" grpId="0"/>
      <p:bldP spid="232" grpId="1"/>
      <p:bldP spid="233" grpId="0"/>
      <p:bldP spid="23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3">
            <a:extLst>
              <a:ext uri="{FF2B5EF4-FFF2-40B4-BE49-F238E27FC236}">
                <a16:creationId xmlns:a16="http://schemas.microsoft.com/office/drawing/2014/main" xmlns="" id="{78DA0B54-F98B-BB46-88B3-CE41F122DE2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xmlns="" id="{B7831227-C019-F54D-8486-90C2641B233E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xmlns="" id="{1F86B744-C8BE-A248-B391-C1A1E47E0A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xmlns="" id="{900566A3-5320-FA4C-ABD1-930C515C0C89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xmlns="" id="{93B54A25-2EFC-2B49-BB5B-BE990ACB6E1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xmlns="" id="{A6538998-BDBF-DF4C-B2EC-77F281D72F0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xmlns="" id="{968272CD-399F-264B-A633-827064A7E41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Freeform 9">
            <a:extLst>
              <a:ext uri="{FF2B5EF4-FFF2-40B4-BE49-F238E27FC236}">
                <a16:creationId xmlns:a16="http://schemas.microsoft.com/office/drawing/2014/main" xmlns="" id="{3605A7CD-486E-374E-857B-A5FED463149A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xmlns="" id="{6BAE210C-B315-BF49-9E14-832C803385C1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xmlns="" id="{782DF269-B22E-124D-A8AB-1B45AC4017F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xmlns="" id="{A7812E96-3B07-D348-AB53-B122DAB4E6B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xmlns="" id="{2B399334-1A8E-134C-B4FC-1DADB2572F9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xmlns="" id="{2A8D4057-50A8-0C4E-B3DB-41EF5AA2941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xmlns="" id="{303C7848-D36A-834E-9516-64CE78236ED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xmlns="" id="{584477B2-231F-6342-BB1B-FEE6C59ECF5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xmlns="" id="{6809513A-96B2-F747-B5DE-AE92732DF73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xmlns="" id="{12D921D5-B6BF-A24C-8002-5AB6451D58B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xmlns="" id="{8E7AFE4F-E85D-E74E-9028-EA5E47E1FC0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xmlns="" id="{A7E6CF1A-5E38-FC4A-91EC-B6B52C3CCCC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xmlns="" id="{C7013E7D-279D-3441-A1FC-72573517FCA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 6">
            <a:extLst>
              <a:ext uri="{FF2B5EF4-FFF2-40B4-BE49-F238E27FC236}">
                <a16:creationId xmlns:a16="http://schemas.microsoft.com/office/drawing/2014/main" xmlns="" id="{206261C0-C19D-5445-B1A1-7208FAA9D5C0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2D5D8D25-47D7-4247-93AC-740845C8F29F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xmlns="" id="{23DA77B2-BEC2-8945-AF87-82BF78DFEBDC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xmlns="" id="{5E0EB13A-C315-4845-B3CA-9996078979F7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xmlns="" id="{77FF2C2F-77E2-114D-A87A-BE0DC699808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xmlns="" id="{215BACD8-AE1A-024C-8113-15D98354426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xmlns="" id="{4A77BC0A-EA01-7445-AAE0-B8E8936A667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xmlns="" id="{FFA35F8C-504E-E740-B268-F48CB484744A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xmlns="" id="{0C5B982F-8D0D-5E4B-A5F4-51D4EACABD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xmlns="" id="{486B86C4-CAB3-2943-9DDD-58492CC733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xmlns="" id="{2DD189E4-73DE-594A-9971-497300D8C4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xmlns="" id="{E85CF2D0-3CFC-5E43-B858-03D42C9110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xmlns="" id="{EC9DAD17-F992-4F48-8267-9058E7CD27F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xmlns="" id="{E710E015-BE76-AE4B-81F6-34C170D7132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xmlns="" id="{E6F85A0B-00CE-6D4F-A4FF-FFB7E1C2F7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4" name="Group 124">
            <a:extLst>
              <a:ext uri="{FF2B5EF4-FFF2-40B4-BE49-F238E27FC236}">
                <a16:creationId xmlns:a16="http://schemas.microsoft.com/office/drawing/2014/main" xmlns="" id="{9BF07229-A6A4-AD45-97F8-02F77949015D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47" name="Picture 125" descr="desktop_computer_stylized_medium">
              <a:extLst>
                <a:ext uri="{FF2B5EF4-FFF2-40B4-BE49-F238E27FC236}">
                  <a16:creationId xmlns:a16="http://schemas.microsoft.com/office/drawing/2014/main" xmlns="" id="{7307EF69-0AD9-7347-B5CF-13B9A3CE2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8" name="Freeform 126">
              <a:extLst>
                <a:ext uri="{FF2B5EF4-FFF2-40B4-BE49-F238E27FC236}">
                  <a16:creationId xmlns:a16="http://schemas.microsoft.com/office/drawing/2014/main" xmlns="" id="{70150EB8-302C-104D-A225-CB59DD73AD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36" name="Freeform 12">
            <a:extLst>
              <a:ext uri="{FF2B5EF4-FFF2-40B4-BE49-F238E27FC236}">
                <a16:creationId xmlns:a16="http://schemas.microsoft.com/office/drawing/2014/main" xmlns="" id="{0457B109-DCF7-7B48-990C-188E960DA7E2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Line 33">
            <a:extLst>
              <a:ext uri="{FF2B5EF4-FFF2-40B4-BE49-F238E27FC236}">
                <a16:creationId xmlns:a16="http://schemas.microsoft.com/office/drawing/2014/main" xmlns="" id="{378BB6D2-BFAA-E544-BB30-E3BAC64FE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Text Box 42">
            <a:extLst>
              <a:ext uri="{FF2B5EF4-FFF2-40B4-BE49-F238E27FC236}">
                <a16:creationId xmlns:a16="http://schemas.microsoft.com/office/drawing/2014/main" xmlns="" id="{E22D8322-6AC1-024E-A7E0-7FB476A5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Text Box 52">
            <a:extLst>
              <a:ext uri="{FF2B5EF4-FFF2-40B4-BE49-F238E27FC236}">
                <a16:creationId xmlns:a16="http://schemas.microsoft.com/office/drawing/2014/main" xmlns="" id="{C9BA4092-FFBC-344B-B0CD-5F77B5C3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3">
            <a:extLst>
              <a:ext uri="{FF2B5EF4-FFF2-40B4-BE49-F238E27FC236}">
                <a16:creationId xmlns:a16="http://schemas.microsoft.com/office/drawing/2014/main" xmlns="" id="{D40AEB36-CE2F-6240-A4C3-F1CF224B9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4">
            <a:extLst>
              <a:ext uri="{FF2B5EF4-FFF2-40B4-BE49-F238E27FC236}">
                <a16:creationId xmlns:a16="http://schemas.microsoft.com/office/drawing/2014/main" xmlns="" id="{495C95A8-89BF-AD47-9100-5231A4D8B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2" name="Line 55">
            <a:extLst>
              <a:ext uri="{FF2B5EF4-FFF2-40B4-BE49-F238E27FC236}">
                <a16:creationId xmlns:a16="http://schemas.microsoft.com/office/drawing/2014/main" xmlns="" id="{120B847C-F27F-494F-8014-E8B621196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3" name="Line 57">
            <a:extLst>
              <a:ext uri="{FF2B5EF4-FFF2-40B4-BE49-F238E27FC236}">
                <a16:creationId xmlns:a16="http://schemas.microsoft.com/office/drawing/2014/main" xmlns="" id="{960F0352-E2A3-DE4C-9E29-AD02BDE1E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5" name="Group 127">
            <a:extLst>
              <a:ext uri="{FF2B5EF4-FFF2-40B4-BE49-F238E27FC236}">
                <a16:creationId xmlns:a16="http://schemas.microsoft.com/office/drawing/2014/main" xmlns="" id="{3AD20F85-F9D5-B241-A4C0-83AA3C7AFA1C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9" name="Freeform 128">
              <a:extLst>
                <a:ext uri="{FF2B5EF4-FFF2-40B4-BE49-F238E27FC236}">
                  <a16:creationId xmlns:a16="http://schemas.microsoft.com/office/drawing/2014/main" xmlns="" id="{0B4C7EC1-ADAA-B244-8CDF-3FEFCFF9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129">
              <a:extLst>
                <a:ext uri="{FF2B5EF4-FFF2-40B4-BE49-F238E27FC236}">
                  <a16:creationId xmlns:a16="http://schemas.microsoft.com/office/drawing/2014/main" xmlns="" id="{A0FF8C35-B0F8-A74B-9E6E-A21B68AF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1" name="Freeform 130">
              <a:extLst>
                <a:ext uri="{FF2B5EF4-FFF2-40B4-BE49-F238E27FC236}">
                  <a16:creationId xmlns:a16="http://schemas.microsoft.com/office/drawing/2014/main" xmlns="" id="{B8A6A9CE-AE19-9646-8506-8FABE239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131">
              <a:extLst>
                <a:ext uri="{FF2B5EF4-FFF2-40B4-BE49-F238E27FC236}">
                  <a16:creationId xmlns:a16="http://schemas.microsoft.com/office/drawing/2014/main" xmlns="" id="{920D5DF8-F10D-784B-A501-18ADE5587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132">
              <a:extLst>
                <a:ext uri="{FF2B5EF4-FFF2-40B4-BE49-F238E27FC236}">
                  <a16:creationId xmlns:a16="http://schemas.microsoft.com/office/drawing/2014/main" xmlns="" id="{158A36BE-3875-984B-860D-8A0FE08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4" name="Group 133">
              <a:extLst>
                <a:ext uri="{FF2B5EF4-FFF2-40B4-BE49-F238E27FC236}">
                  <a16:creationId xmlns:a16="http://schemas.microsoft.com/office/drawing/2014/main" xmlns="" id="{E5497F18-12AE-964F-A3C6-A90B51355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9" name="AutoShape 134">
                <a:extLst>
                  <a:ext uri="{FF2B5EF4-FFF2-40B4-BE49-F238E27FC236}">
                    <a16:creationId xmlns:a16="http://schemas.microsoft.com/office/drawing/2014/main" xmlns="" id="{44D06AC1-BE64-AD44-B78A-06EA0742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AutoShape 135">
                <a:extLst>
                  <a:ext uri="{FF2B5EF4-FFF2-40B4-BE49-F238E27FC236}">
                    <a16:creationId xmlns:a16="http://schemas.microsoft.com/office/drawing/2014/main" xmlns="" id="{AB2F27B0-5EAD-DE4F-BB61-62C23D5F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5" name="Rectangle 136">
              <a:extLst>
                <a:ext uri="{FF2B5EF4-FFF2-40B4-BE49-F238E27FC236}">
                  <a16:creationId xmlns:a16="http://schemas.microsoft.com/office/drawing/2014/main" xmlns="" id="{497EAA10-56C6-FF48-9B71-8DD4C910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6" name="Group 137">
              <a:extLst>
                <a:ext uri="{FF2B5EF4-FFF2-40B4-BE49-F238E27FC236}">
                  <a16:creationId xmlns:a16="http://schemas.microsoft.com/office/drawing/2014/main" xmlns="" id="{C3283769-C067-6D49-911F-DE095B901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7" name="AutoShape 138">
                <a:extLst>
                  <a:ext uri="{FF2B5EF4-FFF2-40B4-BE49-F238E27FC236}">
                    <a16:creationId xmlns:a16="http://schemas.microsoft.com/office/drawing/2014/main" xmlns="" id="{AB151B02-EE9D-8247-BD54-A32913D96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AutoShape 139">
                <a:extLst>
                  <a:ext uri="{FF2B5EF4-FFF2-40B4-BE49-F238E27FC236}">
                    <a16:creationId xmlns:a16="http://schemas.microsoft.com/office/drawing/2014/main" xmlns="" id="{FEF7F223-DA6D-0843-95D8-3849E2375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7" name="Rectangle 140">
              <a:extLst>
                <a:ext uri="{FF2B5EF4-FFF2-40B4-BE49-F238E27FC236}">
                  <a16:creationId xmlns:a16="http://schemas.microsoft.com/office/drawing/2014/main" xmlns="" id="{7E6BEA62-9B73-F64A-AD66-03070B268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Rectangle 141">
              <a:extLst>
                <a:ext uri="{FF2B5EF4-FFF2-40B4-BE49-F238E27FC236}">
                  <a16:creationId xmlns:a16="http://schemas.microsoft.com/office/drawing/2014/main" xmlns="" id="{B703598A-F43E-8F44-AA55-32B934E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9" name="Group 142">
              <a:extLst>
                <a:ext uri="{FF2B5EF4-FFF2-40B4-BE49-F238E27FC236}">
                  <a16:creationId xmlns:a16="http://schemas.microsoft.com/office/drawing/2014/main" xmlns="" id="{37E008B5-DF9F-4741-9481-59DB93469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5" name="AutoShape 143">
                <a:extLst>
                  <a:ext uri="{FF2B5EF4-FFF2-40B4-BE49-F238E27FC236}">
                    <a16:creationId xmlns:a16="http://schemas.microsoft.com/office/drawing/2014/main" xmlns="" id="{4DFCD725-D192-594A-9091-58E3EB17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6" name="AutoShape 144">
                <a:extLst>
                  <a:ext uri="{FF2B5EF4-FFF2-40B4-BE49-F238E27FC236}">
                    <a16:creationId xmlns:a16="http://schemas.microsoft.com/office/drawing/2014/main" xmlns="" id="{E1E81217-E6F8-7E4C-83BD-39023D5F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0" name="Freeform 145">
              <a:extLst>
                <a:ext uri="{FF2B5EF4-FFF2-40B4-BE49-F238E27FC236}">
                  <a16:creationId xmlns:a16="http://schemas.microsoft.com/office/drawing/2014/main" xmlns="" id="{C9C21037-BEFA-DF45-969E-77E95675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1" name="Group 146">
              <a:extLst>
                <a:ext uri="{FF2B5EF4-FFF2-40B4-BE49-F238E27FC236}">
                  <a16:creationId xmlns:a16="http://schemas.microsoft.com/office/drawing/2014/main" xmlns="" id="{8C21E2FB-1E40-4E43-8A6F-A77D3B537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3" name="AutoShape 147">
                <a:extLst>
                  <a:ext uri="{FF2B5EF4-FFF2-40B4-BE49-F238E27FC236}">
                    <a16:creationId xmlns:a16="http://schemas.microsoft.com/office/drawing/2014/main" xmlns="" id="{3FB07F3E-B384-BA42-B9DC-3F347F445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4" name="AutoShape 148">
                <a:extLst>
                  <a:ext uri="{FF2B5EF4-FFF2-40B4-BE49-F238E27FC236}">
                    <a16:creationId xmlns:a16="http://schemas.microsoft.com/office/drawing/2014/main" xmlns="" id="{53CFABFE-9ECC-654C-A26F-077B10C41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2" name="Rectangle 149">
              <a:extLst>
                <a:ext uri="{FF2B5EF4-FFF2-40B4-BE49-F238E27FC236}">
                  <a16:creationId xmlns:a16="http://schemas.microsoft.com/office/drawing/2014/main" xmlns="" id="{2ADBFF81-E61D-BD42-A5DA-C6C72A45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150">
              <a:extLst>
                <a:ext uri="{FF2B5EF4-FFF2-40B4-BE49-F238E27FC236}">
                  <a16:creationId xmlns:a16="http://schemas.microsoft.com/office/drawing/2014/main" xmlns="" id="{B801D18D-12AF-604B-826B-87612B4B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151">
              <a:extLst>
                <a:ext uri="{FF2B5EF4-FFF2-40B4-BE49-F238E27FC236}">
                  <a16:creationId xmlns:a16="http://schemas.microsoft.com/office/drawing/2014/main" xmlns="" id="{E0D76583-E225-D143-AD69-86F926011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Oval 152">
              <a:extLst>
                <a:ext uri="{FF2B5EF4-FFF2-40B4-BE49-F238E27FC236}">
                  <a16:creationId xmlns:a16="http://schemas.microsoft.com/office/drawing/2014/main" xmlns="" id="{B87BD5BD-84ED-1A45-B304-E70CB332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6" name="Freeform 153">
              <a:extLst>
                <a:ext uri="{FF2B5EF4-FFF2-40B4-BE49-F238E27FC236}">
                  <a16:creationId xmlns:a16="http://schemas.microsoft.com/office/drawing/2014/main" xmlns="" id="{AC83A214-EE2C-7D46-A95B-93B9ECF97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AutoShape 154">
              <a:extLst>
                <a:ext uri="{FF2B5EF4-FFF2-40B4-BE49-F238E27FC236}">
                  <a16:creationId xmlns:a16="http://schemas.microsoft.com/office/drawing/2014/main" xmlns="" id="{E7B0CC33-9743-9840-8876-CD696FD4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8" name="AutoShape 155">
              <a:extLst>
                <a:ext uri="{FF2B5EF4-FFF2-40B4-BE49-F238E27FC236}">
                  <a16:creationId xmlns:a16="http://schemas.microsoft.com/office/drawing/2014/main" xmlns="" id="{90FDCD67-DF9D-014D-94A7-D70073231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Oval 156">
              <a:extLst>
                <a:ext uri="{FF2B5EF4-FFF2-40B4-BE49-F238E27FC236}">
                  <a16:creationId xmlns:a16="http://schemas.microsoft.com/office/drawing/2014/main" xmlns="" id="{B70C62CF-87D8-BD4F-8287-EAFAD6879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Oval 157">
              <a:extLst>
                <a:ext uri="{FF2B5EF4-FFF2-40B4-BE49-F238E27FC236}">
                  <a16:creationId xmlns:a16="http://schemas.microsoft.com/office/drawing/2014/main" xmlns="" id="{9CB3EBC8-732C-2243-9992-39D2F18B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158">
              <a:extLst>
                <a:ext uri="{FF2B5EF4-FFF2-40B4-BE49-F238E27FC236}">
                  <a16:creationId xmlns:a16="http://schemas.microsoft.com/office/drawing/2014/main" xmlns="" id="{F6C1B254-B4D2-D447-9853-48F46447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Rectangle 159">
              <a:extLst>
                <a:ext uri="{FF2B5EF4-FFF2-40B4-BE49-F238E27FC236}">
                  <a16:creationId xmlns:a16="http://schemas.microsoft.com/office/drawing/2014/main" xmlns="" id="{0ACFD0C6-117A-4E4E-ABC4-5883C7B0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6" name="Group 160">
            <a:extLst>
              <a:ext uri="{FF2B5EF4-FFF2-40B4-BE49-F238E27FC236}">
                <a16:creationId xmlns:a16="http://schemas.microsoft.com/office/drawing/2014/main" xmlns="" id="{C6CE532B-F6A8-1F45-B978-5D94FE3A17B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07" name="Picture 161" descr="desktop_computer_stylized_medium">
              <a:extLst>
                <a:ext uri="{FF2B5EF4-FFF2-40B4-BE49-F238E27FC236}">
                  <a16:creationId xmlns:a16="http://schemas.microsoft.com/office/drawing/2014/main" xmlns="" id="{3D454C67-648C-464C-9348-5D5073002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8" name="Freeform 162">
              <a:extLst>
                <a:ext uri="{FF2B5EF4-FFF2-40B4-BE49-F238E27FC236}">
                  <a16:creationId xmlns:a16="http://schemas.microsoft.com/office/drawing/2014/main" xmlns="" id="{AF9C0563-4685-1D4B-BCCD-35AFDE3FA6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7" name="Group 163">
            <a:extLst>
              <a:ext uri="{FF2B5EF4-FFF2-40B4-BE49-F238E27FC236}">
                <a16:creationId xmlns:a16="http://schemas.microsoft.com/office/drawing/2014/main" xmlns="" id="{B6D845CD-0E90-2A48-9E39-CEAB78AAF9D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75" name="Freeform 164">
              <a:extLst>
                <a:ext uri="{FF2B5EF4-FFF2-40B4-BE49-F238E27FC236}">
                  <a16:creationId xmlns:a16="http://schemas.microsoft.com/office/drawing/2014/main" xmlns="" id="{AC1944D9-AB2D-A840-B696-F06D81AC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Rectangle 165">
              <a:extLst>
                <a:ext uri="{FF2B5EF4-FFF2-40B4-BE49-F238E27FC236}">
                  <a16:creationId xmlns:a16="http://schemas.microsoft.com/office/drawing/2014/main" xmlns="" id="{FE3F2702-7FD8-D84F-B02B-60338FA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7" name="Freeform 166">
              <a:extLst>
                <a:ext uri="{FF2B5EF4-FFF2-40B4-BE49-F238E27FC236}">
                  <a16:creationId xmlns:a16="http://schemas.microsoft.com/office/drawing/2014/main" xmlns="" id="{AE3945C7-89B6-AE48-8EE1-FAE01D50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Freeform 167">
              <a:extLst>
                <a:ext uri="{FF2B5EF4-FFF2-40B4-BE49-F238E27FC236}">
                  <a16:creationId xmlns:a16="http://schemas.microsoft.com/office/drawing/2014/main" xmlns="" id="{8B262BBF-D0A1-384E-849C-4C274B7F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Rectangle 168">
              <a:extLst>
                <a:ext uri="{FF2B5EF4-FFF2-40B4-BE49-F238E27FC236}">
                  <a16:creationId xmlns:a16="http://schemas.microsoft.com/office/drawing/2014/main" xmlns="" id="{B21054BF-A0F7-5548-9EE7-4534695D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0" name="Group 169">
              <a:extLst>
                <a:ext uri="{FF2B5EF4-FFF2-40B4-BE49-F238E27FC236}">
                  <a16:creationId xmlns:a16="http://schemas.microsoft.com/office/drawing/2014/main" xmlns="" id="{2C63B899-F37C-2843-B0E4-6A8FD67FE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5" name="AutoShape 170">
                <a:extLst>
                  <a:ext uri="{FF2B5EF4-FFF2-40B4-BE49-F238E27FC236}">
                    <a16:creationId xmlns:a16="http://schemas.microsoft.com/office/drawing/2014/main" xmlns="" id="{94C05A2E-6617-C343-8F01-95B4E8D0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6" name="AutoShape 171">
                <a:extLst>
                  <a:ext uri="{FF2B5EF4-FFF2-40B4-BE49-F238E27FC236}">
                    <a16:creationId xmlns:a16="http://schemas.microsoft.com/office/drawing/2014/main" xmlns="" id="{881D794E-FF34-414B-ABDF-C5EFE314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1" name="Rectangle 172">
              <a:extLst>
                <a:ext uri="{FF2B5EF4-FFF2-40B4-BE49-F238E27FC236}">
                  <a16:creationId xmlns:a16="http://schemas.microsoft.com/office/drawing/2014/main" xmlns="" id="{1248FF3D-9E05-3A40-AB88-FD1C22C30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2" name="Group 173">
              <a:extLst>
                <a:ext uri="{FF2B5EF4-FFF2-40B4-BE49-F238E27FC236}">
                  <a16:creationId xmlns:a16="http://schemas.microsoft.com/office/drawing/2014/main" xmlns="" id="{AEA37B61-C679-BD4C-946C-0850A830F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3" name="AutoShape 174">
                <a:extLst>
                  <a:ext uri="{FF2B5EF4-FFF2-40B4-BE49-F238E27FC236}">
                    <a16:creationId xmlns:a16="http://schemas.microsoft.com/office/drawing/2014/main" xmlns="" id="{E18E671A-3A85-AB40-A9A6-C1676123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AutoShape 175">
                <a:extLst>
                  <a:ext uri="{FF2B5EF4-FFF2-40B4-BE49-F238E27FC236}">
                    <a16:creationId xmlns:a16="http://schemas.microsoft.com/office/drawing/2014/main" xmlns="" id="{091465B3-523F-F74A-848E-134B2B036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3" name="Rectangle 176">
              <a:extLst>
                <a:ext uri="{FF2B5EF4-FFF2-40B4-BE49-F238E27FC236}">
                  <a16:creationId xmlns:a16="http://schemas.microsoft.com/office/drawing/2014/main" xmlns="" id="{9F161249-61DD-1645-8787-2796E69D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Rectangle 177">
              <a:extLst>
                <a:ext uri="{FF2B5EF4-FFF2-40B4-BE49-F238E27FC236}">
                  <a16:creationId xmlns:a16="http://schemas.microsoft.com/office/drawing/2014/main" xmlns="" id="{AA505E39-11E3-4D49-96C3-80F10D41D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5" name="Group 178">
              <a:extLst>
                <a:ext uri="{FF2B5EF4-FFF2-40B4-BE49-F238E27FC236}">
                  <a16:creationId xmlns:a16="http://schemas.microsoft.com/office/drawing/2014/main" xmlns="" id="{A3C57DB1-4919-604C-A319-3C717B766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1" name="AutoShape 179">
                <a:extLst>
                  <a:ext uri="{FF2B5EF4-FFF2-40B4-BE49-F238E27FC236}">
                    <a16:creationId xmlns:a16="http://schemas.microsoft.com/office/drawing/2014/main" xmlns="" id="{5E8B2822-F633-304D-B3EE-0E72DDC6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AutoShape 180">
                <a:extLst>
                  <a:ext uri="{FF2B5EF4-FFF2-40B4-BE49-F238E27FC236}">
                    <a16:creationId xmlns:a16="http://schemas.microsoft.com/office/drawing/2014/main" xmlns="" id="{05C20314-621B-134F-97EA-D4A0DDEC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xmlns="" id="{BD2DBEB0-3968-0649-BC9B-64EA7317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7" name="Group 182">
              <a:extLst>
                <a:ext uri="{FF2B5EF4-FFF2-40B4-BE49-F238E27FC236}">
                  <a16:creationId xmlns:a16="http://schemas.microsoft.com/office/drawing/2014/main" xmlns="" id="{BFC44DA6-F534-CD44-A919-BDA60B7938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9" name="AutoShape 183">
                <a:extLst>
                  <a:ext uri="{FF2B5EF4-FFF2-40B4-BE49-F238E27FC236}">
                    <a16:creationId xmlns:a16="http://schemas.microsoft.com/office/drawing/2014/main" xmlns="" id="{E60E8D05-3918-B747-A606-FC0E1386C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184">
                <a:extLst>
                  <a:ext uri="{FF2B5EF4-FFF2-40B4-BE49-F238E27FC236}">
                    <a16:creationId xmlns:a16="http://schemas.microsoft.com/office/drawing/2014/main" xmlns="" id="{8735D17B-A685-3648-8255-F30DD5569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85">
              <a:extLst>
                <a:ext uri="{FF2B5EF4-FFF2-40B4-BE49-F238E27FC236}">
                  <a16:creationId xmlns:a16="http://schemas.microsoft.com/office/drawing/2014/main" xmlns="" id="{B66C501C-7D5B-8E4B-B068-5CCE73A0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9" name="Freeform 186">
              <a:extLst>
                <a:ext uri="{FF2B5EF4-FFF2-40B4-BE49-F238E27FC236}">
                  <a16:creationId xmlns:a16="http://schemas.microsoft.com/office/drawing/2014/main" xmlns="" id="{33C62712-7A81-4F41-B474-B9218B7AF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Freeform 187">
              <a:extLst>
                <a:ext uri="{FF2B5EF4-FFF2-40B4-BE49-F238E27FC236}">
                  <a16:creationId xmlns:a16="http://schemas.microsoft.com/office/drawing/2014/main" xmlns="" id="{E4B6BE7D-DBBB-B44D-A0F9-E40A81D7F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Oval 188">
              <a:extLst>
                <a:ext uri="{FF2B5EF4-FFF2-40B4-BE49-F238E27FC236}">
                  <a16:creationId xmlns:a16="http://schemas.microsoft.com/office/drawing/2014/main" xmlns="" id="{6D17DB9A-DA87-3640-89B5-EA939BE7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2" name="Freeform 189">
              <a:extLst>
                <a:ext uri="{FF2B5EF4-FFF2-40B4-BE49-F238E27FC236}">
                  <a16:creationId xmlns:a16="http://schemas.microsoft.com/office/drawing/2014/main" xmlns="" id="{2DE874C4-BF52-8245-9555-CA025B392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AutoShape 190">
              <a:extLst>
                <a:ext uri="{FF2B5EF4-FFF2-40B4-BE49-F238E27FC236}">
                  <a16:creationId xmlns:a16="http://schemas.microsoft.com/office/drawing/2014/main" xmlns="" id="{D15AD96A-57FC-B240-8995-DEDB6B8C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4" name="AutoShape 191">
              <a:extLst>
                <a:ext uri="{FF2B5EF4-FFF2-40B4-BE49-F238E27FC236}">
                  <a16:creationId xmlns:a16="http://schemas.microsoft.com/office/drawing/2014/main" xmlns="" id="{9B662CF9-5E9F-EE42-826A-BA11CF39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Oval 192">
              <a:extLst>
                <a:ext uri="{FF2B5EF4-FFF2-40B4-BE49-F238E27FC236}">
                  <a16:creationId xmlns:a16="http://schemas.microsoft.com/office/drawing/2014/main" xmlns="" id="{F2A6059E-C073-154E-9CDE-85E284A9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Oval 193">
              <a:extLst>
                <a:ext uri="{FF2B5EF4-FFF2-40B4-BE49-F238E27FC236}">
                  <a16:creationId xmlns:a16="http://schemas.microsoft.com/office/drawing/2014/main" xmlns="" id="{55ECAC8A-9EEB-3F47-B474-796C5779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7" name="Oval 194">
              <a:extLst>
                <a:ext uri="{FF2B5EF4-FFF2-40B4-BE49-F238E27FC236}">
                  <a16:creationId xmlns:a16="http://schemas.microsoft.com/office/drawing/2014/main" xmlns="" id="{F009E702-300F-2245-8184-904D723E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8" name="Rectangle 195">
              <a:extLst>
                <a:ext uri="{FF2B5EF4-FFF2-40B4-BE49-F238E27FC236}">
                  <a16:creationId xmlns:a16="http://schemas.microsoft.com/office/drawing/2014/main" xmlns="" id="{E1220E42-05A2-224A-AF06-8BC12255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48" name="Line 57">
            <a:extLst>
              <a:ext uri="{FF2B5EF4-FFF2-40B4-BE49-F238E27FC236}">
                <a16:creationId xmlns:a16="http://schemas.microsoft.com/office/drawing/2014/main" xmlns="" id="{BE19B1CA-E01A-2D4A-A501-25E01C74D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Line 57">
            <a:extLst>
              <a:ext uri="{FF2B5EF4-FFF2-40B4-BE49-F238E27FC236}">
                <a16:creationId xmlns:a16="http://schemas.microsoft.com/office/drawing/2014/main" xmlns="" id="{CDD86028-5E0B-1E49-A327-7BF095EF0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Line 57">
            <a:extLst>
              <a:ext uri="{FF2B5EF4-FFF2-40B4-BE49-F238E27FC236}">
                <a16:creationId xmlns:a16="http://schemas.microsoft.com/office/drawing/2014/main" xmlns="" id="{456364AC-0294-B946-BA06-B02AD7C148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xmlns="" id="{7AD5920F-E18F-2E4A-8BAE-ACFA2B9B05A4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8" name="Text Box 68">
              <a:extLst>
                <a:ext uri="{FF2B5EF4-FFF2-40B4-BE49-F238E27FC236}">
                  <a16:creationId xmlns:a16="http://schemas.microsoft.com/office/drawing/2014/main" xmlns="" id="{859A744D-4964-E049-B851-169F4C802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Oval 217">
              <a:extLst>
                <a:ext uri="{FF2B5EF4-FFF2-40B4-BE49-F238E27FC236}">
                  <a16:creationId xmlns:a16="http://schemas.microsoft.com/office/drawing/2014/main" xmlns="" id="{46259149-BCE0-B941-AA71-927BC7C2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Line 229">
              <a:extLst>
                <a:ext uri="{FF2B5EF4-FFF2-40B4-BE49-F238E27FC236}">
                  <a16:creationId xmlns:a16="http://schemas.microsoft.com/office/drawing/2014/main" xmlns="" id="{9CBDE0F7-AD5A-7847-A00B-C9BE94089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232">
              <a:extLst>
                <a:ext uri="{FF2B5EF4-FFF2-40B4-BE49-F238E27FC236}">
                  <a16:creationId xmlns:a16="http://schemas.microsoft.com/office/drawing/2014/main" xmlns="" id="{50F84776-27DA-5E43-BACA-DB1E8848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Text Box 233">
              <a:extLst>
                <a:ext uri="{FF2B5EF4-FFF2-40B4-BE49-F238E27FC236}">
                  <a16:creationId xmlns:a16="http://schemas.microsoft.com/office/drawing/2014/main" xmlns="" id="{CD7720D4-A07A-DB4C-A9C9-DFD5FF90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3" name="Line 234">
              <a:extLst>
                <a:ext uri="{FF2B5EF4-FFF2-40B4-BE49-F238E27FC236}">
                  <a16:creationId xmlns:a16="http://schemas.microsoft.com/office/drawing/2014/main" xmlns="" id="{E5F71B29-0A2A-964A-BC39-E82168AE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Line 235">
              <a:extLst>
                <a:ext uri="{FF2B5EF4-FFF2-40B4-BE49-F238E27FC236}">
                  <a16:creationId xmlns:a16="http://schemas.microsoft.com/office/drawing/2014/main" xmlns="" id="{2CB87FE3-B426-7646-85C8-A9226013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xmlns="" id="{F6D1D3E8-6407-F347-8471-50418E5DB3B6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57" name="Text Box 32">
              <a:extLst>
                <a:ext uri="{FF2B5EF4-FFF2-40B4-BE49-F238E27FC236}">
                  <a16:creationId xmlns:a16="http://schemas.microsoft.com/office/drawing/2014/main" xmlns="" id="{1A4AA4F8-0231-2B46-803C-7155B2F01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8" name="Line 77">
              <a:extLst>
                <a:ext uri="{FF2B5EF4-FFF2-40B4-BE49-F238E27FC236}">
                  <a16:creationId xmlns:a16="http://schemas.microsoft.com/office/drawing/2014/main" xmlns="" id="{89EEFCE7-B693-DF47-A9C3-7974FB217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xmlns="" id="{D0C09238-8174-BB4A-8E90-44FDE9970486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xmlns="" id="{92A586BF-DE6F-8C4B-AE2F-F0967D2E372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xmlns="" id="{0E592EE8-BB64-8D4B-9345-8DEFE71B26C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xmlns="" id="{D5F79093-B2D3-DA49-86C9-324E48C7FA3A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xmlns="" id="{EE578935-8319-0640-AF1D-F33CFCCD6D7E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xmlns="" id="{1A169DC6-020D-CF4C-944B-35A60B7E9A3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xmlns="" id="{3FE5D615-EDCC-3D44-B201-E215C2A51C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xmlns="" id="{F42D5131-B17F-3447-A42A-972810DE3D7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xmlns="" id="{B1CCBEF8-F4EA-4348-968D-DFF086EA12A7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3" name="Freeform 91">
            <a:extLst>
              <a:ext uri="{FF2B5EF4-FFF2-40B4-BE49-F238E27FC236}">
                <a16:creationId xmlns:a16="http://schemas.microsoft.com/office/drawing/2014/main" xmlns="" id="{74B53B18-9053-AB4D-AAB3-9A2A8C61C05F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xmlns="" id="{FC27C661-ABA7-0F42-9E2F-25607CCF3F4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55" name="Oval 73">
              <a:extLst>
                <a:ext uri="{FF2B5EF4-FFF2-40B4-BE49-F238E27FC236}">
                  <a16:creationId xmlns:a16="http://schemas.microsoft.com/office/drawing/2014/main" xmlns="" id="{E72E301D-F1BA-6444-B895-0B1F0880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Freeform 90">
              <a:extLst>
                <a:ext uri="{FF2B5EF4-FFF2-40B4-BE49-F238E27FC236}">
                  <a16:creationId xmlns:a16="http://schemas.microsoft.com/office/drawing/2014/main" xmlns="" id="{13DADEF9-AF21-FF44-BE17-072235C1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xmlns="" id="{C0C36A94-589E-A54C-A4A3-B52075E06328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xmlns="" id="{A9A4B8BA-23AF-5649-A3E6-D2BC9304C80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xmlns="" id="{1F06564D-8518-8D42-A177-6D185E9763E0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29" name="Rectangle 235">
            <a:extLst>
              <a:ext uri="{FF2B5EF4-FFF2-40B4-BE49-F238E27FC236}">
                <a16:creationId xmlns:a16="http://schemas.microsoft.com/office/drawing/2014/main" xmlns="" id="{3A9A156B-19A0-8342-AF04-25615D3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Text Box 236">
            <a:extLst>
              <a:ext uri="{FF2B5EF4-FFF2-40B4-BE49-F238E27FC236}">
                <a16:creationId xmlns:a16="http://schemas.microsoft.com/office/drawing/2014/main" xmlns="" id="{E294DDA8-9BC1-2C4F-AB17-AAF3914D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231" name="Rectangle 237">
            <a:extLst>
              <a:ext uri="{FF2B5EF4-FFF2-40B4-BE49-F238E27FC236}">
                <a16:creationId xmlns:a16="http://schemas.microsoft.com/office/drawing/2014/main" xmlns="" id="{360D339D-2CD2-AD42-920B-3E6688F7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4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2" name="Rectangle 264">
            <a:extLst>
              <a:ext uri="{FF2B5EF4-FFF2-40B4-BE49-F238E27FC236}">
                <a16:creationId xmlns:a16="http://schemas.microsoft.com/office/drawing/2014/main" xmlns="" id="{BB519C3C-C510-F944-9E31-54655082190E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1126E605-68BC-EB43-9DDC-7055194378DF}"/>
              </a:ext>
            </a:extLst>
          </p:cNvPr>
          <p:cNvGrpSpPr/>
          <p:nvPr/>
        </p:nvGrpSpPr>
        <p:grpSpPr>
          <a:xfrm>
            <a:off x="10039611" y="1993407"/>
            <a:ext cx="1866837" cy="1277498"/>
            <a:chOff x="10039611" y="1800903"/>
            <a:chExt cx="1866837" cy="1277498"/>
          </a:xfrm>
        </p:grpSpPr>
        <p:sp>
          <p:nvSpPr>
            <p:cNvPr id="174" name="Text Box 252">
              <a:extLst>
                <a:ext uri="{FF2B5EF4-FFF2-40B4-BE49-F238E27FC236}">
                  <a16:creationId xmlns:a16="http://schemas.microsoft.com/office/drawing/2014/main" xmlns="" id="{01A1C74C-CAF4-D343-928F-0A92D081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8717" y="2099672"/>
              <a:ext cx="1717731" cy="97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when sending at R/2, some packets are needed retransmissions</a:t>
              </a:r>
            </a:p>
          </p:txBody>
        </p:sp>
        <p:sp>
          <p:nvSpPr>
            <p:cNvPr id="175" name="Line 253">
              <a:extLst>
                <a:ext uri="{FF2B5EF4-FFF2-40B4-BE49-F238E27FC236}">
                  <a16:creationId xmlns:a16="http://schemas.microsoft.com/office/drawing/2014/main" xmlns="" id="{08A19883-389A-0744-90AC-A2F43EE8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39611" y="1800903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xmlns="" id="{926AA148-B0D7-CC4E-9816-B84A671E16CE}"/>
              </a:ext>
            </a:extLst>
          </p:cNvPr>
          <p:cNvGrpSpPr/>
          <p:nvPr/>
        </p:nvGrpSpPr>
        <p:grpSpPr>
          <a:xfrm>
            <a:off x="7361453" y="1392684"/>
            <a:ext cx="3100386" cy="2791471"/>
            <a:chOff x="10662918" y="1488938"/>
            <a:chExt cx="3100386" cy="2791471"/>
          </a:xfrm>
        </p:grpSpPr>
        <p:sp>
          <p:nvSpPr>
            <p:cNvPr id="177" name="Freeform 245">
              <a:extLst>
                <a:ext uri="{FF2B5EF4-FFF2-40B4-BE49-F238E27FC236}">
                  <a16:creationId xmlns:a16="http://schemas.microsoft.com/office/drawing/2014/main" xmlns="" id="{F3B393A3-F432-5143-B5C5-92241ECA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80" y="2035401"/>
              <a:ext cx="2024019" cy="1604948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8" name="Group 246">
              <a:extLst>
                <a:ext uri="{FF2B5EF4-FFF2-40B4-BE49-F238E27FC236}">
                  <a16:creationId xmlns:a16="http://schemas.microsoft.com/office/drawing/2014/main" xmlns="" id="{AAE2772B-88A3-794C-B173-B78F63EB2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7700" y="3606746"/>
              <a:ext cx="458788" cy="400051"/>
              <a:chOff x="3583" y="1761"/>
              <a:chExt cx="289" cy="252"/>
            </a:xfrm>
          </p:grpSpPr>
          <p:sp>
            <p:nvSpPr>
              <p:cNvPr id="192" name="Text Box 247">
                <a:extLst>
                  <a:ext uri="{FF2B5EF4-FFF2-40B4-BE49-F238E27FC236}">
                    <a16:creationId xmlns:a16="http://schemas.microsoft.com/office/drawing/2014/main" xmlns="" id="{0CD967AF-AE53-0141-B763-822463304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193" name="Line 248">
                <a:extLst>
                  <a:ext uri="{FF2B5EF4-FFF2-40B4-BE49-F238E27FC236}">
                    <a16:creationId xmlns:a16="http://schemas.microsoft.com/office/drawing/2014/main" xmlns="" id="{8D1623B3-54DC-FF40-A9ED-596362B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9" name="Line 278">
              <a:extLst>
                <a:ext uri="{FF2B5EF4-FFF2-40B4-BE49-F238E27FC236}">
                  <a16:creationId xmlns:a16="http://schemas.microsoft.com/office/drawing/2014/main" xmlns="" id="{2DAB427C-45D4-6A41-80B1-CB2A86EF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34" y="14889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Line 280">
              <a:extLst>
                <a:ext uri="{FF2B5EF4-FFF2-40B4-BE49-F238E27FC236}">
                  <a16:creationId xmlns:a16="http://schemas.microsoft.com/office/drawing/2014/main" xmlns="" id="{76DB589D-7977-134C-A4C6-CBB6678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4022" y="17252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281">
              <a:extLst>
                <a:ext uri="{FF2B5EF4-FFF2-40B4-BE49-F238E27FC236}">
                  <a16:creationId xmlns:a16="http://schemas.microsoft.com/office/drawing/2014/main" xmlns="" id="{4582F97F-DEC6-1042-84F8-230A0E72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891" y="16661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Line 282">
              <a:extLst>
                <a:ext uri="{FF2B5EF4-FFF2-40B4-BE49-F238E27FC236}">
                  <a16:creationId xmlns:a16="http://schemas.microsoft.com/office/drawing/2014/main" xmlns="" id="{E27607A2-A55D-1E4E-A7DC-D02F627E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0974" y="16661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3" name="Line 283">
              <a:extLst>
                <a:ext uri="{FF2B5EF4-FFF2-40B4-BE49-F238E27FC236}">
                  <a16:creationId xmlns:a16="http://schemas.microsoft.com/office/drawing/2014/main" xmlns="" id="{8DD37E8C-1915-D049-AB47-171918ED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8401" y="36479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Text Box 284">
              <a:extLst>
                <a:ext uri="{FF2B5EF4-FFF2-40B4-BE49-F238E27FC236}">
                  <a16:creationId xmlns:a16="http://schemas.microsoft.com/office/drawing/2014/main" xmlns="" id="{373B57A0-6A99-7640-8562-A14FEDE2B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18" y="14916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85" name="Text Box 286">
              <a:extLst>
                <a:ext uri="{FF2B5EF4-FFF2-40B4-BE49-F238E27FC236}">
                  <a16:creationId xmlns:a16="http://schemas.microsoft.com/office/drawing/2014/main" xmlns="" id="{A39B50BF-5EFF-0045-ADB3-B4F28E92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693131" y="16209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186" name="Line 288">
              <a:extLst>
                <a:ext uri="{FF2B5EF4-FFF2-40B4-BE49-F238E27FC236}">
                  <a16:creationId xmlns:a16="http://schemas.microsoft.com/office/drawing/2014/main" xmlns="" id="{55EB893A-4478-7D4E-A2A8-A5437DE0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0864" y="1668859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xmlns="" id="{0D3A43B7-67EB-8149-8177-63ACBDAC0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7601" y="36263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xmlns="" id="{8C6ED6D6-A137-9B42-BF4F-C72EBCC66029}"/>
                </a:ext>
              </a:extLst>
            </p:cNvPr>
            <p:cNvSpPr txBox="1"/>
            <p:nvPr/>
          </p:nvSpPr>
          <p:spPr>
            <a:xfrm rot="16200000">
              <a:off x="10440763" y="27080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xmlns="" id="{A51FB1CF-649B-CC49-BACE-97B8B3CDE942}"/>
                </a:ext>
              </a:extLst>
            </p:cNvPr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0" name="Text Box 285">
              <a:extLst>
                <a:ext uri="{FF2B5EF4-FFF2-40B4-BE49-F238E27FC236}">
                  <a16:creationId xmlns:a16="http://schemas.microsoft.com/office/drawing/2014/main" xmlns="" id="{C633E812-6FC0-C24F-B90C-3885051F0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181" y="37648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xmlns="" id="{DB7FD550-F812-2E40-88E3-303D39E6D2EA}"/>
                </a:ext>
              </a:extLst>
            </p:cNvPr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4" name="Line 288">
              <a:extLst>
                <a:ext uri="{FF2B5EF4-FFF2-40B4-BE49-F238E27FC236}">
                  <a16:creationId xmlns:a16="http://schemas.microsoft.com/office/drawing/2014/main" xmlns="" id="{D53B1774-03D5-BD4B-9BCD-E50D15DB4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1558" y="2061890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9628093C-FFB3-054E-B64A-1E3835241090}"/>
              </a:ext>
            </a:extLst>
          </p:cNvPr>
          <p:cNvSpPr/>
          <p:nvPr/>
        </p:nvSpPr>
        <p:spPr>
          <a:xfrm rot="19191287">
            <a:off x="7883091" y="2781701"/>
            <a:ext cx="1203158" cy="529390"/>
          </a:xfrm>
          <a:prstGeom prst="ellipse">
            <a:avLst/>
          </a:prstGeom>
          <a:noFill/>
          <a:ln w="25400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B6200A7-EAB4-A446-B925-6AAC42752BAA}"/>
              </a:ext>
            </a:extLst>
          </p:cNvPr>
          <p:cNvSpPr/>
          <p:nvPr/>
        </p:nvSpPr>
        <p:spPr>
          <a:xfrm>
            <a:off x="9577137" y="1414913"/>
            <a:ext cx="866274" cy="866274"/>
          </a:xfrm>
          <a:prstGeom prst="ellipse">
            <a:avLst/>
          </a:prstGeom>
          <a:noFill/>
          <a:ln w="28575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D654E839-2366-974D-AA53-9D5D4AA79583}"/>
              </a:ext>
            </a:extLst>
          </p:cNvPr>
          <p:cNvGrpSpPr/>
          <p:nvPr/>
        </p:nvGrpSpPr>
        <p:grpSpPr>
          <a:xfrm>
            <a:off x="10048776" y="1568677"/>
            <a:ext cx="1915427" cy="480131"/>
            <a:chOff x="10048776" y="1376173"/>
            <a:chExt cx="1915427" cy="480131"/>
          </a:xfrm>
          <a:solidFill>
            <a:schemeClr val="bg1"/>
          </a:solidFill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xmlns="" id="{0A993798-9407-6A45-8986-FB364E5661F1}"/>
                </a:ext>
              </a:extLst>
            </p:cNvPr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6" name="Text Box 252">
              <a:extLst>
                <a:ext uri="{FF2B5EF4-FFF2-40B4-BE49-F238E27FC236}">
                  <a16:creationId xmlns:a16="http://schemas.microsoft.com/office/drawing/2014/main" xmlns="" id="{90EEE6E2-B3F9-6740-9FCA-2CF9A84F8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612" y="1376173"/>
              <a:ext cx="1815591" cy="4801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retransmissions</a:t>
              </a:r>
            </a:p>
          </p:txBody>
        </p:sp>
      </p:grpSp>
      <p:sp>
        <p:nvSpPr>
          <p:cNvPr id="195" name="Slide Number Placeholder 2">
            <a:extLst>
              <a:ext uri="{FF2B5EF4-FFF2-40B4-BE49-F238E27FC236}">
                <a16:creationId xmlns:a16="http://schemas.microsoft.com/office/drawing/2014/main" xmlns="" id="{D20A324A-9052-8641-896E-6CAFE67008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6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383 -2.22222E-6 L 0.02383 0.14584 L 0.08542 0.14584 L 0.05716 0.20625 L 0.16237 0.206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20625 L 0.19492 0.20648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20648 L 0.25221 0.20648 L 0.29661 0.11597 L 0.35755 0.12084 L 0.35755 -0.0111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229" grpId="2" animBg="1"/>
      <p:bldP spid="229" grpId="3" animBg="1"/>
      <p:bldP spid="230" grpId="0"/>
      <p:bldP spid="231" grpId="0" animBg="1"/>
      <p:bldP spid="10" grpId="0" animBg="1"/>
      <p:bldP spid="10" grpId="1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xmlns="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xmlns="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xmlns="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xmlns="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xmlns="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xmlns="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xmlns="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xmlns="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xmlns="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xmlns="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xmlns="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xmlns="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xmlns="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xmlns="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xmlns="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xmlns="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xmlns="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xmlns="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xmlns="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xmlns="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xmlns="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xmlns="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xmlns="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xmlns="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xmlns="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xmlns="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xmlns="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xmlns="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xmlns="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xmlns="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xmlns="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xmlns="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xmlns="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xmlns="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xmlns="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xmlns="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xmlns="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xmlns="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xmlns="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xmlns="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xmlns="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xmlns="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xmlns="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xmlns="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xmlns="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xmlns="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xmlns="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xmlns="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xmlns="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xmlns="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xmlns="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xmlns="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xmlns="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xmlns="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xmlns="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xmlns="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xmlns="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xmlns="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xmlns="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xmlns="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xmlns="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xmlns="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xmlns="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xmlns="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xmlns="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xmlns="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xmlns="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xmlns="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xmlns="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xmlns="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xmlns="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xmlns="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xmlns="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xmlns="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xmlns="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xmlns="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xmlns="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xmlns="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xmlns="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xmlns="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xmlns="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xmlns="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xmlns="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xmlns="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xmlns="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xmlns="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xmlns="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xmlns="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xmlns="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xmlns="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xmlns="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xmlns="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xmlns="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xmlns="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xmlns="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xmlns="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xmlns="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xmlns="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xmlns="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xmlns="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xmlns="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xmlns="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xmlns="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xmlns="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xmlns="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xmlns="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xmlns="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xmlns="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xmlns="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xmlns="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xmlns="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xmlns="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xmlns="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xmlns="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xmlns="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xmlns="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xmlns="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xmlns="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xmlns="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xmlns="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xmlns="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xmlns="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xmlns="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xmlns="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xmlns="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xmlns="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xmlns="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xmlns="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xmlns="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xmlns="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xmlns="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xmlns="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xmlns="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xmlns="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xmlns="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xmlns="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xmlns="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xmlns="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xmlns="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xmlns="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xmlns="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xmlns="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xmlns="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xmlns="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xmlns="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xmlns="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xmlns="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xmlns="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xmlns="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xmlns="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xmlns="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xmlns="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xmlns="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xmlns="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xmlns="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xmlns="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xmlns="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xmlns="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xmlns="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xmlns="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567624B7-6B20-F845-9C41-4CC182257E49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98" name="Text Box 259">
              <a:extLst>
                <a:ext uri="{FF2B5EF4-FFF2-40B4-BE49-F238E27FC236}">
                  <a16:creationId xmlns:a16="http://schemas.microsoft.com/office/drawing/2014/main" xmlns="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:a16="http://schemas.microsoft.com/office/drawing/2014/main" xmlns="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BEA05CA9-3FA3-BF4C-A8E9-55EEC000887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224" name="Text Box 252">
              <a:extLst>
                <a:ext uri="{FF2B5EF4-FFF2-40B4-BE49-F238E27FC236}">
                  <a16:creationId xmlns:a16="http://schemas.microsoft.com/office/drawing/2014/main" xmlns="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:a16="http://schemas.microsoft.com/office/drawing/2014/main" xmlns="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12B126A1-4A79-F34D-A071-BDA969124FB9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204" name="Freeform 245">
              <a:extLst>
                <a:ext uri="{FF2B5EF4-FFF2-40B4-BE49-F238E27FC236}">
                  <a16:creationId xmlns:a16="http://schemas.microsoft.com/office/drawing/2014/main" xmlns="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:a16="http://schemas.microsoft.com/office/drawing/2014/main" xmlns="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:a16="http://schemas.microsoft.com/office/drawing/2014/main" xmlns="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:a16="http://schemas.microsoft.com/office/drawing/2014/main" xmlns="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:a16="http://schemas.microsoft.com/office/drawing/2014/main" xmlns="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:a16="http://schemas.microsoft.com/office/drawing/2014/main" xmlns="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:a16="http://schemas.microsoft.com/office/drawing/2014/main" xmlns="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:a16="http://schemas.microsoft.com/office/drawing/2014/main" xmlns="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:a16="http://schemas.microsoft.com/office/drawing/2014/main" xmlns="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:a16="http://schemas.microsoft.com/office/drawing/2014/main" xmlns="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:a16="http://schemas.microsoft.com/office/drawing/2014/main" xmlns="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:a16="http://schemas.microsoft.com/office/drawing/2014/main" xmlns="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xmlns="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xmlns="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xmlns="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:a16="http://schemas.microsoft.com/office/drawing/2014/main" xmlns="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xmlns="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:a16="http://schemas.microsoft.com/office/drawing/2014/main" xmlns="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xmlns="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:a16="http://schemas.microsoft.com/office/drawing/2014/main" xmlns="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xmlns="" id="{78C896B7-6A68-6749-AF49-8349F653C9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8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3" name="Rectangle 261">
            <a:extLst>
              <a:ext uri="{FF2B5EF4-FFF2-40B4-BE49-F238E27FC236}">
                <a16:creationId xmlns:a16="http://schemas.microsoft.com/office/drawing/2014/main" xmlns="" id="{6AE69D83-2632-D345-B492-5CABD223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555" y="3993105"/>
            <a:ext cx="9386733" cy="215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“costs” of congestion: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work (retransmission) for given receiver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unneeded retransmissions: link carries multiple copies of a packet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decreasing maximum achievable 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" name="Rectangle 281">
            <a:extLst>
              <a:ext uri="{FF2B5EF4-FFF2-40B4-BE49-F238E27FC236}">
                <a16:creationId xmlns:a16="http://schemas.microsoft.com/office/drawing/2014/main" xmlns="" id="{7AF2D119-126F-014B-83AA-56B122F0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6B7AE07C-3439-7545-A2C3-573952E4E75C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42" name="Text Box 259">
              <a:extLst>
                <a:ext uri="{FF2B5EF4-FFF2-40B4-BE49-F238E27FC236}">
                  <a16:creationId xmlns:a16="http://schemas.microsoft.com/office/drawing/2014/main" xmlns="" id="{2AE9ED38-872D-1547-B74B-FA1C059CE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43" name="Line 253">
              <a:extLst>
                <a:ext uri="{FF2B5EF4-FFF2-40B4-BE49-F238E27FC236}">
                  <a16:creationId xmlns:a16="http://schemas.microsoft.com/office/drawing/2014/main" xmlns="" id="{302372ED-29BD-194D-AEA3-543827366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BE09E8EF-02E1-6F46-BE6F-8AF28BC68C9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45" name="Text Box 252">
              <a:extLst>
                <a:ext uri="{FF2B5EF4-FFF2-40B4-BE49-F238E27FC236}">
                  <a16:creationId xmlns:a16="http://schemas.microsoft.com/office/drawing/2014/main" xmlns="" id="{6A8395FC-23AA-CB40-9968-49995B9F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xmlns="" id="{3BBD7799-5800-514D-86AF-59DCDFAD00C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6D112B15-760C-5944-93D0-8A37C930F004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48" name="Freeform 245">
              <a:extLst>
                <a:ext uri="{FF2B5EF4-FFF2-40B4-BE49-F238E27FC236}">
                  <a16:creationId xmlns:a16="http://schemas.microsoft.com/office/drawing/2014/main" xmlns="" id="{56604969-6E93-9D4E-BD54-3ABD094C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" name="Group 246">
              <a:extLst>
                <a:ext uri="{FF2B5EF4-FFF2-40B4-BE49-F238E27FC236}">
                  <a16:creationId xmlns:a16="http://schemas.microsoft.com/office/drawing/2014/main" xmlns="" id="{A189611D-8FA6-F342-BD61-72FA3E8C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66" name="Text Box 247">
                <a:extLst>
                  <a:ext uri="{FF2B5EF4-FFF2-40B4-BE49-F238E27FC236}">
                    <a16:creationId xmlns:a16="http://schemas.microsoft.com/office/drawing/2014/main" xmlns="" id="{AC89A5F8-BCE7-8D47-A01F-9B344BD27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67" name="Line 248">
                <a:extLst>
                  <a:ext uri="{FF2B5EF4-FFF2-40B4-BE49-F238E27FC236}">
                    <a16:creationId xmlns:a16="http://schemas.microsoft.com/office/drawing/2014/main" xmlns="" id="{133A846F-DD32-BE46-BC1E-FCEF48975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Line 278">
              <a:extLst>
                <a:ext uri="{FF2B5EF4-FFF2-40B4-BE49-F238E27FC236}">
                  <a16:creationId xmlns:a16="http://schemas.microsoft.com/office/drawing/2014/main" xmlns="" id="{B2180F82-DB0B-BA4F-B74F-C2A5839E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280">
              <a:extLst>
                <a:ext uri="{FF2B5EF4-FFF2-40B4-BE49-F238E27FC236}">
                  <a16:creationId xmlns:a16="http://schemas.microsoft.com/office/drawing/2014/main" xmlns="" id="{1336F3E0-C2F4-B745-A742-6A3442BBC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 281">
              <a:extLst>
                <a:ext uri="{FF2B5EF4-FFF2-40B4-BE49-F238E27FC236}">
                  <a16:creationId xmlns:a16="http://schemas.microsoft.com/office/drawing/2014/main" xmlns="" id="{76483204-6679-0C46-979F-64F97B2FE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282">
              <a:extLst>
                <a:ext uri="{FF2B5EF4-FFF2-40B4-BE49-F238E27FC236}">
                  <a16:creationId xmlns:a16="http://schemas.microsoft.com/office/drawing/2014/main" xmlns="" id="{BEE9156E-74A8-6943-94B3-7700EC03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" name="Line 283">
              <a:extLst>
                <a:ext uri="{FF2B5EF4-FFF2-40B4-BE49-F238E27FC236}">
                  <a16:creationId xmlns:a16="http://schemas.microsoft.com/office/drawing/2014/main" xmlns="" id="{5E6BFEC0-DE88-B94E-8423-A3D45283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Text Box 284">
              <a:extLst>
                <a:ext uri="{FF2B5EF4-FFF2-40B4-BE49-F238E27FC236}">
                  <a16:creationId xmlns:a16="http://schemas.microsoft.com/office/drawing/2014/main" xmlns="" id="{100A63B1-F092-9049-BD5D-F838C3B7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56" name="Text Box 286">
              <a:extLst>
                <a:ext uri="{FF2B5EF4-FFF2-40B4-BE49-F238E27FC236}">
                  <a16:creationId xmlns:a16="http://schemas.microsoft.com/office/drawing/2014/main" xmlns="" id="{7D1E47C8-D6ED-C94B-BC2F-5EAB5CEDE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57" name="Line 288">
              <a:extLst>
                <a:ext uri="{FF2B5EF4-FFF2-40B4-BE49-F238E27FC236}">
                  <a16:creationId xmlns:a16="http://schemas.microsoft.com/office/drawing/2014/main" xmlns="" id="{0E2D5F21-D6F0-C540-A957-E688D74A8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xmlns="" id="{077CB1B6-2EC1-3F4E-98A5-C5243ED36777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678BBF6F-1BF2-E34A-BB63-6CE7DC7FAFC6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xmlns="" id="{8E09E356-3ED0-0441-85EB-9F2DD26A2A2E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Text Box 285">
              <a:extLst>
                <a:ext uri="{FF2B5EF4-FFF2-40B4-BE49-F238E27FC236}">
                  <a16:creationId xmlns:a16="http://schemas.microsoft.com/office/drawing/2014/main" xmlns="" id="{B150A84A-761E-204D-92C1-25DEA63E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xmlns="" id="{966E84B0-D850-A24D-AE64-115C19BE83C3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Line 288">
              <a:extLst>
                <a:ext uri="{FF2B5EF4-FFF2-40B4-BE49-F238E27FC236}">
                  <a16:creationId xmlns:a16="http://schemas.microsoft.com/office/drawing/2014/main" xmlns="" id="{AC507C50-A700-6544-8A0E-A27D638B5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B951CECB-9FA3-0543-B003-2298FE867A0A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Line 288">
              <a:extLst>
                <a:ext uri="{FF2B5EF4-FFF2-40B4-BE49-F238E27FC236}">
                  <a16:creationId xmlns:a16="http://schemas.microsoft.com/office/drawing/2014/main" xmlns="" id="{EE8235DB-C263-4B47-8EDD-99EF35F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xmlns="" id="{684A97D3-F9E5-B54D-ACCA-432EDB0F25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7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reeform 354">
            <a:extLst>
              <a:ext uri="{FF2B5EF4-FFF2-40B4-BE49-F238E27FC236}">
                <a16:creationId xmlns:a16="http://schemas.microsoft.com/office/drawing/2014/main" xmlns="" id="{FA3A6278-DB89-0C41-A34C-36879DB1B579}"/>
              </a:ext>
            </a:extLst>
          </p:cNvPr>
          <p:cNvSpPr>
            <a:spLocks/>
          </p:cNvSpPr>
          <p:nvPr/>
        </p:nvSpPr>
        <p:spPr bwMode="auto">
          <a:xfrm flipH="1">
            <a:off x="3903164" y="3127613"/>
            <a:ext cx="169456" cy="104273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153 h 9200"/>
              <a:gd name="connsiteX1" fmla="*/ 1373 w 10000"/>
              <a:gd name="connsiteY1" fmla="*/ 0 h 9200"/>
              <a:gd name="connsiteX2" fmla="*/ 0 w 10000"/>
              <a:gd name="connsiteY2" fmla="*/ 8733 h 9200"/>
              <a:gd name="connsiteX3" fmla="*/ 5082 w 10000"/>
              <a:gd name="connsiteY3" fmla="*/ 9200 h 9200"/>
              <a:gd name="connsiteX4" fmla="*/ 10000 w 10000"/>
              <a:gd name="connsiteY4" fmla="*/ 9153 h 9200"/>
              <a:gd name="connsiteX0" fmla="*/ 8955 w 8955"/>
              <a:gd name="connsiteY0" fmla="*/ 9949 h 10000"/>
              <a:gd name="connsiteX1" fmla="*/ 328 w 8955"/>
              <a:gd name="connsiteY1" fmla="*/ 0 h 10000"/>
              <a:gd name="connsiteX2" fmla="*/ 0 w 8955"/>
              <a:gd name="connsiteY2" fmla="*/ 9416 h 10000"/>
              <a:gd name="connsiteX3" fmla="*/ 4037 w 8955"/>
              <a:gd name="connsiteY3" fmla="*/ 10000 h 10000"/>
              <a:gd name="connsiteX4" fmla="*/ 8955 w 8955"/>
              <a:gd name="connsiteY4" fmla="*/ 9949 h 10000"/>
              <a:gd name="connsiteX0" fmla="*/ 8000 w 8000"/>
              <a:gd name="connsiteY0" fmla="*/ 6998 h 10000"/>
              <a:gd name="connsiteX1" fmla="*/ 366 w 8000"/>
              <a:gd name="connsiteY1" fmla="*/ 0 h 10000"/>
              <a:gd name="connsiteX2" fmla="*/ 0 w 8000"/>
              <a:gd name="connsiteY2" fmla="*/ 9416 h 10000"/>
              <a:gd name="connsiteX3" fmla="*/ 4508 w 8000"/>
              <a:gd name="connsiteY3" fmla="*/ 10000 h 10000"/>
              <a:gd name="connsiteX4" fmla="*/ 8000 w 8000"/>
              <a:gd name="connsiteY4" fmla="*/ 6998 h 10000"/>
              <a:gd name="connsiteX0" fmla="*/ 10000 w 10000"/>
              <a:gd name="connsiteY0" fmla="*/ 6998 h 11173"/>
              <a:gd name="connsiteX1" fmla="*/ 458 w 10000"/>
              <a:gd name="connsiteY1" fmla="*/ 0 h 11173"/>
              <a:gd name="connsiteX2" fmla="*/ 0 w 10000"/>
              <a:gd name="connsiteY2" fmla="*/ 9416 h 11173"/>
              <a:gd name="connsiteX3" fmla="*/ 9177 w 10000"/>
              <a:gd name="connsiteY3" fmla="*/ 11173 h 11173"/>
              <a:gd name="connsiteX4" fmla="*/ 10000 w 10000"/>
              <a:gd name="connsiteY4" fmla="*/ 6998 h 1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3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xmlns="" id="{F857C4E7-5B60-F84D-8BB4-B434B73070E5}"/>
              </a:ext>
            </a:extLst>
          </p:cNvPr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xmlns="" id="{610F1877-CB6B-9747-B11C-1D34E3952E75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xmlns="" id="{5B5CE757-ACFF-904B-89A6-4D678ED16A4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xmlns="" id="{CC2F54B2-D68E-7042-8783-586E9687DE55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xmlns="" id="{4BBC8FE7-5D92-904A-AD63-57FFEB272C6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xmlns="" id="{397117FA-E151-5745-9EB1-3E245C911471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4" name="Freeform 350">
            <a:extLst>
              <a:ext uri="{FF2B5EF4-FFF2-40B4-BE49-F238E27FC236}">
                <a16:creationId xmlns:a16="http://schemas.microsoft.com/office/drawing/2014/main" xmlns="" id="{C5AF13C6-D475-8E42-B46E-37AE6E534B0E}"/>
              </a:ext>
            </a:extLst>
          </p:cNvPr>
          <p:cNvSpPr>
            <a:spLocks/>
          </p:cNvSpPr>
          <p:nvPr/>
        </p:nvSpPr>
        <p:spPr bwMode="auto">
          <a:xfrm flipH="1">
            <a:off x="1898724" y="5081691"/>
            <a:ext cx="195993" cy="100542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0444"/>
              <a:gd name="connsiteX1" fmla="*/ 328 w 10000"/>
              <a:gd name="connsiteY1" fmla="*/ 0 h 10444"/>
              <a:gd name="connsiteX2" fmla="*/ 0 w 10000"/>
              <a:gd name="connsiteY2" fmla="*/ 9533 h 10444"/>
              <a:gd name="connsiteX3" fmla="*/ 7177 w 10000"/>
              <a:gd name="connsiteY3" fmla="*/ 10444 h 10444"/>
              <a:gd name="connsiteX4" fmla="*/ 10000 w 10000"/>
              <a:gd name="connsiteY4" fmla="*/ 9953 h 10444"/>
              <a:gd name="connsiteX0" fmla="*/ 7715 w 7715"/>
              <a:gd name="connsiteY0" fmla="*/ 7822 h 10444"/>
              <a:gd name="connsiteX1" fmla="*/ 328 w 7715"/>
              <a:gd name="connsiteY1" fmla="*/ 0 h 10444"/>
              <a:gd name="connsiteX2" fmla="*/ 0 w 7715"/>
              <a:gd name="connsiteY2" fmla="*/ 9533 h 10444"/>
              <a:gd name="connsiteX3" fmla="*/ 7177 w 7715"/>
              <a:gd name="connsiteY3" fmla="*/ 10444 h 10444"/>
              <a:gd name="connsiteX4" fmla="*/ 7715 w 7715"/>
              <a:gd name="connsiteY4" fmla="*/ 7822 h 10444"/>
              <a:gd name="connsiteX0" fmla="*/ 10740 w 10740"/>
              <a:gd name="connsiteY0" fmla="*/ 7489 h 10000"/>
              <a:gd name="connsiteX1" fmla="*/ 1165 w 10740"/>
              <a:gd name="connsiteY1" fmla="*/ 0 h 10000"/>
              <a:gd name="connsiteX2" fmla="*/ 0 w 10740"/>
              <a:gd name="connsiteY2" fmla="*/ 8788 h 10000"/>
              <a:gd name="connsiteX3" fmla="*/ 10043 w 10740"/>
              <a:gd name="connsiteY3" fmla="*/ 10000 h 10000"/>
              <a:gd name="connsiteX4" fmla="*/ 10740 w 10740"/>
              <a:gd name="connsiteY4" fmla="*/ 7489 h 10000"/>
              <a:gd name="connsiteX0" fmla="*/ 10740 w 10740"/>
              <a:gd name="connsiteY0" fmla="*/ 6979 h 9490"/>
              <a:gd name="connsiteX1" fmla="*/ 424 w 10740"/>
              <a:gd name="connsiteY1" fmla="*/ 0 h 9490"/>
              <a:gd name="connsiteX2" fmla="*/ 0 w 10740"/>
              <a:gd name="connsiteY2" fmla="*/ 8278 h 9490"/>
              <a:gd name="connsiteX3" fmla="*/ 10043 w 10740"/>
              <a:gd name="connsiteY3" fmla="*/ 9490 h 9490"/>
              <a:gd name="connsiteX4" fmla="*/ 10740 w 10740"/>
              <a:gd name="connsiteY4" fmla="*/ 6979 h 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0" h="949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xmlns="" id="{2DB461A9-F46E-8749-BF51-45E92AA6339A}"/>
              </a:ext>
            </a:extLst>
          </p:cNvPr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xmlns="" id="{7D39F858-8BB0-A642-89CC-2F019B33E69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xmlns="" id="{B201F6E9-50D4-2949-B445-79D78C6E2F8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xmlns="" id="{CED38CC1-6A45-214C-BEAA-3AA92EF84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xmlns="" id="{55F19835-EB3A-3D40-8C3C-0E365455DD32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xmlns="" id="{F1796FFE-1845-5840-8B13-398696D75E0E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5" name="Freeform 347">
            <a:extLst>
              <a:ext uri="{FF2B5EF4-FFF2-40B4-BE49-F238E27FC236}">
                <a16:creationId xmlns:a16="http://schemas.microsoft.com/office/drawing/2014/main" xmlns="" id="{84CB63DB-E546-6447-B0B5-8E43F3CC8290}"/>
              </a:ext>
            </a:extLst>
          </p:cNvPr>
          <p:cNvSpPr>
            <a:spLocks/>
          </p:cNvSpPr>
          <p:nvPr/>
        </p:nvSpPr>
        <p:spPr bwMode="auto">
          <a:xfrm>
            <a:off x="8102599" y="5226097"/>
            <a:ext cx="168983" cy="112254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1066"/>
              <a:gd name="connsiteX1" fmla="*/ 328 w 10000"/>
              <a:gd name="connsiteY1" fmla="*/ 0 h 11066"/>
              <a:gd name="connsiteX2" fmla="*/ 0 w 10000"/>
              <a:gd name="connsiteY2" fmla="*/ 9533 h 11066"/>
              <a:gd name="connsiteX3" fmla="*/ 6605 w 10000"/>
              <a:gd name="connsiteY3" fmla="*/ 11066 h 11066"/>
              <a:gd name="connsiteX4" fmla="*/ 10000 w 10000"/>
              <a:gd name="connsiteY4" fmla="*/ 9953 h 11066"/>
              <a:gd name="connsiteX0" fmla="*/ 7144 w 7144"/>
              <a:gd name="connsiteY0" fmla="*/ 7022 h 11066"/>
              <a:gd name="connsiteX1" fmla="*/ 328 w 7144"/>
              <a:gd name="connsiteY1" fmla="*/ 0 h 11066"/>
              <a:gd name="connsiteX2" fmla="*/ 0 w 7144"/>
              <a:gd name="connsiteY2" fmla="*/ 9533 h 11066"/>
              <a:gd name="connsiteX3" fmla="*/ 6605 w 7144"/>
              <a:gd name="connsiteY3" fmla="*/ 11066 h 11066"/>
              <a:gd name="connsiteX4" fmla="*/ 7144 w 7144"/>
              <a:gd name="connsiteY4" fmla="*/ 7022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4" h="11066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xmlns="" id="{EECEBAA5-183F-9943-8745-DBAE2D8B7061}"/>
              </a:ext>
            </a:extLst>
          </p:cNvPr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xmlns="" id="{9D6A6B6B-5FD6-2346-A3EE-BD1582FAB00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xmlns="" id="{0F3D8B01-03BD-E34A-BAFB-7952B32F927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xmlns="" id="{0BDB3107-533F-3542-94CF-BC06F61D2FD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xmlns="" id="{64DC87E4-F7BE-8A4B-91C3-596857C5FB1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xmlns="" id="{77C12250-985A-8B45-B946-123BAC2C8B7B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6" name="Freeform 344">
            <a:extLst>
              <a:ext uri="{FF2B5EF4-FFF2-40B4-BE49-F238E27FC236}">
                <a16:creationId xmlns:a16="http://schemas.microsoft.com/office/drawing/2014/main" xmlns="" id="{F7EB3EDB-2BCE-F949-BF32-4926B0702E72}"/>
              </a:ext>
            </a:extLst>
          </p:cNvPr>
          <p:cNvSpPr>
            <a:spLocks/>
          </p:cNvSpPr>
          <p:nvPr/>
        </p:nvSpPr>
        <p:spPr bwMode="auto">
          <a:xfrm>
            <a:off x="8572023" y="3216064"/>
            <a:ext cx="223031" cy="124417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429 w 9429"/>
              <a:gd name="connsiteY0" fmla="*/ 8488 h 10000"/>
              <a:gd name="connsiteX1" fmla="*/ 328 w 9429"/>
              <a:gd name="connsiteY1" fmla="*/ 0 h 10000"/>
              <a:gd name="connsiteX2" fmla="*/ 0 w 9429"/>
              <a:gd name="connsiteY2" fmla="*/ 9533 h 10000"/>
              <a:gd name="connsiteX3" fmla="*/ 5082 w 9429"/>
              <a:gd name="connsiteY3" fmla="*/ 10000 h 10000"/>
              <a:gd name="connsiteX4" fmla="*/ 9429 w 9429"/>
              <a:gd name="connsiteY4" fmla="*/ 8488 h 10000"/>
              <a:gd name="connsiteX0" fmla="*/ 10000 w 10000"/>
              <a:gd name="connsiteY0" fmla="*/ 8488 h 12265"/>
              <a:gd name="connsiteX1" fmla="*/ 348 w 10000"/>
              <a:gd name="connsiteY1" fmla="*/ 0 h 12265"/>
              <a:gd name="connsiteX2" fmla="*/ 0 w 10000"/>
              <a:gd name="connsiteY2" fmla="*/ 9533 h 12265"/>
              <a:gd name="connsiteX3" fmla="*/ 9025 w 10000"/>
              <a:gd name="connsiteY3" fmla="*/ 12265 h 12265"/>
              <a:gd name="connsiteX4" fmla="*/ 10000 w 10000"/>
              <a:gd name="connsiteY4" fmla="*/ 8488 h 1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2265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173" name="Rectangle 3">
            <a:extLst>
              <a:ext uri="{FF2B5EF4-FFF2-40B4-BE49-F238E27FC236}">
                <a16:creationId xmlns:a16="http://schemas.microsoft.com/office/drawing/2014/main" xmlns="" id="{99753E1D-5DEC-E947-8B37-6AF7D72D62A8}"/>
              </a:ext>
            </a:extLst>
          </p:cNvPr>
          <p:cNvSpPr txBox="1">
            <a:spLocks noChangeArrowheads="1"/>
          </p:cNvSpPr>
          <p:nvPr/>
        </p:nvSpPr>
        <p:spPr>
          <a:xfrm>
            <a:off x="936625" y="1320799"/>
            <a:ext cx="3787775" cy="1247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multi-hop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paths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timeout/retransmit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Rectangle 7">
            <a:extLst>
              <a:ext uri="{FF2B5EF4-FFF2-40B4-BE49-F238E27FC236}">
                <a16:creationId xmlns:a16="http://schemas.microsoft.com/office/drawing/2014/main" xmlns="" id="{2D1E8573-2F28-9941-A79E-BF2F0474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happens as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Rectangle 356">
            <a:extLst>
              <a:ext uri="{FF2B5EF4-FFF2-40B4-BE49-F238E27FC236}">
                <a16:creationId xmlns:a16="http://schemas.microsoft.com/office/drawing/2014/main" xmlns="" id="{F4C88F76-884B-3642-8A4C-9AF73E19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261" y="1804940"/>
            <a:ext cx="6994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red 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increases, all arriving blue pkts at upper queue are dropped, blue throughput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 3" pitchFamily="2" charset="2"/>
                <a:ea typeface="ＭＳ Ｐゴシック" panose="020B0600070205080204" pitchFamily="34" charset="-128"/>
                <a:cs typeface="+mn-cs"/>
              </a:rPr>
              <a:t>g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xmlns="" id="{1590867D-F685-4246-ABDB-FB690B552C22}"/>
              </a:ext>
            </a:extLst>
          </p:cNvPr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xmlns="" id="{7E35F043-BF45-9F46-96E3-BB3ADBEDD6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xmlns="" id="{A5ADF05E-2312-1D4F-9BE0-1759E9B9353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xmlns="" id="{7FACC5C7-906C-2B46-A172-006761C86F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0" name="Freeform 1039">
                <a:extLst>
                  <a:ext uri="{FF2B5EF4-FFF2-40B4-BE49-F238E27FC236}">
                    <a16:creationId xmlns:a16="http://schemas.microsoft.com/office/drawing/2014/main" xmlns="" id="{9AAEEAEF-FEE3-4C4F-A60E-ECD453E41A3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xmlns="" id="{848C9694-3AFB-E942-B20A-3BD722A410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xmlns="" id="{17CFC228-2824-994D-9EA7-CCABCA1A5A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xmlns="" id="{A7328784-CE2A-0440-8AE9-F80D315E67D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xmlns="" id="{D5682828-EA87-794F-BF60-819D7667E9EF}"/>
              </a:ext>
            </a:extLst>
          </p:cNvPr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xmlns="" id="{2056B1E8-7373-0941-8FA2-77B0D784D6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xmlns="" id="{9FDCC5D4-EA9B-9746-A480-2CC5325E9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xmlns="" id="{570F0FCB-D968-1148-B306-F399F70F82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2" name="Freeform 1031">
                <a:extLst>
                  <a:ext uri="{FF2B5EF4-FFF2-40B4-BE49-F238E27FC236}">
                    <a16:creationId xmlns:a16="http://schemas.microsoft.com/office/drawing/2014/main" xmlns="" id="{418B1C5D-5D51-3B49-BAC8-5A977E7BF6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3" name="Freeform 1032">
                <a:extLst>
                  <a:ext uri="{FF2B5EF4-FFF2-40B4-BE49-F238E27FC236}">
                    <a16:creationId xmlns:a16="http://schemas.microsoft.com/office/drawing/2014/main" xmlns="" id="{D6476B65-5B26-6F41-9399-FA6E2A0A7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xmlns="" id="{3336FA20-F9EA-F640-8683-B36DE04C42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xmlns="" id="{F1C9D141-A007-CC4B-AC95-C03639BD62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xmlns="" id="{1972653F-0F1B-604A-B76F-A5AB75CE116D}"/>
              </a:ext>
            </a:extLst>
          </p:cNvPr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xmlns="" id="{14F756BD-3FD8-EF4A-ACB9-4374306B1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xmlns="" id="{8C7BD2BF-04E8-E048-B37B-2EF4588E9F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xmlns="" id="{2F0EBD81-A812-B54E-87D7-F2A2A0F735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xmlns="" id="{DA0350AD-6BDD-8742-AD54-D31903BFFBC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xmlns="" id="{3882FE62-2EF4-8345-A049-B867546B97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0" name="Freeform 1009">
                <a:extLst>
                  <a:ext uri="{FF2B5EF4-FFF2-40B4-BE49-F238E27FC236}">
                    <a16:creationId xmlns:a16="http://schemas.microsoft.com/office/drawing/2014/main" xmlns="" id="{323E0DB7-EDAB-4B44-8CD0-AA680735E8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1" name="Freeform 1010">
                <a:extLst>
                  <a:ext uri="{FF2B5EF4-FFF2-40B4-BE49-F238E27FC236}">
                    <a16:creationId xmlns:a16="http://schemas.microsoft.com/office/drawing/2014/main" xmlns="" id="{859E3ACC-40C8-9E4B-909F-00901CF258D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7" name="Text Box 14">
            <a:extLst>
              <a:ext uri="{FF2B5EF4-FFF2-40B4-BE49-F238E27FC236}">
                <a16:creationId xmlns:a16="http://schemas.microsoft.com/office/drawing/2014/main" xmlns="" id="{A3C80523-A3C7-5A48-AF35-91A54191B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361" y="3661938"/>
            <a:ext cx="19129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finite shared output link buffers</a:t>
            </a:r>
          </a:p>
        </p:txBody>
      </p:sp>
      <p:sp>
        <p:nvSpPr>
          <p:cNvPr id="678" name="Line 15">
            <a:extLst>
              <a:ext uri="{FF2B5EF4-FFF2-40B4-BE49-F238E27FC236}">
                <a16:creationId xmlns:a16="http://schemas.microsoft.com/office/drawing/2014/main" xmlns="" id="{A54ED1D9-7AF8-1C46-92BF-64AB53B44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3" y="4113259"/>
            <a:ext cx="923925" cy="866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7" name="Text Box 65">
            <a:extLst>
              <a:ext uri="{FF2B5EF4-FFF2-40B4-BE49-F238E27FC236}">
                <a16:creationId xmlns:a16="http://schemas.microsoft.com/office/drawing/2014/main" xmlns="" id="{A6D6C3CB-B52A-B540-B712-B3A1C654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</a:p>
        </p:txBody>
      </p:sp>
      <p:sp>
        <p:nvSpPr>
          <p:cNvPr id="688" name="Line 67">
            <a:extLst>
              <a:ext uri="{FF2B5EF4-FFF2-40B4-BE49-F238E27FC236}">
                <a16:creationId xmlns:a16="http://schemas.microsoft.com/office/drawing/2014/main" xmlns="" id="{4C1968E6-EC62-094F-BD83-D9CA6A530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8129" y="6103982"/>
            <a:ext cx="246257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6" name="Line 117">
            <a:extLst>
              <a:ext uri="{FF2B5EF4-FFF2-40B4-BE49-F238E27FC236}">
                <a16:creationId xmlns:a16="http://schemas.microsoft.com/office/drawing/2014/main" xmlns="" id="{52940752-F616-324B-80EA-ECAB405BF3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8" y="4543472"/>
            <a:ext cx="1357312" cy="174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7" name="Line 118">
            <a:extLst>
              <a:ext uri="{FF2B5EF4-FFF2-40B4-BE49-F238E27FC236}">
                <a16:creationId xmlns:a16="http://schemas.microsoft.com/office/drawing/2014/main" xmlns="" id="{C9FD2B0B-C893-774C-980F-8CD9C6DDB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2375" y="4560933"/>
            <a:ext cx="89535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8" name="Line 119">
            <a:extLst>
              <a:ext uri="{FF2B5EF4-FFF2-40B4-BE49-F238E27FC236}">
                <a16:creationId xmlns:a16="http://schemas.microsoft.com/office/drawing/2014/main" xmlns="" id="{6C25B7AE-261A-0646-8C1E-3F48F28CC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1112" y="4073832"/>
            <a:ext cx="1337545" cy="13538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9" name="Line 120">
            <a:extLst>
              <a:ext uri="{FF2B5EF4-FFF2-40B4-BE49-F238E27FC236}">
                <a16:creationId xmlns:a16="http://schemas.microsoft.com/office/drawing/2014/main" xmlns="" id="{323341B4-BD94-8040-82E9-99EC24A845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7685" y="4077626"/>
            <a:ext cx="4397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478B0D0-619F-7349-B4E5-DCEC3A9A7101}"/>
              </a:ext>
            </a:extLst>
          </p:cNvPr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753" name="Text Box 216">
              <a:extLst>
                <a:ext uri="{FF2B5EF4-FFF2-40B4-BE49-F238E27FC236}">
                  <a16:creationId xmlns:a16="http://schemas.microsoft.com/office/drawing/2014/main" xmlns="" id="{586CD15E-9DCF-2242-ADC7-0EBB063D0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4" name="Line 217">
              <a:extLst>
                <a:ext uri="{FF2B5EF4-FFF2-40B4-BE49-F238E27FC236}">
                  <a16:creationId xmlns:a16="http://schemas.microsoft.com/office/drawing/2014/main" xmlns="" id="{676E6049-2186-D442-B4B2-91F3161E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991" y="5195577"/>
              <a:ext cx="200025" cy="219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5" name="Line 218">
            <a:extLst>
              <a:ext uri="{FF2B5EF4-FFF2-40B4-BE49-F238E27FC236}">
                <a16:creationId xmlns:a16="http://schemas.microsoft.com/office/drawing/2014/main" xmlns="" id="{9FC0E2B7-EE1C-0D41-8103-C8FCB3F9E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9988" y="4162002"/>
            <a:ext cx="7937" cy="2433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9" name="Line 242">
            <a:extLst>
              <a:ext uri="{FF2B5EF4-FFF2-40B4-BE49-F238E27FC236}">
                <a16:creationId xmlns:a16="http://schemas.microsoft.com/office/drawing/2014/main" xmlns="" id="{064F47BF-3B0B-DE43-9F0E-D139AF61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5888" y="3475084"/>
            <a:ext cx="276225" cy="15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6" name="Line 270">
            <a:extLst>
              <a:ext uri="{FF2B5EF4-FFF2-40B4-BE49-F238E27FC236}">
                <a16:creationId xmlns:a16="http://schemas.microsoft.com/office/drawing/2014/main" xmlns="" id="{E95CA478-DC80-E94D-871D-F0A47C370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7" y="6084932"/>
            <a:ext cx="2876307" cy="2248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7" name="Line 271">
            <a:extLst>
              <a:ext uri="{FF2B5EF4-FFF2-40B4-BE49-F238E27FC236}">
                <a16:creationId xmlns:a16="http://schemas.microsoft.com/office/drawing/2014/main" xmlns="" id="{27AA192C-A882-6942-AFC6-B10AE7C00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1825" y="5461837"/>
            <a:ext cx="604176" cy="63262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20" name="Group 1019">
            <a:extLst>
              <a:ext uri="{FF2B5EF4-FFF2-40B4-BE49-F238E27FC236}">
                <a16:creationId xmlns:a16="http://schemas.microsoft.com/office/drawing/2014/main" xmlns="" id="{B351B890-D7B2-6B4A-A54F-9A17DCD4F2A5}"/>
              </a:ext>
            </a:extLst>
          </p:cNvPr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xmlns="" id="{BFA1621A-7C33-1442-AABC-8CA9989EF86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22" name="Oval 1021">
              <a:extLst>
                <a:ext uri="{FF2B5EF4-FFF2-40B4-BE49-F238E27FC236}">
                  <a16:creationId xmlns:a16="http://schemas.microsoft.com/office/drawing/2014/main" xmlns="" id="{B432F96D-DCEA-1940-B3EB-10DC273627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3" name="Group 1022">
              <a:extLst>
                <a:ext uri="{FF2B5EF4-FFF2-40B4-BE49-F238E27FC236}">
                  <a16:creationId xmlns:a16="http://schemas.microsoft.com/office/drawing/2014/main" xmlns="" id="{445733B0-C200-7443-B614-F3CE56262D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4" name="Freeform 1023">
                <a:extLst>
                  <a:ext uri="{FF2B5EF4-FFF2-40B4-BE49-F238E27FC236}">
                    <a16:creationId xmlns:a16="http://schemas.microsoft.com/office/drawing/2014/main" xmlns="" id="{0B7AFB59-A6AA-4745-8FFB-C21D0E37EE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024">
                <a:extLst>
                  <a:ext uri="{FF2B5EF4-FFF2-40B4-BE49-F238E27FC236}">
                    <a16:creationId xmlns:a16="http://schemas.microsoft.com/office/drawing/2014/main" xmlns="" id="{8F342913-D690-FA46-9B73-C46C2CD3D5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025">
                <a:extLst>
                  <a:ext uri="{FF2B5EF4-FFF2-40B4-BE49-F238E27FC236}">
                    <a16:creationId xmlns:a16="http://schemas.microsoft.com/office/drawing/2014/main" xmlns="" id="{743F90F2-19F8-FC4B-B6BF-DAAA5DD031B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xmlns="" id="{75CD2DB9-85B3-D94B-BA98-81974DA70D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44" name="Line 308">
            <a:extLst>
              <a:ext uri="{FF2B5EF4-FFF2-40B4-BE49-F238E27FC236}">
                <a16:creationId xmlns:a16="http://schemas.microsoft.com/office/drawing/2014/main" xmlns="" id="{A454DE4E-2142-C540-BF6A-3FF871591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7728" y="4957809"/>
            <a:ext cx="195171" cy="15551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5" name="Line 309">
            <a:extLst>
              <a:ext uri="{FF2B5EF4-FFF2-40B4-BE49-F238E27FC236}">
                <a16:creationId xmlns:a16="http://schemas.microsoft.com/office/drawing/2014/main" xmlns="" id="{F565347B-4B50-EE43-8424-7BD5F89E8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4" y="5113320"/>
            <a:ext cx="1031875" cy="9827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6" name="Text Box 335">
            <a:extLst>
              <a:ext uri="{FF2B5EF4-FFF2-40B4-BE49-F238E27FC236}">
                <a16:creationId xmlns:a16="http://schemas.microsoft.com/office/drawing/2014/main" xmlns="" id="{EC1F708A-2D5F-F542-854C-75A1D11D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</a:p>
        </p:txBody>
      </p:sp>
      <p:sp>
        <p:nvSpPr>
          <p:cNvPr id="867" name="Text Box 336">
            <a:extLst>
              <a:ext uri="{FF2B5EF4-FFF2-40B4-BE49-F238E27FC236}">
                <a16:creationId xmlns:a16="http://schemas.microsoft.com/office/drawing/2014/main" xmlns="" id="{F2F32402-4562-6C48-A689-4C825751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C</a:t>
            </a:r>
          </a:p>
        </p:txBody>
      </p:sp>
      <p:sp>
        <p:nvSpPr>
          <p:cNvPr id="868" name="Text Box 337">
            <a:extLst>
              <a:ext uri="{FF2B5EF4-FFF2-40B4-BE49-F238E27FC236}">
                <a16:creationId xmlns:a16="http://schemas.microsoft.com/office/drawing/2014/main" xmlns="" id="{A4EB824E-664E-C940-8134-7071C617D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BD4E31C0-E9C7-C340-B3B9-4C96C464E2BC}"/>
              </a:ext>
            </a:extLst>
          </p:cNvPr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sp>
          <p:nvSpPr>
            <p:cNvPr id="752" name="Line 215">
              <a:extLst>
                <a:ext uri="{FF2B5EF4-FFF2-40B4-BE49-F238E27FC236}">
                  <a16:creationId xmlns:a16="http://schemas.microsoft.com/office/drawing/2014/main" xmlns="" id="{EFFD9886-71D4-BB4B-8AB0-19FA954C4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55984"/>
              <a:ext cx="295275" cy="104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1" name="Oval 244">
              <a:extLst>
                <a:ext uri="{FF2B5EF4-FFF2-40B4-BE49-F238E27FC236}">
                  <a16:creationId xmlns:a16="http://schemas.microsoft.com/office/drawing/2014/main" xmlns="" id="{51FAD07D-0B83-F54B-8BC2-AFE24FF0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9" name="Text Box 338">
              <a:extLst>
                <a:ext uri="{FF2B5EF4-FFF2-40B4-BE49-F238E27FC236}">
                  <a16:creationId xmlns:a16="http://schemas.microsoft.com/office/drawing/2014/main" xmlns="" id="{5AE7EEB2-443D-C74D-9FE2-48E45B97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</a:t>
              </a:r>
            </a:p>
          </p:txBody>
        </p:sp>
      </p:grpSp>
      <p:sp>
        <p:nvSpPr>
          <p:cNvPr id="870" name="Line 340">
            <a:extLst>
              <a:ext uri="{FF2B5EF4-FFF2-40B4-BE49-F238E27FC236}">
                <a16:creationId xmlns:a16="http://schemas.microsoft.com/office/drawing/2014/main" xmlns="" id="{F7B1FC1D-7510-1C49-AE6A-C7F69308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3389359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FD507231-6EFD-6A42-9136-D71365EF63D2}"/>
              </a:ext>
            </a:extLst>
          </p:cNvPr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782" name="Oval 245">
              <a:extLst>
                <a:ext uri="{FF2B5EF4-FFF2-40B4-BE49-F238E27FC236}">
                  <a16:creationId xmlns:a16="http://schemas.microsoft.com/office/drawing/2014/main" xmlns="" id="{54248ED4-7799-AC43-BD75-DD6C5002C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3" name="Line 247">
              <a:extLst>
                <a:ext uri="{FF2B5EF4-FFF2-40B4-BE49-F238E27FC236}">
                  <a16:creationId xmlns:a16="http://schemas.microsoft.com/office/drawing/2014/main" xmlns="" id="{E59D074B-1F6E-C14E-AD81-B0177A7E8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1363" y="3322684"/>
              <a:ext cx="304800" cy="38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1" name="Text Box 341">
              <a:extLst>
                <a:ext uri="{FF2B5EF4-FFF2-40B4-BE49-F238E27FC236}">
                  <a16:creationId xmlns:a16="http://schemas.microsoft.com/office/drawing/2014/main" xmlns="" id="{7BFEC39C-D433-1D4D-A184-DDA258B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retransmitted data</a:t>
              </a:r>
            </a:p>
          </p:txBody>
        </p:sp>
      </p:grpSp>
      <p:grpSp>
        <p:nvGrpSpPr>
          <p:cNvPr id="872" name="Group 358">
            <a:extLst>
              <a:ext uri="{FF2B5EF4-FFF2-40B4-BE49-F238E27FC236}">
                <a16:creationId xmlns:a16="http://schemas.microsoft.com/office/drawing/2014/main" xmlns="" id="{B102A184-15F6-9D48-BA25-6DCAD4F95232}"/>
              </a:ext>
            </a:extLst>
          </p:cNvPr>
          <p:cNvGrpSpPr>
            <a:grpSpLocks/>
          </p:cNvGrpSpPr>
          <p:nvPr/>
        </p:nvGrpSpPr>
        <p:grpSpPr bwMode="auto"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873" name="Freeform 359">
              <a:extLst>
                <a:ext uri="{FF2B5EF4-FFF2-40B4-BE49-F238E27FC236}">
                  <a16:creationId xmlns:a16="http://schemas.microsoft.com/office/drawing/2014/main" xmlns="" id="{401A19BA-93A0-5948-83A2-34413A31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4" name="Rectangle 360">
              <a:extLst>
                <a:ext uri="{FF2B5EF4-FFF2-40B4-BE49-F238E27FC236}">
                  <a16:creationId xmlns:a16="http://schemas.microsoft.com/office/drawing/2014/main" xmlns="" id="{29C3A899-DA55-CB48-9E5B-0A9EA5B7F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5" name="Freeform 361">
              <a:extLst>
                <a:ext uri="{FF2B5EF4-FFF2-40B4-BE49-F238E27FC236}">
                  <a16:creationId xmlns:a16="http://schemas.microsoft.com/office/drawing/2014/main" xmlns="" id="{92BBA9EA-E1EC-9642-BC6C-1195963D1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6" name="Freeform 362">
              <a:extLst>
                <a:ext uri="{FF2B5EF4-FFF2-40B4-BE49-F238E27FC236}">
                  <a16:creationId xmlns:a16="http://schemas.microsoft.com/office/drawing/2014/main" xmlns="" id="{F5DE54CC-1A21-7242-893E-5B0F34DDF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7" name="Rectangle 363">
              <a:extLst>
                <a:ext uri="{FF2B5EF4-FFF2-40B4-BE49-F238E27FC236}">
                  <a16:creationId xmlns:a16="http://schemas.microsoft.com/office/drawing/2014/main" xmlns="" id="{AFD98E37-52B9-2A4A-9280-8985F3AB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8" name="Group 364">
              <a:extLst>
                <a:ext uri="{FF2B5EF4-FFF2-40B4-BE49-F238E27FC236}">
                  <a16:creationId xmlns:a16="http://schemas.microsoft.com/office/drawing/2014/main" xmlns="" id="{42B390A1-1CE1-8A44-98E6-EC785C7E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3" name="AutoShape 365">
                <a:extLst>
                  <a:ext uri="{FF2B5EF4-FFF2-40B4-BE49-F238E27FC236}">
                    <a16:creationId xmlns:a16="http://schemas.microsoft.com/office/drawing/2014/main" xmlns="" id="{A81F4F9D-A24D-994F-987A-B13859CE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4" name="AutoShape 366">
                <a:extLst>
                  <a:ext uri="{FF2B5EF4-FFF2-40B4-BE49-F238E27FC236}">
                    <a16:creationId xmlns:a16="http://schemas.microsoft.com/office/drawing/2014/main" xmlns="" id="{9A450662-B29B-9A47-8273-B52413BF1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79" name="Rectangle 367">
              <a:extLst>
                <a:ext uri="{FF2B5EF4-FFF2-40B4-BE49-F238E27FC236}">
                  <a16:creationId xmlns:a16="http://schemas.microsoft.com/office/drawing/2014/main" xmlns="" id="{28F33A87-EA9F-9646-8926-755174B8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0" name="Group 368">
              <a:extLst>
                <a:ext uri="{FF2B5EF4-FFF2-40B4-BE49-F238E27FC236}">
                  <a16:creationId xmlns:a16="http://schemas.microsoft.com/office/drawing/2014/main" xmlns="" id="{F712878E-6028-734C-9CF4-9ED3F9563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" name="AutoShape 369">
                <a:extLst>
                  <a:ext uri="{FF2B5EF4-FFF2-40B4-BE49-F238E27FC236}">
                    <a16:creationId xmlns:a16="http://schemas.microsoft.com/office/drawing/2014/main" xmlns="" id="{D9A0700F-287C-924F-926C-F65682B21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2" name="AutoShape 370">
                <a:extLst>
                  <a:ext uri="{FF2B5EF4-FFF2-40B4-BE49-F238E27FC236}">
                    <a16:creationId xmlns:a16="http://schemas.microsoft.com/office/drawing/2014/main" xmlns="" id="{69D0E01F-131B-AE4E-9FA9-4DEAD09EB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1" name="Rectangle 371">
              <a:extLst>
                <a:ext uri="{FF2B5EF4-FFF2-40B4-BE49-F238E27FC236}">
                  <a16:creationId xmlns:a16="http://schemas.microsoft.com/office/drawing/2014/main" xmlns="" id="{2B5B8250-6B47-8640-9BE0-E536E9BE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2" name="Rectangle 372">
              <a:extLst>
                <a:ext uri="{FF2B5EF4-FFF2-40B4-BE49-F238E27FC236}">
                  <a16:creationId xmlns:a16="http://schemas.microsoft.com/office/drawing/2014/main" xmlns="" id="{4F3ADC46-A0C7-4D41-81C6-E9FEF3D2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3" name="Group 373">
              <a:extLst>
                <a:ext uri="{FF2B5EF4-FFF2-40B4-BE49-F238E27FC236}">
                  <a16:creationId xmlns:a16="http://schemas.microsoft.com/office/drawing/2014/main" xmlns="" id="{DBB62302-BA22-EB43-9800-FDE6BC60A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9" name="AutoShape 374">
                <a:extLst>
                  <a:ext uri="{FF2B5EF4-FFF2-40B4-BE49-F238E27FC236}">
                    <a16:creationId xmlns:a16="http://schemas.microsoft.com/office/drawing/2014/main" xmlns="" id="{073B7F63-6B8F-3C47-98E4-91D899F2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0" name="AutoShape 375">
                <a:extLst>
                  <a:ext uri="{FF2B5EF4-FFF2-40B4-BE49-F238E27FC236}">
                    <a16:creationId xmlns:a16="http://schemas.microsoft.com/office/drawing/2014/main" xmlns="" id="{341A6BBC-F5C1-4A4B-B98C-F7FBC232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4" name="Freeform 376">
              <a:extLst>
                <a:ext uri="{FF2B5EF4-FFF2-40B4-BE49-F238E27FC236}">
                  <a16:creationId xmlns:a16="http://schemas.microsoft.com/office/drawing/2014/main" xmlns="" id="{FD7BA052-11AD-0746-9E1F-ED093C0C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5" name="Group 377">
              <a:extLst>
                <a:ext uri="{FF2B5EF4-FFF2-40B4-BE49-F238E27FC236}">
                  <a16:creationId xmlns:a16="http://schemas.microsoft.com/office/drawing/2014/main" xmlns="" id="{94849104-ED73-4A4E-9499-FE17A0BE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7" name="AutoShape 378">
                <a:extLst>
                  <a:ext uri="{FF2B5EF4-FFF2-40B4-BE49-F238E27FC236}">
                    <a16:creationId xmlns:a16="http://schemas.microsoft.com/office/drawing/2014/main" xmlns="" id="{6AF22F59-81FC-284E-9ED3-B8543A67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8" name="AutoShape 379">
                <a:extLst>
                  <a:ext uri="{FF2B5EF4-FFF2-40B4-BE49-F238E27FC236}">
                    <a16:creationId xmlns:a16="http://schemas.microsoft.com/office/drawing/2014/main" xmlns="" id="{59F0C798-93FE-2E49-A5BB-F37B2B37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6" name="Rectangle 380">
              <a:extLst>
                <a:ext uri="{FF2B5EF4-FFF2-40B4-BE49-F238E27FC236}">
                  <a16:creationId xmlns:a16="http://schemas.microsoft.com/office/drawing/2014/main" xmlns="" id="{D7204B38-E79D-704F-9D1A-7946FE0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7" name="Freeform 381">
              <a:extLst>
                <a:ext uri="{FF2B5EF4-FFF2-40B4-BE49-F238E27FC236}">
                  <a16:creationId xmlns:a16="http://schemas.microsoft.com/office/drawing/2014/main" xmlns="" id="{B297E38E-B1EF-904E-B58B-D3DB57063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8" name="Freeform 382">
              <a:extLst>
                <a:ext uri="{FF2B5EF4-FFF2-40B4-BE49-F238E27FC236}">
                  <a16:creationId xmlns:a16="http://schemas.microsoft.com/office/drawing/2014/main" xmlns="" id="{D9CB8A91-EFB4-EF48-9D5A-800AA7662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9" name="Oval 383">
              <a:extLst>
                <a:ext uri="{FF2B5EF4-FFF2-40B4-BE49-F238E27FC236}">
                  <a16:creationId xmlns:a16="http://schemas.microsoft.com/office/drawing/2014/main" xmlns="" id="{8987F49C-0A2B-AD46-A559-3662A098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0" name="Freeform 384">
              <a:extLst>
                <a:ext uri="{FF2B5EF4-FFF2-40B4-BE49-F238E27FC236}">
                  <a16:creationId xmlns:a16="http://schemas.microsoft.com/office/drawing/2014/main" xmlns="" id="{56272E2A-B37E-7040-8FE7-B94468517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1" name="AutoShape 385">
              <a:extLst>
                <a:ext uri="{FF2B5EF4-FFF2-40B4-BE49-F238E27FC236}">
                  <a16:creationId xmlns:a16="http://schemas.microsoft.com/office/drawing/2014/main" xmlns="" id="{265AE34B-C24C-4244-B2E1-823D47AD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2" name="AutoShape 386">
              <a:extLst>
                <a:ext uri="{FF2B5EF4-FFF2-40B4-BE49-F238E27FC236}">
                  <a16:creationId xmlns:a16="http://schemas.microsoft.com/office/drawing/2014/main" xmlns="" id="{10E44DC8-F69D-5545-9E57-740FE438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3" name="Oval 387">
              <a:extLst>
                <a:ext uri="{FF2B5EF4-FFF2-40B4-BE49-F238E27FC236}">
                  <a16:creationId xmlns:a16="http://schemas.microsoft.com/office/drawing/2014/main" xmlns="" id="{FD342163-1DC9-1B48-BEA0-1620ABB4E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4" name="Oval 388">
              <a:extLst>
                <a:ext uri="{FF2B5EF4-FFF2-40B4-BE49-F238E27FC236}">
                  <a16:creationId xmlns:a16="http://schemas.microsoft.com/office/drawing/2014/main" xmlns="" id="{CA07F370-4D95-0740-89A3-264118D2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5" name="Oval 389">
              <a:extLst>
                <a:ext uri="{FF2B5EF4-FFF2-40B4-BE49-F238E27FC236}">
                  <a16:creationId xmlns:a16="http://schemas.microsoft.com/office/drawing/2014/main" xmlns="" id="{7A871C45-6926-0144-A9DA-1CB84647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6" name="Rectangle 390">
              <a:extLst>
                <a:ext uri="{FF2B5EF4-FFF2-40B4-BE49-F238E27FC236}">
                  <a16:creationId xmlns:a16="http://schemas.microsoft.com/office/drawing/2014/main" xmlns="" id="{93478FB3-BB83-904F-BDCC-D9C78F5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05" name="Group 391">
            <a:extLst>
              <a:ext uri="{FF2B5EF4-FFF2-40B4-BE49-F238E27FC236}">
                <a16:creationId xmlns:a16="http://schemas.microsoft.com/office/drawing/2014/main" xmlns="" id="{B94C15E5-CBA5-2940-8689-484338C5321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906" name="Freeform 392">
              <a:extLst>
                <a:ext uri="{FF2B5EF4-FFF2-40B4-BE49-F238E27FC236}">
                  <a16:creationId xmlns:a16="http://schemas.microsoft.com/office/drawing/2014/main" xmlns="" id="{4F66A60C-4523-1247-B22F-E614C232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7" name="Rectangle 393">
              <a:extLst>
                <a:ext uri="{FF2B5EF4-FFF2-40B4-BE49-F238E27FC236}">
                  <a16:creationId xmlns:a16="http://schemas.microsoft.com/office/drawing/2014/main" xmlns="" id="{61D620F7-773E-9447-BBE9-EADB205B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8" name="Freeform 394">
              <a:extLst>
                <a:ext uri="{FF2B5EF4-FFF2-40B4-BE49-F238E27FC236}">
                  <a16:creationId xmlns:a16="http://schemas.microsoft.com/office/drawing/2014/main" xmlns="" id="{68051943-1F78-7D4F-9003-02B33D51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9" name="Freeform 395">
              <a:extLst>
                <a:ext uri="{FF2B5EF4-FFF2-40B4-BE49-F238E27FC236}">
                  <a16:creationId xmlns:a16="http://schemas.microsoft.com/office/drawing/2014/main" xmlns="" id="{CFD52F3A-7D38-814B-ACF7-C2DABDAC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0" name="Rectangle 396">
              <a:extLst>
                <a:ext uri="{FF2B5EF4-FFF2-40B4-BE49-F238E27FC236}">
                  <a16:creationId xmlns:a16="http://schemas.microsoft.com/office/drawing/2014/main" xmlns="" id="{ED4FE6BC-E863-0A40-A1BF-59B1EE6E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1" name="Group 397">
              <a:extLst>
                <a:ext uri="{FF2B5EF4-FFF2-40B4-BE49-F238E27FC236}">
                  <a16:creationId xmlns:a16="http://schemas.microsoft.com/office/drawing/2014/main" xmlns="" id="{B0820A9D-B93E-724D-B70E-1CA8666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6" name="AutoShape 398">
                <a:extLst>
                  <a:ext uri="{FF2B5EF4-FFF2-40B4-BE49-F238E27FC236}">
                    <a16:creationId xmlns:a16="http://schemas.microsoft.com/office/drawing/2014/main" xmlns="" id="{C731DD29-B1AF-B140-BF66-9AA1704AA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7" name="AutoShape 399">
                <a:extLst>
                  <a:ext uri="{FF2B5EF4-FFF2-40B4-BE49-F238E27FC236}">
                    <a16:creationId xmlns:a16="http://schemas.microsoft.com/office/drawing/2014/main" xmlns="" id="{69450BC6-9D04-5E41-AAFA-3248B298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2" name="Rectangle 400">
              <a:extLst>
                <a:ext uri="{FF2B5EF4-FFF2-40B4-BE49-F238E27FC236}">
                  <a16:creationId xmlns:a16="http://schemas.microsoft.com/office/drawing/2014/main" xmlns="" id="{1E68D328-8CD6-494C-8980-4A6209855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3" name="Group 401">
              <a:extLst>
                <a:ext uri="{FF2B5EF4-FFF2-40B4-BE49-F238E27FC236}">
                  <a16:creationId xmlns:a16="http://schemas.microsoft.com/office/drawing/2014/main" xmlns="" id="{80ABD857-57C1-6042-8F03-E798080B0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4" name="AutoShape 402">
                <a:extLst>
                  <a:ext uri="{FF2B5EF4-FFF2-40B4-BE49-F238E27FC236}">
                    <a16:creationId xmlns:a16="http://schemas.microsoft.com/office/drawing/2014/main" xmlns="" id="{F3B87B92-FEB0-5347-AD64-CA0F25689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5" name="AutoShape 403">
                <a:extLst>
                  <a:ext uri="{FF2B5EF4-FFF2-40B4-BE49-F238E27FC236}">
                    <a16:creationId xmlns:a16="http://schemas.microsoft.com/office/drawing/2014/main" xmlns="" id="{9936A920-B1F4-C14C-B5C6-409A7AFE8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4" name="Rectangle 404">
              <a:extLst>
                <a:ext uri="{FF2B5EF4-FFF2-40B4-BE49-F238E27FC236}">
                  <a16:creationId xmlns:a16="http://schemas.microsoft.com/office/drawing/2014/main" xmlns="" id="{0F04EEB4-7896-7D4A-BCDA-62B0C7B9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15" name="Rectangle 405">
              <a:extLst>
                <a:ext uri="{FF2B5EF4-FFF2-40B4-BE49-F238E27FC236}">
                  <a16:creationId xmlns:a16="http://schemas.microsoft.com/office/drawing/2014/main" xmlns="" id="{5909BD1D-CACF-D748-A5B9-4C7904EEC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6" name="Group 406">
              <a:extLst>
                <a:ext uri="{FF2B5EF4-FFF2-40B4-BE49-F238E27FC236}">
                  <a16:creationId xmlns:a16="http://schemas.microsoft.com/office/drawing/2014/main" xmlns="" id="{F985F348-C548-C043-912F-5350B438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" name="AutoShape 407">
                <a:extLst>
                  <a:ext uri="{FF2B5EF4-FFF2-40B4-BE49-F238E27FC236}">
                    <a16:creationId xmlns:a16="http://schemas.microsoft.com/office/drawing/2014/main" xmlns="" id="{F70F083E-0DB4-B64D-BC78-036B8F2D4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3" name="AutoShape 408">
                <a:extLst>
                  <a:ext uri="{FF2B5EF4-FFF2-40B4-BE49-F238E27FC236}">
                    <a16:creationId xmlns:a16="http://schemas.microsoft.com/office/drawing/2014/main" xmlns="" id="{EDA150B8-1FBA-3A43-8152-77EF2D3FD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7" name="Freeform 409">
              <a:extLst>
                <a:ext uri="{FF2B5EF4-FFF2-40B4-BE49-F238E27FC236}">
                  <a16:creationId xmlns:a16="http://schemas.microsoft.com/office/drawing/2014/main" xmlns="" id="{A4EE2C33-4CEF-F64E-8D2C-C9DFC11B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8" name="Group 410">
              <a:extLst>
                <a:ext uri="{FF2B5EF4-FFF2-40B4-BE49-F238E27FC236}">
                  <a16:creationId xmlns:a16="http://schemas.microsoft.com/office/drawing/2014/main" xmlns="" id="{D5237434-45E3-9B43-B435-70ECE4BC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0" name="AutoShape 411">
                <a:extLst>
                  <a:ext uri="{FF2B5EF4-FFF2-40B4-BE49-F238E27FC236}">
                    <a16:creationId xmlns:a16="http://schemas.microsoft.com/office/drawing/2014/main" xmlns="" id="{FE241821-A07C-5E45-9536-5C4C0DCB2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1" name="AutoShape 412">
                <a:extLst>
                  <a:ext uri="{FF2B5EF4-FFF2-40B4-BE49-F238E27FC236}">
                    <a16:creationId xmlns:a16="http://schemas.microsoft.com/office/drawing/2014/main" xmlns="" id="{A291E061-47B5-8B40-B857-3700BEC1C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9" name="Rectangle 413">
              <a:extLst>
                <a:ext uri="{FF2B5EF4-FFF2-40B4-BE49-F238E27FC236}">
                  <a16:creationId xmlns:a16="http://schemas.microsoft.com/office/drawing/2014/main" xmlns="" id="{DD501FF1-6533-124E-B747-F46FD473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0" name="Freeform 414">
              <a:extLst>
                <a:ext uri="{FF2B5EF4-FFF2-40B4-BE49-F238E27FC236}">
                  <a16:creationId xmlns:a16="http://schemas.microsoft.com/office/drawing/2014/main" xmlns="" id="{DCD7A571-3F8E-5B4C-AE78-445B1D4AE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1" name="Freeform 415">
              <a:extLst>
                <a:ext uri="{FF2B5EF4-FFF2-40B4-BE49-F238E27FC236}">
                  <a16:creationId xmlns:a16="http://schemas.microsoft.com/office/drawing/2014/main" xmlns="" id="{938BC4F2-A426-3F45-8FD9-7FA2DBEC0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2" name="Oval 416">
              <a:extLst>
                <a:ext uri="{FF2B5EF4-FFF2-40B4-BE49-F238E27FC236}">
                  <a16:creationId xmlns:a16="http://schemas.microsoft.com/office/drawing/2014/main" xmlns="" id="{AF98DFA3-988A-EC49-B271-BC58A87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3" name="Freeform 417">
              <a:extLst>
                <a:ext uri="{FF2B5EF4-FFF2-40B4-BE49-F238E27FC236}">
                  <a16:creationId xmlns:a16="http://schemas.microsoft.com/office/drawing/2014/main" xmlns="" id="{A196ACD0-B52A-594C-BD08-5F7FA59E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4" name="AutoShape 418">
              <a:extLst>
                <a:ext uri="{FF2B5EF4-FFF2-40B4-BE49-F238E27FC236}">
                  <a16:creationId xmlns:a16="http://schemas.microsoft.com/office/drawing/2014/main" xmlns="" id="{31CD3BB6-E02C-FF4B-963F-83FAE08F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5" name="AutoShape 419">
              <a:extLst>
                <a:ext uri="{FF2B5EF4-FFF2-40B4-BE49-F238E27FC236}">
                  <a16:creationId xmlns:a16="http://schemas.microsoft.com/office/drawing/2014/main" xmlns="" id="{348C19C6-E3E4-6244-86AE-3030DDC9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6" name="Oval 420">
              <a:extLst>
                <a:ext uri="{FF2B5EF4-FFF2-40B4-BE49-F238E27FC236}">
                  <a16:creationId xmlns:a16="http://schemas.microsoft.com/office/drawing/2014/main" xmlns="" id="{427211E2-1972-7141-998C-496F47DB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7" name="Oval 421">
              <a:extLst>
                <a:ext uri="{FF2B5EF4-FFF2-40B4-BE49-F238E27FC236}">
                  <a16:creationId xmlns:a16="http://schemas.microsoft.com/office/drawing/2014/main" xmlns="" id="{A4986518-BD9B-5B44-985C-6F2FB20B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8" name="Oval 422">
              <a:extLst>
                <a:ext uri="{FF2B5EF4-FFF2-40B4-BE49-F238E27FC236}">
                  <a16:creationId xmlns:a16="http://schemas.microsoft.com/office/drawing/2014/main" xmlns="" id="{410B6E44-7449-9E43-AFBD-60C7C42E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9" name="Rectangle 423">
              <a:extLst>
                <a:ext uri="{FF2B5EF4-FFF2-40B4-BE49-F238E27FC236}">
                  <a16:creationId xmlns:a16="http://schemas.microsoft.com/office/drawing/2014/main" xmlns="" id="{B13CD25C-C312-244E-B0BF-CD83F0BBA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8" name="Group 424">
            <a:extLst>
              <a:ext uri="{FF2B5EF4-FFF2-40B4-BE49-F238E27FC236}">
                <a16:creationId xmlns:a16="http://schemas.microsoft.com/office/drawing/2014/main" xmlns="" id="{E9EBF6A3-E9F0-8746-A258-7B6F1E3DA995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939" name="Freeform 425">
              <a:extLst>
                <a:ext uri="{FF2B5EF4-FFF2-40B4-BE49-F238E27FC236}">
                  <a16:creationId xmlns:a16="http://schemas.microsoft.com/office/drawing/2014/main" xmlns="" id="{317EF1EB-033C-B541-875F-F971EF4C9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0" name="Rectangle 426">
              <a:extLst>
                <a:ext uri="{FF2B5EF4-FFF2-40B4-BE49-F238E27FC236}">
                  <a16:creationId xmlns:a16="http://schemas.microsoft.com/office/drawing/2014/main" xmlns="" id="{7DE336F4-7D1A-AD4C-B804-3C17B5F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1" name="Freeform 427">
              <a:extLst>
                <a:ext uri="{FF2B5EF4-FFF2-40B4-BE49-F238E27FC236}">
                  <a16:creationId xmlns:a16="http://schemas.microsoft.com/office/drawing/2014/main" xmlns="" id="{2EF9F335-3899-2649-A235-1B2F287E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2" name="Freeform 428">
              <a:extLst>
                <a:ext uri="{FF2B5EF4-FFF2-40B4-BE49-F238E27FC236}">
                  <a16:creationId xmlns:a16="http://schemas.microsoft.com/office/drawing/2014/main" xmlns="" id="{38F111C0-EACA-674A-B70B-E58450D3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3" name="Rectangle 429">
              <a:extLst>
                <a:ext uri="{FF2B5EF4-FFF2-40B4-BE49-F238E27FC236}">
                  <a16:creationId xmlns:a16="http://schemas.microsoft.com/office/drawing/2014/main" xmlns="" id="{8FAFAE77-82D3-6944-9183-612E8FAD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4" name="Group 430">
              <a:extLst>
                <a:ext uri="{FF2B5EF4-FFF2-40B4-BE49-F238E27FC236}">
                  <a16:creationId xmlns:a16="http://schemas.microsoft.com/office/drawing/2014/main" xmlns="" id="{C9C3B06D-1446-984E-8533-C1D0EC6B4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69" name="AutoShape 431">
                <a:extLst>
                  <a:ext uri="{FF2B5EF4-FFF2-40B4-BE49-F238E27FC236}">
                    <a16:creationId xmlns:a16="http://schemas.microsoft.com/office/drawing/2014/main" xmlns="" id="{B80496C4-049D-954C-A5E2-DFF3BE40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0" name="AutoShape 432">
                <a:extLst>
                  <a:ext uri="{FF2B5EF4-FFF2-40B4-BE49-F238E27FC236}">
                    <a16:creationId xmlns:a16="http://schemas.microsoft.com/office/drawing/2014/main" xmlns="" id="{E94FA028-F9BF-5049-A877-C2D7FDCD9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5" name="Rectangle 433">
              <a:extLst>
                <a:ext uri="{FF2B5EF4-FFF2-40B4-BE49-F238E27FC236}">
                  <a16:creationId xmlns:a16="http://schemas.microsoft.com/office/drawing/2014/main" xmlns="" id="{1C7D30E0-62C3-8547-BC1B-55D6857A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6" name="Group 434">
              <a:extLst>
                <a:ext uri="{FF2B5EF4-FFF2-40B4-BE49-F238E27FC236}">
                  <a16:creationId xmlns:a16="http://schemas.microsoft.com/office/drawing/2014/main" xmlns="" id="{CAA280D4-E674-2E4D-847F-F365F1274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7" name="AutoShape 435">
                <a:extLst>
                  <a:ext uri="{FF2B5EF4-FFF2-40B4-BE49-F238E27FC236}">
                    <a16:creationId xmlns:a16="http://schemas.microsoft.com/office/drawing/2014/main" xmlns="" id="{738D85AC-043C-754D-A78E-BACC8A48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8" name="AutoShape 436">
                <a:extLst>
                  <a:ext uri="{FF2B5EF4-FFF2-40B4-BE49-F238E27FC236}">
                    <a16:creationId xmlns:a16="http://schemas.microsoft.com/office/drawing/2014/main" xmlns="" id="{B76D4B9D-F7C8-E14E-9522-B51842A2D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7" name="Rectangle 437">
              <a:extLst>
                <a:ext uri="{FF2B5EF4-FFF2-40B4-BE49-F238E27FC236}">
                  <a16:creationId xmlns:a16="http://schemas.microsoft.com/office/drawing/2014/main" xmlns="" id="{A121AF39-D190-9942-9112-F9B7373D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8" name="Rectangle 438">
              <a:extLst>
                <a:ext uri="{FF2B5EF4-FFF2-40B4-BE49-F238E27FC236}">
                  <a16:creationId xmlns:a16="http://schemas.microsoft.com/office/drawing/2014/main" xmlns="" id="{9946FEDB-0B41-A441-8DFF-6C8F29D5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9" name="Group 439">
              <a:extLst>
                <a:ext uri="{FF2B5EF4-FFF2-40B4-BE49-F238E27FC236}">
                  <a16:creationId xmlns:a16="http://schemas.microsoft.com/office/drawing/2014/main" xmlns="" id="{087E5FE7-6DA0-E046-A8AD-270F21B72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65" name="AutoShape 440">
                <a:extLst>
                  <a:ext uri="{FF2B5EF4-FFF2-40B4-BE49-F238E27FC236}">
                    <a16:creationId xmlns:a16="http://schemas.microsoft.com/office/drawing/2014/main" xmlns="" id="{039CD5C6-4A2D-F248-8B0E-32167F372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6" name="AutoShape 441">
                <a:extLst>
                  <a:ext uri="{FF2B5EF4-FFF2-40B4-BE49-F238E27FC236}">
                    <a16:creationId xmlns:a16="http://schemas.microsoft.com/office/drawing/2014/main" xmlns="" id="{E70B0960-3C6E-5040-8F34-E0B99EDAF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0" name="Freeform 442">
              <a:extLst>
                <a:ext uri="{FF2B5EF4-FFF2-40B4-BE49-F238E27FC236}">
                  <a16:creationId xmlns:a16="http://schemas.microsoft.com/office/drawing/2014/main" xmlns="" id="{17BD7AC4-5373-C941-88AB-B26440D3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1" name="Group 443">
              <a:extLst>
                <a:ext uri="{FF2B5EF4-FFF2-40B4-BE49-F238E27FC236}">
                  <a16:creationId xmlns:a16="http://schemas.microsoft.com/office/drawing/2014/main" xmlns="" id="{C7BD3591-3619-7E4C-9B6A-55A758416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3" name="AutoShape 444">
                <a:extLst>
                  <a:ext uri="{FF2B5EF4-FFF2-40B4-BE49-F238E27FC236}">
                    <a16:creationId xmlns:a16="http://schemas.microsoft.com/office/drawing/2014/main" xmlns="" id="{C694EDB9-4E43-7042-9083-DC97B66D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4" name="AutoShape 445">
                <a:extLst>
                  <a:ext uri="{FF2B5EF4-FFF2-40B4-BE49-F238E27FC236}">
                    <a16:creationId xmlns:a16="http://schemas.microsoft.com/office/drawing/2014/main" xmlns="" id="{2AB5642F-0A02-6B42-AF90-50B0A181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2" name="Rectangle 446">
              <a:extLst>
                <a:ext uri="{FF2B5EF4-FFF2-40B4-BE49-F238E27FC236}">
                  <a16:creationId xmlns:a16="http://schemas.microsoft.com/office/drawing/2014/main" xmlns="" id="{2AFCC6E7-BFA9-B440-8D4B-84D103A0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3" name="Freeform 447">
              <a:extLst>
                <a:ext uri="{FF2B5EF4-FFF2-40B4-BE49-F238E27FC236}">
                  <a16:creationId xmlns:a16="http://schemas.microsoft.com/office/drawing/2014/main" xmlns="" id="{82204651-13E9-F04B-82D6-6A223B2E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4" name="Freeform 448">
              <a:extLst>
                <a:ext uri="{FF2B5EF4-FFF2-40B4-BE49-F238E27FC236}">
                  <a16:creationId xmlns:a16="http://schemas.microsoft.com/office/drawing/2014/main" xmlns="" id="{6922DA35-3C04-774C-8ACF-153A173C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5" name="Oval 449">
              <a:extLst>
                <a:ext uri="{FF2B5EF4-FFF2-40B4-BE49-F238E27FC236}">
                  <a16:creationId xmlns:a16="http://schemas.microsoft.com/office/drawing/2014/main" xmlns="" id="{C23E4235-11FF-984D-A57A-C75AD1460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6" name="Freeform 450">
              <a:extLst>
                <a:ext uri="{FF2B5EF4-FFF2-40B4-BE49-F238E27FC236}">
                  <a16:creationId xmlns:a16="http://schemas.microsoft.com/office/drawing/2014/main" xmlns="" id="{59166102-C946-C84E-A8E6-A50DC889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7" name="AutoShape 451">
              <a:extLst>
                <a:ext uri="{FF2B5EF4-FFF2-40B4-BE49-F238E27FC236}">
                  <a16:creationId xmlns:a16="http://schemas.microsoft.com/office/drawing/2014/main" xmlns="" id="{DB6EAA21-8AC6-7643-85FF-FFC300E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8" name="AutoShape 452">
              <a:extLst>
                <a:ext uri="{FF2B5EF4-FFF2-40B4-BE49-F238E27FC236}">
                  <a16:creationId xmlns:a16="http://schemas.microsoft.com/office/drawing/2014/main" xmlns="" id="{15D9F3D2-6ED8-4C4F-BB56-E545BDE0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9" name="Oval 453">
              <a:extLst>
                <a:ext uri="{FF2B5EF4-FFF2-40B4-BE49-F238E27FC236}">
                  <a16:creationId xmlns:a16="http://schemas.microsoft.com/office/drawing/2014/main" xmlns="" id="{D05548EE-6B5D-D146-AE13-3B37C64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0" name="Oval 454">
              <a:extLst>
                <a:ext uri="{FF2B5EF4-FFF2-40B4-BE49-F238E27FC236}">
                  <a16:creationId xmlns:a16="http://schemas.microsoft.com/office/drawing/2014/main" xmlns="" id="{BA9CDE26-F880-424F-ACDF-5A5386DB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61" name="Oval 455">
              <a:extLst>
                <a:ext uri="{FF2B5EF4-FFF2-40B4-BE49-F238E27FC236}">
                  <a16:creationId xmlns:a16="http://schemas.microsoft.com/office/drawing/2014/main" xmlns="" id="{ADD01E69-6DBA-9443-B258-925348F54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2" name="Rectangle 456">
              <a:extLst>
                <a:ext uri="{FF2B5EF4-FFF2-40B4-BE49-F238E27FC236}">
                  <a16:creationId xmlns:a16="http://schemas.microsoft.com/office/drawing/2014/main" xmlns="" id="{60515F24-76C5-D241-9374-EDF99057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xmlns="" id="{C425A84F-46B8-754A-9724-6E2F7CE21E32}"/>
              </a:ext>
            </a:extLst>
          </p:cNvPr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xmlns="" id="{8936A3DE-03D8-EE46-B893-03954ECF8D9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xmlns="" id="{6D7E9975-BFAD-8342-A28D-A44C4EE2D551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xmlns="" id="{EA99EF4C-F055-BE41-BC0C-7222F834FC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xmlns="" id="{62BE39BD-E7EF-F549-B80A-D6DB578AC9F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xmlns="" id="{263E7FDF-996A-D047-B0F4-86BAA87A454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E5D22A11-B9BD-7D47-BC69-0B40AFC1DDE5}"/>
              </a:ext>
            </a:extLst>
          </p:cNvPr>
          <p:cNvCxnSpPr>
            <a:cxnSpLocks/>
          </p:cNvCxnSpPr>
          <p:nvPr/>
        </p:nvCxnSpPr>
        <p:spPr>
          <a:xfrm>
            <a:off x="3769031" y="4119717"/>
            <a:ext cx="13076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457">
            <a:extLst>
              <a:ext uri="{FF2B5EF4-FFF2-40B4-BE49-F238E27FC236}">
                <a16:creationId xmlns:a16="http://schemas.microsoft.com/office/drawing/2014/main" xmlns="" id="{C6E45B59-E267-7B45-B2BC-74C688AEE131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972" name="Freeform 458">
              <a:extLst>
                <a:ext uri="{FF2B5EF4-FFF2-40B4-BE49-F238E27FC236}">
                  <a16:creationId xmlns:a16="http://schemas.microsoft.com/office/drawing/2014/main" xmlns="" id="{7DD04F7D-0DF7-5F46-95E0-951160D15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3" name="Rectangle 459">
              <a:extLst>
                <a:ext uri="{FF2B5EF4-FFF2-40B4-BE49-F238E27FC236}">
                  <a16:creationId xmlns:a16="http://schemas.microsoft.com/office/drawing/2014/main" xmlns="" id="{A482EC7C-40E6-5541-87E2-CC0AD47E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74" name="Freeform 460">
              <a:extLst>
                <a:ext uri="{FF2B5EF4-FFF2-40B4-BE49-F238E27FC236}">
                  <a16:creationId xmlns:a16="http://schemas.microsoft.com/office/drawing/2014/main" xmlns="" id="{09B2489F-DA46-8142-BD8E-C1442F21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5" name="Freeform 461">
              <a:extLst>
                <a:ext uri="{FF2B5EF4-FFF2-40B4-BE49-F238E27FC236}">
                  <a16:creationId xmlns:a16="http://schemas.microsoft.com/office/drawing/2014/main" xmlns="" id="{8560579B-50AA-8744-885F-62D076AE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6" name="Rectangle 462">
              <a:extLst>
                <a:ext uri="{FF2B5EF4-FFF2-40B4-BE49-F238E27FC236}">
                  <a16:creationId xmlns:a16="http://schemas.microsoft.com/office/drawing/2014/main" xmlns="" id="{981079A7-2423-4D45-ABF9-335D31DA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7" name="Group 463">
              <a:extLst>
                <a:ext uri="{FF2B5EF4-FFF2-40B4-BE49-F238E27FC236}">
                  <a16:creationId xmlns:a16="http://schemas.microsoft.com/office/drawing/2014/main" xmlns="" id="{F60D08F5-01A8-1B47-9530-A60B84910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02" name="AutoShape 464">
                <a:extLst>
                  <a:ext uri="{FF2B5EF4-FFF2-40B4-BE49-F238E27FC236}">
                    <a16:creationId xmlns:a16="http://schemas.microsoft.com/office/drawing/2014/main" xmlns="" id="{3FACCA5F-6077-7140-A10F-814A4CEC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3" name="AutoShape 465">
                <a:extLst>
                  <a:ext uri="{FF2B5EF4-FFF2-40B4-BE49-F238E27FC236}">
                    <a16:creationId xmlns:a16="http://schemas.microsoft.com/office/drawing/2014/main" xmlns="" id="{F7CA1427-C3CB-EB4A-9376-38E19F4B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78" name="Rectangle 466">
              <a:extLst>
                <a:ext uri="{FF2B5EF4-FFF2-40B4-BE49-F238E27FC236}">
                  <a16:creationId xmlns:a16="http://schemas.microsoft.com/office/drawing/2014/main" xmlns="" id="{837C26C6-C274-5F4E-89AD-0D0A0063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9" name="Group 467">
              <a:extLst>
                <a:ext uri="{FF2B5EF4-FFF2-40B4-BE49-F238E27FC236}">
                  <a16:creationId xmlns:a16="http://schemas.microsoft.com/office/drawing/2014/main" xmlns="" id="{866E97C1-381B-D941-9CAC-1F7B6414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0" name="AutoShape 468">
                <a:extLst>
                  <a:ext uri="{FF2B5EF4-FFF2-40B4-BE49-F238E27FC236}">
                    <a16:creationId xmlns:a16="http://schemas.microsoft.com/office/drawing/2014/main" xmlns="" id="{089E79CA-EA5F-F845-8135-381DDCE2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1" name="AutoShape 469">
                <a:extLst>
                  <a:ext uri="{FF2B5EF4-FFF2-40B4-BE49-F238E27FC236}">
                    <a16:creationId xmlns:a16="http://schemas.microsoft.com/office/drawing/2014/main" xmlns="" id="{CEC382CF-D42E-C148-B554-D931AF3DA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0" name="Rectangle 470">
              <a:extLst>
                <a:ext uri="{FF2B5EF4-FFF2-40B4-BE49-F238E27FC236}">
                  <a16:creationId xmlns:a16="http://schemas.microsoft.com/office/drawing/2014/main" xmlns="" id="{39C56472-C924-2940-B17A-5BD33A2B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1" name="Rectangle 471">
              <a:extLst>
                <a:ext uri="{FF2B5EF4-FFF2-40B4-BE49-F238E27FC236}">
                  <a16:creationId xmlns:a16="http://schemas.microsoft.com/office/drawing/2014/main" xmlns="" id="{48693300-7BC2-F24F-A5EA-5EFC928E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82" name="Group 472">
              <a:extLst>
                <a:ext uri="{FF2B5EF4-FFF2-40B4-BE49-F238E27FC236}">
                  <a16:creationId xmlns:a16="http://schemas.microsoft.com/office/drawing/2014/main" xmlns="" id="{1BF7C429-6C5C-D54E-BD8C-1990AE08D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98" name="AutoShape 473">
                <a:extLst>
                  <a:ext uri="{FF2B5EF4-FFF2-40B4-BE49-F238E27FC236}">
                    <a16:creationId xmlns:a16="http://schemas.microsoft.com/office/drawing/2014/main" xmlns="" id="{E12DA08F-762F-8A42-B411-55A6A730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9" name="AutoShape 474">
                <a:extLst>
                  <a:ext uri="{FF2B5EF4-FFF2-40B4-BE49-F238E27FC236}">
                    <a16:creationId xmlns:a16="http://schemas.microsoft.com/office/drawing/2014/main" xmlns="" id="{4E5DD8A3-DB1E-5E48-9B40-9CDB93E2F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3" name="Freeform 475">
              <a:extLst>
                <a:ext uri="{FF2B5EF4-FFF2-40B4-BE49-F238E27FC236}">
                  <a16:creationId xmlns:a16="http://schemas.microsoft.com/office/drawing/2014/main" xmlns="" id="{6338E658-2064-FE4D-8C90-608F5603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4" name="Group 476">
              <a:extLst>
                <a:ext uri="{FF2B5EF4-FFF2-40B4-BE49-F238E27FC236}">
                  <a16:creationId xmlns:a16="http://schemas.microsoft.com/office/drawing/2014/main" xmlns="" id="{F51EBDA0-8B91-7542-8465-DBEA29905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96" name="AutoShape 477">
                <a:extLst>
                  <a:ext uri="{FF2B5EF4-FFF2-40B4-BE49-F238E27FC236}">
                    <a16:creationId xmlns:a16="http://schemas.microsoft.com/office/drawing/2014/main" xmlns="" id="{EF24BF5B-102B-C340-948F-D8918718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7" name="AutoShape 478">
                <a:extLst>
                  <a:ext uri="{FF2B5EF4-FFF2-40B4-BE49-F238E27FC236}">
                    <a16:creationId xmlns:a16="http://schemas.microsoft.com/office/drawing/2014/main" xmlns="" id="{140E04CF-3812-F045-8D17-168F7B46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5" name="Rectangle 479">
              <a:extLst>
                <a:ext uri="{FF2B5EF4-FFF2-40B4-BE49-F238E27FC236}">
                  <a16:creationId xmlns:a16="http://schemas.microsoft.com/office/drawing/2014/main" xmlns="" id="{A84A63E1-DEDD-8D48-9DE3-A238F90EA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6" name="Freeform 480">
              <a:extLst>
                <a:ext uri="{FF2B5EF4-FFF2-40B4-BE49-F238E27FC236}">
                  <a16:creationId xmlns:a16="http://schemas.microsoft.com/office/drawing/2014/main" xmlns="" id="{AA0561AD-7E9C-4449-BC28-22FE9541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7" name="Freeform 481">
              <a:extLst>
                <a:ext uri="{FF2B5EF4-FFF2-40B4-BE49-F238E27FC236}">
                  <a16:creationId xmlns:a16="http://schemas.microsoft.com/office/drawing/2014/main" xmlns="" id="{4CD36BC2-CE3A-8647-BA74-07860429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8" name="Oval 482">
              <a:extLst>
                <a:ext uri="{FF2B5EF4-FFF2-40B4-BE49-F238E27FC236}">
                  <a16:creationId xmlns:a16="http://schemas.microsoft.com/office/drawing/2014/main" xmlns="" id="{20A57E2B-584E-DA4B-8D86-672777B3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9" name="Freeform 483">
              <a:extLst>
                <a:ext uri="{FF2B5EF4-FFF2-40B4-BE49-F238E27FC236}">
                  <a16:creationId xmlns:a16="http://schemas.microsoft.com/office/drawing/2014/main" xmlns="" id="{6FEFA449-FBC8-864C-B7D9-6DED5AB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0" name="AutoShape 484">
              <a:extLst>
                <a:ext uri="{FF2B5EF4-FFF2-40B4-BE49-F238E27FC236}">
                  <a16:creationId xmlns:a16="http://schemas.microsoft.com/office/drawing/2014/main" xmlns="" id="{4546C8B6-EBDA-5247-B1B0-B48DEBA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1" name="AutoShape 485">
              <a:extLst>
                <a:ext uri="{FF2B5EF4-FFF2-40B4-BE49-F238E27FC236}">
                  <a16:creationId xmlns:a16="http://schemas.microsoft.com/office/drawing/2014/main" xmlns="" id="{C05FEF15-30BC-3D4D-8D0F-14F59AB0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2" name="Oval 486">
              <a:extLst>
                <a:ext uri="{FF2B5EF4-FFF2-40B4-BE49-F238E27FC236}">
                  <a16:creationId xmlns:a16="http://schemas.microsoft.com/office/drawing/2014/main" xmlns="" id="{ECF2AD08-E62F-C24F-A0CB-5677D25F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3" name="Oval 487">
              <a:extLst>
                <a:ext uri="{FF2B5EF4-FFF2-40B4-BE49-F238E27FC236}">
                  <a16:creationId xmlns:a16="http://schemas.microsoft.com/office/drawing/2014/main" xmlns="" id="{CDAFBE24-E2D4-6545-BA87-78A5C4DC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94" name="Oval 488">
              <a:extLst>
                <a:ext uri="{FF2B5EF4-FFF2-40B4-BE49-F238E27FC236}">
                  <a16:creationId xmlns:a16="http://schemas.microsoft.com/office/drawing/2014/main" xmlns="" id="{023AD650-7400-B34D-A1C1-EABEFBFD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5" name="Rectangle 489">
              <a:extLst>
                <a:ext uri="{FF2B5EF4-FFF2-40B4-BE49-F238E27FC236}">
                  <a16:creationId xmlns:a16="http://schemas.microsoft.com/office/drawing/2014/main" xmlns="" id="{114EA38E-5873-E449-9C8C-82E6AEF3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xmlns="" id="{4B59543D-C5BA-F140-B187-9B5CD42038E3}"/>
              </a:ext>
            </a:extLst>
          </p:cNvPr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xmlns="" id="{658633B4-7F85-9649-9D29-D4685E4D8FCE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xmlns="" id="{4AEFBFC0-69F4-0442-A5A5-AA6B13A5C54B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xmlns="" id="{72565081-DC08-D043-A503-2FB6F949E0F0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xmlns="" id="{DEA8E45E-B3F3-194A-8A6B-678BE5CEA477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xmlns="" id="{85A94CF9-243E-0C4E-A010-AF25D658F77B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xmlns="" id="{AFCDC61C-4A1A-624B-86AF-7EC5B97EAFEE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xmlns="" id="{CA58E5DA-8966-1E4E-B9CC-4D9206B7416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xmlns="" id="{40B4CE1B-77BF-D040-87C6-2BE4B75297B8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xmlns="" id="{1516B822-274C-9142-A594-3C026C13E15A}"/>
              </a:ext>
            </a:extLst>
          </p:cNvPr>
          <p:cNvGrpSpPr/>
          <p:nvPr/>
        </p:nvGrpSpPr>
        <p:grpSpPr>
          <a:xfrm rot="1897782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xmlns="" id="{FE73F339-8370-854D-865A-1DA3D42F8615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xmlns="" id="{25FCEF18-6C08-1D44-8B43-B9FEC5A1CF34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xmlns="" id="{69609594-6D6C-CE4D-8793-7FF98E89AD96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xmlns="" id="{CA747F05-33BD-0A44-8A65-3557ACA73F90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xmlns="" id="{E37B61E4-4606-D744-BD80-B5276B042207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xmlns="" id="{A86704E3-8936-8944-BEA9-BB9821A64A8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xmlns="" id="{60BA1282-3FA8-494B-AA57-9F64ED26BC74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xmlns="" id="{7D842007-7272-0E4C-9DDC-59436F73AB80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xmlns="" id="{5D4499A7-8331-374E-915F-6FB1150582B0}"/>
              </a:ext>
            </a:extLst>
          </p:cNvPr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xmlns="" id="{9DDEEE95-0C6B-F045-B62F-C3DAD3AD7FF1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xmlns="" id="{5B7AA8AC-B89C-5B40-B520-2EC3B1B81D47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xmlns="" id="{3EC321B7-E2DC-344E-9763-169EF6E841EF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xmlns="" id="{3C94C832-11CE-A645-9806-C75AAA76D484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xmlns="" id="{E60FF87F-4770-CA45-B8F3-84AAC6B9A4B3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xmlns="" id="{43B3B5EF-ECA9-B64A-93C4-85466210C7F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xmlns="" id="{113028A7-6DC0-CF47-8C1B-CEF037BDA1AC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xmlns="" id="{5F1AD6B8-9E8D-D448-AA1C-C19CC1452529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xmlns="" id="{BC753510-FFCF-4444-A7BB-044870E26DD3}"/>
              </a:ext>
            </a:extLst>
          </p:cNvPr>
          <p:cNvGrpSpPr/>
          <p:nvPr/>
        </p:nvGrpSpPr>
        <p:grpSpPr>
          <a:xfrm rot="18857641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xmlns="" id="{A08E0DBC-4F5A-1745-BA9E-B4688EEBE8B2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xmlns="" id="{86CCF497-BBF5-1847-A54B-1D274EC1FBF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xmlns="" id="{44666C01-A459-0044-A0B0-3D22A107A0E3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xmlns="" id="{75D8ECE7-4B34-8F48-B62B-54865BA7462D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xmlns="" id="{85079C21-AA1B-2545-9071-BEE571A459AD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xmlns="" id="{2D916BAD-87C0-6146-AB10-6650F08C5C71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xmlns="" id="{3F49550F-F63A-B945-A97E-B7A0741AB2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xmlns="" id="{2FDE63AE-3F8B-3D44-969E-074AE7DEAA97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8" name="Freeform 272">
            <a:extLst>
              <a:ext uri="{FF2B5EF4-FFF2-40B4-BE49-F238E27FC236}">
                <a16:creationId xmlns:a16="http://schemas.microsoft.com/office/drawing/2014/main" xmlns="" id="{CAFA60B5-CA3B-CE47-99B6-49C8AA15A522}"/>
              </a:ext>
            </a:extLst>
          </p:cNvPr>
          <p:cNvSpPr>
            <a:spLocks/>
          </p:cNvSpPr>
          <p:nvPr/>
        </p:nvSpPr>
        <p:spPr bwMode="auto">
          <a:xfrm>
            <a:off x="4455129" y="3198255"/>
            <a:ext cx="3305175" cy="2857500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connsiteX0" fmla="*/ 0 w 10000"/>
              <a:gd name="connsiteY0" fmla="*/ 0 h 10000"/>
              <a:gd name="connsiteX1" fmla="*/ 0 w 10000"/>
              <a:gd name="connsiteY1" fmla="*/ 2933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299 w 10000"/>
              <a:gd name="connsiteY2" fmla="*/ 2963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124C2353-8341-1E42-98B2-810BFB992383}"/>
              </a:ext>
            </a:extLst>
          </p:cNvPr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860" name="Group 324">
              <a:extLst>
                <a:ext uri="{FF2B5EF4-FFF2-40B4-BE49-F238E27FC236}">
                  <a16:creationId xmlns:a16="http://schemas.microsoft.com/office/drawing/2014/main" xmlns="" id="{407BA615-EDD2-8A40-BE5B-0B090D092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861" name="Oval 325">
                <a:extLst>
                  <a:ext uri="{FF2B5EF4-FFF2-40B4-BE49-F238E27FC236}">
                    <a16:creationId xmlns:a16="http://schemas.microsoft.com/office/drawing/2014/main" xmlns="" id="{8B751E56-0C4B-D14C-945C-749546AA5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2" name="Oval 326">
                <a:extLst>
                  <a:ext uri="{FF2B5EF4-FFF2-40B4-BE49-F238E27FC236}">
                    <a16:creationId xmlns:a16="http://schemas.microsoft.com/office/drawing/2014/main" xmlns="" id="{342DEC42-734D-D54D-A9B5-89D44C467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4" name="Freeform 318">
              <a:extLst>
                <a:ext uri="{FF2B5EF4-FFF2-40B4-BE49-F238E27FC236}">
                  <a16:creationId xmlns:a16="http://schemas.microsoft.com/office/drawing/2014/main" xmlns="" id="{07189EA4-F824-494B-B957-3F54E942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0" y="3227434"/>
              <a:ext cx="5067300" cy="2933700"/>
            </a:xfrm>
            <a:custGeom>
              <a:avLst/>
              <a:gdLst>
                <a:gd name="T0" fmla="*/ 2147483647 w 7980"/>
                <a:gd name="T1" fmla="*/ 2147483647 h 4620"/>
                <a:gd name="T2" fmla="*/ 2147483647 w 7980"/>
                <a:gd name="T3" fmla="*/ 2147483647 h 4620"/>
                <a:gd name="T4" fmla="*/ 0 w 7980"/>
                <a:gd name="T5" fmla="*/ 2147483647 h 4620"/>
                <a:gd name="T6" fmla="*/ 2147483647 w 7980"/>
                <a:gd name="T7" fmla="*/ 2147483647 h 4620"/>
                <a:gd name="T8" fmla="*/ 2147483647 w 7980"/>
                <a:gd name="T9" fmla="*/ 2147483647 h 4620"/>
                <a:gd name="T10" fmla="*/ 2147483647 w 7980"/>
                <a:gd name="T11" fmla="*/ 0 h 4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9981 w 10000"/>
                <a:gd name="connsiteY0" fmla="*/ 7403 h 10000"/>
                <a:gd name="connsiteX1" fmla="*/ 10000 w 10000"/>
                <a:gd name="connsiteY1" fmla="*/ 10000 h 10000"/>
                <a:gd name="connsiteX2" fmla="*/ 0 w 10000"/>
                <a:gd name="connsiteY2" fmla="*/ 9968 h 10000"/>
                <a:gd name="connsiteX3" fmla="*/ 4154 w 10000"/>
                <a:gd name="connsiteY3" fmla="*/ 3214 h 10000"/>
                <a:gd name="connsiteX4" fmla="*/ 2965 w 10000"/>
                <a:gd name="connsiteY4" fmla="*/ 3221 h 10000"/>
                <a:gd name="connsiteX5" fmla="*/ 2951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29A84814-4EB2-8F4D-8E06-375531045ECD}"/>
              </a:ext>
            </a:extLst>
          </p:cNvPr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857" name="Group 321">
              <a:extLst>
                <a:ext uri="{FF2B5EF4-FFF2-40B4-BE49-F238E27FC236}">
                  <a16:creationId xmlns:a16="http://schemas.microsoft.com/office/drawing/2014/main" xmlns="" id="{96A8E8FE-EFA0-384B-BEBD-786291E65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858" name="Oval 322">
                <a:extLst>
                  <a:ext uri="{FF2B5EF4-FFF2-40B4-BE49-F238E27FC236}">
                    <a16:creationId xmlns:a16="http://schemas.microsoft.com/office/drawing/2014/main" xmlns="" id="{657A2D62-DEBC-024A-A3D2-BBFF1F27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Oval 323">
                <a:extLst>
                  <a:ext uri="{FF2B5EF4-FFF2-40B4-BE49-F238E27FC236}">
                    <a16:creationId xmlns:a16="http://schemas.microsoft.com/office/drawing/2014/main" xmlns="" id="{BE20FDB8-C5B5-B94B-A64D-36960F83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5" name="Freeform 319">
              <a:extLst>
                <a:ext uri="{FF2B5EF4-FFF2-40B4-BE49-F238E27FC236}">
                  <a16:creationId xmlns:a16="http://schemas.microsoft.com/office/drawing/2014/main" xmlns="" id="{EAE73056-B5F0-9442-A833-AEE6F289A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226" y="3327145"/>
              <a:ext cx="5743575" cy="2890693"/>
            </a:xfrm>
            <a:custGeom>
              <a:avLst/>
              <a:gdLst>
                <a:gd name="T0" fmla="*/ 0 w 9045"/>
                <a:gd name="T1" fmla="*/ 2147483647 h 4545"/>
                <a:gd name="T2" fmla="*/ 0 w 9045"/>
                <a:gd name="T3" fmla="*/ 2147483647 h 4545"/>
                <a:gd name="T4" fmla="*/ 2147483647 w 9045"/>
                <a:gd name="T5" fmla="*/ 2147483647 h 4545"/>
                <a:gd name="T6" fmla="*/ 2147483647 w 9045"/>
                <a:gd name="T7" fmla="*/ 2147483647 h 4545"/>
                <a:gd name="T8" fmla="*/ 2147483647 w 9045"/>
                <a:gd name="T9" fmla="*/ 2147483647 h 4545"/>
                <a:gd name="T10" fmla="*/ 2147483647 w 9045"/>
                <a:gd name="T11" fmla="*/ 2147483647 h 4545"/>
                <a:gd name="T12" fmla="*/ 2147483647 w 9045"/>
                <a:gd name="T13" fmla="*/ 2147483647 h 4545"/>
                <a:gd name="T14" fmla="*/ 2147483647 w 9045"/>
                <a:gd name="T15" fmla="*/ 0 h 4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6337 h 10028"/>
                <a:gd name="connsiteX1" fmla="*/ 0 w 10000"/>
                <a:gd name="connsiteY1" fmla="*/ 10028 h 10028"/>
                <a:gd name="connsiteX2" fmla="*/ 978 w 10000"/>
                <a:gd name="connsiteY2" fmla="*/ 10000 h 10028"/>
                <a:gd name="connsiteX3" fmla="*/ 3881 w 10000"/>
                <a:gd name="connsiteY3" fmla="*/ 4422 h 10028"/>
                <a:gd name="connsiteX4" fmla="*/ 7894 w 10000"/>
                <a:gd name="connsiteY4" fmla="*/ 4521 h 10028"/>
                <a:gd name="connsiteX5" fmla="*/ 9005 w 10000"/>
                <a:gd name="connsiteY5" fmla="*/ 2244 h 10028"/>
                <a:gd name="connsiteX6" fmla="*/ 10000 w 10000"/>
                <a:gd name="connsiteY6" fmla="*/ 2244 h 10028"/>
                <a:gd name="connsiteX7" fmla="*/ 9967 w 10000"/>
                <a:gd name="connsiteY7" fmla="*/ 0 h 10028"/>
                <a:gd name="connsiteX0" fmla="*/ 0 w 10000"/>
                <a:gd name="connsiteY0" fmla="*/ 6337 h 10000"/>
                <a:gd name="connsiteX1" fmla="*/ 6 w 10000"/>
                <a:gd name="connsiteY1" fmla="*/ 9979 h 10000"/>
                <a:gd name="connsiteX2" fmla="*/ 978 w 10000"/>
                <a:gd name="connsiteY2" fmla="*/ 10000 h 10000"/>
                <a:gd name="connsiteX3" fmla="*/ 3881 w 10000"/>
                <a:gd name="connsiteY3" fmla="*/ 4422 h 10000"/>
                <a:gd name="connsiteX4" fmla="*/ 7894 w 10000"/>
                <a:gd name="connsiteY4" fmla="*/ 4521 h 10000"/>
                <a:gd name="connsiteX5" fmla="*/ 9005 w 10000"/>
                <a:gd name="connsiteY5" fmla="*/ 2244 h 10000"/>
                <a:gd name="connsiteX6" fmla="*/ 10000 w 10000"/>
                <a:gd name="connsiteY6" fmla="*/ 2244 h 10000"/>
                <a:gd name="connsiteX7" fmla="*/ 9967 w 10000"/>
                <a:gd name="connsiteY7" fmla="*/ 0 h 10000"/>
                <a:gd name="connsiteX0" fmla="*/ 0 w 10000"/>
                <a:gd name="connsiteY0" fmla="*/ 6337 h 10016"/>
                <a:gd name="connsiteX1" fmla="*/ 0 w 10000"/>
                <a:gd name="connsiteY1" fmla="*/ 10016 h 10016"/>
                <a:gd name="connsiteX2" fmla="*/ 978 w 10000"/>
                <a:gd name="connsiteY2" fmla="*/ 10000 h 10016"/>
                <a:gd name="connsiteX3" fmla="*/ 3881 w 10000"/>
                <a:gd name="connsiteY3" fmla="*/ 4422 h 10016"/>
                <a:gd name="connsiteX4" fmla="*/ 7894 w 10000"/>
                <a:gd name="connsiteY4" fmla="*/ 4521 h 10016"/>
                <a:gd name="connsiteX5" fmla="*/ 9005 w 10000"/>
                <a:gd name="connsiteY5" fmla="*/ 2244 h 10016"/>
                <a:gd name="connsiteX6" fmla="*/ 10000 w 10000"/>
                <a:gd name="connsiteY6" fmla="*/ 2244 h 10016"/>
                <a:gd name="connsiteX7" fmla="*/ 9967 w 10000"/>
                <a:gd name="connsiteY7" fmla="*/ 0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16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D26D03E-1B92-E348-844D-C23EB11A6728}"/>
              </a:ext>
            </a:extLst>
          </p:cNvPr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856" name="Freeform 320">
              <a:extLst>
                <a:ext uri="{FF2B5EF4-FFF2-40B4-BE49-F238E27FC236}">
                  <a16:creationId xmlns:a16="http://schemas.microsoft.com/office/drawing/2014/main" xmlns="" id="{80105AF2-C1A5-E84F-BA91-D808D14D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4" y="3370309"/>
              <a:ext cx="5787725" cy="2667000"/>
            </a:xfrm>
            <a:custGeom>
              <a:avLst/>
              <a:gdLst>
                <a:gd name="T0" fmla="*/ 0 w 9120"/>
                <a:gd name="T1" fmla="*/ 2147483647 h 4201"/>
                <a:gd name="T2" fmla="*/ 0 w 9120"/>
                <a:gd name="T3" fmla="*/ 2147483647 h 4201"/>
                <a:gd name="T4" fmla="*/ 2147483647 w 9120"/>
                <a:gd name="T5" fmla="*/ 2147483647 h 4201"/>
                <a:gd name="T6" fmla="*/ 2147483647 w 9120"/>
                <a:gd name="T7" fmla="*/ 2147483647 h 4201"/>
                <a:gd name="T8" fmla="*/ 2147483647 w 9120"/>
                <a:gd name="T9" fmla="*/ 2147483647 h 4201"/>
                <a:gd name="T10" fmla="*/ 2147483647 w 9120"/>
                <a:gd name="T11" fmla="*/ 0 h 4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4"/>
                <a:gd name="connsiteY0" fmla="*/ 6715 h 10000"/>
                <a:gd name="connsiteX1" fmla="*/ 0 w 9994"/>
                <a:gd name="connsiteY1" fmla="*/ 10000 h 10000"/>
                <a:gd name="connsiteX2" fmla="*/ 5362 w 9994"/>
                <a:gd name="connsiteY2" fmla="*/ 10000 h 10000"/>
                <a:gd name="connsiteX3" fmla="*/ 8832 w 9994"/>
                <a:gd name="connsiteY3" fmla="*/ 2502 h 10000"/>
                <a:gd name="connsiteX4" fmla="*/ 9994 w 9994"/>
                <a:gd name="connsiteY4" fmla="*/ 2505 h 10000"/>
                <a:gd name="connsiteX5" fmla="*/ 9984 w 9994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4" h="10000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w="38100" cmpd="sng">
              <a:solidFill>
                <a:srgbClr val="00B05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D6207C71-6CD5-544B-8519-3A3DCC4703F2}"/>
                </a:ext>
              </a:extLst>
            </p:cNvPr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xmlns="" id="{9652FEC3-4BD4-274E-A52B-3C77A8ED251B}"/>
                </a:ext>
              </a:extLst>
            </p:cNvPr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xmlns="" id="{530F87D0-D169-7740-904C-F6E74D29E96F}"/>
              </a:ext>
            </a:extLst>
          </p:cNvPr>
          <p:cNvSpPr/>
          <p:nvPr/>
        </p:nvSpPr>
        <p:spPr>
          <a:xfrm>
            <a:off x="5476775" y="4215866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xmlns="" id="{B439597C-D72F-F94A-933D-5ED9634D8F28}"/>
              </a:ext>
            </a:extLst>
          </p:cNvPr>
          <p:cNvSpPr/>
          <p:nvPr/>
        </p:nvSpPr>
        <p:spPr>
          <a:xfrm>
            <a:off x="5725428" y="4965032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Slide Number Placeholder 2">
            <a:extLst>
              <a:ext uri="{FF2B5EF4-FFF2-40B4-BE49-F238E27FC236}">
                <a16:creationId xmlns:a16="http://schemas.microsoft.com/office/drawing/2014/main" xmlns="" id="{37102000-08EB-2645-9400-410F30EEEA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7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6" grpId="0"/>
      <p:bldP spid="808" grpId="0" animBg="1"/>
      <p:bldP spid="3" grpId="0" animBg="1"/>
      <p:bldP spid="3" grpId="1" animBg="1"/>
      <p:bldP spid="280" grpId="0" animBg="1"/>
      <p:bldP spid="28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xmlns="" id="{5C333110-16C5-1F49-87A1-51E13B44D652}"/>
              </a:ext>
            </a:extLst>
          </p:cNvPr>
          <p:cNvGrpSpPr/>
          <p:nvPr/>
        </p:nvGrpSpPr>
        <p:grpSpPr>
          <a:xfrm>
            <a:off x="9193161" y="2984089"/>
            <a:ext cx="357600" cy="634183"/>
            <a:chOff x="10910965" y="2513124"/>
            <a:chExt cx="586768" cy="90402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D39C72B5-C664-444F-8783-AE333F94F96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xmlns="" id="{CE55ED2F-C650-8E4E-9989-622310E7946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xmlns="" id="{4F1AA6DE-FC27-734F-AC8C-66592ADC486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xmlns="" id="{A0C86220-936C-4748-A868-3C32EF03968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xmlns="" id="{6D04054C-E979-0042-B411-8DB50C4331E3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xmlns="" id="{B8BDB9D2-287F-754F-8C7F-712CB3612986}"/>
              </a:ext>
            </a:extLst>
          </p:cNvPr>
          <p:cNvGrpSpPr/>
          <p:nvPr/>
        </p:nvGrpSpPr>
        <p:grpSpPr>
          <a:xfrm>
            <a:off x="6047012" y="2820091"/>
            <a:ext cx="357600" cy="634183"/>
            <a:chOff x="10910965" y="2513124"/>
            <a:chExt cx="586768" cy="90402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xmlns="" id="{EE3BC656-1F15-3541-918F-24CF2A2E071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xmlns="" id="{853E85B6-B0C8-D24B-BE44-7D9478E30C3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xmlns="" id="{9A45F3A6-BF61-9045-BFD6-D3A2D0CD2A9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xmlns="" id="{52530D69-F493-4E48-8140-12C10649D56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xmlns="" id="{CF1EE9AD-9FC6-B545-993A-ACB9A560CEC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xmlns="" id="{DF0637CA-B847-8F48-B8C9-B75401E386A2}"/>
              </a:ext>
            </a:extLst>
          </p:cNvPr>
          <p:cNvGrpSpPr/>
          <p:nvPr/>
        </p:nvGrpSpPr>
        <p:grpSpPr>
          <a:xfrm>
            <a:off x="7166228" y="1579986"/>
            <a:ext cx="357600" cy="634183"/>
            <a:chOff x="10910965" y="2513124"/>
            <a:chExt cx="586768" cy="90402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xmlns="" id="{25C5448A-6ED9-EE42-9728-2323C1ED468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xmlns="" id="{3FC0DCC4-367A-2146-B613-0903C21C5B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xmlns="" id="{B280A75E-CB9B-DC4F-8F63-B45DE54CC16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xmlns="" id="{2F34DC55-4A05-B149-B892-06B26874236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xmlns="" id="{403A8014-0C89-5D42-802F-09680D5C4DF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2" name="Line 113">
            <a:extLst>
              <a:ext uri="{FF2B5EF4-FFF2-40B4-BE49-F238E27FC236}">
                <a16:creationId xmlns:a16="http://schemas.microsoft.com/office/drawing/2014/main" xmlns="" id="{8838B4E2-A532-6E47-AEF4-14729C32A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57399" y="2242311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xmlns="" id="{DEE32A2E-E3E8-974C-B050-845CA4991CE8}"/>
              </a:ext>
            </a:extLst>
          </p:cNvPr>
          <p:cNvGrpSpPr/>
          <p:nvPr/>
        </p:nvGrpSpPr>
        <p:grpSpPr>
          <a:xfrm>
            <a:off x="9453716" y="1637069"/>
            <a:ext cx="357600" cy="634183"/>
            <a:chOff x="10910965" y="2513124"/>
            <a:chExt cx="586768" cy="90402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xmlns="" id="{36EA49ED-3E71-C441-8297-25F11265AF5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xmlns="" id="{DF0F817C-C846-4644-98B9-F36EADACB99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xmlns="" id="{61F970CA-AFE5-E347-9CDE-8D770C9134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xmlns="" id="{E77C5D55-32C2-4046-A869-1FCF51BBAAC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xmlns="" id="{F0E802AC-6B6D-7B4A-99A0-CADB71BF6C3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xmlns="" id="{442D49DD-B625-2044-ABE8-08653B990DD9}"/>
              </a:ext>
            </a:extLst>
          </p:cNvPr>
          <p:cNvGrpSpPr/>
          <p:nvPr/>
        </p:nvGrpSpPr>
        <p:grpSpPr>
          <a:xfrm>
            <a:off x="6869826" y="2671431"/>
            <a:ext cx="660225" cy="290099"/>
            <a:chOff x="7493876" y="2774731"/>
            <a:chExt cx="1481958" cy="894622"/>
          </a:xfrm>
        </p:grpSpPr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xmlns="" id="{781B9C8F-C42E-ED4B-9E19-C8CBB56BEB8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xmlns="" id="{0E0D9018-D5B2-7742-90EB-23615AD8382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xmlns="" id="{C96D0382-34DE-5449-8232-4288C333AA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Freeform 653">
                <a:extLst>
                  <a:ext uri="{FF2B5EF4-FFF2-40B4-BE49-F238E27FC236}">
                    <a16:creationId xmlns:a16="http://schemas.microsoft.com/office/drawing/2014/main" xmlns="" id="{70D03A71-40DE-3E45-9F13-8165D05F01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5" name="Freeform 654">
                <a:extLst>
                  <a:ext uri="{FF2B5EF4-FFF2-40B4-BE49-F238E27FC236}">
                    <a16:creationId xmlns:a16="http://schemas.microsoft.com/office/drawing/2014/main" xmlns="" id="{B53D6BC3-8B2A-9E43-8D61-E57784BA4A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:a16="http://schemas.microsoft.com/office/drawing/2014/main" xmlns="" id="{164ECF6A-F4B9-DF4F-BF3F-242C8FCB06F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:a16="http://schemas.microsoft.com/office/drawing/2014/main" xmlns="" id="{E70C37A1-A0CF-3241-B2FE-E09E92D6CF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xmlns="" id="{AD4E15D3-6EC7-F447-8715-221D41005AD8}"/>
              </a:ext>
            </a:extLst>
          </p:cNvPr>
          <p:cNvGrpSpPr/>
          <p:nvPr/>
        </p:nvGrpSpPr>
        <p:grpSpPr>
          <a:xfrm>
            <a:off x="7928680" y="2356760"/>
            <a:ext cx="660225" cy="290099"/>
            <a:chOff x="7493876" y="2774731"/>
            <a:chExt cx="1481958" cy="894622"/>
          </a:xfrm>
        </p:grpSpPr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xmlns="" id="{C2E154AC-5367-E44D-9F74-38EDFB2ED3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xmlns="" id="{8DD3EE1C-49D5-524C-93C0-63A60B66E8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:a16="http://schemas.microsoft.com/office/drawing/2014/main" xmlns="" id="{90B4AB50-5DF3-044D-A589-BE7AA79D59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6" name="Freeform 645">
                <a:extLst>
                  <a:ext uri="{FF2B5EF4-FFF2-40B4-BE49-F238E27FC236}">
                    <a16:creationId xmlns:a16="http://schemas.microsoft.com/office/drawing/2014/main" xmlns="" id="{E4E59325-7458-9D4F-8AB8-BD8A22B5AE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7" name="Freeform 646">
                <a:extLst>
                  <a:ext uri="{FF2B5EF4-FFF2-40B4-BE49-F238E27FC236}">
                    <a16:creationId xmlns:a16="http://schemas.microsoft.com/office/drawing/2014/main" xmlns="" id="{B3D13B56-8A0D-4B4A-8192-AF51A57C2E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:a16="http://schemas.microsoft.com/office/drawing/2014/main" xmlns="" id="{2C8E2625-2E7C-F743-B981-73684DBE633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xmlns="" id="{2A860CE2-3114-8741-8DB0-78E922B0428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xmlns="" id="{3BA91B66-EDC3-974E-B9D9-8E4503135515}"/>
              </a:ext>
            </a:extLst>
          </p:cNvPr>
          <p:cNvGrpSpPr/>
          <p:nvPr/>
        </p:nvGrpSpPr>
        <p:grpSpPr>
          <a:xfrm>
            <a:off x="8246995" y="2882143"/>
            <a:ext cx="660225" cy="290099"/>
            <a:chOff x="7493876" y="2774731"/>
            <a:chExt cx="1481958" cy="894622"/>
          </a:xfrm>
        </p:grpSpPr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xmlns="" id="{5B8B67F8-FC77-7B4B-86F0-B0D0CD4C19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xmlns="" id="{24DB41F0-B458-2740-8144-D8993DA5DF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xmlns="" id="{2A22D03D-2357-944F-A71A-94B46AED72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8" name="Freeform 637">
                <a:extLst>
                  <a:ext uri="{FF2B5EF4-FFF2-40B4-BE49-F238E27FC236}">
                    <a16:creationId xmlns:a16="http://schemas.microsoft.com/office/drawing/2014/main" xmlns="" id="{E4CD4DE0-BD74-6742-9AB5-70B9AAC5E0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:a16="http://schemas.microsoft.com/office/drawing/2014/main" xmlns="" id="{888F54AE-EE96-1643-8D6C-7B9B965689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:a16="http://schemas.microsoft.com/office/drawing/2014/main" xmlns="" id="{A9967105-8A41-8646-A119-3F7E30AAD3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xmlns="" id="{F0349917-BFEB-DD4E-95A0-2C5BFAD63B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xmlns="" id="{0556E247-D59A-2842-82DE-FE8E6F79E019}"/>
              </a:ext>
            </a:extLst>
          </p:cNvPr>
          <p:cNvGrpSpPr/>
          <p:nvPr/>
        </p:nvGrpSpPr>
        <p:grpSpPr>
          <a:xfrm>
            <a:off x="7203643" y="3367614"/>
            <a:ext cx="660225" cy="290099"/>
            <a:chOff x="7493876" y="2774731"/>
            <a:chExt cx="1481958" cy="894622"/>
          </a:xfrm>
        </p:grpSpPr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xmlns="" id="{445667BF-2880-A44B-92FF-0150E2B89E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xmlns="" id="{8FE549B8-413C-AB43-AED4-55FEDF4BD68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9" name="Group 628">
              <a:extLst>
                <a:ext uri="{FF2B5EF4-FFF2-40B4-BE49-F238E27FC236}">
                  <a16:creationId xmlns:a16="http://schemas.microsoft.com/office/drawing/2014/main" xmlns="" id="{6310970C-CD76-5940-AC70-64BBFBC43C8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xmlns="" id="{5FD9D70B-CD96-5747-B734-9870835D7C5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:a16="http://schemas.microsoft.com/office/drawing/2014/main" xmlns="" id="{06B65913-DCAC-AD4F-9F10-966CCC1448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:a16="http://schemas.microsoft.com/office/drawing/2014/main" xmlns="" id="{EF0534C2-36B5-7849-AFFA-5AC31B60CA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xmlns="" id="{3361B307-3719-A84A-8AD5-A3B61CE63C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xmlns="" id="{B3E01DA9-25FD-B546-AB8A-84DD0375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114925"/>
            <a:ext cx="8267700" cy="409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1" name="Rectangle 4">
            <a:extLst>
              <a:ext uri="{FF2B5EF4-FFF2-40B4-BE49-F238E27FC236}">
                <a16:creationId xmlns:a16="http://schemas.microsoft.com/office/drawing/2014/main" xmlns="" id="{50204642-54CB-0C46-8699-86390164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4329113"/>
            <a:ext cx="9650409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another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cost” of congestion: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packet dropped, any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upstream transmission capacity and buffering used for that packet was wasted!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2" name="Line 8">
            <a:extLst>
              <a:ext uri="{FF2B5EF4-FFF2-40B4-BE49-F238E27FC236}">
                <a16:creationId xmlns:a16="http://schemas.microsoft.com/office/drawing/2014/main" xmlns="" id="{54B69D69-DB5C-FF44-9A78-3EF27FA8D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6675" y="2219117"/>
            <a:ext cx="546573" cy="550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3" name="Line 9">
            <a:extLst>
              <a:ext uri="{FF2B5EF4-FFF2-40B4-BE49-F238E27FC236}">
                <a16:creationId xmlns:a16="http://schemas.microsoft.com/office/drawing/2014/main" xmlns="" id="{17302533-B643-1D44-BB74-F2288C9D8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219117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1" name="Line 60">
            <a:extLst>
              <a:ext uri="{FF2B5EF4-FFF2-40B4-BE49-F238E27FC236}">
                <a16:creationId xmlns:a16="http://schemas.microsoft.com/office/drawing/2014/main" xmlns="" id="{8E9B5F3E-D7D4-784B-A561-225983C51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4029" y="3477375"/>
            <a:ext cx="865049" cy="77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9" name="Line 110">
            <a:extLst>
              <a:ext uri="{FF2B5EF4-FFF2-40B4-BE49-F238E27FC236}">
                <a16:creationId xmlns:a16="http://schemas.microsoft.com/office/drawing/2014/main" xmlns="" id="{81308001-6AF2-8841-BE13-23C6875DB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491642"/>
            <a:ext cx="43037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0" name="Line 111">
            <a:extLst>
              <a:ext uri="{FF2B5EF4-FFF2-40B4-BE49-F238E27FC236}">
                <a16:creationId xmlns:a16="http://schemas.microsoft.com/office/drawing/2014/main" xmlns="" id="{E766695C-AC11-DB4D-88D9-ADEE97B162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49437" y="2503239"/>
            <a:ext cx="460499" cy="579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" name="Line 112">
            <a:extLst>
              <a:ext uri="{FF2B5EF4-FFF2-40B4-BE49-F238E27FC236}">
                <a16:creationId xmlns:a16="http://schemas.microsoft.com/office/drawing/2014/main" xmlns="" id="{3C681570-FA16-4C40-9E6E-770D751E7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5007" y="2230714"/>
            <a:ext cx="768214" cy="8233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16" name="Group 227">
            <a:extLst>
              <a:ext uri="{FF2B5EF4-FFF2-40B4-BE49-F238E27FC236}">
                <a16:creationId xmlns:a16="http://schemas.microsoft.com/office/drawing/2014/main" xmlns="" id="{C5844755-7AB4-394A-8C3D-0EAB4297B7CC}"/>
              </a:ext>
            </a:extLst>
          </p:cNvPr>
          <p:cNvGrpSpPr>
            <a:grpSpLocks/>
          </p:cNvGrpSpPr>
          <p:nvPr/>
        </p:nvGrpSpPr>
        <p:grpSpPr bwMode="auto">
          <a:xfrm>
            <a:off x="8295103" y="2407263"/>
            <a:ext cx="186693" cy="155869"/>
            <a:chOff x="11283" y="10423"/>
            <a:chExt cx="475" cy="374"/>
          </a:xfrm>
        </p:grpSpPr>
        <p:sp>
          <p:nvSpPr>
            <p:cNvPr id="517" name="Rectangle 228">
              <a:extLst>
                <a:ext uri="{FF2B5EF4-FFF2-40B4-BE49-F238E27FC236}">
                  <a16:creationId xmlns:a16="http://schemas.microsoft.com/office/drawing/2014/main" xmlns="" id="{F2C17F9B-7965-ED45-A4D3-EFFC3FD5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8" name="Line 229">
              <a:extLst>
                <a:ext uri="{FF2B5EF4-FFF2-40B4-BE49-F238E27FC236}">
                  <a16:creationId xmlns:a16="http://schemas.microsoft.com/office/drawing/2014/main" xmlns="" id="{2A6B3E53-1684-DF43-A05E-A2C80EF94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9" name="Line 230">
              <a:extLst>
                <a:ext uri="{FF2B5EF4-FFF2-40B4-BE49-F238E27FC236}">
                  <a16:creationId xmlns:a16="http://schemas.microsoft.com/office/drawing/2014/main" xmlns="" id="{D8396C95-BBB2-5D46-A8D2-775CD554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Line 231">
              <a:extLst>
                <a:ext uri="{FF2B5EF4-FFF2-40B4-BE49-F238E27FC236}">
                  <a16:creationId xmlns:a16="http://schemas.microsoft.com/office/drawing/2014/main" xmlns="" id="{C157781C-8502-014B-A415-7383087D3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Line 232">
              <a:extLst>
                <a:ext uri="{FF2B5EF4-FFF2-40B4-BE49-F238E27FC236}">
                  <a16:creationId xmlns:a16="http://schemas.microsoft.com/office/drawing/2014/main" xmlns="" id="{11C3D78E-49BA-C343-B6BB-91EC56F7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Line 233">
              <a:extLst>
                <a:ext uri="{FF2B5EF4-FFF2-40B4-BE49-F238E27FC236}">
                  <a16:creationId xmlns:a16="http://schemas.microsoft.com/office/drawing/2014/main" xmlns="" id="{18778F4C-DAAF-B04E-9D01-34E52E4B7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4">
              <a:extLst>
                <a:ext uri="{FF2B5EF4-FFF2-40B4-BE49-F238E27FC236}">
                  <a16:creationId xmlns:a16="http://schemas.microsoft.com/office/drawing/2014/main" xmlns="" id="{37A63491-BBEE-3E44-BBF3-79A4DB88B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30" name="Line 235">
            <a:extLst>
              <a:ext uri="{FF2B5EF4-FFF2-40B4-BE49-F238E27FC236}">
                <a16:creationId xmlns:a16="http://schemas.microsoft.com/office/drawing/2014/main" xmlns="" id="{502BD3B4-B453-4343-B3CD-F6AE3C5CA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7410" y="1813227"/>
            <a:ext cx="163542" cy="1932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1" name="Group 236">
            <a:extLst>
              <a:ext uri="{FF2B5EF4-FFF2-40B4-BE49-F238E27FC236}">
                <a16:creationId xmlns:a16="http://schemas.microsoft.com/office/drawing/2014/main" xmlns="" id="{BD40F4B4-9FA4-B242-890F-C7DC5C1F1E4B}"/>
              </a:ext>
            </a:extLst>
          </p:cNvPr>
          <p:cNvGrpSpPr>
            <a:grpSpLocks/>
          </p:cNvGrpSpPr>
          <p:nvPr/>
        </p:nvGrpSpPr>
        <p:grpSpPr bwMode="auto">
          <a:xfrm>
            <a:off x="7363760" y="1608349"/>
            <a:ext cx="53797" cy="172019"/>
            <a:chOff x="10104" y="10005"/>
            <a:chExt cx="137" cy="411"/>
          </a:xfrm>
        </p:grpSpPr>
        <p:sp>
          <p:nvSpPr>
            <p:cNvPr id="532" name="Oval 237">
              <a:extLst>
                <a:ext uri="{FF2B5EF4-FFF2-40B4-BE49-F238E27FC236}">
                  <a16:creationId xmlns:a16="http://schemas.microsoft.com/office/drawing/2014/main" xmlns="" id="{9F31E068-8077-0E41-BA3C-C53046677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238">
              <a:extLst>
                <a:ext uri="{FF2B5EF4-FFF2-40B4-BE49-F238E27FC236}">
                  <a16:creationId xmlns:a16="http://schemas.microsoft.com/office/drawing/2014/main" xmlns="" id="{B99DFC93-E1C9-6B48-9E97-F404126B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8" name="Group 255">
            <a:extLst>
              <a:ext uri="{FF2B5EF4-FFF2-40B4-BE49-F238E27FC236}">
                <a16:creationId xmlns:a16="http://schemas.microsoft.com/office/drawing/2014/main" xmlns="" id="{AA469380-A079-C241-8EF0-12E5E2FF123A}"/>
              </a:ext>
            </a:extLst>
          </p:cNvPr>
          <p:cNvGrpSpPr>
            <a:grpSpLocks/>
          </p:cNvGrpSpPr>
          <p:nvPr/>
        </p:nvGrpSpPr>
        <p:grpSpPr bwMode="auto">
          <a:xfrm rot="7844936">
            <a:off x="8457757" y="2928960"/>
            <a:ext cx="204878" cy="142023"/>
            <a:chOff x="11283" y="10423"/>
            <a:chExt cx="475" cy="374"/>
          </a:xfrm>
        </p:grpSpPr>
        <p:sp>
          <p:nvSpPr>
            <p:cNvPr id="549" name="Rectangle 256">
              <a:extLst>
                <a:ext uri="{FF2B5EF4-FFF2-40B4-BE49-F238E27FC236}">
                  <a16:creationId xmlns:a16="http://schemas.microsoft.com/office/drawing/2014/main" xmlns="" id="{27D5FDD2-8596-9B4B-B4F5-2748842EF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Line 257">
              <a:extLst>
                <a:ext uri="{FF2B5EF4-FFF2-40B4-BE49-F238E27FC236}">
                  <a16:creationId xmlns:a16="http://schemas.microsoft.com/office/drawing/2014/main" xmlns="" id="{5EA4070D-C55C-3C46-971A-495141BBF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1" name="Line 258">
              <a:extLst>
                <a:ext uri="{FF2B5EF4-FFF2-40B4-BE49-F238E27FC236}">
                  <a16:creationId xmlns:a16="http://schemas.microsoft.com/office/drawing/2014/main" xmlns="" id="{E7415EB7-9A38-A34B-BC52-23820D08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2" name="Line 259">
              <a:extLst>
                <a:ext uri="{FF2B5EF4-FFF2-40B4-BE49-F238E27FC236}">
                  <a16:creationId xmlns:a16="http://schemas.microsoft.com/office/drawing/2014/main" xmlns="" id="{E1B69AC3-E7AE-F84B-AE13-9E4B698B4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Line 260">
              <a:extLst>
                <a:ext uri="{FF2B5EF4-FFF2-40B4-BE49-F238E27FC236}">
                  <a16:creationId xmlns:a16="http://schemas.microsoft.com/office/drawing/2014/main" xmlns="" id="{14297734-2A75-5D4A-905C-558B07A2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4" name="Line 261">
              <a:extLst>
                <a:ext uri="{FF2B5EF4-FFF2-40B4-BE49-F238E27FC236}">
                  <a16:creationId xmlns:a16="http://schemas.microsoft.com/office/drawing/2014/main" xmlns="" id="{FAD2D458-99B5-D64F-9787-A3907B8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5" name="Line 262">
              <a:extLst>
                <a:ext uri="{FF2B5EF4-FFF2-40B4-BE49-F238E27FC236}">
                  <a16:creationId xmlns:a16="http://schemas.microsoft.com/office/drawing/2014/main" xmlns="" id="{ED7690F6-614B-474E-9678-ABBBF35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56" name="Line 263">
            <a:extLst>
              <a:ext uri="{FF2B5EF4-FFF2-40B4-BE49-F238E27FC236}">
                <a16:creationId xmlns:a16="http://schemas.microsoft.com/office/drawing/2014/main" xmlns="" id="{24DFA125-06DC-CE4E-A7FC-5EC2D00675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64006" y="3471578"/>
            <a:ext cx="1172766" cy="115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7" name="Line 264">
            <a:extLst>
              <a:ext uri="{FF2B5EF4-FFF2-40B4-BE49-F238E27FC236}">
                <a16:creationId xmlns:a16="http://schemas.microsoft.com/office/drawing/2014/main" xmlns="" id="{5FF66E32-B896-A043-9D26-2F80DC2B7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9823" y="3059889"/>
            <a:ext cx="367969" cy="4174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8" name="Freeform 265">
            <a:extLst>
              <a:ext uri="{FF2B5EF4-FFF2-40B4-BE49-F238E27FC236}">
                <a16:creationId xmlns:a16="http://schemas.microsoft.com/office/drawing/2014/main" xmlns="" id="{E2E6E031-8D15-5A42-B00A-1F4F08AF6A0B}"/>
              </a:ext>
            </a:extLst>
          </p:cNvPr>
          <p:cNvSpPr>
            <a:spLocks/>
          </p:cNvSpPr>
          <p:nvPr/>
        </p:nvSpPr>
        <p:spPr bwMode="auto">
          <a:xfrm>
            <a:off x="7391735" y="1631543"/>
            <a:ext cx="1956042" cy="1814908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280">
            <a:extLst>
              <a:ext uri="{FF2B5EF4-FFF2-40B4-BE49-F238E27FC236}">
                <a16:creationId xmlns:a16="http://schemas.microsoft.com/office/drawing/2014/main" xmlns="" id="{6DC31668-B2DC-E241-A69F-970AD2E5CEA7}"/>
              </a:ext>
            </a:extLst>
          </p:cNvPr>
          <p:cNvGrpSpPr>
            <a:grpSpLocks/>
          </p:cNvGrpSpPr>
          <p:nvPr/>
        </p:nvGrpSpPr>
        <p:grpSpPr bwMode="auto">
          <a:xfrm>
            <a:off x="7312115" y="3392332"/>
            <a:ext cx="187213" cy="156558"/>
            <a:chOff x="11283" y="10423"/>
            <a:chExt cx="475" cy="374"/>
          </a:xfrm>
        </p:grpSpPr>
        <p:sp>
          <p:nvSpPr>
            <p:cNvPr id="574" name="Rectangle 281">
              <a:extLst>
                <a:ext uri="{FF2B5EF4-FFF2-40B4-BE49-F238E27FC236}">
                  <a16:creationId xmlns:a16="http://schemas.microsoft.com/office/drawing/2014/main" xmlns="" id="{11A3D544-AE22-3748-9FE3-D90EFDC5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Line 282">
              <a:extLst>
                <a:ext uri="{FF2B5EF4-FFF2-40B4-BE49-F238E27FC236}">
                  <a16:creationId xmlns:a16="http://schemas.microsoft.com/office/drawing/2014/main" xmlns="" id="{BEC4224F-ED50-4947-9082-B57164E48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Line 283">
              <a:extLst>
                <a:ext uri="{FF2B5EF4-FFF2-40B4-BE49-F238E27FC236}">
                  <a16:creationId xmlns:a16="http://schemas.microsoft.com/office/drawing/2014/main" xmlns="" id="{8DD52BC5-C333-1F4D-ABBB-944B9DB24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7" name="Line 284">
              <a:extLst>
                <a:ext uri="{FF2B5EF4-FFF2-40B4-BE49-F238E27FC236}">
                  <a16:creationId xmlns:a16="http://schemas.microsoft.com/office/drawing/2014/main" xmlns="" id="{D000FA71-709B-0E4B-8BEF-C45BC3FE7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8" name="Line 285">
              <a:extLst>
                <a:ext uri="{FF2B5EF4-FFF2-40B4-BE49-F238E27FC236}">
                  <a16:creationId xmlns:a16="http://schemas.microsoft.com/office/drawing/2014/main" xmlns="" id="{B41DB283-7D57-A045-B70B-0D8C0974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9" name="Line 286">
              <a:extLst>
                <a:ext uri="{FF2B5EF4-FFF2-40B4-BE49-F238E27FC236}">
                  <a16:creationId xmlns:a16="http://schemas.microsoft.com/office/drawing/2014/main" xmlns="" id="{9E5F402E-8251-7646-ADF1-C8D024D1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0" name="Line 287">
              <a:extLst>
                <a:ext uri="{FF2B5EF4-FFF2-40B4-BE49-F238E27FC236}">
                  <a16:creationId xmlns:a16="http://schemas.microsoft.com/office/drawing/2014/main" xmlns="" id="{66CC75A1-C65C-3049-963E-0DFA4765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5" name="Line 302">
            <a:extLst>
              <a:ext uri="{FF2B5EF4-FFF2-40B4-BE49-F238E27FC236}">
                <a16:creationId xmlns:a16="http://schemas.microsoft.com/office/drawing/2014/main" xmlns="" id="{D6A409AC-791D-264B-9A6A-29925F812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5926" y="2963248"/>
            <a:ext cx="514296" cy="51412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96" name="Group 303">
            <a:extLst>
              <a:ext uri="{FF2B5EF4-FFF2-40B4-BE49-F238E27FC236}">
                <a16:creationId xmlns:a16="http://schemas.microsoft.com/office/drawing/2014/main" xmlns="" id="{0E0CC657-EE01-1444-92BE-C1D54E3F7BBC}"/>
              </a:ext>
            </a:extLst>
          </p:cNvPr>
          <p:cNvGrpSpPr>
            <a:grpSpLocks/>
          </p:cNvGrpSpPr>
          <p:nvPr/>
        </p:nvGrpSpPr>
        <p:grpSpPr bwMode="auto">
          <a:xfrm rot="8027572">
            <a:off x="7091324" y="2716351"/>
            <a:ext cx="204878" cy="142023"/>
            <a:chOff x="11283" y="10423"/>
            <a:chExt cx="475" cy="374"/>
          </a:xfrm>
        </p:grpSpPr>
        <p:sp>
          <p:nvSpPr>
            <p:cNvPr id="597" name="Rectangle 304">
              <a:extLst>
                <a:ext uri="{FF2B5EF4-FFF2-40B4-BE49-F238E27FC236}">
                  <a16:creationId xmlns:a16="http://schemas.microsoft.com/office/drawing/2014/main" xmlns="" id="{A259E52C-F06C-7042-9819-4B87037A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8" name="Line 305">
              <a:extLst>
                <a:ext uri="{FF2B5EF4-FFF2-40B4-BE49-F238E27FC236}">
                  <a16:creationId xmlns:a16="http://schemas.microsoft.com/office/drawing/2014/main" xmlns="" id="{FCA29A28-11AF-7744-92A7-70BFDC11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9" name="Line 306">
              <a:extLst>
                <a:ext uri="{FF2B5EF4-FFF2-40B4-BE49-F238E27FC236}">
                  <a16:creationId xmlns:a16="http://schemas.microsoft.com/office/drawing/2014/main" xmlns="" id="{CB933097-E020-C042-8313-287B98167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0" name="Line 307">
              <a:extLst>
                <a:ext uri="{FF2B5EF4-FFF2-40B4-BE49-F238E27FC236}">
                  <a16:creationId xmlns:a16="http://schemas.microsoft.com/office/drawing/2014/main" xmlns="" id="{420119F4-8030-9C41-BBBE-13596216B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1" name="Line 308">
              <a:extLst>
                <a:ext uri="{FF2B5EF4-FFF2-40B4-BE49-F238E27FC236}">
                  <a16:creationId xmlns:a16="http://schemas.microsoft.com/office/drawing/2014/main" xmlns="" id="{DAD30011-10E5-FA44-A6C7-171D180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2" name="Line 309">
              <a:extLst>
                <a:ext uri="{FF2B5EF4-FFF2-40B4-BE49-F238E27FC236}">
                  <a16:creationId xmlns:a16="http://schemas.microsoft.com/office/drawing/2014/main" xmlns="" id="{D6E1DBA8-2139-534A-812C-2D3021B42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3" name="Line 310">
              <a:extLst>
                <a:ext uri="{FF2B5EF4-FFF2-40B4-BE49-F238E27FC236}">
                  <a16:creationId xmlns:a16="http://schemas.microsoft.com/office/drawing/2014/main" xmlns="" id="{E5BA2CAF-CE82-1046-A87A-25F84619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4" name="Freeform 311">
            <a:extLst>
              <a:ext uri="{FF2B5EF4-FFF2-40B4-BE49-F238E27FC236}">
                <a16:creationId xmlns:a16="http://schemas.microsoft.com/office/drawing/2014/main" xmlns="" id="{0E044273-3CF1-1F44-AE22-0090B74B4B91}"/>
              </a:ext>
            </a:extLst>
          </p:cNvPr>
          <p:cNvSpPr>
            <a:spLocks/>
          </p:cNvSpPr>
          <p:nvPr/>
        </p:nvSpPr>
        <p:spPr bwMode="auto">
          <a:xfrm>
            <a:off x="6421244" y="1656669"/>
            <a:ext cx="2999696" cy="1863229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5" name="Freeform 312">
            <a:extLst>
              <a:ext uri="{FF2B5EF4-FFF2-40B4-BE49-F238E27FC236}">
                <a16:creationId xmlns:a16="http://schemas.microsoft.com/office/drawing/2014/main" xmlns="" id="{9835AE55-355E-3449-A433-1E30954185D2}"/>
              </a:ext>
            </a:extLst>
          </p:cNvPr>
          <p:cNvSpPr>
            <a:spLocks/>
          </p:cNvSpPr>
          <p:nvPr/>
        </p:nvSpPr>
        <p:spPr bwMode="auto">
          <a:xfrm>
            <a:off x="6184539" y="1716586"/>
            <a:ext cx="3399942" cy="1832304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6" name="Freeform 313">
            <a:extLst>
              <a:ext uri="{FF2B5EF4-FFF2-40B4-BE49-F238E27FC236}">
                <a16:creationId xmlns:a16="http://schemas.microsoft.com/office/drawing/2014/main" xmlns="" id="{6222373D-283A-3B4A-B1F6-7CDE8C98C64E}"/>
              </a:ext>
            </a:extLst>
          </p:cNvPr>
          <p:cNvSpPr>
            <a:spLocks/>
          </p:cNvSpPr>
          <p:nvPr/>
        </p:nvSpPr>
        <p:spPr bwMode="auto">
          <a:xfrm>
            <a:off x="6257703" y="1747511"/>
            <a:ext cx="3430069" cy="1693141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B05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7" name="Group 314">
            <a:extLst>
              <a:ext uri="{FF2B5EF4-FFF2-40B4-BE49-F238E27FC236}">
                <a16:creationId xmlns:a16="http://schemas.microsoft.com/office/drawing/2014/main" xmlns="" id="{7CED4D5D-1774-B94F-AB74-7B6F1F74FA06}"/>
              </a:ext>
            </a:extLst>
          </p:cNvPr>
          <p:cNvGrpSpPr>
            <a:grpSpLocks/>
          </p:cNvGrpSpPr>
          <p:nvPr/>
        </p:nvGrpSpPr>
        <p:grpSpPr bwMode="auto">
          <a:xfrm>
            <a:off x="6156566" y="2860810"/>
            <a:ext cx="53796" cy="172019"/>
            <a:chOff x="10104" y="10005"/>
            <a:chExt cx="137" cy="411"/>
          </a:xfrm>
        </p:grpSpPr>
        <p:sp>
          <p:nvSpPr>
            <p:cNvPr id="608" name="Oval 315">
              <a:extLst>
                <a:ext uri="{FF2B5EF4-FFF2-40B4-BE49-F238E27FC236}">
                  <a16:creationId xmlns:a16="http://schemas.microsoft.com/office/drawing/2014/main" xmlns="" id="{695435D0-43FA-5946-96EF-D369E25A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Oval 316">
              <a:extLst>
                <a:ext uri="{FF2B5EF4-FFF2-40B4-BE49-F238E27FC236}">
                  <a16:creationId xmlns:a16="http://schemas.microsoft.com/office/drawing/2014/main" xmlns="" id="{85BDA995-131F-0641-914D-C85C2FA1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0" name="Group 317">
            <a:extLst>
              <a:ext uri="{FF2B5EF4-FFF2-40B4-BE49-F238E27FC236}">
                <a16:creationId xmlns:a16="http://schemas.microsoft.com/office/drawing/2014/main" xmlns="" id="{0FFCB242-31DD-7443-A923-107E105D8A00}"/>
              </a:ext>
            </a:extLst>
          </p:cNvPr>
          <p:cNvGrpSpPr>
            <a:grpSpLocks/>
          </p:cNvGrpSpPr>
          <p:nvPr/>
        </p:nvGrpSpPr>
        <p:grpSpPr bwMode="auto">
          <a:xfrm>
            <a:off x="9388663" y="3009635"/>
            <a:ext cx="53796" cy="173953"/>
            <a:chOff x="10104" y="10005"/>
            <a:chExt cx="137" cy="411"/>
          </a:xfrm>
        </p:grpSpPr>
        <p:sp>
          <p:nvSpPr>
            <p:cNvPr id="611" name="Oval 318">
              <a:extLst>
                <a:ext uri="{FF2B5EF4-FFF2-40B4-BE49-F238E27FC236}">
                  <a16:creationId xmlns:a16="http://schemas.microsoft.com/office/drawing/2014/main" xmlns="" id="{F25BDD80-1612-BD46-B423-42AE33DB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2" name="Oval 319">
              <a:extLst>
                <a:ext uri="{FF2B5EF4-FFF2-40B4-BE49-F238E27FC236}">
                  <a16:creationId xmlns:a16="http://schemas.microsoft.com/office/drawing/2014/main" xmlns="" id="{0B1DEF04-FA4A-924B-9F2F-610BC29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3" name="Group 320">
            <a:extLst>
              <a:ext uri="{FF2B5EF4-FFF2-40B4-BE49-F238E27FC236}">
                <a16:creationId xmlns:a16="http://schemas.microsoft.com/office/drawing/2014/main" xmlns="" id="{0B529F14-3F08-E440-B6EC-F5B67289F089}"/>
              </a:ext>
            </a:extLst>
          </p:cNvPr>
          <p:cNvGrpSpPr>
            <a:grpSpLocks/>
          </p:cNvGrpSpPr>
          <p:nvPr/>
        </p:nvGrpSpPr>
        <p:grpSpPr bwMode="auto">
          <a:xfrm>
            <a:off x="9653341" y="1703056"/>
            <a:ext cx="53797" cy="173953"/>
            <a:chOff x="10104" y="10005"/>
            <a:chExt cx="137" cy="411"/>
          </a:xfrm>
        </p:grpSpPr>
        <p:sp>
          <p:nvSpPr>
            <p:cNvPr id="614" name="Oval 321">
              <a:extLst>
                <a:ext uri="{FF2B5EF4-FFF2-40B4-BE49-F238E27FC236}">
                  <a16:creationId xmlns:a16="http://schemas.microsoft.com/office/drawing/2014/main" xmlns="" id="{6437B6FC-D8DB-9746-A099-12114F7B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5" name="Oval 322">
              <a:extLst>
                <a:ext uri="{FF2B5EF4-FFF2-40B4-BE49-F238E27FC236}">
                  <a16:creationId xmlns:a16="http://schemas.microsoft.com/office/drawing/2014/main" xmlns="" id="{0FDD47FB-2A41-0B4E-85FF-3CBB4DBDB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CBFFE77-548F-9846-9A06-08C1230178E0}"/>
              </a:ext>
            </a:extLst>
          </p:cNvPr>
          <p:cNvGrpSpPr/>
          <p:nvPr/>
        </p:nvGrpSpPr>
        <p:grpSpPr>
          <a:xfrm>
            <a:off x="1505725" y="1423988"/>
            <a:ext cx="3115488" cy="2380952"/>
            <a:chOff x="1505725" y="1423988"/>
            <a:chExt cx="3115488" cy="2380952"/>
          </a:xfrm>
        </p:grpSpPr>
        <p:sp>
          <p:nvSpPr>
            <p:cNvPr id="616" name="Line 330">
              <a:extLst>
                <a:ext uri="{FF2B5EF4-FFF2-40B4-BE49-F238E27FC236}">
                  <a16:creationId xmlns:a16="http://schemas.microsoft.com/office/drawing/2014/main" xmlns="" id="{9BFD01DA-5202-CF44-9ED5-2B470718D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1520825"/>
              <a:ext cx="0" cy="1860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Line 331">
              <a:extLst>
                <a:ext uri="{FF2B5EF4-FFF2-40B4-BE49-F238E27FC236}">
                  <a16:creationId xmlns:a16="http://schemas.microsoft.com/office/drawing/2014/main" xmlns="" id="{ACC222AF-8E70-314C-9EA2-B9677C72D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250" y="3373438"/>
              <a:ext cx="2333625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8" name="Freeform 333">
              <a:extLst>
                <a:ext uri="{FF2B5EF4-FFF2-40B4-BE49-F238E27FC236}">
                  <a16:creationId xmlns:a16="http://schemas.microsoft.com/office/drawing/2014/main" xmlns="" id="{6D089360-38AC-4243-B6DB-EF4A57135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013" y="2607303"/>
              <a:ext cx="2489200" cy="75934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0 w 10000"/>
                <a:gd name="connsiteY0" fmla="*/ 9512 h 9512"/>
                <a:gd name="connsiteX1" fmla="*/ 4152 w 10000"/>
                <a:gd name="connsiteY1" fmla="*/ 12 h 9512"/>
                <a:gd name="connsiteX2" fmla="*/ 5829 w 10000"/>
                <a:gd name="connsiteY2" fmla="*/ 8065 h 9512"/>
                <a:gd name="connsiteX3" fmla="*/ 10000 w 10000"/>
                <a:gd name="connsiteY3" fmla="*/ 8802 h 9512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158"/>
                <a:gd name="connsiteX1" fmla="*/ 4152 w 10000"/>
                <a:gd name="connsiteY1" fmla="*/ 13 h 10158"/>
                <a:gd name="connsiteX2" fmla="*/ 5829 w 10000"/>
                <a:gd name="connsiteY2" fmla="*/ 8479 h 10158"/>
                <a:gd name="connsiteX3" fmla="*/ 10000 w 10000"/>
                <a:gd name="connsiteY3" fmla="*/ 9968 h 10158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968 h 10000"/>
                <a:gd name="connsiteX0" fmla="*/ 0 w 10000"/>
                <a:gd name="connsiteY0" fmla="*/ 9898 h 9898"/>
                <a:gd name="connsiteX1" fmla="*/ 5094 w 10000"/>
                <a:gd name="connsiteY1" fmla="*/ 13 h 9898"/>
                <a:gd name="connsiteX2" fmla="*/ 5829 w 10000"/>
                <a:gd name="connsiteY2" fmla="*/ 8377 h 9898"/>
                <a:gd name="connsiteX3" fmla="*/ 10000 w 10000"/>
                <a:gd name="connsiteY3" fmla="*/ 9866 h 9898"/>
                <a:gd name="connsiteX0" fmla="*/ 0 w 10000"/>
                <a:gd name="connsiteY0" fmla="*/ 9991 h 10073"/>
                <a:gd name="connsiteX1" fmla="*/ 5094 w 10000"/>
                <a:gd name="connsiteY1" fmla="*/ 4 h 10073"/>
                <a:gd name="connsiteX2" fmla="*/ 6347 w 10000"/>
                <a:gd name="connsiteY2" fmla="*/ 8866 h 10073"/>
                <a:gd name="connsiteX3" fmla="*/ 10000 w 10000"/>
                <a:gd name="connsiteY3" fmla="*/ 9959 h 10073"/>
                <a:gd name="connsiteX0" fmla="*/ 0 w 10000"/>
                <a:gd name="connsiteY0" fmla="*/ 9992 h 10012"/>
                <a:gd name="connsiteX1" fmla="*/ 5094 w 10000"/>
                <a:gd name="connsiteY1" fmla="*/ 5 h 10012"/>
                <a:gd name="connsiteX2" fmla="*/ 6331 w 10000"/>
                <a:gd name="connsiteY2" fmla="*/ 8661 h 10012"/>
                <a:gd name="connsiteX3" fmla="*/ 10000 w 10000"/>
                <a:gd name="connsiteY3" fmla="*/ 9960 h 10012"/>
                <a:gd name="connsiteX0" fmla="*/ 0 w 10000"/>
                <a:gd name="connsiteY0" fmla="*/ 9992 h 10001"/>
                <a:gd name="connsiteX1" fmla="*/ 5094 w 10000"/>
                <a:gd name="connsiteY1" fmla="*/ 5 h 10001"/>
                <a:gd name="connsiteX2" fmla="*/ 6661 w 10000"/>
                <a:gd name="connsiteY2" fmla="*/ 8610 h 10001"/>
                <a:gd name="connsiteX3" fmla="*/ 10000 w 10000"/>
                <a:gd name="connsiteY3" fmla="*/ 9960 h 1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1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9" name="Line 334">
              <a:extLst>
                <a:ext uri="{FF2B5EF4-FFF2-40B4-BE49-F238E27FC236}">
                  <a16:creationId xmlns:a16="http://schemas.microsoft.com/office/drawing/2014/main" xmlns="" id="{AF5D54D6-CC93-6E42-8712-1BDF48F23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63" y="1673225"/>
              <a:ext cx="125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0" name="Line 335">
              <a:extLst>
                <a:ext uri="{FF2B5EF4-FFF2-40B4-BE49-F238E27FC236}">
                  <a16:creationId xmlns:a16="http://schemas.microsoft.com/office/drawing/2014/main" xmlns="" id="{5F83D767-834B-CD45-B9C0-86188156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3381375"/>
              <a:ext cx="0" cy="134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1" name="Text Box 336">
              <a:extLst>
                <a:ext uri="{FF2B5EF4-FFF2-40B4-BE49-F238E27FC236}">
                  <a16:creationId xmlns:a16="http://schemas.microsoft.com/office/drawing/2014/main" xmlns="" id="{4D3494C0-DD1C-794E-97BA-6E4472E2F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725" y="1423988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2" name="Text Box 337">
              <a:extLst>
                <a:ext uri="{FF2B5EF4-FFF2-40B4-BE49-F238E27FC236}">
                  <a16:creationId xmlns:a16="http://schemas.microsoft.com/office/drawing/2014/main" xmlns="" id="{CE6E8577-4BD8-EE4D-8020-05E336E0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512" y="3433763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3" name="Text Box 338">
              <a:extLst>
                <a:ext uri="{FF2B5EF4-FFF2-40B4-BE49-F238E27FC236}">
                  <a16:creationId xmlns:a16="http://schemas.microsoft.com/office/drawing/2014/main" xmlns="" id="{05367630-23E9-2744-A1A7-0C85EC9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416844" y="2351882"/>
              <a:ext cx="8080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624" name="Text Box 339">
              <a:extLst>
                <a:ext uri="{FF2B5EF4-FFF2-40B4-BE49-F238E27FC236}">
                  <a16:creationId xmlns:a16="http://schemas.microsoft.com/office/drawing/2014/main" xmlns="" id="{5131AB9A-BD62-7E48-B700-9F673321A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001" y="3343275"/>
              <a:ext cx="5629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ja-JP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xmlns="" id="{B2D434D1-E742-A043-86CE-3BB54BC2F1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8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insights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C64ABAFB-5459-F446-A0AC-48FC5C1C05E1}"/>
              </a:ext>
            </a:extLst>
          </p:cNvPr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470" name="Rectangle 3">
              <a:extLst>
                <a:ext uri="{FF2B5EF4-FFF2-40B4-BE49-F238E27FC236}">
                  <a16:creationId xmlns:a16="http://schemas.microsoft.com/office/drawing/2014/main" xmlns="" id="{B3E01DA9-25FD-B546-AB8A-84DD03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00" y="5114925"/>
              <a:ext cx="82677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">
              <a:extLst>
                <a:ext uri="{FF2B5EF4-FFF2-40B4-BE49-F238E27FC236}">
                  <a16:creationId xmlns:a16="http://schemas.microsoft.com/office/drawing/2014/main" xmlns="" id="{E62417CD-29D3-4540-95AB-DBD339E4A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099" y="4926013"/>
              <a:ext cx="6735751" cy="808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upstream transmission capacity / buffering wasted for packets lost downstream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497D00A8-A6C2-354A-9DB9-EE706DA9D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77E4D1E4-3EEB-4E4B-8616-C6D7345EBEEE}"/>
              </a:ext>
            </a:extLst>
          </p:cNvPr>
          <p:cNvGrpSpPr/>
          <p:nvPr/>
        </p:nvGrpSpPr>
        <p:grpSpPr>
          <a:xfrm>
            <a:off x="1028700" y="2052023"/>
            <a:ext cx="10080734" cy="1334789"/>
            <a:chOff x="1028700" y="1860299"/>
            <a:chExt cx="10080734" cy="1334789"/>
          </a:xfrm>
        </p:grpSpPr>
        <p:sp>
          <p:nvSpPr>
            <p:cNvPr id="129" name="Rectangle 4">
              <a:extLst>
                <a:ext uri="{FF2B5EF4-FFF2-40B4-BE49-F238E27FC236}">
                  <a16:creationId xmlns:a16="http://schemas.microsoft.com/office/drawing/2014/main" xmlns="" id="{C8DF44BF-39DD-7A44-89E8-80E5392B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delay increases as capacity approached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B3BC8354-A522-CA41-8AD1-6483FE2E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1601" y="1860299"/>
              <a:ext cx="1402990" cy="133478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A3D27AAF-A2F5-E143-ACD8-97D841F75BBA}"/>
              </a:ext>
            </a:extLst>
          </p:cNvPr>
          <p:cNvGrpSpPr/>
          <p:nvPr/>
        </p:nvGrpSpPr>
        <p:grpSpPr>
          <a:xfrm>
            <a:off x="1041400" y="4167737"/>
            <a:ext cx="9952137" cy="1463041"/>
            <a:chOff x="1041400" y="4167737"/>
            <a:chExt cx="9952137" cy="1463041"/>
          </a:xfrm>
        </p:grpSpPr>
        <p:sp>
          <p:nvSpPr>
            <p:cNvPr id="131" name="Rectangle 4">
              <a:extLst>
                <a:ext uri="{FF2B5EF4-FFF2-40B4-BE49-F238E27FC236}">
                  <a16:creationId xmlns:a16="http://schemas.microsoft.com/office/drawing/2014/main" xmlns="" id="{E69E1480-29A3-FC40-B2EA-9D31AA40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4352873"/>
              <a:ext cx="6769100" cy="762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un-needed duplicates further decreases effective throughput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0C8C9A99-D0A4-9E4A-AD6A-0403159B3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64995" y="4167737"/>
              <a:ext cx="1628542" cy="146304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25331F8E-78B4-5E4D-9E14-918B774CF79B}"/>
              </a:ext>
            </a:extLst>
          </p:cNvPr>
          <p:cNvGrpSpPr/>
          <p:nvPr/>
        </p:nvGrpSpPr>
        <p:grpSpPr>
          <a:xfrm>
            <a:off x="1041400" y="2983830"/>
            <a:ext cx="8301120" cy="1447533"/>
            <a:chOff x="1041400" y="2983830"/>
            <a:chExt cx="8301120" cy="1447533"/>
          </a:xfrm>
        </p:grpSpPr>
        <p:sp>
          <p:nvSpPr>
            <p:cNvPr id="130" name="Rectangle 4">
              <a:extLst>
                <a:ext uri="{FF2B5EF4-FFF2-40B4-BE49-F238E27FC236}">
                  <a16:creationId xmlns:a16="http://schemas.microsoft.com/office/drawing/2014/main" xmlns="" id="{E0B74A1B-74C4-184F-94CC-A99D0D2E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loss/retransmission decreases effective throughput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B0F0FCDE-CAF5-4C40-A5A2-D21059E4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3915" y="2983830"/>
              <a:ext cx="1618605" cy="144753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F7EFD51-4F3D-7A4D-8E82-A230AAE12880}"/>
              </a:ext>
            </a:extLst>
          </p:cNvPr>
          <p:cNvGrpSpPr/>
          <p:nvPr/>
        </p:nvGrpSpPr>
        <p:grpSpPr>
          <a:xfrm>
            <a:off x="1041400" y="1190115"/>
            <a:ext cx="8210815" cy="1330482"/>
            <a:chOff x="1041400" y="1190115"/>
            <a:chExt cx="8210815" cy="1330482"/>
          </a:xfrm>
        </p:grpSpPr>
        <p:sp>
          <p:nvSpPr>
            <p:cNvPr id="471" name="Rectangle 4">
              <a:extLst>
                <a:ext uri="{FF2B5EF4-FFF2-40B4-BE49-F238E27FC236}">
                  <a16:creationId xmlns:a16="http://schemas.microsoft.com/office/drawing/2014/main" xmlns="" id="{50204642-54CB-0C46-8699-86390164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1395413"/>
              <a:ext cx="6538912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throughput can never exceed capacity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xmlns="" id="{C7DCF390-386B-AE45-BE92-F53BE11B8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</p:spPr>
        </p:pic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xmlns="" id="{BBFEA973-F377-3247-B95A-5759C5BD8A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78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Macintosh PowerPoint</Application>
  <PresentationFormat>Widescreen</PresentationFormat>
  <Paragraphs>203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Gill Sans MT</vt:lpstr>
      <vt:lpstr>ＭＳ Ｐゴシック</vt:lpstr>
      <vt:lpstr>Symbol</vt:lpstr>
      <vt:lpstr>Tahoma</vt:lpstr>
      <vt:lpstr>Wingdings</vt:lpstr>
      <vt:lpstr>Wingdings 3</vt:lpstr>
      <vt:lpstr>Office Theme</vt:lpstr>
      <vt:lpstr>IT694 Computer networks</vt:lpstr>
      <vt:lpstr>Causes/costs of congestion: scenario 1 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3</vt:lpstr>
      <vt:lpstr>Causes/costs of congestion: scenario 3</vt:lpstr>
      <vt:lpstr>Causes/costs of congestion: insights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1</cp:revision>
  <dcterms:created xsi:type="dcterms:W3CDTF">2026-02-13T04:29:11Z</dcterms:created>
  <dcterms:modified xsi:type="dcterms:W3CDTF">2026-02-13T04:29:33Z</dcterms:modified>
</cp:coreProperties>
</file>